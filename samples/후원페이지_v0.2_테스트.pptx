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  <p:sldMasterId id="2147483768" r:id="rId2"/>
    <p:sldMasterId id="2147483743" r:id="rId3"/>
    <p:sldMasterId id="2147483770" r:id="rId4"/>
    <p:sldMasterId id="2147483756" r:id="rId5"/>
    <p:sldMasterId id="2147483778" r:id="rId6"/>
  </p:sldMasterIdLst>
  <p:notesMasterIdLst>
    <p:notesMasterId r:id="rId34"/>
  </p:notesMasterIdLst>
  <p:handoutMasterIdLst>
    <p:handoutMasterId r:id="rId35"/>
  </p:handoutMasterIdLst>
  <p:sldIdLst>
    <p:sldId id="1081" r:id="rId7"/>
    <p:sldId id="1284" r:id="rId8"/>
    <p:sldId id="1777" r:id="rId9"/>
    <p:sldId id="1775" r:id="rId10"/>
    <p:sldId id="1771" r:id="rId12"/>
    <p:sldId id="1755" r:id="rId13"/>
    <p:sldId id="1785" r:id="rId14"/>
    <p:sldId id="1761" r:id="rId15"/>
    <p:sldId id="1764" r:id="rId16"/>
    <p:sldId id="1760" r:id="rId17"/>
    <p:sldId id="1778" r:id="rId18"/>
    <p:sldId id="1765" r:id="rId19"/>
    <p:sldId id="1766" r:id="rId20"/>
    <p:sldId id="1767" r:id="rId21"/>
    <p:sldId id="1769" r:id="rId22"/>
    <p:sldId id="1762" r:id="rId23"/>
    <p:sldId id="1782" r:id="rId24"/>
    <p:sldId id="1763" r:id="rId25"/>
    <p:sldId id="1787" r:id="rId41"/>
    <p:sldId id="1774" r:id="rId26"/>
    <p:sldId id="1773" r:id="rId27"/>
    <p:sldId id="1786" r:id="rId28"/>
    <p:sldId id="1784" r:id="rId29"/>
    <p:sldId id="1781" r:id="rId30"/>
    <p:sldId id="1779" r:id="rId31"/>
    <p:sldId id="1780" r:id="rId32"/>
    <p:sldId id="1116" r:id="rId33"/>
  </p:sldIdLst>
  <p:sldSz cx="12192000" cy="6858000"/>
  <p:notesSz cx="6889750" cy="100218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41313" indent="115888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682625" indent="2317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025525" indent="3460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366838" indent="461963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81" userDrawn="1">
          <p15:clr>
            <a:srgbClr val="A4A3A4"/>
          </p15:clr>
        </p15:guide>
        <p15:guide id="2" orient="horz" pos="4319" userDrawn="1">
          <p15:clr>
            <a:srgbClr val="A4A3A4"/>
          </p15:clr>
        </p15:guide>
        <p15:guide id="3" orient="horz" pos="4196" userDrawn="1">
          <p15:clr>
            <a:srgbClr val="A4A3A4"/>
          </p15:clr>
        </p15:guide>
        <p15:guide id="4" orient="horz" pos="4105" userDrawn="1">
          <p15:clr>
            <a:srgbClr val="A4A3A4"/>
          </p15:clr>
        </p15:guide>
        <p15:guide id="6" pos="1858" userDrawn="1">
          <p15:clr>
            <a:srgbClr val="A4A3A4"/>
          </p15:clr>
        </p15:guide>
        <p15:guide id="7" pos="4693" userDrawn="1">
          <p15:clr>
            <a:srgbClr val="A4A3A4"/>
          </p15:clr>
        </p15:guide>
        <p15:guide id="8" pos="6952" userDrawn="1">
          <p15:clr>
            <a:srgbClr val="A4A3A4"/>
          </p15:clr>
        </p15:guide>
        <p15:guide id="9" pos="4811" userDrawn="1">
          <p15:clr>
            <a:srgbClr val="A4A3A4"/>
          </p15:clr>
        </p15:guide>
        <p15:guide id="10" orient="horz" pos="1214" userDrawn="1">
          <p15:clr>
            <a:srgbClr val="A4A3A4"/>
          </p15:clr>
        </p15:guide>
        <p15:guide id="11" orient="horz" pos="11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동명 손" initials="동손" lastIdx="1" clrIdx="0">
    <p:extLst>
      <p:ext uri="{19B8F6BF-5375-455C-9EA6-DF929625EA0E}">
        <p15:presenceInfo xmlns:p15="http://schemas.microsoft.com/office/powerpoint/2012/main" userId="e954f8373740d0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9CFF"/>
    <a:srgbClr val="5C5C5C"/>
    <a:srgbClr val="F2F2F2"/>
    <a:srgbClr val="F8FAFB"/>
    <a:srgbClr val="4D5154"/>
    <a:srgbClr val="FE6B89"/>
    <a:srgbClr val="FFC1C1"/>
    <a:srgbClr val="CDE2FF"/>
    <a:srgbClr val="59595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52" autoAdjust="0"/>
    <p:restoredTop sz="95962" autoAdjust="0"/>
  </p:normalViewPr>
  <p:slideViewPr>
    <p:cSldViewPr>
      <p:cViewPr varScale="1">
        <p:scale>
          <a:sx n="107" d="100"/>
          <a:sy n="107" d="100"/>
        </p:scale>
        <p:origin x="996" y="102"/>
      </p:cViewPr>
      <p:guideLst>
        <p:guide orient="horz" pos="881"/>
        <p:guide orient="horz" pos="4319"/>
        <p:guide orient="horz" pos="4196"/>
        <p:guide orient="horz" pos="4105"/>
        <p:guide pos="1858"/>
        <p:guide pos="4693"/>
        <p:guide pos="6952"/>
        <p:guide pos="4811"/>
        <p:guide orient="horz" pos="1214"/>
        <p:guide orient="horz" pos="11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978" y="102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commentAuthors" Target="commentAuthors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4844957C-5EF4-452B-8E5D-B916F06B2912}" type="datetimeFigureOut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1832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25EAF9E1-4B6D-4930-A2C9-56C80F5FB5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808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156E74EC-D393-4EE5-9F3A-C9131829234C}" type="datetimeFigureOut">
              <a:rPr lang="ko-KR" altLang="en-US" smtClean="0"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337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8" tIns="46219" rIns="92438" bIns="4621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9" y="4760116"/>
            <a:ext cx="5512444" cy="4510090"/>
          </a:xfrm>
          <a:prstGeom prst="rect">
            <a:avLst/>
          </a:prstGeom>
        </p:spPr>
        <p:txBody>
          <a:bodyPr vert="horz" lIns="92438" tIns="46219" rIns="92438" bIns="4621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2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DE28D96F-A56B-4E47-8431-30AAB513CF9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03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8D96F-A56B-4E47-8431-30AAB513CF9A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4004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Relationship Id="rId3" Type="http://schemas.microsoft.com/office/2007/relationships/hdphoto" Target="../media/hdphoto1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7.png"/><Relationship Id="rId3" Type="http://schemas.microsoft.com/office/2007/relationships/hdphoto" Target="../media/hdphoto1.wdp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투네이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5028BC0-7F98-5C25-B4B7-7ABE5861234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2871" y="2554226"/>
            <a:ext cx="4347347" cy="151019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7C13EE4-7538-4E5A-B20F-9F91CABB4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투네이션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10C6E406-8E0A-40B4-B6AA-B840752845C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B3472764-7B28-4531-84BE-9E21AE7EF9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A3BE3F2-C347-445D-BF6E-B0DF882EB2F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4" name="텍스트 개체 틀 29">
            <a:extLst>
              <a:ext uri="{FF2B5EF4-FFF2-40B4-BE49-F238E27FC236}">
                <a16:creationId xmlns:a16="http://schemas.microsoft.com/office/drawing/2014/main" id="{8505D54C-4A9A-47E0-8890-FB04DFB56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Ver.0.01 (</a:t>
            </a:r>
            <a:r>
              <a:rPr lang="ko-KR" altLang="en-US" dirty="0"/>
              <a:t>날짜</a:t>
            </a:r>
            <a:r>
              <a:rPr lang="en-US" altLang="ko-KR" dirty="0"/>
              <a:t>) 2023-00-00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5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7AB000E3-285B-8686-A433-F74EEE9B856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94649" y="2562698"/>
            <a:ext cx="5029200" cy="139065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DF2B570-2A09-4C20-9FA3-2A6DECBC1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스플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1C5A0537-3A88-4140-8D21-AC2F96D3F0C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E78BF96C-926F-418D-828E-862B269039F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836C0084-BF16-474E-A91D-4F9444AA5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텍스트 개체 틀 29">
            <a:extLst>
              <a:ext uri="{FF2B5EF4-FFF2-40B4-BE49-F238E27FC236}">
                <a16:creationId xmlns:a16="http://schemas.microsoft.com/office/drawing/2014/main" id="{42693344-1E3D-4F66-9DFE-79BFDD32B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82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더굿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D251D8FB-604C-E6CE-76A9-2971FFB629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24831" y="2580878"/>
            <a:ext cx="5005387" cy="200025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8FFAE66-4FF8-47AD-9300-8514C7B813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더굿즈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34CDA23-47A8-4A0A-8D57-F1C61B6201B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42F16476-CFFF-4F20-B258-60EFB09D589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462AAA3D-9BAB-4B89-80F2-2956F101EE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텍스트 개체 틀 29">
            <a:extLst>
              <a:ext uri="{FF2B5EF4-FFF2-40B4-BE49-F238E27FC236}">
                <a16:creationId xmlns:a16="http://schemas.microsoft.com/office/drawing/2014/main" id="{ECA22345-ABD6-4703-A530-7F7878EBD2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33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9231777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5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A2547EB0-3659-1B95-4773-78F38A57A9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2522564-8278-7D7D-228C-E9E5AC41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D1BC07-5CCE-F0DE-35DF-DB61BED312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A54BA25-51B9-AD8E-E4ED-8F13124661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205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662C9F9-E77E-4BF7-A843-61D97FD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04" y="182543"/>
            <a:ext cx="9707848" cy="416675"/>
          </a:xfrm>
          <a:prstGeom prst="rect">
            <a:avLst/>
          </a:prstGeom>
        </p:spPr>
        <p:txBody>
          <a:bodyPr anchor="ctr"/>
          <a:lstStyle>
            <a:lvl1pPr>
              <a:defRPr kumimoji="1" lang="ko-KR" altLang="en-US" sz="1985" b="1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377999" lvl="0" indent="-377999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4AE3E2B-4E8C-4162-A5AA-5801B2E6FC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436" y="763574"/>
            <a:ext cx="9361040" cy="635223"/>
          </a:xfrm>
          <a:prstGeom prst="rect">
            <a:avLst/>
          </a:prstGeom>
        </p:spPr>
        <p:txBody>
          <a:bodyPr/>
          <a:lstStyle>
            <a:lvl1pPr marL="377999" indent="-377999">
              <a:lnSpc>
                <a:spcPts val="1800"/>
              </a:lnSpc>
              <a:buFont typeface="Wingdings" panose="05000000000000000000" pitchFamily="2" charset="2"/>
              <a:buChar char="l"/>
              <a:defRPr kumimoji="1" lang="ko-KR" altLang="en-US" sz="1200" b="1" kern="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>
              <a:lnSpc>
                <a:spcPts val="1800"/>
              </a:lnSpc>
              <a:defRPr sz="1000" b="1">
                <a:latin typeface="+mn-ea"/>
                <a:ea typeface="+mn-ea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B61309-E2C1-4A72-B45F-5683582E6A1A}"/>
              </a:ext>
            </a:extLst>
          </p:cNvPr>
          <p:cNvCxnSpPr>
            <a:cxnSpLocks/>
          </p:cNvCxnSpPr>
          <p:nvPr userDrawn="1"/>
        </p:nvCxnSpPr>
        <p:spPr>
          <a:xfrm>
            <a:off x="731404" y="608979"/>
            <a:ext cx="1069318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62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on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3">
            <a:extLst>
              <a:ext uri="{FF2B5EF4-FFF2-40B4-BE49-F238E27FC236}">
                <a16:creationId xmlns:a16="http://schemas.microsoft.com/office/drawing/2014/main" id="{7B5B99C1-755B-418A-AF7A-E112353631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67596048"/>
              </p:ext>
            </p:extLst>
          </p:nvPr>
        </p:nvGraphicFramePr>
        <p:xfrm>
          <a:off x="839414" y="1124744"/>
          <a:ext cx="10743288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864098">
                  <a:extLst>
                    <a:ext uri="{9D8B030D-6E8A-4147-A177-3AD203B41FA5}">
                      <a16:colId xmlns:a16="http://schemas.microsoft.com/office/drawing/2014/main" val="259823215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  <a:gridCol w="1022206">
                  <a:extLst>
                    <a:ext uri="{9D8B030D-6E8A-4147-A177-3AD203B41FA5}">
                      <a16:colId xmlns:a16="http://schemas.microsoft.com/office/drawing/2014/main" val="182310448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21DA78-8A4A-4A12-B9F9-4EF034E1B41E}"/>
              </a:ext>
            </a:extLst>
          </p:cNvPr>
          <p:cNvSpPr txBox="1"/>
          <p:nvPr userDrawn="1"/>
        </p:nvSpPr>
        <p:spPr>
          <a:xfrm>
            <a:off x="745145" y="342181"/>
            <a:ext cx="6228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kern="1200" noProof="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Revision History</a:t>
            </a:r>
            <a:endParaRPr lang="ko-KR" altLang="en-US" sz="3200" b="1" kern="1200" dirty="0">
              <a:solidFill>
                <a:schemeClr val="tx1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0387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662C9F9-E77E-4BF7-A843-61D97FD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04" y="182543"/>
            <a:ext cx="9707848" cy="416675"/>
          </a:xfrm>
          <a:prstGeom prst="rect">
            <a:avLst/>
          </a:prstGeom>
        </p:spPr>
        <p:txBody>
          <a:bodyPr anchor="ctr"/>
          <a:lstStyle>
            <a:lvl1pPr>
              <a:defRPr kumimoji="1" lang="ko-KR" altLang="en-US" sz="1985" b="1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377999" lvl="0" indent="-377999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4AE3E2B-4E8C-4162-A5AA-5801B2E6FC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436" y="763574"/>
            <a:ext cx="9361040" cy="635223"/>
          </a:xfrm>
          <a:prstGeom prst="rect">
            <a:avLst/>
          </a:prstGeom>
        </p:spPr>
        <p:txBody>
          <a:bodyPr/>
          <a:lstStyle>
            <a:lvl1pPr marL="377999" indent="-377999">
              <a:lnSpc>
                <a:spcPts val="1800"/>
              </a:lnSpc>
              <a:buFont typeface="Wingdings" panose="05000000000000000000" pitchFamily="2" charset="2"/>
              <a:buChar char="l"/>
              <a:defRPr kumimoji="1" lang="ko-KR" altLang="en-US" sz="1200" b="1" kern="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>
              <a:lnSpc>
                <a:spcPts val="1800"/>
              </a:lnSpc>
              <a:defRPr sz="1000" b="1">
                <a:latin typeface="+mn-ea"/>
                <a:ea typeface="+mn-ea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B61309-E2C1-4A72-B45F-5683582E6A1A}"/>
              </a:ext>
            </a:extLst>
          </p:cNvPr>
          <p:cNvCxnSpPr>
            <a:cxnSpLocks/>
          </p:cNvCxnSpPr>
          <p:nvPr userDrawn="1"/>
        </p:nvCxnSpPr>
        <p:spPr>
          <a:xfrm>
            <a:off x="731404" y="608979"/>
            <a:ext cx="1069318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14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2FFAE89C-26C2-4A37-9703-B2554DC80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900" y="1247547"/>
            <a:ext cx="2417382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96E08EBE-2F64-4036-98B1-F4BA03AA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726" y="1658744"/>
            <a:ext cx="10815294" cy="258087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BED9E1D-64CA-4CB7-A7ED-14931573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DD97E93-B710-47CB-BFCE-00E680ED8A1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67407" y="2685858"/>
            <a:ext cx="10815294" cy="862693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DE402A5-1D85-467E-804A-4F981AD8A3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62727" y="4015304"/>
            <a:ext cx="10815294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37B18CFD-A4A1-4DF1-9F33-2228C8DC16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62727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15D26BC7-8465-44E3-812E-CF519DCBE0A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0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0675D0C7-74F0-4E24-B5CD-9E41D747A51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40899" y="2258555"/>
            <a:ext cx="2417383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B9546058-31E6-4BFA-A53A-87FBEE9B9A2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40899" y="3613782"/>
            <a:ext cx="2417384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A82B758-C36F-4C38-946D-1DE2884F54D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7494" y="4913593"/>
            <a:ext cx="2420789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257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E78587AB-5770-4348-BEE8-0D7014F52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973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7389F80-B845-4958-B8DD-4E07D70F3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974" y="2790373"/>
            <a:ext cx="2403710" cy="3020062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3248DF7-D6D4-4F8F-8D70-ACCD03D8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1F1EDFC-76D6-4E99-A218-D8E85DBD30F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535142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441B36D0-6772-4C75-8313-42F1623872F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6794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CDA65BD1-CC03-4940-84E6-7935312C731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40316" y="2790372"/>
            <a:ext cx="2403710" cy="3020065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ED74EE4-7B4D-4879-8C22-661E7838733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31496" y="2147161"/>
            <a:ext cx="2403712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44D078F-D20D-4923-AD68-FB0A14D626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6794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2D1E237-2CDF-42AA-9676-9428D1707D4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40316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BE35CA5-5996-46C3-B34E-E5CCCB574C19}"/>
              </a:ext>
            </a:extLst>
          </p:cNvPr>
          <p:cNvCxnSpPr/>
          <p:nvPr userDrawn="1"/>
        </p:nvCxnSpPr>
        <p:spPr bwMode="auto">
          <a:xfrm>
            <a:off x="847974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C39B7D-98B4-46AE-80F7-73CFC9193500}"/>
              </a:ext>
            </a:extLst>
          </p:cNvPr>
          <p:cNvCxnSpPr/>
          <p:nvPr userDrawn="1"/>
        </p:nvCxnSpPr>
        <p:spPr bwMode="auto">
          <a:xfrm>
            <a:off x="3545421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0FB8ADE-B5C4-4FC1-975D-393A59B12515}"/>
              </a:ext>
            </a:extLst>
          </p:cNvPr>
          <p:cNvCxnSpPr/>
          <p:nvPr userDrawn="1"/>
        </p:nvCxnSpPr>
        <p:spPr bwMode="auto">
          <a:xfrm>
            <a:off x="6242868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2D6394-1AD7-4D7A-86DD-9CDDAAE6908B}"/>
              </a:ext>
            </a:extLst>
          </p:cNvPr>
          <p:cNvCxnSpPr/>
          <p:nvPr userDrawn="1"/>
        </p:nvCxnSpPr>
        <p:spPr bwMode="auto">
          <a:xfrm>
            <a:off x="8940316" y="2631266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5034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774E-E425-43E9-B72D-999EE3A9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989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9231777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4090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A2547EB0-3659-1B95-4773-78F38A57A9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2522564-8278-7D7D-228C-E9E5AC41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D1BC07-5CCE-F0DE-35DF-DB61BED312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A54BA25-51B9-AD8E-E4ED-8F13124661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2" name="텍스트 개체 틀 2">
            <a:extLst>
              <a:ext uri="{FF2B5EF4-FFF2-40B4-BE49-F238E27FC236}">
                <a16:creationId xmlns:a16="http://schemas.microsoft.com/office/drawing/2014/main" id="{5E6964FA-9E8E-B0A2-868F-C8FA01224C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19854" y="138813"/>
            <a:ext cx="2520000" cy="1913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pPr lvl="0"/>
            <a:r>
              <a:rPr lang="ko-KR" altLang="en-US" dirty="0"/>
              <a:t>프로젝트 명 입력</a:t>
            </a:r>
          </a:p>
        </p:txBody>
      </p:sp>
    </p:spTree>
    <p:extLst>
      <p:ext uri="{BB962C8B-B14F-4D97-AF65-F5344CB8AC3E}">
        <p14:creationId xmlns:p14="http://schemas.microsoft.com/office/powerpoint/2010/main" val="3476524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8444F5-C798-498E-A546-65829383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66733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A2547EB0-3659-1B95-4773-78F38A57A9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2522564-8278-7D7D-228C-E9E5AC41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D1BC07-5CCE-F0DE-35DF-DB61BED312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A54BA25-51B9-AD8E-E4ED-8F13124661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738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A81F42EB-2C01-4027-B5AC-D3FA0BF1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93036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A81F42EB-2C01-4027-B5AC-D3FA0BF1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0C1C1592-78FA-29C9-7D78-6D9E4F92AD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284142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182189-CE92-432E-BE01-774AE50AE4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358598"/>
            <a:ext cx="9436335" cy="324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§"/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D7053FFE-96F8-4423-B515-993136B4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932377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DF6DF5C2-2957-488C-9EB2-478C41CD55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358598"/>
            <a:ext cx="9436335" cy="324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§"/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E67DB4B-E592-4196-8C94-AFFFB6C6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70902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96E04349-9913-4672-8033-1D329B8505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697252"/>
            <a:ext cx="12061340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AE8E236D-5BF6-4129-812E-212CC8620B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913152"/>
            <a:ext cx="12061512" cy="755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46496B94-50A9-44E0-983D-2A5B7DD7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728595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AB3B99-282F-4432-9446-316555E9B24D}"/>
              </a:ext>
            </a:extLst>
          </p:cNvPr>
          <p:cNvCxnSpPr>
            <a:cxnSpLocks/>
          </p:cNvCxnSpPr>
          <p:nvPr userDrawn="1"/>
        </p:nvCxnSpPr>
        <p:spPr>
          <a:xfrm>
            <a:off x="1559496" y="731916"/>
            <a:ext cx="0" cy="5937172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44DC8CF-4752-487E-9058-BFE9CD4F30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873718"/>
            <a:ext cx="61759" cy="61759"/>
          </a:xfrm>
          <a:prstGeom prst="rect">
            <a:avLst/>
          </a:prstGeom>
        </p:spPr>
      </p:pic>
      <p:cxnSp>
        <p:nvCxnSpPr>
          <p:cNvPr id="22" name="Shape 150">
            <a:extLst>
              <a:ext uri="{FF2B5EF4-FFF2-40B4-BE49-F238E27FC236}">
                <a16:creationId xmlns:a16="http://schemas.microsoft.com/office/drawing/2014/main" id="{31A099EB-BBC7-4FA7-8275-4EB08188CB22}"/>
              </a:ext>
            </a:extLst>
          </p:cNvPr>
          <p:cNvCxnSpPr>
            <a:cxnSpLocks/>
          </p:cNvCxnSpPr>
          <p:nvPr userDrawn="1"/>
        </p:nvCxnSpPr>
        <p:spPr>
          <a:xfrm>
            <a:off x="119336" y="720445"/>
            <a:ext cx="9286582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Shape 152">
            <a:extLst>
              <a:ext uri="{FF2B5EF4-FFF2-40B4-BE49-F238E27FC236}">
                <a16:creationId xmlns:a16="http://schemas.microsoft.com/office/drawing/2014/main" id="{3C52B3C2-3283-4911-8A36-6A439DFDA55D}"/>
              </a:ext>
            </a:extLst>
          </p:cNvPr>
          <p:cNvSpPr txBox="1"/>
          <p:nvPr userDrawn="1"/>
        </p:nvSpPr>
        <p:spPr>
          <a:xfrm>
            <a:off x="7752184" y="469543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altLang="en-US" sz="800" b="0" i="0" u="none" strike="noStrike" kern="1200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Arial"/>
                <a:sym typeface="Arial"/>
              </a:rPr>
              <a:t>내 정보</a:t>
            </a:r>
            <a:r>
              <a:rPr lang="ko-KR" altLang="en-US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          </a:t>
            </a: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24" name="Shape 151">
            <a:extLst>
              <a:ext uri="{FF2B5EF4-FFF2-40B4-BE49-F238E27FC236}">
                <a16:creationId xmlns:a16="http://schemas.microsoft.com/office/drawing/2014/main" id="{24F040E7-595D-43B1-B343-ADEEEC8046EB}"/>
              </a:ext>
            </a:extLst>
          </p:cNvPr>
          <p:cNvSpPr txBox="1"/>
          <p:nvPr userDrawn="1"/>
        </p:nvSpPr>
        <p:spPr>
          <a:xfrm>
            <a:off x="373460" y="431073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B2D8B714-3826-4235-A274-B371A86496A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808790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F3FFBB85-3D49-478E-8A0A-4190E79615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065070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FCFE054-0ECC-4302-AC88-9F4FB17796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</a:rPr>
              <a:t>Description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2E5BA5BB-C182-41DB-8951-9969058283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A5FAEA02-93C1-4975-8F3C-41659756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20987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4075621-C8CC-4F8A-8E6B-C71CD4F344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871D33-3ABF-460D-8BF7-350CE83F6A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1D8848F-6271-4F9A-820F-3833086784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624A110-63E5-4953-8E44-DE1FC01A552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CC34DEB-4287-4967-9547-87C363BC55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0021F2-4856-4BDF-A4BA-EC1AC94ADDD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5142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EEC407-B1BA-4908-8319-AE741334BFEF}"/>
              </a:ext>
            </a:extLst>
          </p:cNvPr>
          <p:cNvCxnSpPr>
            <a:cxnSpLocks/>
          </p:cNvCxnSpPr>
          <p:nvPr userDrawn="1"/>
        </p:nvCxnSpPr>
        <p:spPr>
          <a:xfrm>
            <a:off x="1559496" y="1127960"/>
            <a:ext cx="0" cy="5577404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B03B96E-0EE1-4078-8996-DA2B60EDDC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1269762"/>
            <a:ext cx="61759" cy="61759"/>
          </a:xfrm>
          <a:prstGeom prst="rect">
            <a:avLst/>
          </a:prstGeom>
        </p:spPr>
      </p:pic>
      <p:cxnSp>
        <p:nvCxnSpPr>
          <p:cNvPr id="11" name="Shape 150">
            <a:extLst>
              <a:ext uri="{FF2B5EF4-FFF2-40B4-BE49-F238E27FC236}">
                <a16:creationId xmlns:a16="http://schemas.microsoft.com/office/drawing/2014/main" id="{A00C0042-810B-4753-9057-7D65FCBF3409}"/>
              </a:ext>
            </a:extLst>
          </p:cNvPr>
          <p:cNvCxnSpPr>
            <a:cxnSpLocks/>
          </p:cNvCxnSpPr>
          <p:nvPr userDrawn="1"/>
        </p:nvCxnSpPr>
        <p:spPr>
          <a:xfrm>
            <a:off x="119336" y="1116489"/>
            <a:ext cx="9937105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Shape 152">
            <a:extLst>
              <a:ext uri="{FF2B5EF4-FFF2-40B4-BE49-F238E27FC236}">
                <a16:creationId xmlns:a16="http://schemas.microsoft.com/office/drawing/2014/main" id="{2B814782-4AF7-48A9-AF9A-E66F6B54BDCD}"/>
              </a:ext>
            </a:extLst>
          </p:cNvPr>
          <p:cNvSpPr txBox="1"/>
          <p:nvPr userDrawn="1"/>
        </p:nvSpPr>
        <p:spPr>
          <a:xfrm>
            <a:off x="8402706" y="865587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altLang="en-US" sz="800" b="0" i="0" u="none" strike="noStrike" kern="1200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Arial"/>
                <a:sym typeface="Arial"/>
              </a:rPr>
              <a:t>내 정보</a:t>
            </a:r>
            <a:r>
              <a:rPr lang="ko-KR" altLang="en-US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          </a:t>
            </a: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13" name="Shape 151">
            <a:extLst>
              <a:ext uri="{FF2B5EF4-FFF2-40B4-BE49-F238E27FC236}">
                <a16:creationId xmlns:a16="http://schemas.microsoft.com/office/drawing/2014/main" id="{C31813A7-069D-4E10-9146-BB9F72984203}"/>
              </a:ext>
            </a:extLst>
          </p:cNvPr>
          <p:cNvSpPr txBox="1"/>
          <p:nvPr userDrawn="1"/>
        </p:nvSpPr>
        <p:spPr>
          <a:xfrm>
            <a:off x="373460" y="827117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C14F0D94-7541-4D11-B362-58ADA5A2AB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11AA27BD-7B4F-4830-A709-8D8521736B3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74D4EB2C-2217-4113-8475-BA6DC183B5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10BA991B-9DE3-4BA6-A82D-AAAD5944FB1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371E2156-5B63-41E6-BC82-C70067336D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2C122C07-68A4-4E85-A833-DE60517A306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E00C3773-94AB-4EAB-B140-7BC5CEEB8D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1204834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59F9D6-638B-43CD-8C6D-85734348F6E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461114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3309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4F21E7-C2FE-E7BC-DEE4-72665C45E2E9}"/>
              </a:ext>
            </a:extLst>
          </p:cNvPr>
          <p:cNvSpPr txBox="1"/>
          <p:nvPr userDrawn="1"/>
        </p:nvSpPr>
        <p:spPr>
          <a:xfrm>
            <a:off x="3357079" y="2492896"/>
            <a:ext cx="547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spc="300" dirty="0">
                <a:solidFill>
                  <a:srgbClr val="EAEAEA"/>
                </a:solidFill>
                <a:latin typeface="Montserrat ExtraBold" panose="00000900000000000000" pitchFamily="2" charset="0"/>
              </a:rPr>
              <a:t>THANK YOU</a:t>
            </a:r>
            <a:endParaRPr lang="ko-KR" altLang="en-US" sz="4800" spc="300" dirty="0">
              <a:solidFill>
                <a:srgbClr val="EAEAEA"/>
              </a:solidFill>
              <a:latin typeface="Montserrat ExtraBold" panose="000009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03EC9B-960B-C51D-4154-3842B8BA3A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902" y="3285731"/>
            <a:ext cx="4316342" cy="286537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AA16194F-8309-5EDA-6B88-4395AE7796F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4379" y="3692336"/>
            <a:ext cx="1663241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06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Relationship Id="rId5" Type="http://schemas.openxmlformats.org/officeDocument/2006/relationships/image" Target="../media/image6.png"/><Relationship Id="rId6" Type="http://schemas.openxmlformats.org/officeDocument/2006/relationships/image" Target="../media/image2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3.xml"/><Relationship Id="rId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theme" Target="../theme/theme4.xml"/><Relationship Id="rId10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5.xml"/><Relationship Id="rId4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416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6C1181-D904-8123-8AA6-7A9BB98909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80CEB5CB-463F-E4F6-530D-E1CF3472D5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420" y="484780"/>
            <a:ext cx="1663238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6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9" r:id="rId2"/>
    <p:sldLayoutId id="2147483742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A793A2-C065-17D4-D6AF-5C61681A2B7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005" y="692696"/>
            <a:ext cx="274344" cy="5797798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CA9DFC71-0185-9164-0361-91588FC065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7078" y="6174394"/>
            <a:ext cx="1438073" cy="17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0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81" r:id="rId2"/>
    <p:sldLayoutId id="214748378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6EB1DE36-CC80-4EA8-BA53-BA2B824457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AC9A696-4914-4603-B107-D817A64E58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CB3F2C-96FD-4C2D-A509-18F1957D5D2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2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8" r:id="rId2"/>
    <p:sldLayoutId id="2147483744" r:id="rId3"/>
    <p:sldLayoutId id="2147483745" r:id="rId4"/>
    <p:sldLayoutId id="2147483747" r:id="rId5"/>
    <p:sldLayoutId id="2147483782" r:id="rId6"/>
    <p:sldLayoutId id="214748378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510E24F9-855F-4E48-A8E2-19F4A2FCF6A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33973800"/>
              </p:ext>
            </p:extLst>
          </p:nvPr>
        </p:nvGraphicFramePr>
        <p:xfrm>
          <a:off x="144103" y="119789"/>
          <a:ext cx="12000569" cy="219760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Page Name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Project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5">
            <a:extLst>
              <a:ext uri="{FF2B5EF4-FFF2-40B4-BE49-F238E27FC236}">
                <a16:creationId xmlns:a16="http://schemas.microsoft.com/office/drawing/2014/main" id="{A776E1B4-E3CA-41FB-AFE1-32E9AECB39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658C5B-FEDB-4CC2-848E-D718EEB4B6E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F065A-F145-4DF5-8199-BCBDC6326A40}"/>
              </a:ext>
            </a:extLst>
          </p:cNvPr>
          <p:cNvSpPr txBox="1"/>
          <p:nvPr userDrawn="1"/>
        </p:nvSpPr>
        <p:spPr>
          <a:xfrm>
            <a:off x="9642514" y="125608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프로젝트 명 입력</a:t>
            </a: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D6C96E3D-DFF9-0F3C-188E-B429D2FFD8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485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9" r:id="rId2"/>
    <p:sldLayoutId id="2147483773" r:id="rId3"/>
    <p:sldLayoutId id="2147483780" r:id="rId4"/>
    <p:sldLayoutId id="2147483776" r:id="rId5"/>
    <p:sldLayoutId id="2147483777" r:id="rId6"/>
    <p:sldLayoutId id="2147483772" r:id="rId7"/>
    <p:sldLayoutId id="214748377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456A41FA-2756-48B1-955C-A9B209F21139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891659835"/>
              </p:ext>
            </p:extLst>
          </p:nvPr>
        </p:nvGraphicFramePr>
        <p:xfrm>
          <a:off x="144103" y="119789"/>
          <a:ext cx="9912338" cy="627829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F191E0DB-7277-41D0-BCF4-B74530CADA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Description</a:t>
            </a: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B014AFA6-4984-46E9-86E6-872BC27BF6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317800"/>
            <a:ext cx="1989984" cy="635128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9843BCF-3D38-4A96-BDFD-4C3AD1DE59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C310CE9-4709-47D4-9850-5A2A37A637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2" name="Rectangle 12">
            <a:extLst>
              <a:ext uri="{FF2B5EF4-FFF2-40B4-BE49-F238E27FC236}">
                <a16:creationId xmlns:a16="http://schemas.microsoft.com/office/drawing/2014/main" id="{BF1C5698-D9D0-2C1D-508E-7C2E66F70C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0453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718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3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14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3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14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3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14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3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14.png"/><Relationship Id="rId7" Type="http://schemas.openxmlformats.org/officeDocument/2006/relationships/image" Target="../media/image34.png"/><Relationship Id="rId8" Type="http://schemas.openxmlformats.org/officeDocument/2006/relationships/image" Target="../media/image27.png"/><Relationship Id="rId9" Type="http://schemas.openxmlformats.org/officeDocument/2006/relationships/image" Target="../media/image35.png"/><Relationship Id="rId10" Type="http://schemas.openxmlformats.org/officeDocument/2006/relationships/image" Target="../media/image33.png"/><Relationship Id="rId11" Type="http://schemas.openxmlformats.org/officeDocument/2006/relationships/image" Target="../media/image36.png"/><Relationship Id="rId12" Type="http://schemas.openxmlformats.org/officeDocument/2006/relationships/image" Target="../media/image22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4.png"/><Relationship Id="rId16" Type="http://schemas.openxmlformats.org/officeDocument/2006/relationships/image" Target="../media/image23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3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29.png"/><Relationship Id="rId25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14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3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7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3.png"/><Relationship Id="rId13" Type="http://schemas.openxmlformats.org/officeDocument/2006/relationships/image" Target="../media/image19.png"/><Relationship Id="rId14" Type="http://schemas.openxmlformats.org/officeDocument/2006/relationships/image" Target="../media/image20.png"/><Relationship Id="rId15" Type="http://schemas.openxmlformats.org/officeDocument/2006/relationships/image" Target="../media/image37.png"/><Relationship Id="rId16" Type="http://schemas.openxmlformats.org/officeDocument/2006/relationships/image" Target="../media/image40.png"/><Relationship Id="rId17" Type="http://schemas.openxmlformats.org/officeDocument/2006/relationships/image" Target="../media/image29.png"/><Relationship Id="rId18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14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3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Relationship Id="rId8" Type="http://schemas.openxmlformats.org/officeDocument/2006/relationships/image" Target="../media/image27.png"/><Relationship Id="rId9" Type="http://schemas.openxmlformats.org/officeDocument/2006/relationships/image" Target="../media/image38.png"/><Relationship Id="rId10" Type="http://schemas.openxmlformats.org/officeDocument/2006/relationships/image" Target="../media/image4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Relationship Id="rId9" Type="http://schemas.openxmlformats.org/officeDocument/2006/relationships/image" Target="../media/image14.png"/><Relationship Id="rId10" Type="http://schemas.openxmlformats.org/officeDocument/2006/relationships/image" Target="../media/image27.png"/><Relationship Id="rId11" Type="http://schemas.openxmlformats.org/officeDocument/2006/relationships/image" Target="../media/image38.png"/><Relationship Id="rId12" Type="http://schemas.openxmlformats.org/officeDocument/2006/relationships/image" Target="../media/image41.png"/><Relationship Id="rId13" Type="http://schemas.openxmlformats.org/officeDocument/2006/relationships/image" Target="../media/image33.png"/><Relationship Id="rId14" Type="http://schemas.openxmlformats.org/officeDocument/2006/relationships/image" Target="../media/image4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Relationship Id="rId11" Type="http://schemas.openxmlformats.org/officeDocument/2006/relationships/image" Target="../media/image43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png"/><Relationship Id="rId16" Type="http://schemas.openxmlformats.org/officeDocument/2006/relationships/image" Target="../media/image26.png"/><Relationship Id="rId17" Type="http://schemas.openxmlformats.org/officeDocument/2006/relationships/image" Target="../media/image27.png"/><Relationship Id="rId18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14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3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9.png"/><Relationship Id="rId18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14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3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9.png"/><Relationship Id="rId18" Type="http://schemas.openxmlformats.org/officeDocument/2006/relationships/image" Target="../media/image44.png"/><Relationship Id="rId19" Type="http://schemas.openxmlformats.org/officeDocument/2006/relationships/image" Target="../media/image45.png"/><Relationship Id="rId20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14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3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4.png"/><Relationship Id="rId9" Type="http://schemas.openxmlformats.org/officeDocument/2006/relationships/image" Target="../media/image21.png"/><Relationship Id="rId10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A5BCB3C8-8883-4771-8176-8A65EC6FC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151" y="2107268"/>
            <a:ext cx="10503948" cy="1438585"/>
          </a:xfrm>
        </p:spPr>
        <p:txBody>
          <a:bodyPr/>
          <a:lstStyle/>
          <a:p>
            <a:r>
              <a:rPr lang="ko-KR" altLang="en-US" dirty="0"/>
              <a:t>투네이션 스트리밍 플랫폼</a:t>
            </a:r>
            <a:br>
              <a:rPr lang="en-US" altLang="ko-KR" dirty="0"/>
            </a:br>
            <a:r>
              <a:rPr lang="ko-KR" altLang="en-US" dirty="0"/>
              <a:t>후원페이지</a:t>
            </a:r>
          </a:p>
        </p:txBody>
      </p:sp>
      <p:sp>
        <p:nvSpPr>
          <p:cNvPr id="29" name="내용 개체 틀 28">
            <a:extLst>
              <a:ext uri="{FF2B5EF4-FFF2-40B4-BE49-F238E27FC236}">
                <a16:creationId xmlns:a16="http://schemas.microsoft.com/office/drawing/2014/main" id="{7EA06A42-3296-472D-9EA4-7BF46436466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국내사업본부 크리에이터랩</a:t>
            </a:r>
          </a:p>
        </p:txBody>
      </p:sp>
      <p:sp>
        <p:nvSpPr>
          <p:cNvPr id="30" name="내용 개체 틀 29">
            <a:extLst>
              <a:ext uri="{FF2B5EF4-FFF2-40B4-BE49-F238E27FC236}">
                <a16:creationId xmlns:a16="http://schemas.microsoft.com/office/drawing/2014/main" id="{FE77C7E4-9CFD-4704-AA4F-4B83D24C53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0417" y="5481961"/>
            <a:ext cx="10664175" cy="344903"/>
          </a:xfrm>
        </p:spPr>
        <p:txBody>
          <a:bodyPr/>
          <a:lstStyle/>
          <a:p>
            <a:r>
              <a:rPr lang="ko-KR" altLang="en-US" dirty="0"/>
              <a:t>서비스기획팀 정원영</a:t>
            </a:r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522B0536-ADF8-4F80-B6A1-9DA18A6749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Ver.0.2 2026-10-01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695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13">
            <a:extLst>
              <a:ext uri="{FF2B5EF4-FFF2-40B4-BE49-F238E27FC236}">
                <a16:creationId xmlns:a16="http://schemas.microsoft.com/office/drawing/2014/main" id="{BF3A52CC-42D3-FA64-356E-85FE4D6E9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568992"/>
              </p:ext>
            </p:extLst>
          </p:nvPr>
        </p:nvGraphicFramePr>
        <p:xfrm>
          <a:off x="839413" y="1124744"/>
          <a:ext cx="10737685" cy="569583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47579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1047579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7481909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160618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</a:tblGrid>
              <a:tr h="4032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0.1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2026-09-30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최초 작성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정원영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0.2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2026-10-01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플레이어 기능 표시 시간 변경(5초→3초), 신고 버튼 추가, 네트워크 오류 화면 추가, 영상 리스트 로고 페이지 삭제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정원영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29678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160816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280216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900165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1422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880653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301518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655142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8798437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072976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830193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781689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75888"/>
                  </a:ext>
                </a:extLst>
              </a:tr>
              <a:tr h="352839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862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90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774B-6E51-408F-C83C-8B87C3757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10BAAF-756A-E212-8240-5D7EB83EC1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방송 플랫폼 유형 </a:t>
            </a:r>
            <a:r>
              <a:rPr lang="en-US" altLang="ko-KR" dirty="0"/>
              <a:t>&gt; </a:t>
            </a:r>
            <a:r>
              <a:rPr lang="ko-KR" altLang="en-US" dirty="0"/>
              <a:t>투네이션 추가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988B0A-677F-D9CB-F6C6-7A80CD072D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65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D5220-85F0-6C12-3034-088635BA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1F220-1159-1E23-FB96-2A7E8C4607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전체 라이브 </a:t>
            </a:r>
            <a:r>
              <a:rPr lang="en-US" altLang="ko-KR" sz="2000" dirty="0"/>
              <a:t>&gt; </a:t>
            </a:r>
            <a:r>
              <a:rPr lang="ko-KR" altLang="en-US" sz="2000" dirty="0"/>
              <a:t>투네이션 유형 신규 추가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748667B-AF5E-BD08-7389-62F77710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49F7659A-97A3-6FB1-9DDF-DDD88111A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686903"/>
              </p:ext>
            </p:extLst>
          </p:nvPr>
        </p:nvGraphicFramePr>
        <p:xfrm>
          <a:off x="9625013" y="575703"/>
          <a:ext cx="2517466" cy="286192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투네이션 유형 추가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2" name="Rectangle 53">
            <a:extLst>
              <a:ext uri="{FF2B5EF4-FFF2-40B4-BE49-F238E27FC236}">
                <a16:creationId xmlns:a16="http://schemas.microsoft.com/office/drawing/2014/main" id="{72293DF3-50C0-9C40-ACD0-D82BF87BCAF2}"/>
              </a:ext>
            </a:extLst>
          </p:cNvPr>
          <p:cNvSpPr/>
          <p:nvPr/>
        </p:nvSpPr>
        <p:spPr>
          <a:xfrm>
            <a:off x="166968" y="1278710"/>
            <a:ext cx="1561164" cy="5310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BE4859-39E8-302A-BA3B-D700A7950386}"/>
              </a:ext>
            </a:extLst>
          </p:cNvPr>
          <p:cNvSpPr txBox="1"/>
          <p:nvPr/>
        </p:nvSpPr>
        <p:spPr>
          <a:xfrm>
            <a:off x="509358" y="925882"/>
            <a:ext cx="930310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맑은 고딕 (Body)"/>
              </a:rPr>
              <a:t>TOONATION</a:t>
            </a:r>
            <a:endParaRPr lang="ko-KR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맑은 고딕 (Body)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578E4BFC-BC33-24C4-BD8B-4256BCAFD19F}"/>
              </a:ext>
            </a:extLst>
          </p:cNvPr>
          <p:cNvGrpSpPr/>
          <p:nvPr/>
        </p:nvGrpSpPr>
        <p:grpSpPr>
          <a:xfrm>
            <a:off x="283039" y="1003948"/>
            <a:ext cx="159150" cy="90488"/>
            <a:chOff x="3540154" y="3322040"/>
            <a:chExt cx="209725" cy="90488"/>
          </a:xfrm>
        </p:grpSpPr>
        <p:cxnSp>
          <p:nvCxnSpPr>
            <p:cNvPr id="12" name="Straight Connector 6">
              <a:extLst>
                <a:ext uri="{FF2B5EF4-FFF2-40B4-BE49-F238E27FC236}">
                  <a16:creationId xmlns:a16="http://schemas.microsoft.com/office/drawing/2014/main" id="{5D25CAD1-59ED-96BF-D641-68E79BF8BA7B}"/>
                </a:ext>
              </a:extLst>
            </p:cNvPr>
            <p:cNvCxnSpPr/>
            <p:nvPr/>
          </p:nvCxnSpPr>
          <p:spPr>
            <a:xfrm>
              <a:off x="3540154" y="3322040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>
              <a:extLst>
                <a:ext uri="{FF2B5EF4-FFF2-40B4-BE49-F238E27FC236}">
                  <a16:creationId xmlns:a16="http://schemas.microsoft.com/office/drawing/2014/main" id="{DF176441-3691-06AD-E1CA-EBA2F09E491C}"/>
                </a:ext>
              </a:extLst>
            </p:cNvPr>
            <p:cNvCxnSpPr/>
            <p:nvPr/>
          </p:nvCxnSpPr>
          <p:spPr>
            <a:xfrm>
              <a:off x="3540154" y="3367284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9">
              <a:extLst>
                <a:ext uri="{FF2B5EF4-FFF2-40B4-BE49-F238E27FC236}">
                  <a16:creationId xmlns:a16="http://schemas.microsoft.com/office/drawing/2014/main" id="{94953C3E-1C35-A3BE-DC37-79B9DC453BCA}"/>
                </a:ext>
              </a:extLst>
            </p:cNvPr>
            <p:cNvCxnSpPr/>
            <p:nvPr/>
          </p:nvCxnSpPr>
          <p:spPr>
            <a:xfrm>
              <a:off x="3540154" y="3412528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3D22D80-A2A5-D68A-EEFF-02A2153A5B12}"/>
              </a:ext>
            </a:extLst>
          </p:cNvPr>
          <p:cNvCxnSpPr>
            <a:cxnSpLocks/>
          </p:cNvCxnSpPr>
          <p:nvPr/>
        </p:nvCxnSpPr>
        <p:spPr>
          <a:xfrm>
            <a:off x="158578" y="1268445"/>
            <a:ext cx="9290222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ounded Rectangle 95">
            <a:extLst>
              <a:ext uri="{FF2B5EF4-FFF2-40B4-BE49-F238E27FC236}">
                <a16:creationId xmlns:a16="http://schemas.microsoft.com/office/drawing/2014/main" id="{C5E3C2C2-8021-106B-04D2-34EC8ECA5338}"/>
              </a:ext>
            </a:extLst>
          </p:cNvPr>
          <p:cNvSpPr/>
          <p:nvPr/>
        </p:nvSpPr>
        <p:spPr>
          <a:xfrm>
            <a:off x="8239142" y="931299"/>
            <a:ext cx="468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23" name="Rounded Rectangle 96">
            <a:extLst>
              <a:ext uri="{FF2B5EF4-FFF2-40B4-BE49-F238E27FC236}">
                <a16:creationId xmlns:a16="http://schemas.microsoft.com/office/drawing/2014/main" id="{820AE9C3-820E-C13F-906F-551A40057B01}"/>
              </a:ext>
            </a:extLst>
          </p:cNvPr>
          <p:cNvSpPr/>
          <p:nvPr/>
        </p:nvSpPr>
        <p:spPr>
          <a:xfrm>
            <a:off x="8763967" y="931299"/>
            <a:ext cx="540000" cy="216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A88C1A-3BFC-A26A-9395-2D5FB6B199B7}"/>
              </a:ext>
            </a:extLst>
          </p:cNvPr>
          <p:cNvSpPr txBox="1"/>
          <p:nvPr/>
        </p:nvSpPr>
        <p:spPr>
          <a:xfrm>
            <a:off x="8095665" y="939729"/>
            <a:ext cx="104763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b="1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30" name="Picture 91">
            <a:extLst>
              <a:ext uri="{FF2B5EF4-FFF2-40B4-BE49-F238E27FC236}">
                <a16:creationId xmlns:a16="http://schemas.microsoft.com/office/drawing/2014/main" id="{ACB136FA-DF9B-6EB4-90A1-32A20AF1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14" y="949321"/>
            <a:ext cx="180000" cy="180000"/>
          </a:xfrm>
          <a:prstGeom prst="rect">
            <a:avLst/>
          </a:prstGeom>
        </p:spPr>
      </p:pic>
      <p:pic>
        <p:nvPicPr>
          <p:cNvPr id="31" name="Picture 92">
            <a:extLst>
              <a:ext uri="{FF2B5EF4-FFF2-40B4-BE49-F238E27FC236}">
                <a16:creationId xmlns:a16="http://schemas.microsoft.com/office/drawing/2014/main" id="{C3F9CC8E-8D68-778D-BBFC-58A36118E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70" y="950672"/>
            <a:ext cx="180000" cy="180000"/>
          </a:xfrm>
          <a:prstGeom prst="rect">
            <a:avLst/>
          </a:prstGeom>
        </p:spPr>
      </p:pic>
      <p:cxnSp>
        <p:nvCxnSpPr>
          <p:cNvPr id="33" name="직선 연결선 143">
            <a:extLst>
              <a:ext uri="{FF2B5EF4-FFF2-40B4-BE49-F238E27FC236}">
                <a16:creationId xmlns:a16="http://schemas.microsoft.com/office/drawing/2014/main" id="{C2F78AC8-EED5-41FA-C657-C42A16142309}"/>
              </a:ext>
            </a:extLst>
          </p:cNvPr>
          <p:cNvCxnSpPr>
            <a:cxnSpLocks/>
          </p:cNvCxnSpPr>
          <p:nvPr/>
        </p:nvCxnSpPr>
        <p:spPr>
          <a:xfrm>
            <a:off x="1728132" y="1268445"/>
            <a:ext cx="0" cy="5320606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Group 153">
            <a:extLst>
              <a:ext uri="{FF2B5EF4-FFF2-40B4-BE49-F238E27FC236}">
                <a16:creationId xmlns:a16="http://schemas.microsoft.com/office/drawing/2014/main" id="{D2C6A49D-83A1-D141-638E-26767010843A}"/>
              </a:ext>
            </a:extLst>
          </p:cNvPr>
          <p:cNvGrpSpPr/>
          <p:nvPr/>
        </p:nvGrpSpPr>
        <p:grpSpPr>
          <a:xfrm>
            <a:off x="1568165" y="905861"/>
            <a:ext cx="2015149" cy="271182"/>
            <a:chOff x="4137659" y="1996430"/>
            <a:chExt cx="2015149" cy="271182"/>
          </a:xfrm>
        </p:grpSpPr>
        <p:sp>
          <p:nvSpPr>
            <p:cNvPr id="36" name="Rounded Rectangle 154">
              <a:extLst>
                <a:ext uri="{FF2B5EF4-FFF2-40B4-BE49-F238E27FC236}">
                  <a16:creationId xmlns:a16="http://schemas.microsoft.com/office/drawing/2014/main" id="{3AFF17DB-C091-29D4-DDA4-14F97BF7D102}"/>
                </a:ext>
              </a:extLst>
            </p:cNvPr>
            <p:cNvSpPr/>
            <p:nvPr/>
          </p:nvSpPr>
          <p:spPr>
            <a:xfrm>
              <a:off x="4137659" y="1996430"/>
              <a:ext cx="1904477" cy="27118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0" rIns="0" bIns="0"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라이브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, </a:t>
              </a:r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크리에이터 검색</a:t>
              </a:r>
            </a:p>
          </p:txBody>
        </p:sp>
        <p:sp>
          <p:nvSpPr>
            <p:cNvPr id="37" name="Rounded Rectangle 185">
              <a:extLst>
                <a:ext uri="{FF2B5EF4-FFF2-40B4-BE49-F238E27FC236}">
                  <a16:creationId xmlns:a16="http://schemas.microsoft.com/office/drawing/2014/main" id="{09932AE1-E9A6-175D-6907-00BF166D34A1}"/>
                </a:ext>
              </a:extLst>
            </p:cNvPr>
            <p:cNvSpPr/>
            <p:nvPr/>
          </p:nvSpPr>
          <p:spPr>
            <a:xfrm>
              <a:off x="5671855" y="1996430"/>
              <a:ext cx="480953" cy="271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검색</a:t>
              </a:r>
            </a:p>
          </p:txBody>
        </p:sp>
      </p:grp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2F1E346B-FCA5-67EE-651D-69884FFD3920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9" name="Rectangle 422">
            <a:extLst>
              <a:ext uri="{FF2B5EF4-FFF2-40B4-BE49-F238E27FC236}">
                <a16:creationId xmlns:a16="http://schemas.microsoft.com/office/drawing/2014/main" id="{6ECC9990-C5C9-540B-F42B-5C880A4A7CDB}"/>
              </a:ext>
            </a:extLst>
          </p:cNvPr>
          <p:cNvSpPr/>
          <p:nvPr/>
        </p:nvSpPr>
        <p:spPr>
          <a:xfrm>
            <a:off x="1882892" y="2062646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Rectangle 423">
            <a:extLst>
              <a:ext uri="{FF2B5EF4-FFF2-40B4-BE49-F238E27FC236}">
                <a16:creationId xmlns:a16="http://schemas.microsoft.com/office/drawing/2014/main" id="{594ED276-1E06-6E84-48D6-9E28EDA670AD}"/>
              </a:ext>
            </a:extLst>
          </p:cNvPr>
          <p:cNvSpPr/>
          <p:nvPr/>
        </p:nvSpPr>
        <p:spPr>
          <a:xfrm>
            <a:off x="5514805" y="2062646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1" name="Rectangle 424">
            <a:extLst>
              <a:ext uri="{FF2B5EF4-FFF2-40B4-BE49-F238E27FC236}">
                <a16:creationId xmlns:a16="http://schemas.microsoft.com/office/drawing/2014/main" id="{C505DDD0-C6A8-06B6-9714-F86A907452BB}"/>
              </a:ext>
            </a:extLst>
          </p:cNvPr>
          <p:cNvSpPr/>
          <p:nvPr/>
        </p:nvSpPr>
        <p:spPr>
          <a:xfrm>
            <a:off x="3695358" y="2062646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42" name="Group 426">
            <a:extLst>
              <a:ext uri="{FF2B5EF4-FFF2-40B4-BE49-F238E27FC236}">
                <a16:creationId xmlns:a16="http://schemas.microsoft.com/office/drawing/2014/main" id="{E839421E-98F5-AF21-D463-3E4361B05BA0}"/>
              </a:ext>
            </a:extLst>
          </p:cNvPr>
          <p:cNvGrpSpPr/>
          <p:nvPr/>
        </p:nvGrpSpPr>
        <p:grpSpPr>
          <a:xfrm>
            <a:off x="1907588" y="3439820"/>
            <a:ext cx="1569717" cy="323038"/>
            <a:chOff x="1912634" y="5161380"/>
            <a:chExt cx="1569717" cy="323038"/>
          </a:xfrm>
        </p:grpSpPr>
        <p:grpSp>
          <p:nvGrpSpPr>
            <p:cNvPr id="243" name="Group 427">
              <a:extLst>
                <a:ext uri="{FF2B5EF4-FFF2-40B4-BE49-F238E27FC236}">
                  <a16:creationId xmlns:a16="http://schemas.microsoft.com/office/drawing/2014/main" id="{7981B526-F1C3-F1DD-34F1-EBFF288E0D5F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5083F77D-A8F6-4CDD-9AE0-04AB78F55D54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E67442C3-97E7-49AF-757C-07A5EDBE3934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44" name="Group 428">
              <a:extLst>
                <a:ext uri="{FF2B5EF4-FFF2-40B4-BE49-F238E27FC236}">
                  <a16:creationId xmlns:a16="http://schemas.microsoft.com/office/drawing/2014/main" id="{D8D9766A-817E-1AD2-9573-A8F494FD861B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45" name="Oval 429">
                <a:extLst>
                  <a:ext uri="{FF2B5EF4-FFF2-40B4-BE49-F238E27FC236}">
                    <a16:creationId xmlns:a16="http://schemas.microsoft.com/office/drawing/2014/main" id="{5A3FA104-50CC-BC9F-5037-79150524FC61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46" name="Picture 430">
                <a:extLst>
                  <a:ext uri="{FF2B5EF4-FFF2-40B4-BE49-F238E27FC236}">
                    <a16:creationId xmlns:a16="http://schemas.microsoft.com/office/drawing/2014/main" id="{B693892D-2182-27A2-DD9B-DE17785930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249" name="Group 433">
            <a:extLst>
              <a:ext uri="{FF2B5EF4-FFF2-40B4-BE49-F238E27FC236}">
                <a16:creationId xmlns:a16="http://schemas.microsoft.com/office/drawing/2014/main" id="{34BD007F-E806-D9D9-A27B-69F350754ABB}"/>
              </a:ext>
            </a:extLst>
          </p:cNvPr>
          <p:cNvGrpSpPr/>
          <p:nvPr/>
        </p:nvGrpSpPr>
        <p:grpSpPr>
          <a:xfrm>
            <a:off x="3725079" y="3439820"/>
            <a:ext cx="1712853" cy="323038"/>
            <a:chOff x="1912634" y="5161380"/>
            <a:chExt cx="1712853" cy="323038"/>
          </a:xfrm>
        </p:grpSpPr>
        <p:grpSp>
          <p:nvGrpSpPr>
            <p:cNvPr id="250" name="Group 434">
              <a:extLst>
                <a:ext uri="{FF2B5EF4-FFF2-40B4-BE49-F238E27FC236}">
                  <a16:creationId xmlns:a16="http://schemas.microsoft.com/office/drawing/2014/main" id="{FE8245F5-02C3-AB9E-20A9-09BB57D9970E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323038"/>
              <a:chOff x="1834476" y="5127414"/>
              <a:chExt cx="1480609" cy="323038"/>
            </a:xfrm>
          </p:grpSpPr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C4B0C8B-C53D-79C5-E1B6-BE045663FE77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19581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  <a:ea typeface="+mn-ea"/>
                  </a:rPr>
                  <a:t>[</a:t>
                </a:r>
                <a:r>
                  <a:rPr lang="ko-KR" altLang="en-US" sz="800" b="1" dirty="0">
                    <a:latin typeface="+mn-ea"/>
                    <a:ea typeface="+mn-ea"/>
                  </a:rPr>
                  <a:t>마라톤</a:t>
                </a:r>
                <a:r>
                  <a:rPr lang="en-US" altLang="ko-KR" sz="800" b="1" dirty="0">
                    <a:latin typeface="+mn-ea"/>
                    <a:ea typeface="+mn-ea"/>
                  </a:rPr>
                  <a:t>] </a:t>
                </a:r>
                <a:r>
                  <a:rPr lang="ko-KR" altLang="en-US" sz="800" b="1" dirty="0">
                    <a:latin typeface="+mn-ea"/>
                    <a:ea typeface="+mn-ea"/>
                  </a:rPr>
                  <a:t>익스트랙션 신작</a:t>
                </a:r>
                <a:r>
                  <a:rPr lang="en-US" altLang="ko-KR" sz="800" b="1" dirty="0">
                    <a:latin typeface="+mn-ea"/>
                    <a:ea typeface="+mn-ea"/>
                  </a:rPr>
                  <a:t>? </a:t>
                </a:r>
                <a:r>
                  <a:rPr lang="ko-KR" altLang="en-US" sz="800" b="1" dirty="0">
                    <a:latin typeface="+mn-ea"/>
                    <a:ea typeface="+mn-ea"/>
                  </a:rPr>
                  <a:t>베</a:t>
                </a:r>
                <a:r>
                  <a:rPr lang="en-US" altLang="ko-KR" sz="800" b="1" dirty="0">
                    <a:latin typeface="+mn-ea"/>
                    <a:ea typeface="+mn-ea"/>
                  </a:rPr>
                  <a:t>...</a:t>
                </a:r>
                <a:endParaRPr lang="ko-KR" altLang="en-US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255" name="TextBox 254">
                <a:extLst>
                  <a:ext uri="{FF2B5EF4-FFF2-40B4-BE49-F238E27FC236}">
                    <a16:creationId xmlns:a16="http://schemas.microsoft.com/office/drawing/2014/main" id="{3F81102B-DA91-02FC-DDA6-8F7C83804BA9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51" name="Group 435">
              <a:extLst>
                <a:ext uri="{FF2B5EF4-FFF2-40B4-BE49-F238E27FC236}">
                  <a16:creationId xmlns:a16="http://schemas.microsoft.com/office/drawing/2014/main" id="{AE185F0C-5394-581E-7BCD-01A4D76BFF8A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52" name="Oval 436">
                <a:extLst>
                  <a:ext uri="{FF2B5EF4-FFF2-40B4-BE49-F238E27FC236}">
                    <a16:creationId xmlns:a16="http://schemas.microsoft.com/office/drawing/2014/main" id="{C5863EB8-FB51-7C73-9D6E-CF0779D05CF3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53" name="Picture 437">
                <a:extLst>
                  <a:ext uri="{FF2B5EF4-FFF2-40B4-BE49-F238E27FC236}">
                    <a16:creationId xmlns:a16="http://schemas.microsoft.com/office/drawing/2014/main" id="{CB78BE1C-DD35-679B-32A9-6A41036F01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256" name="Group 440">
            <a:extLst>
              <a:ext uri="{FF2B5EF4-FFF2-40B4-BE49-F238E27FC236}">
                <a16:creationId xmlns:a16="http://schemas.microsoft.com/office/drawing/2014/main" id="{37BE4A67-9720-8DBF-490B-3F42F4B28472}"/>
              </a:ext>
            </a:extLst>
          </p:cNvPr>
          <p:cNvGrpSpPr/>
          <p:nvPr/>
        </p:nvGrpSpPr>
        <p:grpSpPr>
          <a:xfrm>
            <a:off x="5550888" y="3439820"/>
            <a:ext cx="1569717" cy="323038"/>
            <a:chOff x="1912634" y="5161380"/>
            <a:chExt cx="1569717" cy="323038"/>
          </a:xfrm>
        </p:grpSpPr>
        <p:grpSp>
          <p:nvGrpSpPr>
            <p:cNvPr id="257" name="Group 441">
              <a:extLst>
                <a:ext uri="{FF2B5EF4-FFF2-40B4-BE49-F238E27FC236}">
                  <a16:creationId xmlns:a16="http://schemas.microsoft.com/office/drawing/2014/main" id="{DEF6E668-D5CF-7E01-EE55-D78F4E73ABF7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261" name="TextBox 260">
                <a:extLst>
                  <a:ext uri="{FF2B5EF4-FFF2-40B4-BE49-F238E27FC236}">
                    <a16:creationId xmlns:a16="http://schemas.microsoft.com/office/drawing/2014/main" id="{39D1E3A9-013A-252E-2041-A82F8C74429A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262" name="TextBox 261">
                <a:extLst>
                  <a:ext uri="{FF2B5EF4-FFF2-40B4-BE49-F238E27FC236}">
                    <a16:creationId xmlns:a16="http://schemas.microsoft.com/office/drawing/2014/main" id="{730403EE-024F-EB85-1B24-B9FEB776EE41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58" name="Group 442">
              <a:extLst>
                <a:ext uri="{FF2B5EF4-FFF2-40B4-BE49-F238E27FC236}">
                  <a16:creationId xmlns:a16="http://schemas.microsoft.com/office/drawing/2014/main" id="{9E2230AE-2680-BDFF-3DA0-C514870CBD0B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59" name="Oval 443">
                <a:extLst>
                  <a:ext uri="{FF2B5EF4-FFF2-40B4-BE49-F238E27FC236}">
                    <a16:creationId xmlns:a16="http://schemas.microsoft.com/office/drawing/2014/main" id="{A23036A1-D3C5-B709-E27F-246722DACE55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60" name="Picture 444">
                <a:extLst>
                  <a:ext uri="{FF2B5EF4-FFF2-40B4-BE49-F238E27FC236}">
                    <a16:creationId xmlns:a16="http://schemas.microsoft.com/office/drawing/2014/main" id="{7EF37FD6-3724-AAAB-6238-CF97F87B31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263" name="Picture 447">
            <a:extLst>
              <a:ext uri="{FF2B5EF4-FFF2-40B4-BE49-F238E27FC236}">
                <a16:creationId xmlns:a16="http://schemas.microsoft.com/office/drawing/2014/main" id="{91E57C59-1F89-6D53-3181-FE190E923B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6840" y="2600741"/>
            <a:ext cx="237809" cy="237809"/>
          </a:xfrm>
          <a:prstGeom prst="rect">
            <a:avLst/>
          </a:prstGeom>
        </p:spPr>
      </p:pic>
      <p:pic>
        <p:nvPicPr>
          <p:cNvPr id="264" name="Picture 448">
            <a:extLst>
              <a:ext uri="{FF2B5EF4-FFF2-40B4-BE49-F238E27FC236}">
                <a16:creationId xmlns:a16="http://schemas.microsoft.com/office/drawing/2014/main" id="{00867EAD-9983-D5C9-C15D-6123B11B9F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858" y="2600741"/>
            <a:ext cx="237809" cy="237809"/>
          </a:xfrm>
          <a:prstGeom prst="rect">
            <a:avLst/>
          </a:prstGeom>
        </p:spPr>
      </p:pic>
      <p:pic>
        <p:nvPicPr>
          <p:cNvPr id="265" name="Picture 449">
            <a:extLst>
              <a:ext uri="{FF2B5EF4-FFF2-40B4-BE49-F238E27FC236}">
                <a16:creationId xmlns:a16="http://schemas.microsoft.com/office/drawing/2014/main" id="{9661321D-72F2-68C9-5EB4-A397B27261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501" y="2600741"/>
            <a:ext cx="237809" cy="237809"/>
          </a:xfrm>
          <a:prstGeom prst="rect">
            <a:avLst/>
          </a:prstGeom>
        </p:spPr>
      </p:pic>
      <p:grpSp>
        <p:nvGrpSpPr>
          <p:cNvPr id="266" name="Group 450">
            <a:extLst>
              <a:ext uri="{FF2B5EF4-FFF2-40B4-BE49-F238E27FC236}">
                <a16:creationId xmlns:a16="http://schemas.microsoft.com/office/drawing/2014/main" id="{C7B6B635-F457-8336-96FC-B28C4240A19B}"/>
              </a:ext>
            </a:extLst>
          </p:cNvPr>
          <p:cNvGrpSpPr/>
          <p:nvPr/>
        </p:nvGrpSpPr>
        <p:grpSpPr>
          <a:xfrm>
            <a:off x="1944812" y="2156438"/>
            <a:ext cx="699778" cy="136254"/>
            <a:chOff x="1891022" y="4008148"/>
            <a:chExt cx="699778" cy="136254"/>
          </a:xfrm>
        </p:grpSpPr>
        <p:sp>
          <p:nvSpPr>
            <p:cNvPr id="267" name="Rounded Rectangle 451">
              <a:extLst>
                <a:ext uri="{FF2B5EF4-FFF2-40B4-BE49-F238E27FC236}">
                  <a16:creationId xmlns:a16="http://schemas.microsoft.com/office/drawing/2014/main" id="{0D1D8ECC-E531-EBBD-C432-176F6D35DFD4}"/>
                </a:ext>
              </a:extLst>
            </p:cNvPr>
            <p:cNvSpPr/>
            <p:nvPr/>
          </p:nvSpPr>
          <p:spPr>
            <a:xfrm>
              <a:off x="1891022" y="4008148"/>
              <a:ext cx="699778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789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68" name="Oval 452">
              <a:extLst>
                <a:ext uri="{FF2B5EF4-FFF2-40B4-BE49-F238E27FC236}">
                  <a16:creationId xmlns:a16="http://schemas.microsoft.com/office/drawing/2014/main" id="{FD17C117-2C6A-E3FC-0E59-9FF169BC6FC7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69" name="Group 453">
            <a:extLst>
              <a:ext uri="{FF2B5EF4-FFF2-40B4-BE49-F238E27FC236}">
                <a16:creationId xmlns:a16="http://schemas.microsoft.com/office/drawing/2014/main" id="{1001E303-4956-CCD4-A39A-93994269876B}"/>
              </a:ext>
            </a:extLst>
          </p:cNvPr>
          <p:cNvGrpSpPr/>
          <p:nvPr/>
        </p:nvGrpSpPr>
        <p:grpSpPr>
          <a:xfrm>
            <a:off x="3772718" y="2156438"/>
            <a:ext cx="720795" cy="136254"/>
            <a:chOff x="1891021" y="4008148"/>
            <a:chExt cx="720795" cy="136254"/>
          </a:xfrm>
        </p:grpSpPr>
        <p:sp>
          <p:nvSpPr>
            <p:cNvPr id="270" name="Rounded Rectangle 454">
              <a:extLst>
                <a:ext uri="{FF2B5EF4-FFF2-40B4-BE49-F238E27FC236}">
                  <a16:creationId xmlns:a16="http://schemas.microsoft.com/office/drawing/2014/main" id="{21EF557B-71A7-C88D-571A-BA188CE68F17}"/>
                </a:ext>
              </a:extLst>
            </p:cNvPr>
            <p:cNvSpPr/>
            <p:nvPr/>
          </p:nvSpPr>
          <p:spPr>
            <a:xfrm>
              <a:off x="1891021" y="4008148"/>
              <a:ext cx="720795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2509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71" name="Oval 455">
              <a:extLst>
                <a:ext uri="{FF2B5EF4-FFF2-40B4-BE49-F238E27FC236}">
                  <a16:creationId xmlns:a16="http://schemas.microsoft.com/office/drawing/2014/main" id="{A51F5087-9C01-6292-9B93-B4F05799EE0C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72" name="Group 456">
            <a:extLst>
              <a:ext uri="{FF2B5EF4-FFF2-40B4-BE49-F238E27FC236}">
                <a16:creationId xmlns:a16="http://schemas.microsoft.com/office/drawing/2014/main" id="{42F2BD3B-B8B3-E1F2-598F-7FB9D0F62F3B}"/>
              </a:ext>
            </a:extLst>
          </p:cNvPr>
          <p:cNvGrpSpPr/>
          <p:nvPr/>
        </p:nvGrpSpPr>
        <p:grpSpPr>
          <a:xfrm>
            <a:off x="5600333" y="2156438"/>
            <a:ext cx="637404" cy="136254"/>
            <a:chOff x="1891022" y="4008148"/>
            <a:chExt cx="637404" cy="136254"/>
          </a:xfrm>
        </p:grpSpPr>
        <p:sp>
          <p:nvSpPr>
            <p:cNvPr id="273" name="Rounded Rectangle 457">
              <a:extLst>
                <a:ext uri="{FF2B5EF4-FFF2-40B4-BE49-F238E27FC236}">
                  <a16:creationId xmlns:a16="http://schemas.microsoft.com/office/drawing/2014/main" id="{9EA6E6FA-79D9-3F82-3867-01C6A7208CAC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74" name="Oval 458">
              <a:extLst>
                <a:ext uri="{FF2B5EF4-FFF2-40B4-BE49-F238E27FC236}">
                  <a16:creationId xmlns:a16="http://schemas.microsoft.com/office/drawing/2014/main" id="{300757B0-F1DA-DCBA-53F1-27FAD63CBCC6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75" name="Group 459">
            <a:extLst>
              <a:ext uri="{FF2B5EF4-FFF2-40B4-BE49-F238E27FC236}">
                <a16:creationId xmlns:a16="http://schemas.microsoft.com/office/drawing/2014/main" id="{AB5C6212-53DD-1C87-684C-BD1230861038}"/>
              </a:ext>
            </a:extLst>
          </p:cNvPr>
          <p:cNvGrpSpPr/>
          <p:nvPr/>
        </p:nvGrpSpPr>
        <p:grpSpPr>
          <a:xfrm>
            <a:off x="3353632" y="3094863"/>
            <a:ext cx="172800" cy="172800"/>
            <a:chOff x="3799849" y="3028948"/>
            <a:chExt cx="172800" cy="172800"/>
          </a:xfrm>
        </p:grpSpPr>
        <p:sp>
          <p:nvSpPr>
            <p:cNvPr id="276" name="Oval 460">
              <a:extLst>
                <a:ext uri="{FF2B5EF4-FFF2-40B4-BE49-F238E27FC236}">
                  <a16:creationId xmlns:a16="http://schemas.microsoft.com/office/drawing/2014/main" id="{2822A3FE-B058-C39F-854D-47AA6FB21ABC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77" name="Picture 461">
              <a:extLst>
                <a:ext uri="{FF2B5EF4-FFF2-40B4-BE49-F238E27FC236}">
                  <a16:creationId xmlns:a16="http://schemas.microsoft.com/office/drawing/2014/main" id="{EA2E8198-B035-DB10-BD1A-C558B5DBE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278" name="Group 462">
            <a:extLst>
              <a:ext uri="{FF2B5EF4-FFF2-40B4-BE49-F238E27FC236}">
                <a16:creationId xmlns:a16="http://schemas.microsoft.com/office/drawing/2014/main" id="{E9787661-42D1-F55A-EF33-85C9536C72E3}"/>
              </a:ext>
            </a:extLst>
          </p:cNvPr>
          <p:cNvGrpSpPr/>
          <p:nvPr/>
        </p:nvGrpSpPr>
        <p:grpSpPr>
          <a:xfrm>
            <a:off x="5185278" y="3094863"/>
            <a:ext cx="172800" cy="172800"/>
            <a:chOff x="3799849" y="3028948"/>
            <a:chExt cx="172800" cy="172800"/>
          </a:xfrm>
        </p:grpSpPr>
        <p:sp>
          <p:nvSpPr>
            <p:cNvPr id="279" name="Oval 463">
              <a:extLst>
                <a:ext uri="{FF2B5EF4-FFF2-40B4-BE49-F238E27FC236}">
                  <a16:creationId xmlns:a16="http://schemas.microsoft.com/office/drawing/2014/main" id="{8E98448C-3BE0-598F-1BD5-3BE305F3A4BA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80" name="Picture 464">
              <a:extLst>
                <a:ext uri="{FF2B5EF4-FFF2-40B4-BE49-F238E27FC236}">
                  <a16:creationId xmlns:a16="http://schemas.microsoft.com/office/drawing/2014/main" id="{7BEA0A31-D74F-035A-F736-7497D94B0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281" name="Group 465">
            <a:extLst>
              <a:ext uri="{FF2B5EF4-FFF2-40B4-BE49-F238E27FC236}">
                <a16:creationId xmlns:a16="http://schemas.microsoft.com/office/drawing/2014/main" id="{0DB34A1C-CD33-39B4-5E0A-34F961B5FD64}"/>
              </a:ext>
            </a:extLst>
          </p:cNvPr>
          <p:cNvGrpSpPr/>
          <p:nvPr/>
        </p:nvGrpSpPr>
        <p:grpSpPr>
          <a:xfrm>
            <a:off x="6967307" y="3094863"/>
            <a:ext cx="172800" cy="172800"/>
            <a:chOff x="3799849" y="3028948"/>
            <a:chExt cx="172800" cy="172800"/>
          </a:xfrm>
        </p:grpSpPr>
        <p:sp>
          <p:nvSpPr>
            <p:cNvPr id="282" name="Oval 466">
              <a:extLst>
                <a:ext uri="{FF2B5EF4-FFF2-40B4-BE49-F238E27FC236}">
                  <a16:creationId xmlns:a16="http://schemas.microsoft.com/office/drawing/2014/main" id="{89EDD6AC-6939-DF5E-F151-81AA10CCDD46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83" name="Picture 467">
              <a:extLst>
                <a:ext uri="{FF2B5EF4-FFF2-40B4-BE49-F238E27FC236}">
                  <a16:creationId xmlns:a16="http://schemas.microsoft.com/office/drawing/2014/main" id="{F6519CA8-17FB-032D-91A2-A9795C150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sp>
        <p:nvSpPr>
          <p:cNvPr id="284" name="Rectangle 468">
            <a:extLst>
              <a:ext uri="{FF2B5EF4-FFF2-40B4-BE49-F238E27FC236}">
                <a16:creationId xmlns:a16="http://schemas.microsoft.com/office/drawing/2014/main" id="{CA8801A3-439B-08A8-041B-074515B9AC51}"/>
              </a:ext>
            </a:extLst>
          </p:cNvPr>
          <p:cNvSpPr/>
          <p:nvPr/>
        </p:nvSpPr>
        <p:spPr>
          <a:xfrm>
            <a:off x="7320758" y="2062646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85" name="Group 469">
            <a:extLst>
              <a:ext uri="{FF2B5EF4-FFF2-40B4-BE49-F238E27FC236}">
                <a16:creationId xmlns:a16="http://schemas.microsoft.com/office/drawing/2014/main" id="{13169FFE-4454-6EAA-E9CC-139A144E9260}"/>
              </a:ext>
            </a:extLst>
          </p:cNvPr>
          <p:cNvGrpSpPr/>
          <p:nvPr/>
        </p:nvGrpSpPr>
        <p:grpSpPr>
          <a:xfrm>
            <a:off x="7356841" y="3439820"/>
            <a:ext cx="1569717" cy="323038"/>
            <a:chOff x="1912634" y="5161380"/>
            <a:chExt cx="1569717" cy="323038"/>
          </a:xfrm>
        </p:grpSpPr>
        <p:grpSp>
          <p:nvGrpSpPr>
            <p:cNvPr id="286" name="Group 470">
              <a:extLst>
                <a:ext uri="{FF2B5EF4-FFF2-40B4-BE49-F238E27FC236}">
                  <a16:creationId xmlns:a16="http://schemas.microsoft.com/office/drawing/2014/main" id="{A57EA8DA-6DFB-25E4-8E3D-67513254B65F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61730E11-5858-2327-2F85-D7F7FB9F0D9A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EF62B03F-4938-99DC-BB91-D74203AD8208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287" name="Group 471">
              <a:extLst>
                <a:ext uri="{FF2B5EF4-FFF2-40B4-BE49-F238E27FC236}">
                  <a16:creationId xmlns:a16="http://schemas.microsoft.com/office/drawing/2014/main" id="{037448F9-8D90-24A8-8813-3B24B551942F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288" name="Oval 472">
                <a:extLst>
                  <a:ext uri="{FF2B5EF4-FFF2-40B4-BE49-F238E27FC236}">
                    <a16:creationId xmlns:a16="http://schemas.microsoft.com/office/drawing/2014/main" id="{4ED79B61-4DC7-3B60-6CA8-9DCA1B605E98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289" name="Picture 473">
                <a:extLst>
                  <a:ext uri="{FF2B5EF4-FFF2-40B4-BE49-F238E27FC236}">
                    <a16:creationId xmlns:a16="http://schemas.microsoft.com/office/drawing/2014/main" id="{0377C071-FE05-BC30-4550-1208C75D2F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292" name="Picture 476">
            <a:extLst>
              <a:ext uri="{FF2B5EF4-FFF2-40B4-BE49-F238E27FC236}">
                <a16:creationId xmlns:a16="http://schemas.microsoft.com/office/drawing/2014/main" id="{B880E901-84B9-6D18-7451-86C3EE371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454" y="2600741"/>
            <a:ext cx="237809" cy="237809"/>
          </a:xfrm>
          <a:prstGeom prst="rect">
            <a:avLst/>
          </a:prstGeom>
        </p:spPr>
      </p:pic>
      <p:grpSp>
        <p:nvGrpSpPr>
          <p:cNvPr id="293" name="Group 477">
            <a:extLst>
              <a:ext uri="{FF2B5EF4-FFF2-40B4-BE49-F238E27FC236}">
                <a16:creationId xmlns:a16="http://schemas.microsoft.com/office/drawing/2014/main" id="{8662D3F4-F43E-BD6E-BDB0-F8D4A1DC631F}"/>
              </a:ext>
            </a:extLst>
          </p:cNvPr>
          <p:cNvGrpSpPr/>
          <p:nvPr/>
        </p:nvGrpSpPr>
        <p:grpSpPr>
          <a:xfrm>
            <a:off x="7406286" y="2156438"/>
            <a:ext cx="637404" cy="136254"/>
            <a:chOff x="1891022" y="4008148"/>
            <a:chExt cx="637404" cy="136254"/>
          </a:xfrm>
        </p:grpSpPr>
        <p:sp>
          <p:nvSpPr>
            <p:cNvPr id="294" name="Rounded Rectangle 478">
              <a:extLst>
                <a:ext uri="{FF2B5EF4-FFF2-40B4-BE49-F238E27FC236}">
                  <a16:creationId xmlns:a16="http://schemas.microsoft.com/office/drawing/2014/main" id="{B24CA445-1817-D720-B3F7-B258FB7ACCBB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295" name="Oval 479">
              <a:extLst>
                <a:ext uri="{FF2B5EF4-FFF2-40B4-BE49-F238E27FC236}">
                  <a16:creationId xmlns:a16="http://schemas.microsoft.com/office/drawing/2014/main" id="{C3030623-740E-5E28-A8C0-5EF995C7FC1C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296" name="Group 480">
            <a:extLst>
              <a:ext uri="{FF2B5EF4-FFF2-40B4-BE49-F238E27FC236}">
                <a16:creationId xmlns:a16="http://schemas.microsoft.com/office/drawing/2014/main" id="{8958E9FA-B4A4-3EE6-10A7-B3755C45B573}"/>
              </a:ext>
            </a:extLst>
          </p:cNvPr>
          <p:cNvGrpSpPr/>
          <p:nvPr/>
        </p:nvGrpSpPr>
        <p:grpSpPr>
          <a:xfrm>
            <a:off x="8773260" y="3094863"/>
            <a:ext cx="172800" cy="172800"/>
            <a:chOff x="3799849" y="3028948"/>
            <a:chExt cx="172800" cy="172800"/>
          </a:xfrm>
        </p:grpSpPr>
        <p:sp>
          <p:nvSpPr>
            <p:cNvPr id="297" name="Oval 481">
              <a:extLst>
                <a:ext uri="{FF2B5EF4-FFF2-40B4-BE49-F238E27FC236}">
                  <a16:creationId xmlns:a16="http://schemas.microsoft.com/office/drawing/2014/main" id="{2C83919C-D8A2-3634-3AE2-1BBB0CF37398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98" name="Picture 482">
              <a:extLst>
                <a:ext uri="{FF2B5EF4-FFF2-40B4-BE49-F238E27FC236}">
                  <a16:creationId xmlns:a16="http://schemas.microsoft.com/office/drawing/2014/main" id="{F3F2BA6D-FAE6-02C3-D5B0-04CDED10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299" name="그룹 5241">
            <a:extLst>
              <a:ext uri="{FF2B5EF4-FFF2-40B4-BE49-F238E27FC236}">
                <a16:creationId xmlns:a16="http://schemas.microsoft.com/office/drawing/2014/main" id="{52CA6F37-FF58-0576-9994-5A8E9811649D}"/>
              </a:ext>
            </a:extLst>
          </p:cNvPr>
          <p:cNvGrpSpPr/>
          <p:nvPr/>
        </p:nvGrpSpPr>
        <p:grpSpPr>
          <a:xfrm>
            <a:off x="1980417" y="1377525"/>
            <a:ext cx="3237623" cy="216000"/>
            <a:chOff x="1489298" y="1778160"/>
            <a:chExt cx="3237623" cy="216000"/>
          </a:xfrm>
        </p:grpSpPr>
        <p:sp>
          <p:nvSpPr>
            <p:cNvPr id="300" name="Rounded Rectangle 79">
              <a:extLst>
                <a:ext uri="{FF2B5EF4-FFF2-40B4-BE49-F238E27FC236}">
                  <a16:creationId xmlns:a16="http://schemas.microsoft.com/office/drawing/2014/main" id="{50447705-7C65-4222-AD40-70B03C75A1D0}"/>
                </a:ext>
              </a:extLst>
            </p:cNvPr>
            <p:cNvSpPr/>
            <p:nvPr/>
          </p:nvSpPr>
          <p:spPr>
            <a:xfrm>
              <a:off x="1489298" y="1778160"/>
              <a:ext cx="612000" cy="216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  <a:latin typeface="+mn-ea"/>
                </a:rPr>
                <a:t>전체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01" name="Rounded Rectangle 79">
              <a:extLst>
                <a:ext uri="{FF2B5EF4-FFF2-40B4-BE49-F238E27FC236}">
                  <a16:creationId xmlns:a16="http://schemas.microsoft.com/office/drawing/2014/main" id="{734DB72F-564D-1E34-F2FE-E4DFAAD89806}"/>
                </a:ext>
              </a:extLst>
            </p:cNvPr>
            <p:cNvSpPr/>
            <p:nvPr/>
          </p:nvSpPr>
          <p:spPr>
            <a:xfrm>
              <a:off x="2827639" y="1778160"/>
              <a:ext cx="617309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유튜브</a:t>
              </a:r>
            </a:p>
          </p:txBody>
        </p:sp>
        <p:sp>
          <p:nvSpPr>
            <p:cNvPr id="302" name="Rounded Rectangle 79">
              <a:extLst>
                <a:ext uri="{FF2B5EF4-FFF2-40B4-BE49-F238E27FC236}">
                  <a16:creationId xmlns:a16="http://schemas.microsoft.com/office/drawing/2014/main" id="{BF7D1682-7A9F-C017-DE25-CB0DB6E1EAB1}"/>
                </a:ext>
              </a:extLst>
            </p:cNvPr>
            <p:cNvSpPr/>
            <p:nvPr/>
          </p:nvSpPr>
          <p:spPr>
            <a:xfrm>
              <a:off x="3504644" y="1778160"/>
              <a:ext cx="580927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트위치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endParaRPr>
            </a:p>
          </p:txBody>
        </p:sp>
        <p:sp>
          <p:nvSpPr>
            <p:cNvPr id="303" name="Rounded Rectangle 79">
              <a:extLst>
                <a:ext uri="{FF2B5EF4-FFF2-40B4-BE49-F238E27FC236}">
                  <a16:creationId xmlns:a16="http://schemas.microsoft.com/office/drawing/2014/main" id="{FBAFE896-EC2C-259C-A8D8-C32B464D03EF}"/>
                </a:ext>
              </a:extLst>
            </p:cNvPr>
            <p:cNvSpPr/>
            <p:nvPr/>
          </p:nvSpPr>
          <p:spPr>
            <a:xfrm>
              <a:off x="4145994" y="1778160"/>
              <a:ext cx="580927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기타</a:t>
              </a:r>
            </a:p>
          </p:txBody>
        </p:sp>
        <p:sp>
          <p:nvSpPr>
            <p:cNvPr id="372" name="Rounded Rectangle 79">
              <a:extLst>
                <a:ext uri="{FF2B5EF4-FFF2-40B4-BE49-F238E27FC236}">
                  <a16:creationId xmlns:a16="http://schemas.microsoft.com/office/drawing/2014/main" id="{64683E61-5F62-7D68-602F-DD1880C508B3}"/>
                </a:ext>
              </a:extLst>
            </p:cNvPr>
            <p:cNvSpPr/>
            <p:nvPr/>
          </p:nvSpPr>
          <p:spPr>
            <a:xfrm>
              <a:off x="2154680" y="1778160"/>
              <a:ext cx="617309" cy="216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ea"/>
                </a:rPr>
                <a:t>투네이션</a:t>
              </a:r>
            </a:p>
          </p:txBody>
        </p:sp>
      </p:grpSp>
      <p:sp>
        <p:nvSpPr>
          <p:cNvPr id="304" name="Rectangle 564">
            <a:extLst>
              <a:ext uri="{FF2B5EF4-FFF2-40B4-BE49-F238E27FC236}">
                <a16:creationId xmlns:a16="http://schemas.microsoft.com/office/drawing/2014/main" id="{CC53BDEC-DB4A-3774-1ECC-38EC8B864612}"/>
              </a:ext>
            </a:extLst>
          </p:cNvPr>
          <p:cNvSpPr/>
          <p:nvPr/>
        </p:nvSpPr>
        <p:spPr>
          <a:xfrm>
            <a:off x="1882892" y="3956273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5" name="Rectangle 565">
            <a:extLst>
              <a:ext uri="{FF2B5EF4-FFF2-40B4-BE49-F238E27FC236}">
                <a16:creationId xmlns:a16="http://schemas.microsoft.com/office/drawing/2014/main" id="{43C6941F-28F2-F827-FAF2-C72AAA2B1A7B}"/>
              </a:ext>
            </a:extLst>
          </p:cNvPr>
          <p:cNvSpPr/>
          <p:nvPr/>
        </p:nvSpPr>
        <p:spPr>
          <a:xfrm>
            <a:off x="5514805" y="3956273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6" name="Rectangle 566">
            <a:extLst>
              <a:ext uri="{FF2B5EF4-FFF2-40B4-BE49-F238E27FC236}">
                <a16:creationId xmlns:a16="http://schemas.microsoft.com/office/drawing/2014/main" id="{6C613322-FE4D-C62C-7A3C-9F9108C87404}"/>
              </a:ext>
            </a:extLst>
          </p:cNvPr>
          <p:cNvSpPr/>
          <p:nvPr/>
        </p:nvSpPr>
        <p:spPr>
          <a:xfrm>
            <a:off x="3695358" y="3956273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07" name="Group 567">
            <a:extLst>
              <a:ext uri="{FF2B5EF4-FFF2-40B4-BE49-F238E27FC236}">
                <a16:creationId xmlns:a16="http://schemas.microsoft.com/office/drawing/2014/main" id="{8C33993A-C2EB-9886-C64F-7A0EEA893EC5}"/>
              </a:ext>
            </a:extLst>
          </p:cNvPr>
          <p:cNvGrpSpPr/>
          <p:nvPr/>
        </p:nvGrpSpPr>
        <p:grpSpPr>
          <a:xfrm>
            <a:off x="1907588" y="5333447"/>
            <a:ext cx="1569717" cy="323038"/>
            <a:chOff x="1912634" y="5161380"/>
            <a:chExt cx="1569717" cy="323038"/>
          </a:xfrm>
        </p:grpSpPr>
        <p:grpSp>
          <p:nvGrpSpPr>
            <p:cNvPr id="308" name="Group 568">
              <a:extLst>
                <a:ext uri="{FF2B5EF4-FFF2-40B4-BE49-F238E27FC236}">
                  <a16:creationId xmlns:a16="http://schemas.microsoft.com/office/drawing/2014/main" id="{DF869ECE-BC39-F3DF-7D49-910CEBAC3B0D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312" name="TextBox 311">
                <a:extLst>
                  <a:ext uri="{FF2B5EF4-FFF2-40B4-BE49-F238E27FC236}">
                    <a16:creationId xmlns:a16="http://schemas.microsoft.com/office/drawing/2014/main" id="{48EEDF62-3997-62D1-F1B1-4AE480A40EA8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285E2B9B-752A-0AF1-B4D1-369E8715C6DD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09" name="Group 569">
              <a:extLst>
                <a:ext uri="{FF2B5EF4-FFF2-40B4-BE49-F238E27FC236}">
                  <a16:creationId xmlns:a16="http://schemas.microsoft.com/office/drawing/2014/main" id="{C63EF9FC-131A-0B8B-91B1-BF1A7F7179D8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10" name="Oval 570">
                <a:extLst>
                  <a:ext uri="{FF2B5EF4-FFF2-40B4-BE49-F238E27FC236}">
                    <a16:creationId xmlns:a16="http://schemas.microsoft.com/office/drawing/2014/main" id="{A3A8D000-3C4E-8CB1-3F3B-D1561D3B4820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11" name="Picture 571">
                <a:extLst>
                  <a:ext uri="{FF2B5EF4-FFF2-40B4-BE49-F238E27FC236}">
                    <a16:creationId xmlns:a16="http://schemas.microsoft.com/office/drawing/2014/main" id="{CFF04127-3A08-37D7-79C4-71DF497A69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314" name="Group 574">
            <a:extLst>
              <a:ext uri="{FF2B5EF4-FFF2-40B4-BE49-F238E27FC236}">
                <a16:creationId xmlns:a16="http://schemas.microsoft.com/office/drawing/2014/main" id="{BF11C25D-4C9E-E112-1E5C-EC93159E3262}"/>
              </a:ext>
            </a:extLst>
          </p:cNvPr>
          <p:cNvGrpSpPr/>
          <p:nvPr/>
        </p:nvGrpSpPr>
        <p:grpSpPr>
          <a:xfrm>
            <a:off x="3725079" y="5333447"/>
            <a:ext cx="1712853" cy="460130"/>
            <a:chOff x="1912634" y="5161380"/>
            <a:chExt cx="1712853" cy="460130"/>
          </a:xfrm>
        </p:grpSpPr>
        <p:grpSp>
          <p:nvGrpSpPr>
            <p:cNvPr id="315" name="Group 575">
              <a:extLst>
                <a:ext uri="{FF2B5EF4-FFF2-40B4-BE49-F238E27FC236}">
                  <a16:creationId xmlns:a16="http://schemas.microsoft.com/office/drawing/2014/main" id="{CC590BDB-7E19-B5A7-D2B0-BEDE3B3E6C50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319" name="TextBox 318">
                <a:extLst>
                  <a:ext uri="{FF2B5EF4-FFF2-40B4-BE49-F238E27FC236}">
                    <a16:creationId xmlns:a16="http://schemas.microsoft.com/office/drawing/2014/main" id="{6F291FB9-B2A3-20CA-A184-9F5F5213FABF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n-ea"/>
                    <a:ea typeface="+mn-ea"/>
                  </a:rPr>
                  <a:t>[</a:t>
                </a:r>
                <a:r>
                  <a:rPr lang="ko-KR" altLang="en-US" sz="800" b="1" dirty="0">
                    <a:latin typeface="+mn-ea"/>
                    <a:ea typeface="+mn-ea"/>
                  </a:rPr>
                  <a:t>마라톤</a:t>
                </a:r>
                <a:r>
                  <a:rPr lang="en-US" altLang="ko-KR" sz="800" b="1" dirty="0">
                    <a:latin typeface="+mn-ea"/>
                    <a:ea typeface="+mn-ea"/>
                  </a:rPr>
                  <a:t>] </a:t>
                </a:r>
                <a:r>
                  <a:rPr lang="ko-KR" altLang="en-US" sz="800" b="1" dirty="0">
                    <a:latin typeface="+mn-ea"/>
                    <a:ea typeface="+mn-ea"/>
                  </a:rPr>
                  <a:t>익스트랙션 신작</a:t>
                </a:r>
                <a:r>
                  <a:rPr lang="en-US" altLang="ko-KR" sz="800" b="1" dirty="0">
                    <a:latin typeface="+mn-ea"/>
                    <a:ea typeface="+mn-ea"/>
                  </a:rPr>
                  <a:t>? </a:t>
                </a:r>
                <a:r>
                  <a:rPr lang="ko-KR" altLang="en-US" sz="800" b="1" dirty="0">
                    <a:latin typeface="+mn-ea"/>
                    <a:ea typeface="+mn-ea"/>
                  </a:rPr>
                  <a:t>베</a:t>
                </a:r>
                <a:endParaRPr lang="en-US" altLang="ko-KR" sz="800" b="1" dirty="0">
                  <a:latin typeface="+mn-ea"/>
                  <a:ea typeface="+mn-ea"/>
                </a:endParaRPr>
              </a:p>
              <a:p>
                <a:r>
                  <a:rPr lang="ko-KR" altLang="en-US" sz="800" b="1" dirty="0">
                    <a:latin typeface="+mn-ea"/>
                    <a:ea typeface="+mn-ea"/>
                  </a:rPr>
                  <a:t>테랑의 냉혹한 평가 시간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320" name="TextBox 319">
                <a:extLst>
                  <a:ext uri="{FF2B5EF4-FFF2-40B4-BE49-F238E27FC236}">
                    <a16:creationId xmlns:a16="http://schemas.microsoft.com/office/drawing/2014/main" id="{685675DF-E7AE-4561-C69C-C164DD739353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16" name="Group 576">
              <a:extLst>
                <a:ext uri="{FF2B5EF4-FFF2-40B4-BE49-F238E27FC236}">
                  <a16:creationId xmlns:a16="http://schemas.microsoft.com/office/drawing/2014/main" id="{CA2C1FF9-D7CC-C3FA-F95F-F43C5C9AB1AB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17" name="Oval 577">
                <a:extLst>
                  <a:ext uri="{FF2B5EF4-FFF2-40B4-BE49-F238E27FC236}">
                    <a16:creationId xmlns:a16="http://schemas.microsoft.com/office/drawing/2014/main" id="{1F1B0B60-8F42-2BD9-1677-7471384DC6F8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18" name="Picture 578">
                <a:extLst>
                  <a:ext uri="{FF2B5EF4-FFF2-40B4-BE49-F238E27FC236}">
                    <a16:creationId xmlns:a16="http://schemas.microsoft.com/office/drawing/2014/main" id="{7D5E14D6-ABE3-B8ED-AA9F-E392CA94F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321" name="Group 581">
            <a:extLst>
              <a:ext uri="{FF2B5EF4-FFF2-40B4-BE49-F238E27FC236}">
                <a16:creationId xmlns:a16="http://schemas.microsoft.com/office/drawing/2014/main" id="{8E042B6F-BC09-ACB6-76C5-BFE8F00AC45A}"/>
              </a:ext>
            </a:extLst>
          </p:cNvPr>
          <p:cNvGrpSpPr/>
          <p:nvPr/>
        </p:nvGrpSpPr>
        <p:grpSpPr>
          <a:xfrm>
            <a:off x="5550888" y="5333447"/>
            <a:ext cx="1569717" cy="323038"/>
            <a:chOff x="1912634" y="5161380"/>
            <a:chExt cx="1569717" cy="323038"/>
          </a:xfrm>
        </p:grpSpPr>
        <p:grpSp>
          <p:nvGrpSpPr>
            <p:cNvPr id="322" name="Group 582">
              <a:extLst>
                <a:ext uri="{FF2B5EF4-FFF2-40B4-BE49-F238E27FC236}">
                  <a16:creationId xmlns:a16="http://schemas.microsoft.com/office/drawing/2014/main" id="{FE481110-4E2E-8259-C9BC-C601843D3C2E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553E36C0-BA4C-5BEF-3E07-B96E941E5A7D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327" name="TextBox 326">
                <a:extLst>
                  <a:ext uri="{FF2B5EF4-FFF2-40B4-BE49-F238E27FC236}">
                    <a16:creationId xmlns:a16="http://schemas.microsoft.com/office/drawing/2014/main" id="{A1B5636F-1571-8DF0-8D7B-403B676B84BC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23" name="Group 583">
              <a:extLst>
                <a:ext uri="{FF2B5EF4-FFF2-40B4-BE49-F238E27FC236}">
                  <a16:creationId xmlns:a16="http://schemas.microsoft.com/office/drawing/2014/main" id="{4F275EA9-B76E-87A4-2039-62847B94A3BC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24" name="Oval 584">
                <a:extLst>
                  <a:ext uri="{FF2B5EF4-FFF2-40B4-BE49-F238E27FC236}">
                    <a16:creationId xmlns:a16="http://schemas.microsoft.com/office/drawing/2014/main" id="{625313D6-4E44-326C-A1C2-661FF856139F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25" name="Picture 585">
                <a:extLst>
                  <a:ext uri="{FF2B5EF4-FFF2-40B4-BE49-F238E27FC236}">
                    <a16:creationId xmlns:a16="http://schemas.microsoft.com/office/drawing/2014/main" id="{34FAD56A-C6B3-F948-65A4-DFEEB7C213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328" name="Picture 588">
            <a:extLst>
              <a:ext uri="{FF2B5EF4-FFF2-40B4-BE49-F238E27FC236}">
                <a16:creationId xmlns:a16="http://schemas.microsoft.com/office/drawing/2014/main" id="{C3704CB1-389A-7B0B-85F5-0E7418EEAD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6840" y="4494368"/>
            <a:ext cx="237809" cy="237809"/>
          </a:xfrm>
          <a:prstGeom prst="rect">
            <a:avLst/>
          </a:prstGeom>
        </p:spPr>
      </p:pic>
      <p:pic>
        <p:nvPicPr>
          <p:cNvPr id="329" name="Picture 589">
            <a:extLst>
              <a:ext uri="{FF2B5EF4-FFF2-40B4-BE49-F238E27FC236}">
                <a16:creationId xmlns:a16="http://schemas.microsoft.com/office/drawing/2014/main" id="{CDBD38EB-FEA4-5073-6973-2FDB17E49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858" y="4494368"/>
            <a:ext cx="237809" cy="237809"/>
          </a:xfrm>
          <a:prstGeom prst="rect">
            <a:avLst/>
          </a:prstGeom>
        </p:spPr>
      </p:pic>
      <p:pic>
        <p:nvPicPr>
          <p:cNvPr id="330" name="Picture 590">
            <a:extLst>
              <a:ext uri="{FF2B5EF4-FFF2-40B4-BE49-F238E27FC236}">
                <a16:creationId xmlns:a16="http://schemas.microsoft.com/office/drawing/2014/main" id="{E7C17820-CE91-FED6-B705-3C85749D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501" y="4494368"/>
            <a:ext cx="237809" cy="237809"/>
          </a:xfrm>
          <a:prstGeom prst="rect">
            <a:avLst/>
          </a:prstGeom>
        </p:spPr>
      </p:pic>
      <p:grpSp>
        <p:nvGrpSpPr>
          <p:cNvPr id="331" name="Group 591">
            <a:extLst>
              <a:ext uri="{FF2B5EF4-FFF2-40B4-BE49-F238E27FC236}">
                <a16:creationId xmlns:a16="http://schemas.microsoft.com/office/drawing/2014/main" id="{E02AEEE9-AC07-B762-4653-5F53B9A46463}"/>
              </a:ext>
            </a:extLst>
          </p:cNvPr>
          <p:cNvGrpSpPr/>
          <p:nvPr/>
        </p:nvGrpSpPr>
        <p:grpSpPr>
          <a:xfrm>
            <a:off x="1944812" y="4050065"/>
            <a:ext cx="699778" cy="136254"/>
            <a:chOff x="1891022" y="4008148"/>
            <a:chExt cx="699778" cy="136254"/>
          </a:xfrm>
        </p:grpSpPr>
        <p:sp>
          <p:nvSpPr>
            <p:cNvPr id="332" name="Rounded Rectangle 592">
              <a:extLst>
                <a:ext uri="{FF2B5EF4-FFF2-40B4-BE49-F238E27FC236}">
                  <a16:creationId xmlns:a16="http://schemas.microsoft.com/office/drawing/2014/main" id="{6799A744-5EE8-88AF-8B53-79B8D9C33E12}"/>
                </a:ext>
              </a:extLst>
            </p:cNvPr>
            <p:cNvSpPr/>
            <p:nvPr/>
          </p:nvSpPr>
          <p:spPr>
            <a:xfrm>
              <a:off x="1891022" y="4008148"/>
              <a:ext cx="699778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789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33" name="Oval 593">
              <a:extLst>
                <a:ext uri="{FF2B5EF4-FFF2-40B4-BE49-F238E27FC236}">
                  <a16:creationId xmlns:a16="http://schemas.microsoft.com/office/drawing/2014/main" id="{8877B203-3FE9-451E-5DCD-8298B11593F1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34" name="Group 594">
            <a:extLst>
              <a:ext uri="{FF2B5EF4-FFF2-40B4-BE49-F238E27FC236}">
                <a16:creationId xmlns:a16="http://schemas.microsoft.com/office/drawing/2014/main" id="{50BCEA71-DEF9-7CCA-AF53-8579896C2505}"/>
              </a:ext>
            </a:extLst>
          </p:cNvPr>
          <p:cNvGrpSpPr/>
          <p:nvPr/>
        </p:nvGrpSpPr>
        <p:grpSpPr>
          <a:xfrm>
            <a:off x="3772718" y="4050065"/>
            <a:ext cx="720795" cy="136254"/>
            <a:chOff x="1891021" y="4008148"/>
            <a:chExt cx="720795" cy="136254"/>
          </a:xfrm>
        </p:grpSpPr>
        <p:sp>
          <p:nvSpPr>
            <p:cNvPr id="335" name="Rounded Rectangle 595">
              <a:extLst>
                <a:ext uri="{FF2B5EF4-FFF2-40B4-BE49-F238E27FC236}">
                  <a16:creationId xmlns:a16="http://schemas.microsoft.com/office/drawing/2014/main" id="{F6D09E15-756A-FC62-6132-0DD3239115EC}"/>
                </a:ext>
              </a:extLst>
            </p:cNvPr>
            <p:cNvSpPr/>
            <p:nvPr/>
          </p:nvSpPr>
          <p:spPr>
            <a:xfrm>
              <a:off x="1891021" y="4008148"/>
              <a:ext cx="720795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2509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36" name="Oval 596">
              <a:extLst>
                <a:ext uri="{FF2B5EF4-FFF2-40B4-BE49-F238E27FC236}">
                  <a16:creationId xmlns:a16="http://schemas.microsoft.com/office/drawing/2014/main" id="{08B4FD77-67B5-8750-C72F-89CB7F652E72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37" name="Group 597">
            <a:extLst>
              <a:ext uri="{FF2B5EF4-FFF2-40B4-BE49-F238E27FC236}">
                <a16:creationId xmlns:a16="http://schemas.microsoft.com/office/drawing/2014/main" id="{212B3DD2-AAD5-0743-1A29-EED78BAF0D55}"/>
              </a:ext>
            </a:extLst>
          </p:cNvPr>
          <p:cNvGrpSpPr/>
          <p:nvPr/>
        </p:nvGrpSpPr>
        <p:grpSpPr>
          <a:xfrm>
            <a:off x="5600333" y="4050065"/>
            <a:ext cx="637404" cy="136254"/>
            <a:chOff x="1891022" y="4008148"/>
            <a:chExt cx="637404" cy="136254"/>
          </a:xfrm>
        </p:grpSpPr>
        <p:sp>
          <p:nvSpPr>
            <p:cNvPr id="338" name="Rounded Rectangle 598">
              <a:extLst>
                <a:ext uri="{FF2B5EF4-FFF2-40B4-BE49-F238E27FC236}">
                  <a16:creationId xmlns:a16="http://schemas.microsoft.com/office/drawing/2014/main" id="{468DBF03-AA6E-6BE0-9704-5FC6B86B6CC6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39" name="Oval 599">
              <a:extLst>
                <a:ext uri="{FF2B5EF4-FFF2-40B4-BE49-F238E27FC236}">
                  <a16:creationId xmlns:a16="http://schemas.microsoft.com/office/drawing/2014/main" id="{8A1D904B-E127-EA58-B38F-B95FB5B89C34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40" name="Group 600">
            <a:extLst>
              <a:ext uri="{FF2B5EF4-FFF2-40B4-BE49-F238E27FC236}">
                <a16:creationId xmlns:a16="http://schemas.microsoft.com/office/drawing/2014/main" id="{37F33369-A2A9-64A2-BF20-997A86D5AF4E}"/>
              </a:ext>
            </a:extLst>
          </p:cNvPr>
          <p:cNvGrpSpPr/>
          <p:nvPr/>
        </p:nvGrpSpPr>
        <p:grpSpPr>
          <a:xfrm>
            <a:off x="3353632" y="4988490"/>
            <a:ext cx="172800" cy="172800"/>
            <a:chOff x="3799849" y="3028948"/>
            <a:chExt cx="172800" cy="172800"/>
          </a:xfrm>
        </p:grpSpPr>
        <p:sp>
          <p:nvSpPr>
            <p:cNvPr id="341" name="Oval 601">
              <a:extLst>
                <a:ext uri="{FF2B5EF4-FFF2-40B4-BE49-F238E27FC236}">
                  <a16:creationId xmlns:a16="http://schemas.microsoft.com/office/drawing/2014/main" id="{33AC7C32-2A78-C099-02F6-CF5D07BE1714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42" name="Picture 602">
              <a:extLst>
                <a:ext uri="{FF2B5EF4-FFF2-40B4-BE49-F238E27FC236}">
                  <a16:creationId xmlns:a16="http://schemas.microsoft.com/office/drawing/2014/main" id="{A3D1DD70-18F7-2E6A-8609-E16FC4D45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343" name="Group 603">
            <a:extLst>
              <a:ext uri="{FF2B5EF4-FFF2-40B4-BE49-F238E27FC236}">
                <a16:creationId xmlns:a16="http://schemas.microsoft.com/office/drawing/2014/main" id="{FD2D4A1C-58EA-1F91-249A-3BDB6C5D98A3}"/>
              </a:ext>
            </a:extLst>
          </p:cNvPr>
          <p:cNvGrpSpPr/>
          <p:nvPr/>
        </p:nvGrpSpPr>
        <p:grpSpPr>
          <a:xfrm>
            <a:off x="5185278" y="4988490"/>
            <a:ext cx="172800" cy="172800"/>
            <a:chOff x="3799849" y="3028948"/>
            <a:chExt cx="172800" cy="172800"/>
          </a:xfrm>
        </p:grpSpPr>
        <p:sp>
          <p:nvSpPr>
            <p:cNvPr id="344" name="Oval 604">
              <a:extLst>
                <a:ext uri="{FF2B5EF4-FFF2-40B4-BE49-F238E27FC236}">
                  <a16:creationId xmlns:a16="http://schemas.microsoft.com/office/drawing/2014/main" id="{4F92750B-5797-DB7F-AB5C-1E35D3E4BF1E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45" name="Picture 605">
              <a:extLst>
                <a:ext uri="{FF2B5EF4-FFF2-40B4-BE49-F238E27FC236}">
                  <a16:creationId xmlns:a16="http://schemas.microsoft.com/office/drawing/2014/main" id="{348BC8FC-AB31-BF03-40CE-3E37BAB572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grpSp>
        <p:nvGrpSpPr>
          <p:cNvPr id="346" name="Group 606">
            <a:extLst>
              <a:ext uri="{FF2B5EF4-FFF2-40B4-BE49-F238E27FC236}">
                <a16:creationId xmlns:a16="http://schemas.microsoft.com/office/drawing/2014/main" id="{440938E2-2A5E-9EA7-C2B8-964B29C8E940}"/>
              </a:ext>
            </a:extLst>
          </p:cNvPr>
          <p:cNvGrpSpPr/>
          <p:nvPr/>
        </p:nvGrpSpPr>
        <p:grpSpPr>
          <a:xfrm>
            <a:off x="6967307" y="4988490"/>
            <a:ext cx="172800" cy="172800"/>
            <a:chOff x="3799849" y="3028948"/>
            <a:chExt cx="172800" cy="172800"/>
          </a:xfrm>
        </p:grpSpPr>
        <p:sp>
          <p:nvSpPr>
            <p:cNvPr id="347" name="Oval 607">
              <a:extLst>
                <a:ext uri="{FF2B5EF4-FFF2-40B4-BE49-F238E27FC236}">
                  <a16:creationId xmlns:a16="http://schemas.microsoft.com/office/drawing/2014/main" id="{1BB46563-24D4-359A-4254-97CE170AD19F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48" name="Picture 608">
              <a:extLst>
                <a:ext uri="{FF2B5EF4-FFF2-40B4-BE49-F238E27FC236}">
                  <a16:creationId xmlns:a16="http://schemas.microsoft.com/office/drawing/2014/main" id="{11FB8936-1B72-D7B2-2D9F-DF852DA39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sp>
        <p:nvSpPr>
          <p:cNvPr id="349" name="Rectangle 609">
            <a:extLst>
              <a:ext uri="{FF2B5EF4-FFF2-40B4-BE49-F238E27FC236}">
                <a16:creationId xmlns:a16="http://schemas.microsoft.com/office/drawing/2014/main" id="{DC85DE72-D8ED-8044-7CB5-D0B68C5AFAFA}"/>
              </a:ext>
            </a:extLst>
          </p:cNvPr>
          <p:cNvSpPr/>
          <p:nvPr/>
        </p:nvSpPr>
        <p:spPr>
          <a:xfrm>
            <a:off x="7320758" y="3956273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50" name="Group 610">
            <a:extLst>
              <a:ext uri="{FF2B5EF4-FFF2-40B4-BE49-F238E27FC236}">
                <a16:creationId xmlns:a16="http://schemas.microsoft.com/office/drawing/2014/main" id="{AFBB43C4-4F80-3C18-1A99-0AF8BE577CA3}"/>
              </a:ext>
            </a:extLst>
          </p:cNvPr>
          <p:cNvGrpSpPr/>
          <p:nvPr/>
        </p:nvGrpSpPr>
        <p:grpSpPr>
          <a:xfrm>
            <a:off x="7356841" y="5333447"/>
            <a:ext cx="1569717" cy="323038"/>
            <a:chOff x="1912634" y="5161380"/>
            <a:chExt cx="1569717" cy="323038"/>
          </a:xfrm>
        </p:grpSpPr>
        <p:grpSp>
          <p:nvGrpSpPr>
            <p:cNvPr id="351" name="Group 611">
              <a:extLst>
                <a:ext uri="{FF2B5EF4-FFF2-40B4-BE49-F238E27FC236}">
                  <a16:creationId xmlns:a16="http://schemas.microsoft.com/office/drawing/2014/main" id="{9A679B60-9F3D-F533-0C46-B5A38A424830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355" name="TextBox 354">
                <a:extLst>
                  <a:ext uri="{FF2B5EF4-FFF2-40B4-BE49-F238E27FC236}">
                    <a16:creationId xmlns:a16="http://schemas.microsoft.com/office/drawing/2014/main" id="{2BA9B518-99F4-5F94-566C-4E7810A6F27E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n-ea"/>
                    <a:ea typeface="+mn-ea"/>
                  </a:rPr>
                  <a:t>모여봐요 동물의 숲 </a:t>
                </a:r>
                <a:r>
                  <a:rPr lang="en-US" altLang="ko-KR" sz="800" b="1" dirty="0">
                    <a:latin typeface="+mn-ea"/>
                    <a:ea typeface="+mn-ea"/>
                  </a:rPr>
                  <a:t>ver 3.0</a:t>
                </a:r>
              </a:p>
            </p:txBody>
          </p:sp>
          <p:sp>
            <p:nvSpPr>
              <p:cNvPr id="356" name="TextBox 355">
                <a:extLst>
                  <a:ext uri="{FF2B5EF4-FFF2-40B4-BE49-F238E27FC236}">
                    <a16:creationId xmlns:a16="http://schemas.microsoft.com/office/drawing/2014/main" id="{D5715689-6DC9-1DBA-DB15-0E8B310AD376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n-ea"/>
                    <a:ea typeface="+mn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352" name="Group 612">
              <a:extLst>
                <a:ext uri="{FF2B5EF4-FFF2-40B4-BE49-F238E27FC236}">
                  <a16:creationId xmlns:a16="http://schemas.microsoft.com/office/drawing/2014/main" id="{F5B84BC6-B09D-462D-8F35-6A11E5D515A8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353" name="Oval 613">
                <a:extLst>
                  <a:ext uri="{FF2B5EF4-FFF2-40B4-BE49-F238E27FC236}">
                    <a16:creationId xmlns:a16="http://schemas.microsoft.com/office/drawing/2014/main" id="{8D487F1F-6FA2-D3B1-6D35-488A83F693E1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354" name="Picture 614">
                <a:extLst>
                  <a:ext uri="{FF2B5EF4-FFF2-40B4-BE49-F238E27FC236}">
                    <a16:creationId xmlns:a16="http://schemas.microsoft.com/office/drawing/2014/main" id="{9DB9AE3A-5D74-39EC-7102-7253EF34E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pic>
        <p:nvPicPr>
          <p:cNvPr id="357" name="Picture 617">
            <a:extLst>
              <a:ext uri="{FF2B5EF4-FFF2-40B4-BE49-F238E27FC236}">
                <a16:creationId xmlns:a16="http://schemas.microsoft.com/office/drawing/2014/main" id="{4414805A-5B32-29E3-2902-CC9A8DBA84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2454" y="4494368"/>
            <a:ext cx="237809" cy="237809"/>
          </a:xfrm>
          <a:prstGeom prst="rect">
            <a:avLst/>
          </a:prstGeom>
        </p:spPr>
      </p:pic>
      <p:grpSp>
        <p:nvGrpSpPr>
          <p:cNvPr id="358" name="Group 618">
            <a:extLst>
              <a:ext uri="{FF2B5EF4-FFF2-40B4-BE49-F238E27FC236}">
                <a16:creationId xmlns:a16="http://schemas.microsoft.com/office/drawing/2014/main" id="{2009EA85-471B-CA1B-8E30-380C2D0AD56A}"/>
              </a:ext>
            </a:extLst>
          </p:cNvPr>
          <p:cNvGrpSpPr/>
          <p:nvPr/>
        </p:nvGrpSpPr>
        <p:grpSpPr>
          <a:xfrm>
            <a:off x="7406286" y="4050065"/>
            <a:ext cx="637404" cy="136254"/>
            <a:chOff x="1891022" y="4008148"/>
            <a:chExt cx="637404" cy="136254"/>
          </a:xfrm>
        </p:grpSpPr>
        <p:sp>
          <p:nvSpPr>
            <p:cNvPr id="359" name="Rounded Rectangle 619">
              <a:extLst>
                <a:ext uri="{FF2B5EF4-FFF2-40B4-BE49-F238E27FC236}">
                  <a16:creationId xmlns:a16="http://schemas.microsoft.com/office/drawing/2014/main" id="{32E44220-24F5-F3D8-E4E5-67507B2A2DFD}"/>
                </a:ext>
              </a:extLst>
            </p:cNvPr>
            <p:cNvSpPr/>
            <p:nvPr/>
          </p:nvSpPr>
          <p:spPr>
            <a:xfrm>
              <a:off x="1891022" y="4008148"/>
              <a:ext cx="637404" cy="13625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0" rIns="72000" bIns="0" rtlCol="0" anchor="ctr"/>
            <a:lstStyle/>
            <a:p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시청자</a:t>
              </a:r>
              <a:r>
                <a:rPr lang="en-US" altLang="ko-KR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99</a:t>
              </a:r>
              <a:r>
                <a:rPr lang="ko-KR" altLang="en-US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명</a:t>
              </a:r>
            </a:p>
          </p:txBody>
        </p:sp>
        <p:sp>
          <p:nvSpPr>
            <p:cNvPr id="360" name="Oval 620">
              <a:extLst>
                <a:ext uri="{FF2B5EF4-FFF2-40B4-BE49-F238E27FC236}">
                  <a16:creationId xmlns:a16="http://schemas.microsoft.com/office/drawing/2014/main" id="{06EE983E-2B0D-6841-91BB-B3771F7E9057}"/>
                </a:ext>
              </a:extLst>
            </p:cNvPr>
            <p:cNvSpPr/>
            <p:nvPr/>
          </p:nvSpPr>
          <p:spPr>
            <a:xfrm>
              <a:off x="1929009" y="4050217"/>
              <a:ext cx="63500" cy="635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61" name="Group 621">
            <a:extLst>
              <a:ext uri="{FF2B5EF4-FFF2-40B4-BE49-F238E27FC236}">
                <a16:creationId xmlns:a16="http://schemas.microsoft.com/office/drawing/2014/main" id="{CD88E81F-A56F-D326-574C-D1197BEB14EA}"/>
              </a:ext>
            </a:extLst>
          </p:cNvPr>
          <p:cNvGrpSpPr/>
          <p:nvPr/>
        </p:nvGrpSpPr>
        <p:grpSpPr>
          <a:xfrm>
            <a:off x="8773260" y="4988490"/>
            <a:ext cx="172800" cy="172800"/>
            <a:chOff x="3799849" y="3028948"/>
            <a:chExt cx="172800" cy="172800"/>
          </a:xfrm>
        </p:grpSpPr>
        <p:sp>
          <p:nvSpPr>
            <p:cNvPr id="362" name="Oval 622">
              <a:extLst>
                <a:ext uri="{FF2B5EF4-FFF2-40B4-BE49-F238E27FC236}">
                  <a16:creationId xmlns:a16="http://schemas.microsoft.com/office/drawing/2014/main" id="{0EC47846-C745-C605-F225-AF106B5AE11E}"/>
                </a:ext>
              </a:extLst>
            </p:cNvPr>
            <p:cNvSpPr/>
            <p:nvPr/>
          </p:nvSpPr>
          <p:spPr>
            <a:xfrm>
              <a:off x="3799849" y="3028948"/>
              <a:ext cx="172800" cy="1728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63" name="Picture 623">
              <a:extLst>
                <a:ext uri="{FF2B5EF4-FFF2-40B4-BE49-F238E27FC236}">
                  <a16:creationId xmlns:a16="http://schemas.microsoft.com/office/drawing/2014/main" id="{8EC4CAA3-504B-2A0A-C81C-4F4B38086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3840280" y="3071568"/>
              <a:ext cx="91938" cy="87560"/>
            </a:xfrm>
            <a:prstGeom prst="rect">
              <a:avLst/>
            </a:prstGeom>
          </p:spPr>
        </p:pic>
      </p:grpSp>
      <p:sp>
        <p:nvSpPr>
          <p:cNvPr id="364" name="TextBox 363">
            <a:extLst>
              <a:ext uri="{FF2B5EF4-FFF2-40B4-BE49-F238E27FC236}">
                <a16:creationId xmlns:a16="http://schemas.microsoft.com/office/drawing/2014/main" id="{B03A8335-127F-3039-1EF9-930907FBCC49}"/>
              </a:ext>
            </a:extLst>
          </p:cNvPr>
          <p:cNvSpPr txBox="1"/>
          <p:nvPr/>
        </p:nvSpPr>
        <p:spPr>
          <a:xfrm>
            <a:off x="4258166" y="6184542"/>
            <a:ext cx="233934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/>
            <a:r>
              <a:rPr lang="en-US" altLang="ko-KR" sz="800" b="1" spc="-15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&lt;&lt;</a:t>
            </a:r>
            <a:r>
              <a:rPr lang="en-US" altLang="ko-KR" sz="800" b="1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 &lt;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2   3   4   5   6   7   8   9   10   </a:t>
            </a:r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&gt;&gt;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65" name="그룹 178">
            <a:extLst>
              <a:ext uri="{FF2B5EF4-FFF2-40B4-BE49-F238E27FC236}">
                <a16:creationId xmlns:a16="http://schemas.microsoft.com/office/drawing/2014/main" id="{087394E6-489D-F5E1-160F-B35C4171AFAB}"/>
              </a:ext>
            </a:extLst>
          </p:cNvPr>
          <p:cNvGrpSpPr/>
          <p:nvPr/>
        </p:nvGrpSpPr>
        <p:grpSpPr>
          <a:xfrm>
            <a:off x="8142110" y="1789837"/>
            <a:ext cx="875460" cy="195814"/>
            <a:chOff x="3326774" y="3703973"/>
            <a:chExt cx="875460" cy="195814"/>
          </a:xfrm>
        </p:grpSpPr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9C21ABEE-7035-7623-EAA1-7824C80337EC}"/>
                </a:ext>
              </a:extLst>
            </p:cNvPr>
            <p:cNvSpPr txBox="1"/>
            <p:nvPr/>
          </p:nvSpPr>
          <p:spPr>
            <a:xfrm>
              <a:off x="3326774" y="3703973"/>
              <a:ext cx="725126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>
                  <a:latin typeface="+mn-ea"/>
                  <a:ea typeface="+mn-ea"/>
                </a:rPr>
                <a:t>시청자 높은순</a:t>
              </a:r>
              <a:endParaRPr lang="en-US" altLang="ko-KR" sz="800" dirty="0">
                <a:latin typeface="+mn-ea"/>
                <a:ea typeface="+mn-ea"/>
              </a:endParaRPr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0C94794A-02F8-8ABD-D0A3-A73EE43C3812}"/>
                </a:ext>
              </a:extLst>
            </p:cNvPr>
            <p:cNvSpPr txBox="1"/>
            <p:nvPr/>
          </p:nvSpPr>
          <p:spPr>
            <a:xfrm rot="5400000">
              <a:off x="4001450" y="3689222"/>
              <a:ext cx="167281" cy="234286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1050" dirty="0">
                  <a:latin typeface="+mn-ea"/>
                  <a:ea typeface="+mn-ea"/>
                </a:rPr>
                <a:t>&gt;</a:t>
              </a:r>
            </a:p>
          </p:txBody>
        </p:sp>
      </p:grpSp>
      <p:sp>
        <p:nvSpPr>
          <p:cNvPr id="371" name="Rounded Rectangle 79">
            <a:extLst>
              <a:ext uri="{FF2B5EF4-FFF2-40B4-BE49-F238E27FC236}">
                <a16:creationId xmlns:a16="http://schemas.microsoft.com/office/drawing/2014/main" id="{393E35F6-7A27-D2DC-DC2D-7D754ACDD5C6}"/>
              </a:ext>
            </a:extLst>
          </p:cNvPr>
          <p:cNvSpPr/>
          <p:nvPr/>
        </p:nvSpPr>
        <p:spPr>
          <a:xfrm>
            <a:off x="1882892" y="1708187"/>
            <a:ext cx="885715" cy="216000"/>
          </a:xfrm>
          <a:prstGeom prst="roundRect">
            <a:avLst>
              <a:gd name="adj" fmla="val 20948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&gt; </a:t>
            </a:r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전체</a:t>
            </a:r>
          </a:p>
        </p:txBody>
      </p:sp>
      <p:sp>
        <p:nvSpPr>
          <p:cNvPr id="374" name="타원 129">
            <a:extLst>
              <a:ext uri="{FF2B5EF4-FFF2-40B4-BE49-F238E27FC236}">
                <a16:creationId xmlns:a16="http://schemas.microsoft.com/office/drawing/2014/main" id="{20A4C0C2-18EB-6B11-5967-8B3E975D6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417" y="1301814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5" name="Rectangle 73">
            <a:extLst>
              <a:ext uri="{FF2B5EF4-FFF2-40B4-BE49-F238E27FC236}">
                <a16:creationId xmlns:a16="http://schemas.microsoft.com/office/drawing/2014/main" id="{4787B3D3-45E3-0121-19EC-7DD0AF82C3E2}"/>
              </a:ext>
            </a:extLst>
          </p:cNvPr>
          <p:cNvSpPr/>
          <p:nvPr/>
        </p:nvSpPr>
        <p:spPr>
          <a:xfrm>
            <a:off x="515584" y="1383234"/>
            <a:ext cx="1043193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latin typeface="+mn-ea"/>
                <a:ea typeface="+mn-ea"/>
              </a:rPr>
              <a:t>전체 라이브</a:t>
            </a:r>
            <a:endParaRPr lang="en-US" altLang="ko-KR" sz="8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인기라이브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투네랭킹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이벤트</a:t>
            </a:r>
            <a:endParaRPr lang="en-US" altLang="ko-KR" sz="8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grpSp>
        <p:nvGrpSpPr>
          <p:cNvPr id="376" name="Group 182">
            <a:extLst>
              <a:ext uri="{FF2B5EF4-FFF2-40B4-BE49-F238E27FC236}">
                <a16:creationId xmlns:a16="http://schemas.microsoft.com/office/drawing/2014/main" id="{71620468-570D-086E-6634-E06F7954287E}"/>
              </a:ext>
            </a:extLst>
          </p:cNvPr>
          <p:cNvGrpSpPr/>
          <p:nvPr/>
        </p:nvGrpSpPr>
        <p:grpSpPr>
          <a:xfrm>
            <a:off x="304344" y="1421839"/>
            <a:ext cx="216000" cy="1123880"/>
            <a:chOff x="334190" y="3789719"/>
            <a:chExt cx="216000" cy="1123880"/>
          </a:xfrm>
        </p:grpSpPr>
        <p:sp>
          <p:nvSpPr>
            <p:cNvPr id="377" name="Oval 183">
              <a:extLst>
                <a:ext uri="{FF2B5EF4-FFF2-40B4-BE49-F238E27FC236}">
                  <a16:creationId xmlns:a16="http://schemas.microsoft.com/office/drawing/2014/main" id="{5074EE89-AA44-04E8-53C5-0AE6245104ED}"/>
                </a:ext>
              </a:extLst>
            </p:cNvPr>
            <p:cNvSpPr/>
            <p:nvPr/>
          </p:nvSpPr>
          <p:spPr>
            <a:xfrm>
              <a:off x="334190" y="3789719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78" name="Oval 184">
              <a:extLst>
                <a:ext uri="{FF2B5EF4-FFF2-40B4-BE49-F238E27FC236}">
                  <a16:creationId xmlns:a16="http://schemas.microsoft.com/office/drawing/2014/main" id="{FC917368-BEB3-D880-FED3-6AA1143D3FFC}"/>
                </a:ext>
              </a:extLst>
            </p:cNvPr>
            <p:cNvSpPr/>
            <p:nvPr/>
          </p:nvSpPr>
          <p:spPr>
            <a:xfrm>
              <a:off x="334190" y="4100041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79" name="Oval 178">
              <a:extLst>
                <a:ext uri="{FF2B5EF4-FFF2-40B4-BE49-F238E27FC236}">
                  <a16:creationId xmlns:a16="http://schemas.microsoft.com/office/drawing/2014/main" id="{7237184D-F782-496F-4963-465F48123153}"/>
                </a:ext>
              </a:extLst>
            </p:cNvPr>
            <p:cNvSpPr/>
            <p:nvPr/>
          </p:nvSpPr>
          <p:spPr>
            <a:xfrm>
              <a:off x="334190" y="4412374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80" name="Oval 200">
              <a:extLst>
                <a:ext uri="{FF2B5EF4-FFF2-40B4-BE49-F238E27FC236}">
                  <a16:creationId xmlns:a16="http://schemas.microsoft.com/office/drawing/2014/main" id="{012C0D7E-5B31-73BD-ABE5-C870FC9E4FA1}"/>
                </a:ext>
              </a:extLst>
            </p:cNvPr>
            <p:cNvSpPr/>
            <p:nvPr/>
          </p:nvSpPr>
          <p:spPr>
            <a:xfrm>
              <a:off x="334190" y="4697599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500" b="1" dirty="0">
                  <a:solidFill>
                    <a:schemeClr val="bg1"/>
                  </a:solidFill>
                  <a:latin typeface="+mn-ea"/>
                </a:rPr>
                <a:t>ICON</a:t>
              </a:r>
              <a:endParaRPr lang="ko-KR" altLang="en-US" sz="500" b="1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2338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743C-6157-E2A9-752B-28A1126D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B04527-DDFA-5080-F454-FD515326CDB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67EE34-38DB-07E8-0288-D324B1DB39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2439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E1137D-973F-E7B5-1CA4-BE38497EE5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오프라인 상태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CEA7B24-3A78-86DB-607C-99959320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267326F7-92B2-F181-7F67-7E3697579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734008"/>
              </p:ext>
            </p:extLst>
          </p:nvPr>
        </p:nvGraphicFramePr>
        <p:xfrm>
          <a:off x="9625013" y="575703"/>
          <a:ext cx="2517466" cy="7924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오프라인 상태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미제공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프로필 이미지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LIVE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 미표시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오프라인 상태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불가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불가하며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후원만 가능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06164"/>
                  </a:ext>
                </a:extLst>
              </a:tr>
            </a:tbl>
          </a:graphicData>
        </a:graphic>
      </p:graphicFrame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A37AD93-F739-D5A9-8346-A4B28F36193C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457BFF54-2D9C-4F9B-BF34-BEB4650A73D1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41CBA3C6-C050-447D-DAEE-EAA9F3E55D7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E8A72FC3-AB67-0EF2-C5CE-0DA059C0041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CAB931C-18DC-8ECC-847E-916F3269A26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67F236EE-ACB9-0F7B-41D6-0FC096A2EEA2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50B1A816-4E6B-80A4-68A7-A0D7A42A7D2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30E42D-D4F6-A044-F012-10456DC41BA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A4CCAF48-781E-6155-DF5B-430BAE2B81BD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194011DE-0F5C-0738-43F2-70D9CB86FE6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8DD47DA-D2BE-4F01-6DD6-B6C0BC6FE106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C30DB0A-6A3A-4463-C74B-F80BCFE06E44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9C223066-EF5B-1BE5-3B78-48C87260A65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9652DD-D61B-747E-E0A6-6765580DE12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45B03B0F-0291-4C34-1EFF-58887758DAC3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362B3EB1-BEA1-00CE-BF16-B8C65B4C02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12CCE3-A7DB-B073-CBA5-0E4073248E5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2E1FF00D-2F69-E6BF-BB7A-3F2BA8D9A8B1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0B589A52-2DEB-A392-14E4-F014BFA89F1C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F8C5D2-D6BA-8A28-408A-FBD64080E99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C347440A-E1EC-13A4-8470-DF5A752EA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6596DA1F-586D-BF42-FF7F-7AC87FB02367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52C0DC27-1E00-9EA3-23FA-2D76310D291A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E5E4A3A5-76B6-8E09-BF59-9FEB4EFB43AB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643CDC0A-CE19-8073-1232-BFB8DDA2E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B65D54BA-559A-4E1A-6834-5191572D0AE8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32124EE-B09E-2450-5012-BD2BE46776A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1C9910A-4A32-C889-DA0D-96B0DBC8001D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DD3CC674-0229-0B91-8ED4-6281AE8D1309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3D7C87F-D41F-023C-66B9-B59A7876150D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4A45B44-466B-EC69-7B57-69EC8ABFAAD6}"/>
              </a:ext>
            </a:extLst>
          </p:cNvPr>
          <p:cNvSpPr txBox="1"/>
          <p:nvPr/>
        </p:nvSpPr>
        <p:spPr>
          <a:xfrm>
            <a:off x="737605" y="948503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8573794-60A8-2FE5-C39F-44B3655EE46E}"/>
              </a:ext>
            </a:extLst>
          </p:cNvPr>
          <p:cNvSpPr txBox="1"/>
          <p:nvPr/>
        </p:nvSpPr>
        <p:spPr>
          <a:xfrm>
            <a:off x="742619" y="1148943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FC176250-D4F7-D51C-77EF-AED228487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294" y="991101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84DE690A-2886-C5E5-D558-A8A901A44450}"/>
              </a:ext>
            </a:extLst>
          </p:cNvPr>
          <p:cNvGrpSpPr/>
          <p:nvPr/>
        </p:nvGrpSpPr>
        <p:grpSpPr>
          <a:xfrm>
            <a:off x="365283" y="972423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9C155844-7D6A-CE0C-0460-5907920FF56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D8FD0AF8-BD27-C783-FBDC-EF884E3CC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grpSp>
        <p:nvGrpSpPr>
          <p:cNvPr id="111" name="Group 2">
            <a:extLst>
              <a:ext uri="{FF2B5EF4-FFF2-40B4-BE49-F238E27FC236}">
                <a16:creationId xmlns:a16="http://schemas.microsoft.com/office/drawing/2014/main" id="{EB74753F-F307-93AB-F20D-EAAE1F5A1DF6}"/>
              </a:ext>
            </a:extLst>
          </p:cNvPr>
          <p:cNvGrpSpPr/>
          <p:nvPr/>
        </p:nvGrpSpPr>
        <p:grpSpPr>
          <a:xfrm>
            <a:off x="4222945" y="1076479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CE2A987B-7608-A03A-C34D-D32A76ED3E20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D2121003-BC49-0F9C-3B72-9891C52AE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8BF95F62-6D31-813E-DD5C-2E84815CDE33}"/>
              </a:ext>
            </a:extLst>
          </p:cNvPr>
          <p:cNvGrpSpPr/>
          <p:nvPr/>
        </p:nvGrpSpPr>
        <p:grpSpPr>
          <a:xfrm>
            <a:off x="5574790" y="1076479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9E189DC0-5E7B-75E4-5BAA-936BF370CA91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A50380F9-1096-0ECE-4D5E-441B741B6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C9791EA-1D0E-F620-4D04-B7B206221480}"/>
              </a:ext>
            </a:extLst>
          </p:cNvPr>
          <p:cNvSpPr/>
          <p:nvPr/>
        </p:nvSpPr>
        <p:spPr>
          <a:xfrm>
            <a:off x="247649" y="1735179"/>
            <a:ext cx="5974567" cy="47091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1D7A5F-01B7-44F9-1D83-752C5B8BC4E6}"/>
              </a:ext>
            </a:extLst>
          </p:cNvPr>
          <p:cNvSpPr txBox="1"/>
          <p:nvPr/>
        </p:nvSpPr>
        <p:spPr>
          <a:xfrm>
            <a:off x="2729308" y="1140941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50494FA3-9612-A803-2724-2AF4B67E4D02}"/>
              </a:ext>
            </a:extLst>
          </p:cNvPr>
          <p:cNvGrpSpPr/>
          <p:nvPr/>
        </p:nvGrpSpPr>
        <p:grpSpPr>
          <a:xfrm>
            <a:off x="249187" y="1473846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D3AE67A2-D8D2-B207-538D-616C8458712E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9D2A6292-8281-0FED-7188-8F92DEA72E1C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9FF29192-934C-D576-AD65-565AAE0A0517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5D4EAE85-ADD3-A6AE-CE7E-D48FDFF27710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B1A43DF1-71D8-FA80-F010-D4D09B4D6E67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01D876A9-0E0C-F176-5953-DF949A89BE93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04990FCB-41F8-0D73-C28C-A85F0134A609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C00CE940-33CF-8ABB-3689-A8F4F1CE9EE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D8B52FD-42C5-5FE1-20E2-3AB888FB96D2}"/>
              </a:ext>
            </a:extLst>
          </p:cNvPr>
          <p:cNvGrpSpPr/>
          <p:nvPr/>
        </p:nvGrpSpPr>
        <p:grpSpPr>
          <a:xfrm>
            <a:off x="5015200" y="1076479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370D8EFE-8BF5-0370-A443-FBBEC23FDF19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9B0669C-E333-1B64-3A6D-5012C7518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sp>
        <p:nvSpPr>
          <p:cNvPr id="24" name="타원 129">
            <a:extLst>
              <a:ext uri="{FF2B5EF4-FFF2-40B4-BE49-F238E27FC236}">
                <a16:creationId xmlns:a16="http://schemas.microsoft.com/office/drawing/2014/main" id="{BDD2A549-24F9-16E0-B2C4-EB931BBE7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1702" y="89590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129">
            <a:extLst>
              <a:ext uri="{FF2B5EF4-FFF2-40B4-BE49-F238E27FC236}">
                <a16:creationId xmlns:a16="http://schemas.microsoft.com/office/drawing/2014/main" id="{EE795D4F-F6BD-69E2-0C83-3F7F8C6D8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022" y="93440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5775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8E1137D-973F-E7B5-1CA4-BE38497EE5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(1/2)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CEA7B24-3A78-86DB-607C-999593205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267326F7-92B2-F181-7F67-7E36975795F2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47244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재생 중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마우스 오버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3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 동안 플레이어 영역 내 기능 표시됨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플랫폼 로고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라이브 중인 플랫폼 로고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투네이션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유튜브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트위치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치지직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1-2.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 방송 인디케이터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노출순위 기준으로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 라이브 방송 화면으로 전환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1-3.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 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(bar)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라이브 시점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1-4.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일시정지 버튼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재생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상태 → 영상 재생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방송 시점으로 재생됨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1-5.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조절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음소거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조절 아이콘 마우스 오버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(bar)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└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바 표시 상태에서 드래그로 볼륨 조절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조절 아이콘 클릭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볼륨 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0%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조절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음소거됨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1-6. LIVE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라이브 방송 중일 경우에만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라이브 시점으로 건너뜀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79080244-6918-A61D-E399-D0D5272B42B8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FC7F6BAE-26E9-E8A8-E60F-6A533E8EA74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2A37AD93-F739-D5A9-8346-A4B28F36193C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457BFF54-2D9C-4F9B-BF34-BEB4650A73D1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41CBA3C6-C050-447D-DAEE-EAA9F3E55D7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E8A72FC3-AB67-0EF2-C5CE-0DA059C0041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CAB931C-18DC-8ECC-847E-916F3269A26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67F236EE-ACB9-0F7B-41D6-0FC096A2EEA2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50B1A816-4E6B-80A4-68A7-A0D7A42A7D2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30E42D-D4F6-A044-F012-10456DC41BA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A4CCAF48-781E-6155-DF5B-430BAE2B81BD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194011DE-0F5C-0738-43F2-70D9CB86FE6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8DD47DA-D2BE-4F01-6DD6-B6C0BC6FE106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C30DB0A-6A3A-4463-C74B-F80BCFE06E44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9C223066-EF5B-1BE5-3B78-48C87260A65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9652DD-D61B-747E-E0A6-6765580DE12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45B03B0F-0291-4C34-1EFF-58887758DAC3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362B3EB1-BEA1-00CE-BF16-B8C65B4C02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12CCE3-A7DB-B073-CBA5-0E4073248E5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2E1FF00D-2F69-E6BF-BB7A-3F2BA8D9A8B1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0B589A52-2DEB-A392-14E4-F014BFA89F1C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6F8C5D2-D6BA-8A28-408A-FBD64080E99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C347440A-E1EC-13A4-8470-DF5A752EA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6596DA1F-586D-BF42-FF7F-7AC87FB02367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52C0DC27-1E00-9EA3-23FA-2D76310D291A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E5E4A3A5-76B6-8E09-BF59-9FEB4EFB43AB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643CDC0A-CE19-8073-1232-BFB8DDA2E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B65D54BA-559A-4E1A-6834-5191572D0AE8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32124EE-B09E-2450-5012-BD2BE46776A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1C9910A-4A32-C889-DA0D-96B0DBC8001D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DD3CC674-0229-0B91-8ED4-6281AE8D1309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3D7C87F-D41F-023C-66B9-B59A7876150D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D74CB92-6049-3DFC-C71A-34130F39F9A7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7B5B0139-A7EA-55B9-6B32-3EAAAAE2F8B3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D9A4FDD6-2026-47FC-FA9A-3DC7579C400B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291CA86D-84E0-6791-DE73-77D15E8F5C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5544BA7-A055-FA05-9DA3-CA74AA0E83DE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85DAB40B-4B7F-8732-C959-FA775BF5BFAB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D803AE5A-420E-656B-397D-873BEFAF6D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06A78580-5441-AE33-BE88-4B19A90A48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86444D95-C8BB-51E9-1EFE-0164D64FC4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5B2F5CE-7C13-C203-2F9E-45D3E6F086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5605E1EF-1165-02BA-B4F1-CB6454D448C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7AC77258-4DB5-CF4A-A90D-B60ABFE70A4D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3605E4E-468C-33C1-3C6E-E895272F626E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477F41C5-ED42-3E0F-288B-67128AAB638C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C8B9CCAD-E529-C233-B726-2D5E997C8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DCB9585F-7DBB-3A44-69DA-117AAAFD021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sp>
        <p:nvSpPr>
          <p:cNvPr id="3" name="타원 129">
            <a:extLst>
              <a:ext uri="{FF2B5EF4-FFF2-40B4-BE49-F238E27FC236}">
                <a16:creationId xmlns:a16="http://schemas.microsoft.com/office/drawing/2014/main" id="{9D325B3A-D544-FDFB-2BEB-09D210714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77176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129">
            <a:extLst>
              <a:ext uri="{FF2B5EF4-FFF2-40B4-BE49-F238E27FC236}">
                <a16:creationId xmlns:a16="http://schemas.microsoft.com/office/drawing/2014/main" id="{B501FB6F-182B-A2FF-05FC-EC1F875C4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19" y="94700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타원 129">
            <a:extLst>
              <a:ext uri="{FF2B5EF4-FFF2-40B4-BE49-F238E27FC236}">
                <a16:creationId xmlns:a16="http://schemas.microsoft.com/office/drawing/2014/main" id="{907C782E-AD31-BCAD-D6F4-AF5C927E0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984" y="20343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129">
            <a:extLst>
              <a:ext uri="{FF2B5EF4-FFF2-40B4-BE49-F238E27FC236}">
                <a16:creationId xmlns:a16="http://schemas.microsoft.com/office/drawing/2014/main" id="{4D18BB7D-0E09-C934-58B0-C8A717017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398343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129">
            <a:extLst>
              <a:ext uri="{FF2B5EF4-FFF2-40B4-BE49-F238E27FC236}">
                <a16:creationId xmlns:a16="http://schemas.microsoft.com/office/drawing/2014/main" id="{36AFA171-BBFF-8EE5-2C79-BA3CCB791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28" y="418107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타원 129">
            <a:extLst>
              <a:ext uri="{FF2B5EF4-FFF2-40B4-BE49-F238E27FC236}">
                <a16:creationId xmlns:a16="http://schemas.microsoft.com/office/drawing/2014/main" id="{FAA13241-0F74-EFAE-CCA2-361A7C5B7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70" y="418107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1-6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타원 129">
            <a:extLst>
              <a:ext uri="{FF2B5EF4-FFF2-40B4-BE49-F238E27FC236}">
                <a16:creationId xmlns:a16="http://schemas.microsoft.com/office/drawing/2014/main" id="{81B74389-3B7D-0220-8897-E4BE745CB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975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1-7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6" name="타원 129">
            <a:extLst>
              <a:ext uri="{FF2B5EF4-FFF2-40B4-BE49-F238E27FC236}">
                <a16:creationId xmlns:a16="http://schemas.microsoft.com/office/drawing/2014/main" id="{81CDFE73-BE72-D07D-020C-E4250D63D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923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1-8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타원 129">
            <a:extLst>
              <a:ext uri="{FF2B5EF4-FFF2-40B4-BE49-F238E27FC236}">
                <a16:creationId xmlns:a16="http://schemas.microsoft.com/office/drawing/2014/main" id="{A2D7A6C7-B0F5-33D1-A59F-C892A7203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492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1-9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129">
            <a:extLst>
              <a:ext uri="{FF2B5EF4-FFF2-40B4-BE49-F238E27FC236}">
                <a16:creationId xmlns:a16="http://schemas.microsoft.com/office/drawing/2014/main" id="{6EAED8F9-1BD3-4105-AFCD-A0DBF87D8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4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CEC458D4-DBCC-C4F3-E1FC-34D928B6E9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6419C8BF-5734-07C8-AAC9-B977B681BC3A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49ACF590-9482-6E76-8BA8-D88B5620FDC2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61BDD269-53E1-1CAD-BE8F-E707289BBBFA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0" name="타원 129">
            <a:extLst>
              <a:ext uri="{FF2B5EF4-FFF2-40B4-BE49-F238E27FC236}">
                <a16:creationId xmlns:a16="http://schemas.microsoft.com/office/drawing/2014/main" id="{2E11EE78-0174-4D3B-6906-8A1136D9A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37" y="368763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3DC88A-E45C-7CE4-DD9E-244DB546B47E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4A45B44-466B-EC69-7B57-69EC8ABFAAD6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8573794-60A8-2FE5-C39F-44B3655EE46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FC176250-D4F7-D51C-77EF-AED2284878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84DE690A-2886-C5E5-D558-A8A901A44450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9C155844-7D6A-CE0C-0460-5907920FF56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D8FD0AF8-BD27-C783-FBDC-EF884E3CC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10" name="Rounded Rectangle 160">
            <a:extLst>
              <a:ext uri="{FF2B5EF4-FFF2-40B4-BE49-F238E27FC236}">
                <a16:creationId xmlns:a16="http://schemas.microsoft.com/office/drawing/2014/main" id="{B855FBFB-4441-ABB9-DB35-8FAE75C10DA3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1" name="Group 2">
            <a:extLst>
              <a:ext uri="{FF2B5EF4-FFF2-40B4-BE49-F238E27FC236}">
                <a16:creationId xmlns:a16="http://schemas.microsoft.com/office/drawing/2014/main" id="{EB74753F-F307-93AB-F20D-EAAE1F5A1DF6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CE2A987B-7608-A03A-C34D-D32A76ED3E20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D2121003-BC49-0F9C-3B72-9891C52AE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8BF95F62-6D31-813E-DD5C-2E84815CDE33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9E189DC0-5E7B-75E4-5BAA-936BF370CA91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A50380F9-1096-0ECE-4D5E-441B741B6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C9791EA-1D0E-F620-4D04-B7B206221480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01D7A5F-01B7-44F9-1D83-752C5B8BC4E6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50494FA3-9612-A803-2724-2AF4B67E4D02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D3AE67A2-D8D2-B207-538D-616C8458712E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9D2A6292-8281-0FED-7188-8F92DEA72E1C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9FF29192-934C-D576-AD65-565AAE0A0517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5D4EAE85-ADD3-A6AE-CE7E-D48FDFF27710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B1A43DF1-71D8-FA80-F010-D4D09B4D6E67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01D876A9-0E0C-F176-5953-DF949A89BE93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04990FCB-41F8-0D73-C28C-A85F0134A609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C00CE940-33CF-8ABB-3689-A8F4F1CE9EE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ED8B52FD-42C5-5FE1-20E2-3AB888FB96D2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370D8EFE-8BF5-0370-A443-FBBEC23FDF19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9B0669C-E333-1B64-3A6D-5012C7518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A099E81-8652-AE30-D09E-56870FC6A0BD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0A00B24-0C0E-0E81-B877-E24831A4C25C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6AFE8F1-A36B-6C8D-CC9E-7F9819F63D04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0D26F477-E1FA-60BC-AC43-2B829704DA9D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A75F0409-98F3-8DA8-A009-F3CD02F57E37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9362EBB9-1896-3629-B8E3-8C7FB8F067D6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9269CBBF-2E51-7676-C1A6-D54A4E6CBC88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53" name="그림 152">
            <a:extLst>
              <a:ext uri="{FF2B5EF4-FFF2-40B4-BE49-F238E27FC236}">
                <a16:creationId xmlns:a16="http://schemas.microsoft.com/office/drawing/2014/main" id="{B36622C6-72C6-EB31-6C6A-A84A39C8C1A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97004" y="2710139"/>
            <a:ext cx="203688" cy="20368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E328F8-8049-A7E4-A8E7-3A897950DB8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88" name="타원 129">
            <a:extLst>
              <a:ext uri="{FF2B5EF4-FFF2-40B4-BE49-F238E27FC236}">
                <a16:creationId xmlns:a16="http://schemas.microsoft.com/office/drawing/2014/main" id="{772B2719-90A1-D8DE-5898-815095D1F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225" y="41545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1-10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DC9710-79D6-C8F0-8F58-B5026C14D799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F7D34-C7B9-CC98-C4FD-19E611BFE9DC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A959D1-70C2-4381-7103-2B4329201750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15B2C0-828D-830C-C424-F72BCC32A167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B292E8-E2B8-13F6-9C61-046C0970020C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2039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77D5F-8BA9-EB76-6F25-C14332F5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B5E40B9-9658-BE6D-0300-9B6D0F2302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(2/2)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C68397F-1AEB-28CB-8D37-EEA16489F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AD006503-6996-E14F-50E2-AE946D0D1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206724"/>
              </p:ext>
            </p:extLst>
          </p:nvPr>
        </p:nvGraphicFramePr>
        <p:xfrm>
          <a:off x="9625013" y="575703"/>
          <a:ext cx="2517466" cy="51816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1-7.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해상도 설정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영역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해상도 설정 툴팁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툴팁은 외부 클릭 시 닫힘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제공 해상도 종류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360p (Default)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540p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720p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1080p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고해상도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(720p, 1080p)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고해상도 시청 안내 모달 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선명한 화면 옵션 토글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Default : OFF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토글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선명도 조절됨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1-8.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 툴팁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툴팁은 외부 클릭 시 닫힘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제공 설정 종류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저지연 모드 토글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(Default OFF)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 </a:t>
                      </a:r>
                      <a:r>
                        <a:rPr lang="ko-KR" altLang="ko-KR" sz="800" dirty="0"/>
                        <a:t>실시간 방</a:t>
                      </a:r>
                      <a:r>
                        <a:rPr lang="ko-KR" altLang="en-US" sz="800" dirty="0"/>
                        <a:t>송 송출과 실제 시청 사이의 지연</a:t>
                      </a:r>
                      <a:r>
                        <a:rPr lang="ko-KR" altLang="ko-KR" sz="800" dirty="0"/>
                        <a:t>시간차를 줄여, 방송과 거의 동시에 시청하게 해주는 </a:t>
                      </a:r>
                      <a:r>
                        <a:rPr lang="ko-KR" altLang="en-US" sz="800" dirty="0"/>
                        <a:t>모드</a:t>
                      </a:r>
                      <a:r>
                        <a:rPr lang="en-US" altLang="ko-KR" sz="800" dirty="0"/>
                        <a:t>.</a:t>
                      </a:r>
                      <a:br>
                        <a:rPr lang="en-US" altLang="ko-KR" sz="800" dirty="0"/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모드 토글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(Default OFF)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영상 없이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음성만 제공해주는 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1-9. 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ON/OFF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1-10.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1-11.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고해상도 시청 안내 모달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확장 프로그램 설치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확장 프로그램 설치 진행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설치없이 일반 화질 시청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모달 닫힘 및 기존 설정한 해상도 유지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41573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3AB1D36A-5D73-F6C6-92B7-88CDBDBE3136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815E59A4-73C5-1A7D-D88A-337319A6C4E4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9B5714B2-A4D8-8F2C-6BCB-018E225D8442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C6CDC7B-A3E8-E14D-7D8A-981243BAD863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E6992A00-8885-1D04-8B19-5DA88345D50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75BD3F6E-6B09-C08B-3C71-19114C3124E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F94C759-699A-F1C1-4882-57FB0BD9B50F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C21B923E-07D5-84E0-C882-F55C53AA7834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1A4A9DD5-8739-4BC5-DC96-70CD5B353F0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02C6719-628A-136F-103E-DC39EDE2416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A16E876F-3A01-B948-9D89-82080A5B0086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AB201C91-2057-D687-E464-A9FF07F03EDD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4CD5B42-5220-CCB1-0186-5216A29BDE4C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4C6C32FE-6D8D-C54C-FC7C-A302E233CC6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322D84A2-AD45-01B8-74C2-E056281C226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16EC8C-A7C2-A233-0A1F-71F96E30480E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AEF9A18C-2D35-9585-6559-F264458928C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40CC76DC-C997-CE01-884E-D29F16C8656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FFEDC46-A29B-88EE-1D3C-DB4A6262886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7684B70C-71A3-C905-B902-B53D3B7E634B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B97BD28A-32E3-1B02-1F99-ADE7A019C41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26C5626-4B4D-AFB8-9700-29770C3AD5A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5F44C278-9036-B349-A6D4-109F87322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DE8AA67C-1A14-E609-2B2D-FE13A6F695F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CC20070-B66C-5781-7126-39EEA72F399F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17BB9298-08AF-B6A6-1022-085F292AFE64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DF750D8E-4EA7-C09E-5C92-95D8379DEA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6B0599E0-B833-53C3-1ED6-653DB52F0FD5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5FAEC021-5190-EBAE-8DFA-36AF6508ECFF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A4D2D69F-7539-DC39-9A23-C4FD210F6679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204CC10-6F94-4948-6A83-749E1B293021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08CCF2D-CC33-DA9E-574C-98AE44ABA88D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F731322-3361-6569-ABBB-CEE6B8D71AB9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7B437C9-B235-99E4-7F92-389E2359B808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D983E4E-6EF2-951D-6181-9DFDD28B20F7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349E164B-764C-5647-78D5-FE7B0881B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2A4A282-498C-AD90-5971-1D3EF2734504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A7B0850-97E5-6739-D95E-077D12B5689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826EAF66-3F6E-FA61-BD2A-D492690AF1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3712B8D6-7394-AE10-98DB-AD00C3274A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929384A4-3883-3AB6-DDE9-7C8D39B03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EC4F7158-265B-43B0-3024-47D8EDC622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EBBAA421-9BEB-2D7A-A34E-D2E8D2DA51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25A87F55-A2DC-DF80-EE4F-9FF5A1176E6D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E1D08143-64A6-8DF8-DC9F-0E681D329B92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3787F9DB-1B66-A799-194A-25A1F65C790B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3FFF16F9-D565-AACC-B45A-5EA8C6D97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56213A6F-78B0-A224-DC81-2CE953D8BF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sp>
        <p:nvSpPr>
          <p:cNvPr id="8" name="타원 129">
            <a:extLst>
              <a:ext uri="{FF2B5EF4-FFF2-40B4-BE49-F238E27FC236}">
                <a16:creationId xmlns:a16="http://schemas.microsoft.com/office/drawing/2014/main" id="{DA0A3D3C-0EAB-A075-4E97-A426E988D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771766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타원 129">
            <a:extLst>
              <a:ext uri="{FF2B5EF4-FFF2-40B4-BE49-F238E27FC236}">
                <a16:creationId xmlns:a16="http://schemas.microsoft.com/office/drawing/2014/main" id="{B0D1721C-F959-47EC-8EAA-855F93243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419" y="947000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9">
            <a:extLst>
              <a:ext uri="{FF2B5EF4-FFF2-40B4-BE49-F238E27FC236}">
                <a16:creationId xmlns:a16="http://schemas.microsoft.com/office/drawing/2014/main" id="{E643161B-C11A-7259-591E-C3EEA0B43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0984" y="2034337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29">
            <a:extLst>
              <a:ext uri="{FF2B5EF4-FFF2-40B4-BE49-F238E27FC236}">
                <a16:creationId xmlns:a16="http://schemas.microsoft.com/office/drawing/2014/main" id="{2953A05C-9479-9E85-73EF-163A1B6A3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3" y="3983439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29">
            <a:extLst>
              <a:ext uri="{FF2B5EF4-FFF2-40B4-BE49-F238E27FC236}">
                <a16:creationId xmlns:a16="http://schemas.microsoft.com/office/drawing/2014/main" id="{91919134-A4FD-91A6-51AB-E6596D620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28" y="4181072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1-5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129">
            <a:extLst>
              <a:ext uri="{FF2B5EF4-FFF2-40B4-BE49-F238E27FC236}">
                <a16:creationId xmlns:a16="http://schemas.microsoft.com/office/drawing/2014/main" id="{CF3A44D9-B6FD-CDEB-FF96-F8E79671F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975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1-7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타원 129">
            <a:extLst>
              <a:ext uri="{FF2B5EF4-FFF2-40B4-BE49-F238E27FC236}">
                <a16:creationId xmlns:a16="http://schemas.microsoft.com/office/drawing/2014/main" id="{784723FC-39EF-6637-BF67-0758CA29D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0923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1-8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타원 129">
            <a:extLst>
              <a:ext uri="{FF2B5EF4-FFF2-40B4-BE49-F238E27FC236}">
                <a16:creationId xmlns:a16="http://schemas.microsoft.com/office/drawing/2014/main" id="{A2E221B4-9897-0745-8EF1-35613526F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492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1-9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타원 129">
            <a:extLst>
              <a:ext uri="{FF2B5EF4-FFF2-40B4-BE49-F238E27FC236}">
                <a16:creationId xmlns:a16="http://schemas.microsoft.com/office/drawing/2014/main" id="{691E8196-207D-39EF-BE0E-0B25B116A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714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129">
            <a:extLst>
              <a:ext uri="{FF2B5EF4-FFF2-40B4-BE49-F238E27FC236}">
                <a16:creationId xmlns:a16="http://schemas.microsoft.com/office/drawing/2014/main" id="{E93E5EC3-E99C-FEB2-D0FF-163F49FA7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770" y="4181072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1-6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D47E3636-575F-78B4-51EC-FDFDD68F39E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BE2DF25-84D9-E7E6-069D-471F7EF04DF0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E73A5415-C10B-A7D4-17DC-D426DE61E41C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9D94CB63-53AE-F890-9F4C-C8F024BF7990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4B7A46F8-FFB5-4723-7D1E-E2E772E09805}"/>
              </a:ext>
            </a:extLst>
          </p:cNvPr>
          <p:cNvGrpSpPr/>
          <p:nvPr/>
        </p:nvGrpSpPr>
        <p:grpSpPr>
          <a:xfrm>
            <a:off x="2792066" y="2299453"/>
            <a:ext cx="1216109" cy="1311018"/>
            <a:chOff x="3754802" y="2658042"/>
            <a:chExt cx="1216109" cy="1311018"/>
          </a:xfrm>
        </p:grpSpPr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7EF5B2D4-0B20-3918-6C68-C52E3326C4AC}"/>
                </a:ext>
              </a:extLst>
            </p:cNvPr>
            <p:cNvSpPr/>
            <p:nvPr/>
          </p:nvSpPr>
          <p:spPr>
            <a:xfrm>
              <a:off x="3770478" y="2658042"/>
              <a:ext cx="1200433" cy="1311018"/>
            </a:xfrm>
            <a:prstGeom prst="roundRect">
              <a:avLst>
                <a:gd name="adj" fmla="val 6695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1080p</a:t>
              </a: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720p</a:t>
              </a: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480p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 360p</a:t>
              </a: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br>
                <a:rPr lang="en-US" altLang="ko-KR" sz="700" dirty="0">
                  <a:solidFill>
                    <a:schemeClr val="tx1"/>
                  </a:solidFill>
                  <a:latin typeface="+mn-ea"/>
                </a:rPr>
              </a:b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F0577C95-CA08-EAA5-C969-1D83A4C08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739957" y="3366184"/>
              <a:ext cx="169174" cy="169174"/>
            </a:xfrm>
            <a:prstGeom prst="rect">
              <a:avLst/>
            </a:prstGeom>
          </p:spPr>
        </p:pic>
        <p:cxnSp>
          <p:nvCxnSpPr>
            <p:cNvPr id="93" name="직선 연결선 32">
              <a:extLst>
                <a:ext uri="{FF2B5EF4-FFF2-40B4-BE49-F238E27FC236}">
                  <a16:creationId xmlns:a16="http://schemas.microsoft.com/office/drawing/2014/main" id="{7C2A9054-E8E6-F15E-579D-45FCADF767E7}"/>
                </a:ext>
              </a:extLst>
            </p:cNvPr>
            <p:cNvCxnSpPr>
              <a:cxnSpLocks/>
            </p:cNvCxnSpPr>
            <p:nvPr/>
          </p:nvCxnSpPr>
          <p:spPr>
            <a:xfrm>
              <a:off x="3857745" y="3651879"/>
              <a:ext cx="1025899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76D079F-FF0B-CA29-E2F7-149F9E7A94B3}"/>
                </a:ext>
              </a:extLst>
            </p:cNvPr>
            <p:cNvSpPr txBox="1"/>
            <p:nvPr/>
          </p:nvSpPr>
          <p:spPr>
            <a:xfrm>
              <a:off x="3754802" y="3717496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선명한 화면</a:t>
              </a:r>
            </a:p>
          </p:txBody>
        </p:sp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78D89E42-88BD-1D72-CB24-E93D60D14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710190" y="3730878"/>
              <a:ext cx="180000" cy="180000"/>
            </a:xfrm>
            <a:prstGeom prst="rect">
              <a:avLst/>
            </a:prstGeom>
          </p:spPr>
        </p:pic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6335561-21F2-FAF9-8A9B-D25C296ABAA6}"/>
              </a:ext>
            </a:extLst>
          </p:cNvPr>
          <p:cNvGrpSpPr/>
          <p:nvPr/>
        </p:nvGrpSpPr>
        <p:grpSpPr>
          <a:xfrm>
            <a:off x="4142564" y="3066489"/>
            <a:ext cx="1203409" cy="543982"/>
            <a:chOff x="4365797" y="3389217"/>
            <a:chExt cx="1203409" cy="543982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7186871F-DFDB-B102-99C3-C05296EC6440}"/>
                </a:ext>
              </a:extLst>
            </p:cNvPr>
            <p:cNvSpPr/>
            <p:nvPr/>
          </p:nvSpPr>
          <p:spPr>
            <a:xfrm>
              <a:off x="4368773" y="3389217"/>
              <a:ext cx="1200433" cy="543982"/>
            </a:xfrm>
            <a:prstGeom prst="roundRect">
              <a:avLst>
                <a:gd name="adj" fmla="val 12572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ct val="200000"/>
                </a:lnSpc>
              </a:pP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32269B0E-FE6A-538E-C3D2-ACC58E993ABF}"/>
                </a:ext>
              </a:extLst>
            </p:cNvPr>
            <p:cNvSpPr txBox="1"/>
            <p:nvPr/>
          </p:nvSpPr>
          <p:spPr>
            <a:xfrm>
              <a:off x="4365797" y="3672959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라디오 모드</a:t>
              </a:r>
            </a:p>
          </p:txBody>
        </p:sp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F0048913-0E78-ACA4-08F1-146048C90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27455" y="3682986"/>
              <a:ext cx="180000" cy="180000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2429A04-C126-C255-93C1-97DF349B1135}"/>
                </a:ext>
              </a:extLst>
            </p:cNvPr>
            <p:cNvSpPr txBox="1"/>
            <p:nvPr/>
          </p:nvSpPr>
          <p:spPr>
            <a:xfrm>
              <a:off x="4365797" y="3458097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7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저지연 모드</a:t>
              </a:r>
            </a:p>
          </p:txBody>
        </p:sp>
        <p:pic>
          <p:nvPicPr>
            <p:cNvPr id="104" name="그림 103">
              <a:extLst>
                <a:ext uri="{FF2B5EF4-FFF2-40B4-BE49-F238E27FC236}">
                  <a16:creationId xmlns:a16="http://schemas.microsoft.com/office/drawing/2014/main" id="{F710C7F6-1552-FF09-6561-833D376E9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327455" y="3468124"/>
              <a:ext cx="180000" cy="180000"/>
            </a:xfrm>
            <a:prstGeom prst="rect">
              <a:avLst/>
            </a:prstGeom>
          </p:spPr>
        </p:pic>
      </p:grpSp>
      <p:cxnSp>
        <p:nvCxnSpPr>
          <p:cNvPr id="105" name="직선 연결선 2055">
            <a:extLst>
              <a:ext uri="{FF2B5EF4-FFF2-40B4-BE49-F238E27FC236}">
                <a16:creationId xmlns:a16="http://schemas.microsoft.com/office/drawing/2014/main" id="{6C441A54-3F30-9037-62EC-CB5AA7DCB3B9}"/>
              </a:ext>
            </a:extLst>
          </p:cNvPr>
          <p:cNvCxnSpPr>
            <a:cxnSpLocks/>
            <a:stCxn id="91" idx="2"/>
          </p:cNvCxnSpPr>
          <p:nvPr/>
        </p:nvCxnSpPr>
        <p:spPr>
          <a:xfrm rot="16200000" flipH="1">
            <a:off x="3721940" y="3296489"/>
            <a:ext cx="456707" cy="1084669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2055">
            <a:extLst>
              <a:ext uri="{FF2B5EF4-FFF2-40B4-BE49-F238E27FC236}">
                <a16:creationId xmlns:a16="http://schemas.microsoft.com/office/drawing/2014/main" id="{6C511D41-8F29-ED49-ABA9-8C39F6B836EA}"/>
              </a:ext>
            </a:extLst>
          </p:cNvPr>
          <p:cNvCxnSpPr>
            <a:cxnSpLocks/>
            <a:stCxn id="98" idx="2"/>
          </p:cNvCxnSpPr>
          <p:nvPr/>
        </p:nvCxnSpPr>
        <p:spPr>
          <a:xfrm rot="16200000" flipH="1">
            <a:off x="4789218" y="3567009"/>
            <a:ext cx="334489" cy="421411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타원 129">
            <a:extLst>
              <a:ext uri="{FF2B5EF4-FFF2-40B4-BE49-F238E27FC236}">
                <a16:creationId xmlns:a16="http://schemas.microsoft.com/office/drawing/2014/main" id="{399A46C3-76E6-D52F-D2C3-9AF76CAD38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37" y="3687630"/>
            <a:ext cx="151424" cy="15142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D649476-64DB-5E3A-5863-83F2849061C0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7EC325C-27C5-B7F4-B9F8-7C63A4CF63CB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107F899-D314-AAF5-9EDC-EBD4D38F48D1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1BC9D499-A70B-287E-D087-44CC8681A3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6C50DD7F-1B6B-B928-95C9-7C7D6AB73034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729EC2CF-162A-2E63-300E-680CB9ADAFCD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AC9FF56E-9EEF-851E-E008-C3657F3E2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8D3904AA-F15A-2EE6-21D9-CE5B3369BD46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FFEE20AC-2594-DBC5-8D75-718CCC7E00A2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2515A48D-8749-9EC5-80BB-4AE051C54E43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4BA46B5A-5ABD-6DEB-E1B5-C186672FC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917EFB26-4E41-C724-188D-2024B675327E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0BB0C2E3-ECB6-D464-AF7F-6A6BE9EA9C9A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91D1DE61-108A-311A-4528-3953D4AF4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5F30B29-151B-C950-E655-19F8E1CF1A15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7A69D43-41FA-237A-2268-1D8350E157B2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E91997BA-12B0-E527-29AD-D308256AF0DF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5A0A738F-6AC4-2884-1D54-777596A03827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6E1D6744-3AE9-FB72-5AF7-CB28F8C9A54D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369D21E1-6882-61C0-2566-A6598B8085CD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0AD5F063-EF50-36EA-B841-22C8DC147B0F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85837A69-0111-A244-FB0E-8FD5D60A009A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74A2D0A4-75B8-3675-A6B4-969C775956F4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A87B2545-BDDC-B392-5109-7338CC25E314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8D6B3C28-A222-E839-77BF-07069B6B80F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4B689ED0-D877-1F84-6EE9-8EEB8E5D1A20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F06A1757-3436-78EA-76FC-C76278F0656B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3122E584-5618-E56E-F826-FBD103F9E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3148BEB8-E6DA-9356-4ABF-6E52C2D62FE5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8DDE1A5A-D88C-41EE-03E0-C018E8A5E676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AA86D91-B96B-05AA-0535-20582EB9C019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EF7D9CA-FCAF-E357-BF16-C6327F2DC553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1FFA8F1D-E87E-9F31-D54A-FE24DBF94D9E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1CCFEF79-D5AB-827D-E17D-1384C368B801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6C6CFEFF-3D60-481B-2CC4-FA44DAD8C7E5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B312FAE-51E0-6A72-99FF-FD14E4848C0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36" name="타원 129">
            <a:extLst>
              <a:ext uri="{FF2B5EF4-FFF2-40B4-BE49-F238E27FC236}">
                <a16:creationId xmlns:a16="http://schemas.microsoft.com/office/drawing/2014/main" id="{4F0065B9-2D7F-C899-F86D-83E97E953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225" y="415453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1-10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6BCC56-8CB8-7663-86C5-B4DD0B499069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F9644B-6474-8CD2-DE35-DC54DA0CA907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C87298-1FB8-000F-396B-6442987F2205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EA84CC-0A58-700C-D56E-3DF892E5ED46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19B6E1-771D-C545-D8F0-EAE0F99DD618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9D6FF1A-552C-DAAF-6EBD-C8A824EB573B}"/>
              </a:ext>
            </a:extLst>
          </p:cNvPr>
          <p:cNvSpPr/>
          <p:nvPr/>
        </p:nvSpPr>
        <p:spPr>
          <a:xfrm>
            <a:off x="6313280" y="819325"/>
            <a:ext cx="314941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5B2670A-9FE4-E8FA-816A-79AC64266098}"/>
              </a:ext>
            </a:extLst>
          </p:cNvPr>
          <p:cNvGrpSpPr/>
          <p:nvPr/>
        </p:nvGrpSpPr>
        <p:grpSpPr>
          <a:xfrm>
            <a:off x="6613778" y="2885050"/>
            <a:ext cx="2458504" cy="1748076"/>
            <a:chOff x="6613778" y="2885050"/>
            <a:chExt cx="2458504" cy="1748076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A1696901-48D2-67C7-FE96-107A787BEEB1}"/>
                </a:ext>
              </a:extLst>
            </p:cNvPr>
            <p:cNvSpPr/>
            <p:nvPr/>
          </p:nvSpPr>
          <p:spPr>
            <a:xfrm>
              <a:off x="6613778" y="2885050"/>
              <a:ext cx="2458504" cy="1748076"/>
            </a:xfrm>
            <a:prstGeom prst="roundRect">
              <a:avLst>
                <a:gd name="adj" fmla="val 5329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E833669-F652-7793-AE5F-5BC7B7F3E2CF}"/>
                </a:ext>
              </a:extLst>
            </p:cNvPr>
            <p:cNvSpPr txBox="1"/>
            <p:nvPr/>
          </p:nvSpPr>
          <p:spPr>
            <a:xfrm>
              <a:off x="7304939" y="3039409"/>
              <a:ext cx="1076183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고해상도 시청 안내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5B75D7-639D-FFF0-D0E8-CE479386D2EA}"/>
                </a:ext>
              </a:extLst>
            </p:cNvPr>
            <p:cNvSpPr txBox="1"/>
            <p:nvPr/>
          </p:nvSpPr>
          <p:spPr>
            <a:xfrm>
              <a:off x="6795626" y="3305341"/>
              <a:ext cx="2094809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고해상도 시청을 위해선 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브라우저 확장 프로그램 설치가 필요합니다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796D1E33-EFCA-C6F1-311E-8CF297951D24}"/>
                </a:ext>
              </a:extLst>
            </p:cNvPr>
            <p:cNvSpPr/>
            <p:nvPr/>
          </p:nvSpPr>
          <p:spPr>
            <a:xfrm>
              <a:off x="7088908" y="3786159"/>
              <a:ext cx="1508246" cy="273423"/>
            </a:xfrm>
            <a:prstGeom prst="roundRect">
              <a:avLst>
                <a:gd name="adj" fmla="val 20327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  <a:latin typeface="+mn-ea"/>
                </a:rPr>
                <a:t>확장 프로그램 설치</a:t>
              </a: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91B4EC0F-596C-8E65-4EDE-8E66F2696E55}"/>
                </a:ext>
              </a:extLst>
            </p:cNvPr>
            <p:cNvSpPr/>
            <p:nvPr/>
          </p:nvSpPr>
          <p:spPr>
            <a:xfrm>
              <a:off x="7098148" y="4111466"/>
              <a:ext cx="1489764" cy="273423"/>
            </a:xfrm>
            <a:prstGeom prst="roundRect">
              <a:avLst>
                <a:gd name="adj" fmla="val 20327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/>
                  </a:solidFill>
                  <a:latin typeface="+mn-ea"/>
                </a:rPr>
                <a:t>설치없이 일반 화질 시청</a:t>
              </a:r>
            </a:p>
          </p:txBody>
        </p: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780239C9-A8E4-96D3-6107-2EBBCC971F23}"/>
              </a:ext>
            </a:extLst>
          </p:cNvPr>
          <p:cNvSpPr/>
          <p:nvPr/>
        </p:nvSpPr>
        <p:spPr>
          <a:xfrm>
            <a:off x="2858522" y="2348752"/>
            <a:ext cx="386702" cy="4107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5" name="직선 연결선 2055">
            <a:extLst>
              <a:ext uri="{FF2B5EF4-FFF2-40B4-BE49-F238E27FC236}">
                <a16:creationId xmlns:a16="http://schemas.microsoft.com/office/drawing/2014/main" id="{1927DE96-45EA-426A-8D89-1BFECB8D48BD}"/>
              </a:ext>
            </a:extLst>
          </p:cNvPr>
          <p:cNvCxnSpPr>
            <a:cxnSpLocks/>
            <a:stCxn id="30" idx="0"/>
            <a:endCxn id="43" idx="0"/>
          </p:cNvCxnSpPr>
          <p:nvPr/>
        </p:nvCxnSpPr>
        <p:spPr>
          <a:xfrm rot="16200000" flipV="1">
            <a:off x="5179303" y="221322"/>
            <a:ext cx="536298" cy="4791157"/>
          </a:xfrm>
          <a:prstGeom prst="bentConnector3">
            <a:avLst>
              <a:gd name="adj1" fmla="val 204474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129">
            <a:extLst>
              <a:ext uri="{FF2B5EF4-FFF2-40B4-BE49-F238E27FC236}">
                <a16:creationId xmlns:a16="http://schemas.microsoft.com/office/drawing/2014/main" id="{B03FA03D-1E40-E50E-D5B3-F699BC683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0351" y="281879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207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E778-2D57-224E-E107-DD7D4810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3C72264-3191-318D-F4F8-5C4A35D036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플레이 바 특정 시점 건너뛰기</a:t>
            </a:r>
            <a:r>
              <a:rPr lang="en-US" altLang="ko-KR" sz="2000" dirty="0"/>
              <a:t> 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435091-1AAB-271E-0463-ECB18A37A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0D358AFD-FDD5-0BCD-017C-D2D5F8C14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650738"/>
              </p:ext>
            </p:extLst>
          </p:nvPr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 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(bar)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Default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실시간 라이브 시점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드래그 또는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특정 방송 시점으로 건너뛰기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시점의 썸네일 미리보기 제공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831D8667-A729-C5DE-A007-65FB2FB89B42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2B5BC809-613F-DEDE-26A2-1968F96C6B5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0809E3C-8FBA-F651-2D26-EF861373DBA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417E867-0E1E-2A2A-9409-8A97B81AFE25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F452DF98-2741-AB1D-B1A4-0E0A7FDB2E9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9430D197-6E03-CD8F-DDF7-7A448B17C89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BD8DCA4-30A9-D537-8584-B13073A21F0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C5BEE04E-C68F-8106-CAED-BB522AE079C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ECFB3AB3-2B97-DB26-C722-F57CBA765A0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60AF00-9180-FC62-DAFB-823F91F0ED8C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CB997C04-09A0-4B9D-2A81-B0F137CDB0D4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430F403D-5ADF-23DD-28FB-DD8C8F76293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6A3AA26-8DE5-7CE4-6F2A-5218BF4578B7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86236D6-740A-EDD7-D7A7-421971CF5254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16129B62-5FF3-C089-FE5F-FE58131534E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016FBD3-C2BB-3F2E-D6AA-1FB0BEDC9E6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EA0C3B32-E8FE-3797-4CCC-491F6966E7B8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8B3C4C83-0383-FAB8-B8F9-60A907273EA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0243038-078F-51F3-78CD-75B60DE76A1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0EED3B56-AC98-0B13-FB0E-9A930653EC19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78BA0DFC-3676-B14C-9736-CD65A050395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A9796CA-6305-C24F-B5EB-39C406194FEE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DE75F299-5744-8A2A-A064-3FBB6F122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AD267195-7739-9B7E-BD99-0D5DC803E228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3E3480E-EB97-8D77-9B69-B606AFED0893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ED9097F0-11C9-F75D-5A7F-2A6D6E2E54F4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8987ABFD-8E35-BD0C-FF75-3D643C28C3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5C910349-9A39-E5F5-D22F-EB56A3ED557D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48AF4D10-C5E8-BD22-2A74-8B5FE31165A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03DF688E-F3B2-7C96-0C11-4F34602DC486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4640F888-73FE-E20A-B264-EFCBF47BCB1F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FC28A7-792A-69E2-1141-702EEDEBDD58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D1EF664A-9F96-D8F4-6FB1-33BD96A7BC68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B2AE836-B42F-654B-37EA-371A90298410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2CC6B4BF-4FE5-05BB-10D5-8BA4A45BA61A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7FD77F22-B08A-7772-0AD1-43B4000C3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D4D9F28F-A805-DF93-93E3-AA92FE419C50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D2E296C9-0717-1322-BE79-4DA16892C04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A2994FF0-879E-9177-0D3F-7E4ADB8F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0720B2DC-CF8A-91F5-8BE1-5D82AA9CE8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BB58B869-518E-BB2B-3BD5-38BFB017B4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5E2E303B-9998-3ADD-9A7B-43705949AC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FF7E1DB2-AF42-2A00-196A-10A2B359E8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6DF70174-74EF-B8CD-8B3B-96F9BA0172DE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8833660-72A9-545B-60CB-306687ED85C9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D5A301FD-3D87-21A0-8E0A-6B3AD63732C9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799F78F1-0026-FFC6-69C4-7D08D8183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D908EBE4-A2F5-8D1C-FF2D-0D288568F7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61ECE44D-B801-36FF-C1A4-10B9D175F2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A1907D5E-36D7-D4A2-0ABC-27DEF288F1FD}"/>
              </a:ext>
            </a:extLst>
          </p:cNvPr>
          <p:cNvGrpSpPr/>
          <p:nvPr/>
        </p:nvGrpSpPr>
        <p:grpSpPr>
          <a:xfrm>
            <a:off x="285087" y="3823362"/>
            <a:ext cx="5907809" cy="92335"/>
            <a:chOff x="285087" y="3823362"/>
            <a:chExt cx="5907809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6FC7AF24-FC5F-BD6C-D814-37585F411145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99F25E3-5DB0-2E3C-F006-FC899DB41C7D}"/>
                </a:ext>
              </a:extLst>
            </p:cNvPr>
            <p:cNvSpPr/>
            <p:nvPr/>
          </p:nvSpPr>
          <p:spPr>
            <a:xfrm>
              <a:off x="3888896" y="3853387"/>
              <a:ext cx="2304000" cy="3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D6C7832D-4F23-3C78-B1AC-6182E86CCFFD}"/>
                </a:ext>
              </a:extLst>
            </p:cNvPr>
            <p:cNvSpPr/>
            <p:nvPr/>
          </p:nvSpPr>
          <p:spPr>
            <a:xfrm>
              <a:off x="3822439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2F2826-2CA0-63FB-E831-A160FE8BEE8B}"/>
              </a:ext>
            </a:extLst>
          </p:cNvPr>
          <p:cNvSpPr/>
          <p:nvPr/>
        </p:nvSpPr>
        <p:spPr>
          <a:xfrm>
            <a:off x="3208490" y="2758193"/>
            <a:ext cx="1300757" cy="716332"/>
          </a:xfrm>
          <a:prstGeom prst="roundRect">
            <a:avLst>
              <a:gd name="adj" fmla="val 6695"/>
            </a:avLst>
          </a:prstGeom>
          <a:solidFill>
            <a:schemeClr val="bg1">
              <a:lumMod val="65000"/>
            </a:schemeClr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>
              <a:lnSpc>
                <a:spcPct val="200000"/>
              </a:lnSpc>
            </a:pP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1505F16-7693-FDA1-73D9-591BE3785A4A}"/>
              </a:ext>
            </a:extLst>
          </p:cNvPr>
          <p:cNvSpPr/>
          <p:nvPr/>
        </p:nvSpPr>
        <p:spPr>
          <a:xfrm>
            <a:off x="3589665" y="3533197"/>
            <a:ext cx="557882" cy="239402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  <a:alpha val="83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58 : 22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7D2E025-A80E-47D3-8E7F-7D30A0DBDA07}"/>
              </a:ext>
            </a:extLst>
          </p:cNvPr>
          <p:cNvGrpSpPr/>
          <p:nvPr/>
        </p:nvGrpSpPr>
        <p:grpSpPr>
          <a:xfrm>
            <a:off x="3704980" y="2936242"/>
            <a:ext cx="307777" cy="360235"/>
            <a:chOff x="3704980" y="2954172"/>
            <a:chExt cx="307777" cy="360235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CC3BADC5-4448-B6C5-E7A8-CA818C24D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764473" y="2954172"/>
              <a:ext cx="188794" cy="18879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E47EF7C-EA09-FD17-8E4A-69DA20FF26D2}"/>
                </a:ext>
              </a:extLst>
            </p:cNvPr>
            <p:cNvSpPr txBox="1"/>
            <p:nvPr/>
          </p:nvSpPr>
          <p:spPr>
            <a:xfrm>
              <a:off x="3704980" y="3153529"/>
              <a:ext cx="307777" cy="16087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bg1"/>
                  </a:solidFill>
                  <a:latin typeface="+mn-ea"/>
                  <a:ea typeface="+mn-ea"/>
                </a:rPr>
                <a:t>썸네일</a:t>
              </a:r>
              <a:endParaRPr lang="en-US" altLang="ko-KR" sz="8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F8840AFB-8BA9-CDC4-BB73-99B49F10B2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39166" y="3866081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5" name="타원 129">
            <a:extLst>
              <a:ext uri="{FF2B5EF4-FFF2-40B4-BE49-F238E27FC236}">
                <a16:creationId xmlns:a16="http://schemas.microsoft.com/office/drawing/2014/main" id="{5FDFE62A-C704-1200-D148-CC122DB7F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046" y="2719184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441FE5-9DB0-BCEB-F479-A085245BED23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3DB026-4EAE-FAB7-5BA8-34EAAA76BFC6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B955CC-DFCC-191C-E445-B1FF4DA91FBB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29" name="Picture 142">
            <a:extLst>
              <a:ext uri="{FF2B5EF4-FFF2-40B4-BE49-F238E27FC236}">
                <a16:creationId xmlns:a16="http://schemas.microsoft.com/office/drawing/2014/main" id="{79FBC409-FADD-A0F0-6F80-7E85E347B90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30" name="Group 149">
            <a:extLst>
              <a:ext uri="{FF2B5EF4-FFF2-40B4-BE49-F238E27FC236}">
                <a16:creationId xmlns:a16="http://schemas.microsoft.com/office/drawing/2014/main" id="{39F74B23-6F58-6369-8452-32E2357E35BC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31" name="Oval 156">
              <a:extLst>
                <a:ext uri="{FF2B5EF4-FFF2-40B4-BE49-F238E27FC236}">
                  <a16:creationId xmlns:a16="http://schemas.microsoft.com/office/drawing/2014/main" id="{EDDA3251-927E-A15D-1F60-543DEE5C641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3" name="Picture 159">
              <a:extLst>
                <a:ext uri="{FF2B5EF4-FFF2-40B4-BE49-F238E27FC236}">
                  <a16:creationId xmlns:a16="http://schemas.microsoft.com/office/drawing/2014/main" id="{4252EF6E-B813-0694-FB77-898877758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35" name="Rounded Rectangle 160">
            <a:extLst>
              <a:ext uri="{FF2B5EF4-FFF2-40B4-BE49-F238E27FC236}">
                <a16:creationId xmlns:a16="http://schemas.microsoft.com/office/drawing/2014/main" id="{0222EAD1-0EC5-D372-7E19-07D16F8EAB1B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36" name="Group 2">
            <a:extLst>
              <a:ext uri="{FF2B5EF4-FFF2-40B4-BE49-F238E27FC236}">
                <a16:creationId xmlns:a16="http://schemas.microsoft.com/office/drawing/2014/main" id="{83B71775-3731-CB1E-86F1-ABEBE2E06C5D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37" name="Rectangle 256">
              <a:extLst>
                <a:ext uri="{FF2B5EF4-FFF2-40B4-BE49-F238E27FC236}">
                  <a16:creationId xmlns:a16="http://schemas.microsoft.com/office/drawing/2014/main" id="{3644087C-1305-EACA-02C3-DE9F37BBE2E6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38" name="Picture 191">
              <a:extLst>
                <a:ext uri="{FF2B5EF4-FFF2-40B4-BE49-F238E27FC236}">
                  <a16:creationId xmlns:a16="http://schemas.microsoft.com/office/drawing/2014/main" id="{B898D461-CE39-1CAF-FDF2-B57BE90C5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39" name="Group 17">
            <a:extLst>
              <a:ext uri="{FF2B5EF4-FFF2-40B4-BE49-F238E27FC236}">
                <a16:creationId xmlns:a16="http://schemas.microsoft.com/office/drawing/2014/main" id="{F30A5E0F-2F23-CE40-CCA4-9C56BFE67A0F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40" name="Rectangle 256">
              <a:extLst>
                <a:ext uri="{FF2B5EF4-FFF2-40B4-BE49-F238E27FC236}">
                  <a16:creationId xmlns:a16="http://schemas.microsoft.com/office/drawing/2014/main" id="{DE037D76-06A4-BF6F-B53A-BB8BC8B6C6B5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41" name="Picture 15">
              <a:extLst>
                <a:ext uri="{FF2B5EF4-FFF2-40B4-BE49-F238E27FC236}">
                  <a16:creationId xmlns:a16="http://schemas.microsoft.com/office/drawing/2014/main" id="{C6699E70-2E65-8522-9817-69EC839F7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F9FC243-369D-0209-4BD9-51CFC09C6203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19302D-7572-A855-E8A9-FCF99A99D8B3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47" name="Group 26">
            <a:extLst>
              <a:ext uri="{FF2B5EF4-FFF2-40B4-BE49-F238E27FC236}">
                <a16:creationId xmlns:a16="http://schemas.microsoft.com/office/drawing/2014/main" id="{1CAD3631-A55C-1F2B-CCCA-7D844BCCBF52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48" name="그룹 6">
              <a:extLst>
                <a:ext uri="{FF2B5EF4-FFF2-40B4-BE49-F238E27FC236}">
                  <a16:creationId xmlns:a16="http://schemas.microsoft.com/office/drawing/2014/main" id="{FB33ED20-9DA2-9F5B-F3AC-F645CC6BD0D9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52" name="Tab 1">
                <a:extLst>
                  <a:ext uri="{FF2B5EF4-FFF2-40B4-BE49-F238E27FC236}">
                    <a16:creationId xmlns:a16="http://schemas.microsoft.com/office/drawing/2014/main" id="{A59AE2A3-31A1-1F92-4615-49B07615D058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1" name="Tab 2">
                <a:extLst>
                  <a:ext uri="{FF2B5EF4-FFF2-40B4-BE49-F238E27FC236}">
                    <a16:creationId xmlns:a16="http://schemas.microsoft.com/office/drawing/2014/main" id="{8D45CCF9-300C-876F-1F67-943AC49873AF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2" name="Tab 2">
                <a:extLst>
                  <a:ext uri="{FF2B5EF4-FFF2-40B4-BE49-F238E27FC236}">
                    <a16:creationId xmlns:a16="http://schemas.microsoft.com/office/drawing/2014/main" id="{FBA67E12-85B9-07BC-034A-082EC1C5E6BA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3" name="Tab 2">
                <a:extLst>
                  <a:ext uri="{FF2B5EF4-FFF2-40B4-BE49-F238E27FC236}">
                    <a16:creationId xmlns:a16="http://schemas.microsoft.com/office/drawing/2014/main" id="{BDDDD876-AAFE-0210-71B0-E54CB8A3301A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4" name="Tab 2">
                <a:extLst>
                  <a:ext uri="{FF2B5EF4-FFF2-40B4-BE49-F238E27FC236}">
                    <a16:creationId xmlns:a16="http://schemas.microsoft.com/office/drawing/2014/main" id="{258E519E-75C4-5BA8-2358-BABB56769971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75" name="Tab 2">
                <a:extLst>
                  <a:ext uri="{FF2B5EF4-FFF2-40B4-BE49-F238E27FC236}">
                    <a16:creationId xmlns:a16="http://schemas.microsoft.com/office/drawing/2014/main" id="{F73EAA45-0B90-668E-FFB1-2D787DED2952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49" name="직선 연결선 32">
              <a:extLst>
                <a:ext uri="{FF2B5EF4-FFF2-40B4-BE49-F238E27FC236}">
                  <a16:creationId xmlns:a16="http://schemas.microsoft.com/office/drawing/2014/main" id="{67559827-EA64-034A-8E5A-A8149D4A7DE6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07E576EC-B59B-2AB7-369C-E0893E268F53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84" name="Rectangle 256">
              <a:extLst>
                <a:ext uri="{FF2B5EF4-FFF2-40B4-BE49-F238E27FC236}">
                  <a16:creationId xmlns:a16="http://schemas.microsoft.com/office/drawing/2014/main" id="{7916AC1D-F334-F0E9-1711-ED2C36924164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981D4B50-F18C-5944-B223-EE8739918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C8F3F71F-4B1E-084D-2AE3-CC827C8DF7D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BEAFC3E-9A27-0CEF-105F-056D26EB6E87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56ECA92-9E66-685A-4CAC-57A97296DBB6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41177CF0-B231-7CAD-A000-F82C68442827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CCD86896-821E-ED9A-EC28-633DFEC0CABC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9B0172F3-3966-4450-B5D9-AB703309FD04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14F38181-9421-2BC9-AE10-89B8A75D94A5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E6DF00-1DAF-9712-4AF8-2A15DECB39A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E58A9D-75E2-B3E3-DF80-35437AE683CC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9D8AC5-B7A0-87DB-4DC4-43FC98AD89EA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6F23D3-A037-1E4B-5D90-D2D9F244C694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B6A34-4121-57F7-B582-2736B58D290C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59AC8B-5C71-C52B-2CA8-B54DEC3424EE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6646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4CAD-D666-0DE6-F21B-8688AD55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541B11-002F-E928-7494-D8E62E5987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플레이어 영역 </a:t>
            </a:r>
            <a:r>
              <a:rPr lang="en-US" altLang="ko-KR" sz="2000" dirty="0"/>
              <a:t>&gt; </a:t>
            </a:r>
            <a:r>
              <a:rPr lang="ko-KR" altLang="en-US" sz="2000" dirty="0">
                <a:latin typeface="+mn-ea"/>
              </a:rPr>
              <a:t>기능별 이름 및 단축키 툴팁 표시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810213D-5721-6703-E6C1-6013A8739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5E214D6E-ABA0-17DF-232F-E79D3224E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931704"/>
              </p:ext>
            </p:extLst>
          </p:nvPr>
        </p:nvGraphicFramePr>
        <p:xfrm>
          <a:off x="9625013" y="575703"/>
          <a:ext cx="2517466" cy="4572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기능별 이름 및 단축키 툴팁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내 기능별 마우스 오버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기능별 이름 및 단축키 툴팁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19C56A86-6067-250C-66C1-1976EF8F1019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D284187C-CC5D-A4FE-07FB-C17A1DBD68F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07A9ECAB-F0C4-24F7-B56C-A4B69F7C881A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38CA0D28-2771-9634-D6F4-2E39A40B2755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028B0D48-3428-CE76-AB78-E0FCBA584DC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F4F44DB7-F57F-3390-938F-D5850BD5464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B7C6BB3-CAA5-B0BB-024E-596C5FC52ABA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9108B67D-1481-F721-67FA-8F9A9FAC0C3D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E84C2B10-E4AF-3F89-F5FE-70188480A49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87C2699-2935-3983-506F-75A4D9CF50B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3873672B-6758-72A8-AEE6-B6B692CE590C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4A372DC7-C7CF-D9AA-730C-0C7722EA4B0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239442-9220-1625-BA4C-4FBB068E9A0B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55C72BD0-19F5-9E61-E986-26F00091D02D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4FBFD435-F421-7B20-C1AC-E8C7A6F7239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FFA8EA-AE55-3B21-1AAE-AEDFC8A45BF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16251329-3D70-BCBF-AC5D-351BBCC5A2C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ECD09303-84BE-1E08-D854-8A98482FA391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1A75F7C-356C-E685-BB9B-726E104A6C8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7FAEF9F8-C92D-F24D-AE9C-F69A66BC2670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535D6FE7-161F-A396-AAC9-364E2ABDB79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D122627-3CAB-DC20-D7E0-99A5A729D149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2C0A364D-8183-EC6F-C562-338CB429B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D8A4D87F-415F-03BF-166B-6C8F6C25EE68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CAF260F-9ED8-EE7A-5B30-4F721FA33B95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C6E33538-D4C6-B161-766D-4D4C189E37D7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9D320201-3876-A44A-C752-BFE570E8E7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C945B8A6-DEA4-B147-C616-42D058A5EBCC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9EA00635-0EAB-D24A-2B97-36AA9DCBA75A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EFD4AAD8-E3DB-EC83-DFF0-61EECFF7D6B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AFD14ED5-1F32-7C63-2986-2365985F1E91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C286F6F6-D4D6-5CF4-E62E-3FF42C4A567F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713C6CBF-A632-5B72-533A-1A0DE55FDF12}"/>
              </a:ext>
            </a:extLst>
          </p:cNvPr>
          <p:cNvGrpSpPr/>
          <p:nvPr/>
        </p:nvGrpSpPr>
        <p:grpSpPr>
          <a:xfrm>
            <a:off x="5853553" y="1488651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4C7F8B8F-C62F-2632-1D1A-FB4A01E47E38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5674913-06AA-D16A-2669-64FB95D1CDA4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E2E33CB7-0E03-4BC7-A89F-567EEEBBF0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15C49DB-1B96-EE2A-6A7F-508CC8E8866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6B00D92-90E1-4616-BFE8-E17DE51C5CE4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28E6A955-BBE7-22C5-7434-6F2148787F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576848C2-2AA1-E06C-0F32-5988076F774F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A3C49EFB-CA87-CFAD-20F0-A5B39704E074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EA61854C-C22E-AD19-19C0-48588C38A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5F276BA-AAB5-C525-A559-9441B7E4B15C}"/>
              </a:ext>
            </a:extLst>
          </p:cNvPr>
          <p:cNvGrpSpPr/>
          <p:nvPr/>
        </p:nvGrpSpPr>
        <p:grpSpPr>
          <a:xfrm rot="5400000">
            <a:off x="1726847" y="3778257"/>
            <a:ext cx="167506" cy="584348"/>
            <a:chOff x="623122" y="3177540"/>
            <a:chExt cx="207957" cy="725462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211C3F08-9A4F-B3DF-7513-2E60E5BC78BD}"/>
                </a:ext>
              </a:extLst>
            </p:cNvPr>
            <p:cNvSpPr/>
            <p:nvPr/>
          </p:nvSpPr>
          <p:spPr>
            <a:xfrm rot="16200000">
              <a:off x="364370" y="3436292"/>
              <a:ext cx="725462" cy="20795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3CD9E3C7-B270-6314-5B79-6B2E5E790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6200000">
              <a:off x="428901" y="3502995"/>
              <a:ext cx="596400" cy="74550"/>
            </a:xfrm>
            <a:prstGeom prst="rect">
              <a:avLst/>
            </a:prstGeom>
          </p:spPr>
        </p:pic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2ABEEC5-ED13-0E7C-D179-7E37FF7C8A06}"/>
              </a:ext>
            </a:extLst>
          </p:cNvPr>
          <p:cNvCxnSpPr>
            <a:cxnSpLocks/>
          </p:cNvCxnSpPr>
          <p:nvPr/>
        </p:nvCxnSpPr>
        <p:spPr>
          <a:xfrm>
            <a:off x="363371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38BCF15-85B7-A6AA-AB32-CCC1D88B3CD1}"/>
              </a:ext>
            </a:extLst>
          </p:cNvPr>
          <p:cNvSpPr/>
          <p:nvPr/>
        </p:nvSpPr>
        <p:spPr>
          <a:xfrm>
            <a:off x="61708" y="2691255"/>
            <a:ext cx="674892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재생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(space/K)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1668D27-EFB8-D44D-E4FF-FB6FD8F70ACD}"/>
              </a:ext>
            </a:extLst>
          </p:cNvPr>
          <p:cNvSpPr/>
          <p:nvPr/>
        </p:nvSpPr>
        <p:spPr>
          <a:xfrm>
            <a:off x="239436" y="3928029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1B33ED16-82FD-833D-E3C6-8F013C2B43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sp>
        <p:nvSpPr>
          <p:cNvPr id="83" name="타원 82">
            <a:extLst>
              <a:ext uri="{FF2B5EF4-FFF2-40B4-BE49-F238E27FC236}">
                <a16:creationId xmlns:a16="http://schemas.microsoft.com/office/drawing/2014/main" id="{B33893E4-2EEE-8791-71C2-5E14862CDE94}"/>
              </a:ext>
            </a:extLst>
          </p:cNvPr>
          <p:cNvSpPr/>
          <p:nvPr/>
        </p:nvSpPr>
        <p:spPr>
          <a:xfrm>
            <a:off x="239436" y="2981879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5B06E0A0-F646-5938-0AB2-F8FAB4B360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433" y="2983509"/>
            <a:ext cx="259976" cy="259976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2B74CEE1-E166-2642-0BED-D635D4A57A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523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FE9D33B-3923-3250-784B-34F193B50B5F}"/>
              </a:ext>
            </a:extLst>
          </p:cNvPr>
          <p:cNvSpPr/>
          <p:nvPr/>
        </p:nvSpPr>
        <p:spPr>
          <a:xfrm>
            <a:off x="61708" y="3637079"/>
            <a:ext cx="86583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일시정지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(space/K)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CE90C3B9-0FBB-67FC-2D16-668DEF4752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523" y="3175919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B07A476A-33B3-260C-93A6-7EFFDEED3389}"/>
              </a:ext>
            </a:extLst>
          </p:cNvPr>
          <p:cNvSpPr/>
          <p:nvPr/>
        </p:nvSpPr>
        <p:spPr>
          <a:xfrm>
            <a:off x="953425" y="2691255"/>
            <a:ext cx="778724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음소거 해제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(M)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00A34D70-89F7-3C41-1E43-0D13A34A828C}"/>
              </a:ext>
            </a:extLst>
          </p:cNvPr>
          <p:cNvSpPr/>
          <p:nvPr/>
        </p:nvSpPr>
        <p:spPr>
          <a:xfrm>
            <a:off x="1201974" y="2981879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632CB2C0-AFA4-70ED-C316-FA0BE1F7A9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0242" y="3027410"/>
            <a:ext cx="181267" cy="181267"/>
          </a:xfrm>
          <a:prstGeom prst="rect">
            <a:avLst/>
          </a:prstGeom>
        </p:spPr>
      </p:pic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5011797D-ED00-0900-8909-56FD6E19A472}"/>
              </a:ext>
            </a:extLst>
          </p:cNvPr>
          <p:cNvCxnSpPr>
            <a:cxnSpLocks/>
          </p:cNvCxnSpPr>
          <p:nvPr/>
        </p:nvCxnSpPr>
        <p:spPr>
          <a:xfrm>
            <a:off x="1340892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그림 104">
            <a:extLst>
              <a:ext uri="{FF2B5EF4-FFF2-40B4-BE49-F238E27FC236}">
                <a16:creationId xmlns:a16="http://schemas.microsoft.com/office/drawing/2014/main" id="{BD7A2431-EFB6-8A69-F7DA-A9750C3F92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7044" y="3175919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E14EC908-09B6-1BCC-4F14-3181FE5F85F7}"/>
              </a:ext>
            </a:extLst>
          </p:cNvPr>
          <p:cNvSpPr/>
          <p:nvPr/>
        </p:nvSpPr>
        <p:spPr>
          <a:xfrm>
            <a:off x="1063846" y="3640869"/>
            <a:ext cx="557882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음소거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(M)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BE007D1E-152A-7F12-5034-58901850E8F8}"/>
              </a:ext>
            </a:extLst>
          </p:cNvPr>
          <p:cNvSpPr/>
          <p:nvPr/>
        </p:nvSpPr>
        <p:spPr>
          <a:xfrm>
            <a:off x="1201974" y="3930815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3" name="그림 142">
            <a:extLst>
              <a:ext uri="{FF2B5EF4-FFF2-40B4-BE49-F238E27FC236}">
                <a16:creationId xmlns:a16="http://schemas.microsoft.com/office/drawing/2014/main" id="{DAC63830-D8A9-76C2-106B-A31EDC4200A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8179" y="3960840"/>
            <a:ext cx="211110" cy="211110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9C18FB65-DD51-7C87-1FCA-4793DD7568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35058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B41D36C-0BCE-B3DA-EDA7-6492C48EBD9B}"/>
              </a:ext>
            </a:extLst>
          </p:cNvPr>
          <p:cNvGrpSpPr/>
          <p:nvPr/>
        </p:nvGrpSpPr>
        <p:grpSpPr>
          <a:xfrm>
            <a:off x="1518426" y="3033706"/>
            <a:ext cx="584348" cy="167506"/>
            <a:chOff x="1518426" y="3026818"/>
            <a:chExt cx="584348" cy="167506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E702D81B-EFFE-1D8D-4133-23F3638DA47F}"/>
                </a:ext>
              </a:extLst>
            </p:cNvPr>
            <p:cNvSpPr/>
            <p:nvPr/>
          </p:nvSpPr>
          <p:spPr>
            <a:xfrm>
              <a:off x="1518426" y="3026818"/>
              <a:ext cx="584348" cy="16750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6E580110-A8FA-C820-F0E0-3158D096D1B4}"/>
                </a:ext>
              </a:extLst>
            </p:cNvPr>
            <p:cNvSpPr/>
            <p:nvPr/>
          </p:nvSpPr>
          <p:spPr>
            <a:xfrm>
              <a:off x="1571200" y="3103058"/>
              <a:ext cx="478800" cy="14400"/>
            </a:xfrm>
            <a:prstGeom prst="rect">
              <a:avLst/>
            </a:prstGeom>
            <a:solidFill>
              <a:srgbClr val="5C5C5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ACB304BA-161D-AA3E-C8C3-61B6AC803AE6}"/>
                </a:ext>
              </a:extLst>
            </p:cNvPr>
            <p:cNvSpPr/>
            <p:nvPr/>
          </p:nvSpPr>
          <p:spPr>
            <a:xfrm>
              <a:off x="1557936" y="3080234"/>
              <a:ext cx="60049" cy="6004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05E82FA7-21FB-5089-CA9A-FDB88011C154}"/>
              </a:ext>
            </a:extLst>
          </p:cNvPr>
          <p:cNvSpPr/>
          <p:nvPr/>
        </p:nvSpPr>
        <p:spPr>
          <a:xfrm>
            <a:off x="3526908" y="3640869"/>
            <a:ext cx="401104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해상도</a:t>
            </a: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92F50F34-81F8-E8FE-F3C4-A6F52023FE67}"/>
              </a:ext>
            </a:extLst>
          </p:cNvPr>
          <p:cNvGrpSpPr/>
          <p:nvPr/>
        </p:nvGrpSpPr>
        <p:grpSpPr>
          <a:xfrm>
            <a:off x="3507351" y="3928029"/>
            <a:ext cx="468160" cy="271160"/>
            <a:chOff x="4510088" y="3928029"/>
            <a:chExt cx="468160" cy="271160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DF2D592A-BABF-EF0B-FDEF-0E7B73988EE9}"/>
                </a:ext>
              </a:extLst>
            </p:cNvPr>
            <p:cNvSpPr/>
            <p:nvPr/>
          </p:nvSpPr>
          <p:spPr>
            <a:xfrm>
              <a:off x="4510088" y="3928029"/>
              <a:ext cx="452918" cy="271160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C8C0D1C-7C10-4C3F-6F21-F4AA0457F246}"/>
                </a:ext>
              </a:extLst>
            </p:cNvPr>
            <p:cNvSpPr txBox="1"/>
            <p:nvPr/>
          </p:nvSpPr>
          <p:spPr>
            <a:xfrm>
              <a:off x="4514412" y="3953549"/>
              <a:ext cx="463836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  <a:latin typeface="+mn-ea"/>
                  <a:ea typeface="+mn-ea"/>
                </a:rPr>
                <a:t>360p </a:t>
              </a:r>
              <a:r>
                <a:rPr lang="ko-KR" altLang="en-US" sz="700" dirty="0">
                  <a:solidFill>
                    <a:schemeClr val="bg1"/>
                  </a:solidFill>
                  <a:latin typeface="+mn-ea"/>
                </a:rPr>
                <a:t>▼</a:t>
              </a:r>
              <a:endParaRPr lang="en-US" altLang="ko-KR" sz="9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120" name="그림 119">
            <a:extLst>
              <a:ext uri="{FF2B5EF4-FFF2-40B4-BE49-F238E27FC236}">
                <a16:creationId xmlns:a16="http://schemas.microsoft.com/office/drawing/2014/main" id="{D100DA20-C342-ED5F-CBC1-00DBE64788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9216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910DADCC-5DA2-631A-9C8F-9FA55A190397}"/>
              </a:ext>
            </a:extLst>
          </p:cNvPr>
          <p:cNvGrpSpPr/>
          <p:nvPr/>
        </p:nvGrpSpPr>
        <p:grpSpPr>
          <a:xfrm>
            <a:off x="4032108" y="3930815"/>
            <a:ext cx="271160" cy="271160"/>
            <a:chOff x="3988008" y="3930815"/>
            <a:chExt cx="271160" cy="271160"/>
          </a:xfrm>
        </p:grpSpPr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A1C15071-A7EA-931D-94D6-30C163A3C9B4}"/>
                </a:ext>
              </a:extLst>
            </p:cNvPr>
            <p:cNvSpPr/>
            <p:nvPr/>
          </p:nvSpPr>
          <p:spPr>
            <a:xfrm>
              <a:off x="3988008" y="3930815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CA733E64-DE25-98AA-7F96-BA40A10F4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997589" y="3939803"/>
              <a:ext cx="253184" cy="253184"/>
            </a:xfrm>
            <a:prstGeom prst="rect">
              <a:avLst/>
            </a:prstGeom>
          </p:spPr>
        </p:pic>
      </p:grpSp>
      <p:pic>
        <p:nvPicPr>
          <p:cNvPr id="122" name="그림 121">
            <a:extLst>
              <a:ext uri="{FF2B5EF4-FFF2-40B4-BE49-F238E27FC236}">
                <a16:creationId xmlns:a16="http://schemas.microsoft.com/office/drawing/2014/main" id="{A91DAF39-A2D0-6E2E-ADCD-B25C0F865E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873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32BCEE7F-76B4-F8E1-86E2-5BF31BBF72B0}"/>
              </a:ext>
            </a:extLst>
          </p:cNvPr>
          <p:cNvSpPr/>
          <p:nvPr/>
        </p:nvSpPr>
        <p:spPr>
          <a:xfrm>
            <a:off x="3998770" y="3640869"/>
            <a:ext cx="33783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설정</a:t>
            </a:r>
          </a:p>
        </p:txBody>
      </p: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C8D486DA-AB1D-417D-887D-695C53BA13F0}"/>
              </a:ext>
            </a:extLst>
          </p:cNvPr>
          <p:cNvGrpSpPr/>
          <p:nvPr/>
        </p:nvGrpSpPr>
        <p:grpSpPr>
          <a:xfrm>
            <a:off x="4488977" y="3930815"/>
            <a:ext cx="271160" cy="271160"/>
            <a:chOff x="4435803" y="3930815"/>
            <a:chExt cx="271160" cy="271160"/>
          </a:xfrm>
        </p:grpSpPr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D3229BF4-3455-800D-F7FA-8808D422784D}"/>
                </a:ext>
              </a:extLst>
            </p:cNvPr>
            <p:cNvSpPr/>
            <p:nvPr/>
          </p:nvSpPr>
          <p:spPr>
            <a:xfrm>
              <a:off x="4435803" y="3930815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98" name="그림 197">
              <a:extLst>
                <a:ext uri="{FF2B5EF4-FFF2-40B4-BE49-F238E27FC236}">
                  <a16:creationId xmlns:a16="http://schemas.microsoft.com/office/drawing/2014/main" id="{32315867-5582-424F-61EB-C98E9C1FC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487083" y="3982095"/>
              <a:ext cx="168600" cy="168600"/>
            </a:xfrm>
            <a:prstGeom prst="rect">
              <a:avLst/>
            </a:prstGeom>
          </p:spPr>
        </p:pic>
      </p:grpSp>
      <p:sp>
        <p:nvSpPr>
          <p:cNvPr id="136" name="타원 135">
            <a:extLst>
              <a:ext uri="{FF2B5EF4-FFF2-40B4-BE49-F238E27FC236}">
                <a16:creationId xmlns:a16="http://schemas.microsoft.com/office/drawing/2014/main" id="{8B060576-ECAC-4BFF-9940-6D3A67A145D7}"/>
              </a:ext>
            </a:extLst>
          </p:cNvPr>
          <p:cNvSpPr/>
          <p:nvPr/>
        </p:nvSpPr>
        <p:spPr>
          <a:xfrm>
            <a:off x="5227872" y="3930815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B5D1E4FE-5273-CDE6-E0D7-0714A8D2FA7D}"/>
              </a:ext>
            </a:extLst>
          </p:cNvPr>
          <p:cNvGrpSpPr/>
          <p:nvPr/>
        </p:nvGrpSpPr>
        <p:grpSpPr>
          <a:xfrm>
            <a:off x="5939140" y="3923570"/>
            <a:ext cx="271160" cy="271160"/>
            <a:chOff x="5311646" y="3923570"/>
            <a:chExt cx="271160" cy="271160"/>
          </a:xfrm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1C785210-3C02-F668-A49A-E8755CB4044D}"/>
                </a:ext>
              </a:extLst>
            </p:cNvPr>
            <p:cNvSpPr/>
            <p:nvPr/>
          </p:nvSpPr>
          <p:spPr>
            <a:xfrm>
              <a:off x="5311646" y="3923570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7816763B-572F-EB40-35BA-5E2553BAD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353690" y="3965614"/>
              <a:ext cx="187072" cy="187072"/>
            </a:xfrm>
            <a:prstGeom prst="rect">
              <a:avLst/>
            </a:prstGeom>
          </p:spPr>
        </p:pic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68407515-B172-A75A-4C29-ADD0A80C9B97}"/>
              </a:ext>
            </a:extLst>
          </p:cNvPr>
          <p:cNvSpPr/>
          <p:nvPr/>
        </p:nvSpPr>
        <p:spPr>
          <a:xfrm>
            <a:off x="4401689" y="3640869"/>
            <a:ext cx="556073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PIP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모드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(P)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FBACF30D-7A9A-68A2-D279-60AA50FB63E4}"/>
              </a:ext>
            </a:extLst>
          </p:cNvPr>
          <p:cNvSpPr/>
          <p:nvPr/>
        </p:nvSpPr>
        <p:spPr>
          <a:xfrm>
            <a:off x="5015266" y="3640869"/>
            <a:ext cx="696372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영화관 모드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(T)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CB6D00A0-6C3E-382B-DE58-90E174C855E2}"/>
              </a:ext>
            </a:extLst>
          </p:cNvPr>
          <p:cNvSpPr/>
          <p:nvPr/>
        </p:nvSpPr>
        <p:spPr>
          <a:xfrm>
            <a:off x="5775319" y="3640869"/>
            <a:ext cx="59420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전체 화면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(F)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147" name="그림 146">
            <a:extLst>
              <a:ext uri="{FF2B5EF4-FFF2-40B4-BE49-F238E27FC236}">
                <a16:creationId xmlns:a16="http://schemas.microsoft.com/office/drawing/2014/main" id="{19283AC8-2E40-7CA8-FE5D-97934BD0CF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0044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35423DBC-401F-E9CE-CD1D-504DDF381E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8827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02DE9DCD-A3E9-30EF-5084-E64540126B2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D7ED74B3-B365-ECEB-DF9C-805F5C51F6E4}"/>
              </a:ext>
            </a:extLst>
          </p:cNvPr>
          <p:cNvSpPr/>
          <p:nvPr/>
        </p:nvSpPr>
        <p:spPr>
          <a:xfrm>
            <a:off x="5287289" y="1534064"/>
            <a:ext cx="50869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이전 영상</a:t>
            </a:r>
          </a:p>
        </p:txBody>
      </p:sp>
      <p:pic>
        <p:nvPicPr>
          <p:cNvPr id="153" name="그림 152">
            <a:extLst>
              <a:ext uri="{FF2B5EF4-FFF2-40B4-BE49-F238E27FC236}">
                <a16:creationId xmlns:a16="http://schemas.microsoft.com/office/drawing/2014/main" id="{F2EFA7D1-F07C-3F50-78F6-421E353F71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1722786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92E58F67-52F2-6A71-5D56-1C49397B58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2206494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943E38F2-9700-C60C-2018-29CEE5BC5DD2}"/>
              </a:ext>
            </a:extLst>
          </p:cNvPr>
          <p:cNvSpPr/>
          <p:nvPr/>
        </p:nvSpPr>
        <p:spPr>
          <a:xfrm>
            <a:off x="5287289" y="1992974"/>
            <a:ext cx="508696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다음 영상</a:t>
            </a:r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8D9AA3C-52A7-1A56-A298-49BC29928602}"/>
              </a:ext>
            </a:extLst>
          </p:cNvPr>
          <p:cNvGrpSpPr/>
          <p:nvPr/>
        </p:nvGrpSpPr>
        <p:grpSpPr>
          <a:xfrm>
            <a:off x="2172852" y="3943802"/>
            <a:ext cx="509063" cy="271160"/>
            <a:chOff x="2583387" y="3943802"/>
            <a:chExt cx="509063" cy="271160"/>
          </a:xfrm>
        </p:grpSpPr>
        <p:sp>
          <p:nvSpPr>
            <p:cNvPr id="160" name="사각형: 둥근 모서리 159">
              <a:extLst>
                <a:ext uri="{FF2B5EF4-FFF2-40B4-BE49-F238E27FC236}">
                  <a16:creationId xmlns:a16="http://schemas.microsoft.com/office/drawing/2014/main" id="{DDF23C3F-777B-BF72-BFF8-AB3977ABBA1E}"/>
                </a:ext>
              </a:extLst>
            </p:cNvPr>
            <p:cNvSpPr/>
            <p:nvPr/>
          </p:nvSpPr>
          <p:spPr>
            <a:xfrm>
              <a:off x="2583387" y="3943802"/>
              <a:ext cx="509063" cy="2711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8D7DCA40-C3BC-7050-CF81-7A23E3425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683744" y="4018355"/>
              <a:ext cx="308348" cy="122054"/>
            </a:xfrm>
            <a:prstGeom prst="rect">
              <a:avLst/>
            </a:prstGeom>
          </p:spPr>
        </p:pic>
      </p:grpSp>
      <p:pic>
        <p:nvPicPr>
          <p:cNvPr id="162" name="그림 161">
            <a:extLst>
              <a:ext uri="{FF2B5EF4-FFF2-40B4-BE49-F238E27FC236}">
                <a16:creationId xmlns:a16="http://schemas.microsoft.com/office/drawing/2014/main" id="{FDE42278-8603-48C8-7B1C-65BA51706F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9655" y="4133400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3" name="사각형: 둥근 모서리 162">
            <a:extLst>
              <a:ext uri="{FF2B5EF4-FFF2-40B4-BE49-F238E27FC236}">
                <a16:creationId xmlns:a16="http://schemas.microsoft.com/office/drawing/2014/main" id="{640B1AB8-E262-6571-5766-0FEAE80CB4F6}"/>
              </a:ext>
            </a:extLst>
          </p:cNvPr>
          <p:cNvSpPr/>
          <p:nvPr/>
        </p:nvSpPr>
        <p:spPr>
          <a:xfrm>
            <a:off x="2136078" y="3640869"/>
            <a:ext cx="1277681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실시간 방송으로 건너뜁니다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2774197-2BF7-BE16-80F8-7491FC781685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6149F9C-35F7-8823-F276-BB29CC910C4A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692C817-D224-8764-1834-9FFE2594D5E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70" name="Picture 142">
            <a:extLst>
              <a:ext uri="{FF2B5EF4-FFF2-40B4-BE49-F238E27FC236}">
                <a16:creationId xmlns:a16="http://schemas.microsoft.com/office/drawing/2014/main" id="{33A8358E-7584-9264-D885-D391A9648A5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72" name="Group 149">
            <a:extLst>
              <a:ext uri="{FF2B5EF4-FFF2-40B4-BE49-F238E27FC236}">
                <a16:creationId xmlns:a16="http://schemas.microsoft.com/office/drawing/2014/main" id="{65CB181F-B71F-478E-79DB-40A4C71724D0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73" name="Oval 156">
              <a:extLst>
                <a:ext uri="{FF2B5EF4-FFF2-40B4-BE49-F238E27FC236}">
                  <a16:creationId xmlns:a16="http://schemas.microsoft.com/office/drawing/2014/main" id="{FC07B1DF-1241-076C-8C29-8FCFF68C9CA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74" name="Picture 159">
              <a:extLst>
                <a:ext uri="{FF2B5EF4-FFF2-40B4-BE49-F238E27FC236}">
                  <a16:creationId xmlns:a16="http://schemas.microsoft.com/office/drawing/2014/main" id="{684E6E12-6224-ED7E-3AA8-3C01E0B2E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75" name="Rounded Rectangle 160">
            <a:extLst>
              <a:ext uri="{FF2B5EF4-FFF2-40B4-BE49-F238E27FC236}">
                <a16:creationId xmlns:a16="http://schemas.microsoft.com/office/drawing/2014/main" id="{DC7C828A-E584-C6A9-7DC6-6D0C56030EE1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76" name="Group 2">
            <a:extLst>
              <a:ext uri="{FF2B5EF4-FFF2-40B4-BE49-F238E27FC236}">
                <a16:creationId xmlns:a16="http://schemas.microsoft.com/office/drawing/2014/main" id="{1D7044AF-DA9F-3974-D0E7-9CFAF1964D5A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77" name="Rectangle 256">
              <a:extLst>
                <a:ext uri="{FF2B5EF4-FFF2-40B4-BE49-F238E27FC236}">
                  <a16:creationId xmlns:a16="http://schemas.microsoft.com/office/drawing/2014/main" id="{DA4B7267-88BA-026B-F799-756482247A88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78" name="Picture 191">
              <a:extLst>
                <a:ext uri="{FF2B5EF4-FFF2-40B4-BE49-F238E27FC236}">
                  <a16:creationId xmlns:a16="http://schemas.microsoft.com/office/drawing/2014/main" id="{94BCF4C5-A509-7002-F7CE-0AA95F34D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79" name="Group 17">
            <a:extLst>
              <a:ext uri="{FF2B5EF4-FFF2-40B4-BE49-F238E27FC236}">
                <a16:creationId xmlns:a16="http://schemas.microsoft.com/office/drawing/2014/main" id="{574FD7BA-19FB-7294-F289-04FA413A5B94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80" name="Rectangle 256">
              <a:extLst>
                <a:ext uri="{FF2B5EF4-FFF2-40B4-BE49-F238E27FC236}">
                  <a16:creationId xmlns:a16="http://schemas.microsoft.com/office/drawing/2014/main" id="{02A0C579-1BFF-E98A-52B6-4B4E0EFF8C03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81" name="Picture 15">
              <a:extLst>
                <a:ext uri="{FF2B5EF4-FFF2-40B4-BE49-F238E27FC236}">
                  <a16:creationId xmlns:a16="http://schemas.microsoft.com/office/drawing/2014/main" id="{281ED4E4-30EC-6B6B-1697-A2D9E45EF5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5BE8683B-DEB1-C27C-3119-4DD6C6B20D87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0278D7C8-04C5-1524-FD67-D93C62BFD83F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84" name="Group 26">
            <a:extLst>
              <a:ext uri="{FF2B5EF4-FFF2-40B4-BE49-F238E27FC236}">
                <a16:creationId xmlns:a16="http://schemas.microsoft.com/office/drawing/2014/main" id="{21F59B61-5B6A-0827-EAF7-56265839F490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85" name="그룹 6">
              <a:extLst>
                <a:ext uri="{FF2B5EF4-FFF2-40B4-BE49-F238E27FC236}">
                  <a16:creationId xmlns:a16="http://schemas.microsoft.com/office/drawing/2014/main" id="{836A54D5-C66D-C52B-C542-7525158C06C3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87" name="Tab 1">
                <a:extLst>
                  <a:ext uri="{FF2B5EF4-FFF2-40B4-BE49-F238E27FC236}">
                    <a16:creationId xmlns:a16="http://schemas.microsoft.com/office/drawing/2014/main" id="{B522E494-8372-648B-2842-86B1BAFBA04C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88" name="Tab 2">
                <a:extLst>
                  <a:ext uri="{FF2B5EF4-FFF2-40B4-BE49-F238E27FC236}">
                    <a16:creationId xmlns:a16="http://schemas.microsoft.com/office/drawing/2014/main" id="{01A02B7F-C4D3-5E6A-2220-0B0DA4BA9160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89" name="Tab 2">
                <a:extLst>
                  <a:ext uri="{FF2B5EF4-FFF2-40B4-BE49-F238E27FC236}">
                    <a16:creationId xmlns:a16="http://schemas.microsoft.com/office/drawing/2014/main" id="{1B76EF02-31C0-E0C3-17B4-3E688CD2C3F3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90" name="Tab 2">
                <a:extLst>
                  <a:ext uri="{FF2B5EF4-FFF2-40B4-BE49-F238E27FC236}">
                    <a16:creationId xmlns:a16="http://schemas.microsoft.com/office/drawing/2014/main" id="{0EAE11E3-5E18-C4D5-FA16-6D0A5C6E7D51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91" name="Tab 2">
                <a:extLst>
                  <a:ext uri="{FF2B5EF4-FFF2-40B4-BE49-F238E27FC236}">
                    <a16:creationId xmlns:a16="http://schemas.microsoft.com/office/drawing/2014/main" id="{82CB2A37-3B31-488C-5A4C-6D5D8DCC746F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92" name="Tab 2">
                <a:extLst>
                  <a:ext uri="{FF2B5EF4-FFF2-40B4-BE49-F238E27FC236}">
                    <a16:creationId xmlns:a16="http://schemas.microsoft.com/office/drawing/2014/main" id="{A58DE8E1-BA58-7851-997C-33191EA74199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86" name="직선 연결선 32">
              <a:extLst>
                <a:ext uri="{FF2B5EF4-FFF2-40B4-BE49-F238E27FC236}">
                  <a16:creationId xmlns:a16="http://schemas.microsoft.com/office/drawing/2014/main" id="{C7153245-C26D-5C82-50B4-25FFAD8B6F77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355F4DED-55FE-36B4-A9B2-14BE9F6C57AE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94" name="Rectangle 256">
              <a:extLst>
                <a:ext uri="{FF2B5EF4-FFF2-40B4-BE49-F238E27FC236}">
                  <a16:creationId xmlns:a16="http://schemas.microsoft.com/office/drawing/2014/main" id="{92ED4BC0-6409-8ACE-2D21-9731E570B6F7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95" name="그림 194">
              <a:extLst>
                <a:ext uri="{FF2B5EF4-FFF2-40B4-BE49-F238E27FC236}">
                  <a16:creationId xmlns:a16="http://schemas.microsoft.com/office/drawing/2014/main" id="{3B7C079E-E0BC-9BAC-E2A5-51E11A162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576DECEC-499A-292C-3254-46C2BAC14234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F9EDB228-77FB-B5A4-B27A-F988CF7B0389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A7AC150B-30E6-BA97-270E-E557D6D723C2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E418B8DF-54E5-3FCF-4BCA-693B1D7281E8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0CE9ABB9-9600-C19C-873A-52240D0E1DF1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D03FF8A3-8AAB-630B-EB4A-BA813FD2D10B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4" name="사각형: 둥근 모서리 233">
            <a:extLst>
              <a:ext uri="{FF2B5EF4-FFF2-40B4-BE49-F238E27FC236}">
                <a16:creationId xmlns:a16="http://schemas.microsoft.com/office/drawing/2014/main" id="{D1CA9459-1134-5172-77F5-7DCC303063AA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207A656B-DFEF-2E7A-BDE0-311C9E5464C0}"/>
              </a:ext>
            </a:extLst>
          </p:cNvPr>
          <p:cNvGrpSpPr/>
          <p:nvPr/>
        </p:nvGrpSpPr>
        <p:grpSpPr>
          <a:xfrm>
            <a:off x="4373827" y="2991510"/>
            <a:ext cx="271160" cy="271160"/>
            <a:chOff x="4567377" y="3048660"/>
            <a:chExt cx="271160" cy="271160"/>
          </a:xfrm>
        </p:grpSpPr>
        <p:sp>
          <p:nvSpPr>
            <p:cNvPr id="241" name="타원 240">
              <a:extLst>
                <a:ext uri="{FF2B5EF4-FFF2-40B4-BE49-F238E27FC236}">
                  <a16:creationId xmlns:a16="http://schemas.microsoft.com/office/drawing/2014/main" id="{8F9490EE-53A0-CA98-96DD-55D9BA9FB994}"/>
                </a:ext>
              </a:extLst>
            </p:cNvPr>
            <p:cNvSpPr/>
            <p:nvPr/>
          </p:nvSpPr>
          <p:spPr>
            <a:xfrm>
              <a:off x="4567377" y="3048660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39" name="그림 238">
              <a:extLst>
                <a:ext uri="{FF2B5EF4-FFF2-40B4-BE49-F238E27FC236}">
                  <a16:creationId xmlns:a16="http://schemas.microsoft.com/office/drawing/2014/main" id="{071261F8-4A37-15B8-72D6-F1D0BA5A9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4618357" y="3099640"/>
              <a:ext cx="169200" cy="169200"/>
            </a:xfrm>
            <a:prstGeom prst="rect">
              <a:avLst/>
            </a:prstGeom>
          </p:spPr>
        </p:pic>
      </p:grp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5E783516-0700-06E6-585F-B06957AEFBAB}"/>
              </a:ext>
            </a:extLst>
          </p:cNvPr>
          <p:cNvSpPr/>
          <p:nvPr/>
        </p:nvSpPr>
        <p:spPr>
          <a:xfrm>
            <a:off x="4117658" y="2699492"/>
            <a:ext cx="769310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PIP 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모드 종료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(P)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44" name="직선 화살표 연결선 243">
            <a:extLst>
              <a:ext uri="{FF2B5EF4-FFF2-40B4-BE49-F238E27FC236}">
                <a16:creationId xmlns:a16="http://schemas.microsoft.com/office/drawing/2014/main" id="{8A670593-3B32-C305-D2C9-A47991828254}"/>
              </a:ext>
            </a:extLst>
          </p:cNvPr>
          <p:cNvCxnSpPr>
            <a:cxnSpLocks/>
          </p:cNvCxnSpPr>
          <p:nvPr/>
        </p:nvCxnSpPr>
        <p:spPr>
          <a:xfrm>
            <a:off x="4499699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" name="그림 244">
            <a:extLst>
              <a:ext uri="{FF2B5EF4-FFF2-40B4-BE49-F238E27FC236}">
                <a16:creationId xmlns:a16="http://schemas.microsoft.com/office/drawing/2014/main" id="{11F1DB91-F967-68C3-4D1A-6835B8ED1B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05376" y="3175919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7" name="타원 246">
            <a:extLst>
              <a:ext uri="{FF2B5EF4-FFF2-40B4-BE49-F238E27FC236}">
                <a16:creationId xmlns:a16="http://schemas.microsoft.com/office/drawing/2014/main" id="{6B0A6C62-C02E-AA03-9797-4BE20CE1E741}"/>
              </a:ext>
            </a:extLst>
          </p:cNvPr>
          <p:cNvSpPr/>
          <p:nvPr/>
        </p:nvSpPr>
        <p:spPr>
          <a:xfrm>
            <a:off x="5159292" y="2992202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9" name="사각형: 둥근 모서리 248">
            <a:extLst>
              <a:ext uri="{FF2B5EF4-FFF2-40B4-BE49-F238E27FC236}">
                <a16:creationId xmlns:a16="http://schemas.microsoft.com/office/drawing/2014/main" id="{689C1077-7E6F-5286-C9C9-A696D8344C61}"/>
              </a:ext>
            </a:extLst>
          </p:cNvPr>
          <p:cNvSpPr/>
          <p:nvPr/>
        </p:nvSpPr>
        <p:spPr>
          <a:xfrm>
            <a:off x="4946685" y="2702256"/>
            <a:ext cx="899759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영화관 </a:t>
            </a:r>
            <a:r>
              <a:rPr lang="ko-KR" altLang="en-US" sz="700">
                <a:solidFill>
                  <a:schemeClr val="bg1"/>
                </a:solidFill>
                <a:latin typeface="+mn-ea"/>
              </a:rPr>
              <a:t>모드 종료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(T)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50" name="그림 249">
            <a:extLst>
              <a:ext uri="{FF2B5EF4-FFF2-40B4-BE49-F238E27FC236}">
                <a16:creationId xmlns:a16="http://schemas.microsoft.com/office/drawing/2014/main" id="{D86B3E2E-4D0E-699F-19E7-6C456D9512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0247" y="3194787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251" name="직선 화살표 연결선 250">
            <a:extLst>
              <a:ext uri="{FF2B5EF4-FFF2-40B4-BE49-F238E27FC236}">
                <a16:creationId xmlns:a16="http://schemas.microsoft.com/office/drawing/2014/main" id="{CACDC8AA-3939-AB69-D1E9-E63CD0746D9B}"/>
              </a:ext>
            </a:extLst>
          </p:cNvPr>
          <p:cNvCxnSpPr>
            <a:cxnSpLocks/>
          </p:cNvCxnSpPr>
          <p:nvPr/>
        </p:nvCxnSpPr>
        <p:spPr>
          <a:xfrm>
            <a:off x="5271336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사각형: 둥근 모서리 254">
            <a:extLst>
              <a:ext uri="{FF2B5EF4-FFF2-40B4-BE49-F238E27FC236}">
                <a16:creationId xmlns:a16="http://schemas.microsoft.com/office/drawing/2014/main" id="{F9AED85E-1F02-F462-B169-E92776CCC71D}"/>
              </a:ext>
            </a:extLst>
          </p:cNvPr>
          <p:cNvSpPr/>
          <p:nvPr/>
        </p:nvSpPr>
        <p:spPr>
          <a:xfrm>
            <a:off x="5900555" y="2702244"/>
            <a:ext cx="811203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전체 화면 종료 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(F)</a:t>
            </a:r>
            <a:endParaRPr lang="ko-KR" altLang="en-US" sz="700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1A0DCDED-C6E5-E471-B6F7-E50E31A16CA1}"/>
              </a:ext>
            </a:extLst>
          </p:cNvPr>
          <p:cNvGrpSpPr/>
          <p:nvPr/>
        </p:nvGrpSpPr>
        <p:grpSpPr>
          <a:xfrm>
            <a:off x="5939140" y="2984945"/>
            <a:ext cx="271160" cy="271160"/>
            <a:chOff x="5939140" y="2984945"/>
            <a:chExt cx="271160" cy="271160"/>
          </a:xfrm>
        </p:grpSpPr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3361C3F3-E67B-7575-24CA-285E25EBA1D1}"/>
                </a:ext>
              </a:extLst>
            </p:cNvPr>
            <p:cNvSpPr/>
            <p:nvPr/>
          </p:nvSpPr>
          <p:spPr>
            <a:xfrm>
              <a:off x="5939140" y="2984945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58" name="그림 257">
              <a:extLst>
                <a:ext uri="{FF2B5EF4-FFF2-40B4-BE49-F238E27FC236}">
                  <a16:creationId xmlns:a16="http://schemas.microsoft.com/office/drawing/2014/main" id="{AF29A4C1-B630-0B26-98ED-8EB714835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001280" y="3049617"/>
              <a:ext cx="142875" cy="142875"/>
            </a:xfrm>
            <a:prstGeom prst="rect">
              <a:avLst/>
            </a:prstGeom>
          </p:spPr>
        </p:pic>
      </p:grpSp>
      <p:pic>
        <p:nvPicPr>
          <p:cNvPr id="256" name="그림 255">
            <a:extLst>
              <a:ext uri="{FF2B5EF4-FFF2-40B4-BE49-F238E27FC236}">
                <a16:creationId xmlns:a16="http://schemas.microsoft.com/office/drawing/2014/main" id="{AB1F5A4E-1557-1273-93F8-F9E3D44506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422" y="3194775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0B150B65-DF34-7798-6897-1B9E3BE8D642}"/>
              </a:ext>
            </a:extLst>
          </p:cNvPr>
          <p:cNvCxnSpPr>
            <a:cxnSpLocks/>
          </p:cNvCxnSpPr>
          <p:nvPr/>
        </p:nvCxnSpPr>
        <p:spPr>
          <a:xfrm>
            <a:off x="6042861" y="3305176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DC757F71-AE42-E68B-D8F2-4EE6244535D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8053" y="3977852"/>
            <a:ext cx="185250" cy="18525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85DC46-D033-98D2-A2F6-27AF955B157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27872" y="3060323"/>
            <a:ext cx="133727" cy="13372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CEE5F2-B154-2A47-41EF-A8ED2083DF7D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64F287-3F18-7E4C-06BD-50F70E9CE487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C55160-C641-E052-5D15-5BD717F5E574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07C1C5-9FD8-27F0-3551-A152EF97FB21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C38279-78AB-CA04-1A8E-6A7C94E7704C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9358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A9B2-8262-D9C9-3AFC-70FDCA3A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D68D4D4-90E0-3E27-F674-3AA518519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라디오 모드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D17881C-7F68-AE24-8819-712FB8907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8189E64D-7A71-F082-3536-D3B564D862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596089"/>
              </p:ext>
            </p:extLst>
          </p:nvPr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모드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 중 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화면으로 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 모드 끄기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라디오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0FEF3BA6-1C00-41C1-CD09-E6D6BE44C196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68C0048-8CE8-389E-5A36-B0B6FD2D744C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8A7EB93-C9BF-F282-581C-FEB56A6B56A0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2981D18C-6C89-7710-E06D-5F5DFCE07AAA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F4F0E16F-29CB-5FD0-0443-AF4BC671C12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608C2BD-7D34-7C60-8E62-C3004DAF097C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9C8D9AF5-B4D0-5D6F-BC65-71F2E8967A96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F626FDC5-AEEB-2362-E4C4-F25C8D80E09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3B673C9-C74F-3339-14B3-89903061C20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46BEE144-651B-1D61-71C5-A7FDB1742CA9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A50F2718-3969-101D-E454-1114F34EE5C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2EE54ED-2160-A22C-2A9B-2B90C8439209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BC7D96CE-4EDC-4776-AE19-43D1C53CD1E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14F6C45C-2F3F-06FE-840C-B0D9284B6CC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A1F2257-6EB2-DABD-BCB4-864A640C58F3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FA5E2EE2-25DC-3068-2D18-160A18FB41CF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7AD94137-1F62-B0DA-017F-349B89C4F29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09B2848-1A65-700D-D52E-338A8232C30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2EDDE4E6-0E50-D089-7495-31B4305CEED6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04823A19-1DEC-629A-C6E7-C8E13128403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D557A9F-A780-B9D4-8D78-E6F38014729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F787D2F7-DF49-BD17-A606-9B4770D4F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CB7B307D-70EC-760B-C77A-15E0ADB595C4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8ECFCE8-76C1-EE34-0175-9F1953F66084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F0C316BD-00FF-E66D-51CA-52393BFE367F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C28FE4F0-C08A-B75B-37BA-D3AA00BCDD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AAEF9E07-BE70-8A1E-CDEC-9CEAC4B04A3B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9531C182-501A-BCAF-9597-BC605E683F98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9624E40-1F48-4A2D-C510-2E0547FE690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BE43FD9-3A14-AB1B-37DC-72FE56648C15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F227230-C34D-F2FA-49FF-4A75D7AB24BB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A9DEDAE-5FF9-44F7-F1D6-2859E4135834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2C54E7D0-7D42-1865-6256-E377514530C0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6F702570-0AAE-4CAA-099B-222C588DE4F9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57F97E8F-DA80-5117-4017-E4F6221CF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196C93E-639C-E7D0-E0C0-DBEEC3E76D23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4C820280-3904-0F5E-5FE5-961D5ADCBE9D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53740944-D540-60FF-83C6-ECF0DA2EEA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ABC8AAD8-4CE3-9B66-ABEB-F44E6B6FE0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5375B882-2DF9-154F-CA4C-71D328989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8FE600CF-7BD8-DB9F-45BB-5F7E0B41DF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73DDC210-BDCE-E42F-C9E6-1190E617E0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D6A87DCE-8588-183F-A50B-B6DF5175432F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65BBFBE6-5089-4380-7AEC-6437940ACB1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020D45A7-62EA-586C-2173-B965EB114C0D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08BAC1D6-FFFA-B474-F7F7-1EB548AB8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546F6FE8-C390-31C7-775E-84C19F53A7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C6D0885F-BDD3-977B-4D18-C57A06F1B65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65A98A79-A735-D2CB-B867-0FEDD0D7CB3E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04D14C-304A-C335-569A-5C765B9A4BE4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91378BD-0CE0-1617-02CB-1D61866587AB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3DB9755C-53BC-A766-4863-5C4DD9B98E2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C98E2E87-C53A-FAA7-7A96-1F6E5B120DAD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1F425C43-2793-83D8-5D5F-6A48CE2DB09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BA78C9F6-5AAA-6120-0923-0EBF830A9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10" name="Rounded Rectangle 160">
            <a:extLst>
              <a:ext uri="{FF2B5EF4-FFF2-40B4-BE49-F238E27FC236}">
                <a16:creationId xmlns:a16="http://schemas.microsoft.com/office/drawing/2014/main" id="{D4AAA88F-3BA9-3552-4558-A55E7CD3F375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1" name="Group 2">
            <a:extLst>
              <a:ext uri="{FF2B5EF4-FFF2-40B4-BE49-F238E27FC236}">
                <a16:creationId xmlns:a16="http://schemas.microsoft.com/office/drawing/2014/main" id="{C3F0642A-6B30-9A57-62A2-F3851FBE14C9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181BF4C1-67EB-4D4C-FA1A-DF2499F0F8D8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4D6B8DF5-DAA9-FB76-B23C-5C9696F95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E527EC73-BF29-D71F-9BF5-41A52B454D12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56835DF2-2599-D540-7FB9-7AD8363225FD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B5B696A8-C03B-019E-3123-2EFF06597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A205875-6066-1705-E153-67D07FF08A07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ACD177B-A734-B73F-371A-CD1A43C2F8E6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CF2B3C00-C802-E135-C70B-29D3530D66D5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E56C2F5E-490D-B6D9-D29A-945BF219F143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023E8967-BFE9-F540-DC4A-B9458073AF59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B7C8F2B0-D2A5-2E06-D2E2-2F34C6D894F4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AF2F9E56-60A5-BF18-0D7D-0AFC86E875C0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551C4E20-EADD-1314-0B85-B145C3BE7080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E5744160-C4BD-7BF4-29A4-D215966C3C42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9A10F1CF-5C99-8995-FE5D-38D0FE8CB34B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13B995B1-4BE5-398B-F86A-CA3913F4750B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56058C50-64A5-93E6-237C-21684311B04A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4B85338E-BA9B-E25A-595C-DDC3A527A04A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00660BE-2839-7423-55EE-5D53C0B34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FD43A90-D1A3-4F04-09BE-C8F78AFD2CE5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FB2BF3E1-A101-BE95-41D4-3DCA9A546172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3F49AB66-C521-DEBA-8AED-EC7D52A90CB4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811B79B-A258-4994-2149-4DFDC4A52333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15B25C0-4F53-18F9-B3CA-396545303C0A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47F04CC7-837E-BB24-9305-FF66EE6C54BF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815D4360-F2AA-F845-EEBB-61B3DA53F57B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DA9E44-EBDE-A353-6E45-624633ACC1C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4FCBF5A-E83C-0461-5826-103FDDBDF711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24B9F2-B7D1-95DF-7C7D-6449B15C7479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D33F6E-44C9-15DA-3625-2F7B8CEA86EF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3E5F93-26F2-007D-A11D-903E240F0F0A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1B55F3-CB88-6228-EFC5-8CF7BD6309C6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9A57E30-EBC7-5E37-8384-7480E50F825F}"/>
              </a:ext>
            </a:extLst>
          </p:cNvPr>
          <p:cNvSpPr/>
          <p:nvPr/>
        </p:nvSpPr>
        <p:spPr>
          <a:xfrm>
            <a:off x="2665467" y="2537450"/>
            <a:ext cx="1143240" cy="285003"/>
          </a:xfrm>
          <a:prstGeom prst="roundRect">
            <a:avLst>
              <a:gd name="adj" fmla="val 18631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+mn-ea"/>
              </a:rPr>
              <a:t>라디오 모드 끄기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B2FF5-A94A-8E2C-8A65-19029893DDC0}"/>
              </a:ext>
            </a:extLst>
          </p:cNvPr>
          <p:cNvSpPr txBox="1"/>
          <p:nvPr/>
        </p:nvSpPr>
        <p:spPr>
          <a:xfrm>
            <a:off x="2592681" y="2234056"/>
            <a:ext cx="1288814" cy="2010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>
                <a:solidFill>
                  <a:schemeClr val="bg1"/>
                </a:solidFill>
                <a:latin typeface="+mn-ea"/>
                <a:ea typeface="+mn-ea"/>
              </a:rPr>
              <a:t>라디오 모드로 재생 중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타원 129">
            <a:extLst>
              <a:ext uri="{FF2B5EF4-FFF2-40B4-BE49-F238E27FC236}">
                <a16:creationId xmlns:a16="http://schemas.microsoft.com/office/drawing/2014/main" id="{81C4BAAA-1CB5-1267-A28B-98B6707EF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063" y="228123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319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9D2E-A24F-5D4F-5444-35533F32D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30E3F99-4FC8-8C48-CCBF-F23CC9B5E9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PIP </a:t>
            </a:r>
            <a:r>
              <a:rPr lang="ko-KR" altLang="en-US" sz="2000" dirty="0"/>
              <a:t>모드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F2D72D1-E4E4-7C4D-1A61-BD33CAB3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09F18A8B-7FEF-2579-345A-6B492F83D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565987"/>
              </p:ext>
            </p:extLst>
          </p:nvPr>
        </p:nvGraphicFramePr>
        <p:xfrm>
          <a:off x="9625013" y="575703"/>
          <a:ext cx="2517466" cy="2987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 중 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화면으로 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원래 크기로 보기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 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모드로 전환됨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상태에서 투네이션 내 다른 페이지로 이동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유지됨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 아이콘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내 닫기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종료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후원페이지 외 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닫힘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크기 사이즈 조절 불가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브라우저 내에서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창 영역 드래그 이동 가능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31132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85EA1010-D4FB-ECE3-D5FE-AE17DE5FEA0F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09D8506-4580-1240-61F4-F5B9D57E815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CF9BA92-689C-62FE-C292-B84AA196688E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A05D5D71-0297-C47D-6316-776373C9FE7B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90616CC7-0EF3-883D-F51D-F1E818CCC51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9373C97-6767-BA78-3F08-A8ED91F1FE29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ECE8A181-759D-9E05-E130-B0DF9E31FC6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03F84D10-91FD-95E9-EBCD-CF17F8D9D62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47C4D56-F590-389E-CE2A-815C5B70A39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7ECEF884-4DD9-878F-C180-E6A6818E24D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BDC4B7F9-5562-85BC-4D62-24E89F697D7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223BB81-6F18-564E-71EB-1996E35F872D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D1DFE85-AF60-E347-1867-C3E650E4161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BDFCBFE5-BC29-0358-A80C-D808F515318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55DBCA3-F499-A691-3997-548758F4566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ED8FC15E-5D9E-DF52-6C0B-27D0E0A71468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B7EA0375-4185-5A77-C7BF-139847EC63B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7423BF1-E384-2DBA-C852-1E901E1F5B8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F7072BF8-C1BE-62CE-5E51-D9EE06A26B6E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59A13601-8630-5CF3-311C-7D27F8D9685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46F8BFB-FC55-35D9-FF8D-DCF55BB81A2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1D576E36-4BFC-DB08-B454-12E2D46A2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6BA2083A-D490-B974-C94F-97397C6E4C76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0DBA2E36-233F-E649-6010-EA953564CFBC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44F295A0-AEBE-41F3-7C63-13CB56C96122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BD6D3F0B-CB4C-9387-592C-0B8245C50C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AD90AF26-BBC8-9F7E-555E-643C6BECF394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89928F7-C783-3142-8FBE-8B10475901CB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55058617-0F50-453B-95EB-84425C2C8594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F593E2E-FAED-6E74-C653-F86290058D9F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610206C-6510-8F98-20CD-635A58CC1E47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E49506F-365C-6227-6259-9A7C7197AFB3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1AE339F-4055-043B-AEF0-307AF5479CE3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C7568E57-E8A2-01A6-8F26-FA8F0FD6750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1B1A749B-1266-5C6E-E159-E66AF64EA3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DC9CF0A-3C95-6847-3DEC-DFF1199974D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B60820F0-FAAC-DD9B-9EF3-129F3E6F3562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F969EBF8-1BBF-9999-C938-FC610FFA1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3BB28A90-E1D4-611D-58DA-B2D98D38CD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6843456C-A59F-E28A-D6BF-48080A250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27EBAF53-0ACA-EC41-60C2-BB5DD15F5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B7063A58-E9CA-28CC-105D-592D86AE46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CFDA39C3-96F9-880D-6FBD-3E7FEAC293DE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9CC3F1BF-F11D-9859-A72E-DB4DE585AB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C312F49A-CBE6-255A-07EB-0ED82CF310A1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7C4E66-AAE0-5E14-D8CC-1AC1D0725958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A1CDC3E-413B-CCDC-E50B-8D7677DB5423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476C7FF0-C16E-3040-6193-977571DE1E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4B33FC82-3258-D34E-6EFC-CE6AC562E5B2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E9888EFF-643C-3CD5-B562-BFD6238417B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CEC0D691-2D4A-AFCC-14A5-D2E7E7902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AA827DAC-3CDD-71F3-3581-A4BD15D40C6B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81083E94-6203-E8E7-8067-1C358C7B9EC3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C1FE29BE-199C-8C28-92D6-A923D72A88B0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3AB5481A-3767-19C6-CBB7-EB4DE5625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BECDE47C-37BF-592E-B412-864FE60079F6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80CB61BF-7E7A-88EA-32C0-1503213354B6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BE9AEC0E-70DE-37D1-AB11-2714376D7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551922F1-2DF5-0861-8FFF-B116038A6892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08AB24F9-AA5C-7EA2-00F6-FA86C759FAB2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09541960-D7E3-FA2C-B7E3-F51316D5700E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E77FFD86-C21A-060A-D8A3-BFBD847AB41F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2B89325D-C26A-708D-154F-5F7548D0BF7D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6B765A28-538D-4099-0FC4-5CA4BF9D1305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5DC107CC-9024-598F-1834-65B008D17C13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BED0D222-D9CE-8C1A-D08B-53939F5626FC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01B3092A-2920-044B-F261-FA0AF0E6D104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1C369ACD-E0B7-1969-E422-1C7A003B424C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8BD9013B-5164-0342-9ACB-73CE91F5CB8A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160CC82-FCF5-9B12-BD4F-8CE5E3F51510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A19D306B-2A29-3EFB-2EC3-596F82D5A5C2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871BE3D0-9CA4-4929-663A-979AEAF6F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BE51513A-3735-AD7C-D05F-D5DECB19805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AA7DA7AB-A1CC-E196-52F3-476735874B1D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FA5B552-7E61-3F67-61A5-9E5DADE03D45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8082B4F0-880A-48DF-6AB1-1F389949E16D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2FEF35F9-B8F3-FE75-F165-B17F16CB43C3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CDC7CC32-A4ED-6652-4ACD-51A99E1DFE88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CD627C3B-1A10-EA18-093B-90BB532E84C8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2157B-DB72-826C-2479-E418DE2CDF34}"/>
              </a:ext>
            </a:extLst>
          </p:cNvPr>
          <p:cNvSpPr txBox="1"/>
          <p:nvPr/>
        </p:nvSpPr>
        <p:spPr>
          <a:xfrm>
            <a:off x="2773017" y="2234056"/>
            <a:ext cx="928139" cy="2010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PIP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에서 재생 중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3F37C58-21AD-B8AC-54A7-2445D11A2D80}"/>
              </a:ext>
            </a:extLst>
          </p:cNvPr>
          <p:cNvSpPr/>
          <p:nvPr/>
        </p:nvSpPr>
        <p:spPr>
          <a:xfrm>
            <a:off x="2665467" y="2537450"/>
            <a:ext cx="1143240" cy="285003"/>
          </a:xfrm>
          <a:prstGeom prst="roundRect">
            <a:avLst>
              <a:gd name="adj" fmla="val 18631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+mn-ea"/>
              </a:rPr>
              <a:t>원래 크기로 보기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232E9CD-1F91-2517-22A8-CC3448A044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83267" y="3986081"/>
            <a:ext cx="169200" cy="169200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CC36459F-E5FC-975A-084A-E0AA1F8FCCCE}"/>
              </a:ext>
            </a:extLst>
          </p:cNvPr>
          <p:cNvSpPr/>
          <p:nvPr/>
        </p:nvSpPr>
        <p:spPr>
          <a:xfrm>
            <a:off x="6313280" y="819325"/>
            <a:ext cx="314941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BC2CA10-0B87-9692-ACC5-78862A036DC1}"/>
              </a:ext>
            </a:extLst>
          </p:cNvPr>
          <p:cNvGrpSpPr/>
          <p:nvPr/>
        </p:nvGrpSpPr>
        <p:grpSpPr>
          <a:xfrm>
            <a:off x="6324721" y="4214545"/>
            <a:ext cx="2449423" cy="1348907"/>
            <a:chOff x="6734832" y="4954091"/>
            <a:chExt cx="2449423" cy="1348907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84FFF7DE-E3B0-4177-FD03-8237FB8E6668}"/>
                </a:ext>
              </a:extLst>
            </p:cNvPr>
            <p:cNvSpPr/>
            <p:nvPr/>
          </p:nvSpPr>
          <p:spPr>
            <a:xfrm>
              <a:off x="6734832" y="4954091"/>
              <a:ext cx="2449423" cy="1348907"/>
            </a:xfrm>
            <a:prstGeom prst="roundRect">
              <a:avLst>
                <a:gd name="adj" fmla="val 6695"/>
              </a:avLst>
            </a:prstGeom>
            <a:solidFill>
              <a:schemeClr val="bg1">
                <a:lumMod val="65000"/>
              </a:schemeClr>
            </a:solidFill>
            <a:ln w="6350">
              <a:solidFill>
                <a:schemeClr val="bg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>
                <a:lnSpc>
                  <a:spcPct val="200000"/>
                </a:lnSpc>
              </a:pP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49DF469-3B01-0684-A441-1EF3ED6B6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65026" y="6001617"/>
              <a:ext cx="211110" cy="21111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47E350F9-102D-52F3-9C3D-2A2C4A931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99154" y="6046716"/>
              <a:ext cx="308348" cy="122054"/>
            </a:xfrm>
            <a:prstGeom prst="rect">
              <a:avLst/>
            </a:prstGeom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CC1874E-D519-94F2-2A37-BF2BE851B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99149" y="6037378"/>
              <a:ext cx="104497" cy="134353"/>
            </a:xfrm>
            <a:prstGeom prst="rect">
              <a:avLst/>
            </a:prstGeom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1C7616F-4EEE-5760-7482-A3D6D77BA78A}"/>
                </a:ext>
              </a:extLst>
            </p:cNvPr>
            <p:cNvGrpSpPr/>
            <p:nvPr/>
          </p:nvGrpSpPr>
          <p:grpSpPr>
            <a:xfrm>
              <a:off x="6858428" y="5864139"/>
              <a:ext cx="2189825" cy="92335"/>
              <a:chOff x="285087" y="3823362"/>
              <a:chExt cx="2189825" cy="92335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35082E34-0E75-F0F6-4E1D-05682F5CFCE9}"/>
                  </a:ext>
                </a:extLst>
              </p:cNvPr>
              <p:cNvSpPr/>
              <p:nvPr/>
            </p:nvSpPr>
            <p:spPr>
              <a:xfrm>
                <a:off x="285087" y="3853387"/>
                <a:ext cx="2160000" cy="36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8DC34184-95B3-2C64-03D0-9EE032798CE8}"/>
                  </a:ext>
                </a:extLst>
              </p:cNvPr>
              <p:cNvSpPr/>
              <p:nvPr/>
            </p:nvSpPr>
            <p:spPr>
              <a:xfrm>
                <a:off x="2382577" y="3823362"/>
                <a:ext cx="92335" cy="9233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0C4CEF42-50C1-CF42-D288-329E13B15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871318" y="6025781"/>
              <a:ext cx="169200" cy="169200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3F6A149F-FA68-A9A2-C13C-C90B88164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912159" y="5070508"/>
              <a:ext cx="156882" cy="156882"/>
            </a:xfrm>
            <a:prstGeom prst="rect">
              <a:avLst/>
            </a:prstGeom>
          </p:spPr>
        </p:pic>
      </p:grpSp>
      <p:sp>
        <p:nvSpPr>
          <p:cNvPr id="34" name="타원 129">
            <a:extLst>
              <a:ext uri="{FF2B5EF4-FFF2-40B4-BE49-F238E27FC236}">
                <a16:creationId xmlns:a16="http://schemas.microsoft.com/office/drawing/2014/main" id="{55C87483-1BE1-FB0D-A434-07AD7AE6B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071" y="442796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타원 129">
            <a:extLst>
              <a:ext uri="{FF2B5EF4-FFF2-40B4-BE49-F238E27FC236}">
                <a16:creationId xmlns:a16="http://schemas.microsoft.com/office/drawing/2014/main" id="{4B45CFA3-50B1-FCD4-28E5-14775AFFD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428" y="228123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3B05279-E254-105D-C0A3-661FCD26EEDC}"/>
              </a:ext>
            </a:extLst>
          </p:cNvPr>
          <p:cNvSpPr/>
          <p:nvPr/>
        </p:nvSpPr>
        <p:spPr>
          <a:xfrm>
            <a:off x="7372189" y="3362666"/>
            <a:ext cx="1018775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latin typeface="+mn-ea"/>
              </a:rPr>
              <a:t>PIP </a:t>
            </a:r>
            <a:r>
              <a:rPr lang="ko-KR" altLang="en-US" b="1" dirty="0">
                <a:solidFill>
                  <a:schemeClr val="bg1"/>
                </a:solidFill>
                <a:latin typeface="+mn-ea"/>
              </a:rPr>
              <a:t>모드 종료</a:t>
            </a:r>
          </a:p>
        </p:txBody>
      </p:sp>
      <p:cxnSp>
        <p:nvCxnSpPr>
          <p:cNvPr id="43" name="직선 연결선 2055">
            <a:extLst>
              <a:ext uri="{FF2B5EF4-FFF2-40B4-BE49-F238E27FC236}">
                <a16:creationId xmlns:a16="http://schemas.microsoft.com/office/drawing/2014/main" id="{64378A4C-B418-EEC3-DCE1-BD2BF3C33BCC}"/>
              </a:ext>
            </a:extLst>
          </p:cNvPr>
          <p:cNvCxnSpPr>
            <a:cxnSpLocks/>
            <a:stCxn id="40" idx="1"/>
            <a:endCxn id="15" idx="0"/>
          </p:cNvCxnSpPr>
          <p:nvPr/>
        </p:nvCxnSpPr>
        <p:spPr>
          <a:xfrm rot="10800000" flipV="1">
            <a:off x="5467867" y="3526707"/>
            <a:ext cx="1904322" cy="459373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2055">
            <a:extLst>
              <a:ext uri="{FF2B5EF4-FFF2-40B4-BE49-F238E27FC236}">
                <a16:creationId xmlns:a16="http://schemas.microsoft.com/office/drawing/2014/main" id="{1CB4F615-535A-0925-55BC-AABBD9AE15E3}"/>
              </a:ext>
            </a:extLst>
          </p:cNvPr>
          <p:cNvCxnSpPr>
            <a:cxnSpLocks/>
            <a:stCxn id="40" idx="0"/>
            <a:endCxn id="12" idx="2"/>
          </p:cNvCxnSpPr>
          <p:nvPr/>
        </p:nvCxnSpPr>
        <p:spPr>
          <a:xfrm rot="16200000" flipV="1">
            <a:off x="5289226" y="770315"/>
            <a:ext cx="540213" cy="4644490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2055">
            <a:extLst>
              <a:ext uri="{FF2B5EF4-FFF2-40B4-BE49-F238E27FC236}">
                <a16:creationId xmlns:a16="http://schemas.microsoft.com/office/drawing/2014/main" id="{06A1DAFC-FDE2-33AD-63EB-4F22380D6B21}"/>
              </a:ext>
            </a:extLst>
          </p:cNvPr>
          <p:cNvCxnSpPr>
            <a:cxnSpLocks/>
            <a:stCxn id="40" idx="3"/>
            <a:endCxn id="21" idx="3"/>
          </p:cNvCxnSpPr>
          <p:nvPr/>
        </p:nvCxnSpPr>
        <p:spPr>
          <a:xfrm>
            <a:off x="8390964" y="3526708"/>
            <a:ext cx="605203" cy="2118447"/>
          </a:xfrm>
          <a:prstGeom prst="bentConnector3">
            <a:avLst>
              <a:gd name="adj1" fmla="val 161472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2055">
            <a:extLst>
              <a:ext uri="{FF2B5EF4-FFF2-40B4-BE49-F238E27FC236}">
                <a16:creationId xmlns:a16="http://schemas.microsoft.com/office/drawing/2014/main" id="{AB012264-437A-5669-1CE5-35C35DB76EBA}"/>
              </a:ext>
            </a:extLst>
          </p:cNvPr>
          <p:cNvCxnSpPr>
            <a:cxnSpLocks/>
            <a:stCxn id="40" idx="3"/>
            <a:endCxn id="38" idx="3"/>
          </p:cNvCxnSpPr>
          <p:nvPr/>
        </p:nvCxnSpPr>
        <p:spPr>
          <a:xfrm>
            <a:off x="8390964" y="3526708"/>
            <a:ext cx="633726" cy="1157015"/>
          </a:xfrm>
          <a:prstGeom prst="bentConnector3">
            <a:avLst>
              <a:gd name="adj1" fmla="val 153998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ACBFD16D-5FFE-E790-0794-E22717CDE50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D42704-95CE-ACEF-384F-6FE65CA56EF5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9CF259-1497-2639-079F-935C58CFA5ED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4DCF16-6DDF-0426-A669-95E009551025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29D2DD-BAAA-4F50-A093-539B93E27233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179F14-AD3F-3BCE-A9DD-DC4ADD3C2E4F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18533C-57FB-45A0-EB4E-479B9D48E14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E3CE1F7F-AC18-FA21-574F-F5BF280D38D3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70C4B7D4-5603-761A-0E84-B99F5DE16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18880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FEA52-6C01-0189-4D6D-C09030AC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2783AC-A7FD-444B-8ACF-F3D745865F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영화관 모드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86001B7-9466-463D-21ED-E8BAE8B2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AB8F4DF7-9B06-7A75-BE50-AD0A9054B4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595089"/>
              </p:ext>
            </p:extLst>
          </p:nvPr>
        </p:nvGraphicFramePr>
        <p:xfrm>
          <a:off x="9625013" y="575703"/>
          <a:ext cx="2517466" cy="1938848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GNB/LNB/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정보 영역까지 플레이어 영역으로 확장됨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상태에서는 브라우저 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스크롤 동작 불가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&gt; PIP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상태에서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 동작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모드로 전환됨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다시 영화관 모드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상태로 전환됨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842688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5CD32A53-EDDA-A0FB-9300-321AF37DD292}"/>
              </a:ext>
            </a:extLst>
          </p:cNvPr>
          <p:cNvSpPr/>
          <p:nvPr/>
        </p:nvSpPr>
        <p:spPr>
          <a:xfrm>
            <a:off x="160892" y="826569"/>
            <a:ext cx="6152391" cy="57624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D2ABE7AE-B8FB-733E-0DA6-53A6F893D618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3589136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F8B49F7E-4CB4-C666-7CF4-5A71AA4FE6D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D5DC5F26-3F7F-4165-6CF1-E90E1C1467B7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80208FC1-80A9-D500-517E-4715E10976C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65A43368-3CC1-F68E-9E34-201171F5128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7FC56D0-EBCB-3217-1877-667F7EE69C7F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E0C62799-7CB4-9C76-A5D1-C9F8C3F0843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AC9D4FC4-BE53-47A2-5BA3-7F443AA0E1E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D0792AE-7D4D-644B-15B4-2070D652C53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E7C9EC74-F7E8-1CD9-86F9-6ED5E5B90E7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91054CA4-E820-EF3F-2401-F1A423888E6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1FD7EA5-357F-DA0F-F112-97EEF12C3F69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FAA2D298-3FCD-A3E6-4C4B-8F4AE7A761A8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5146051E-2283-661C-D71B-83ABA5338E2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0BA539F-556E-2B2D-A91B-8AA868F0CAE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7E99A3BD-AF32-39B7-03F5-863DE0B08C4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B3D88377-4826-A633-46AF-807F41F320F1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C66B32B-03A2-93F8-7B31-3D8BC3012CE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5229ABA4-DF52-1695-456A-93C7F15CEC44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CF1EE959-7111-B5DD-ED9F-5DD7330AB07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4D6A326-D699-BBBC-1E48-86B6CD43EE9F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041C19DB-A535-2031-916B-BF707ED18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FC4C7F89-FF66-B1A4-8FA9-826FB453EBFB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25ED284-1BA6-0E49-2CCA-F71657AFDE33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6B3E0151-70BA-3B17-1DBE-282412DA226D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389D1FCD-7DE3-85DD-15D4-0674A4120C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D4B596B9-BDF5-6F81-67F6-DD6C76DAAF1C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D6906CBC-1ACD-3641-FFC1-E53E1611F761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C15E2238-957F-5AB9-F444-B3313854BC3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02C88FD6-0577-9536-B345-46C8AD00F82F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6F6BD1EF-9C9C-23F4-2825-77F89DE3F805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914D5D5-9ACE-452D-A573-695DD956C7B4}"/>
              </a:ext>
            </a:extLst>
          </p:cNvPr>
          <p:cNvGrpSpPr/>
          <p:nvPr/>
        </p:nvGrpSpPr>
        <p:grpSpPr>
          <a:xfrm>
            <a:off x="5853553" y="3313622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91A82A95-F310-9E23-A5C7-EB586A70D196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BF06731C-AFE8-85A1-A56E-E400ACC1B823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4CA6684F-A406-A6D5-B4B1-618EB184A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3B9A9A8-0036-F16B-3110-67E22BB709DE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4B29A37D-FDC8-5D58-24EB-A5B9EC7FB693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569699E5-70AA-85A4-ADF0-9CB288AFD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A6AEBC39-D480-D627-9072-E7909351F5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6282699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8CC6A197-D3DB-F170-5B26-9CEB4163EF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6327798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492F8BFE-713A-74A2-5122-40E6BAC1A5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7890" y="6299875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83F7ABE2-C903-BDC2-ED97-F95CD2A03FE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576" y="6266819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0DAA1ED0-F315-872F-C461-104A25780971}"/>
              </a:ext>
            </a:extLst>
          </p:cNvPr>
          <p:cNvSpPr txBox="1"/>
          <p:nvPr/>
        </p:nvSpPr>
        <p:spPr>
          <a:xfrm>
            <a:off x="4523936" y="6275408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76E10A62-6652-1111-DD10-8FC4314B69C0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8BA7778-4F7C-C42A-D870-CE95CB12340A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C2B15408-D06B-AF4E-613B-53B5D0599B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47A53C80-ED86-505C-5F4A-87886B8FCB2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9244" y="6308540"/>
            <a:ext cx="168600" cy="168600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1B4262C-FD46-F502-9F85-BF35B1C992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5808" y="6318460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61D36281-1AC2-9B28-83FA-FD80ACAE52FE}"/>
              </a:ext>
            </a:extLst>
          </p:cNvPr>
          <p:cNvGrpSpPr/>
          <p:nvPr/>
        </p:nvGrpSpPr>
        <p:grpSpPr>
          <a:xfrm>
            <a:off x="285087" y="6145221"/>
            <a:ext cx="5929975" cy="92335"/>
            <a:chOff x="285087" y="3823362"/>
            <a:chExt cx="592997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5C7BFF9-2223-182C-1129-DC08350BAECE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6A8341D2-099E-B129-4C37-651B949BA9F3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" name="타원 129">
            <a:extLst>
              <a:ext uri="{FF2B5EF4-FFF2-40B4-BE49-F238E27FC236}">
                <a16:creationId xmlns:a16="http://schemas.microsoft.com/office/drawing/2014/main" id="{571581F4-087B-48D7-DE1E-1E02F7D9F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1511" y="348540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A4A4DC-D437-68A4-C775-2A662AB068C2}"/>
              </a:ext>
            </a:extLst>
          </p:cNvPr>
          <p:cNvSpPr/>
          <p:nvPr/>
        </p:nvSpPr>
        <p:spPr>
          <a:xfrm>
            <a:off x="5154850" y="5495900"/>
            <a:ext cx="1225897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n-ea"/>
              </a:rPr>
              <a:t>영화관 모드 종료</a:t>
            </a:r>
          </a:p>
        </p:txBody>
      </p:sp>
      <p:cxnSp>
        <p:nvCxnSpPr>
          <p:cNvPr id="16" name="직선 연결선 2055">
            <a:extLst>
              <a:ext uri="{FF2B5EF4-FFF2-40B4-BE49-F238E27FC236}">
                <a16:creationId xmlns:a16="http://schemas.microsoft.com/office/drawing/2014/main" id="{91A386D1-A884-D51D-2E69-CC3D875539AB}"/>
              </a:ext>
            </a:extLst>
          </p:cNvPr>
          <p:cNvCxnSpPr>
            <a:cxnSpLocks/>
          </p:cNvCxnSpPr>
          <p:nvPr/>
        </p:nvCxnSpPr>
        <p:spPr>
          <a:xfrm>
            <a:off x="5781630" y="5822914"/>
            <a:ext cx="0" cy="495336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129">
            <a:extLst>
              <a:ext uri="{FF2B5EF4-FFF2-40B4-BE49-F238E27FC236}">
                <a16:creationId xmlns:a16="http://schemas.microsoft.com/office/drawing/2014/main" id="{1864C2FE-CE5B-C042-0994-3D5EA6A58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3901" y="618452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A0FCE9E-AA1E-DD6F-78DD-39EECAB2FF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1566" y="6329186"/>
            <a:ext cx="133727" cy="133727"/>
          </a:xfrm>
          <a:prstGeom prst="rect">
            <a:avLst/>
          </a:prstGeom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718145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166B8-5502-E4AC-4B11-C4DAE67E7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7457F7-2BB8-FE28-FD55-CC67712FC1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전체 화면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B62D61D-BAE6-75D7-0535-CB96CC0DC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sp>
        <p:nvSpPr>
          <p:cNvPr id="6" name="Rectangle 117">
            <a:extLst>
              <a:ext uri="{FF2B5EF4-FFF2-40B4-BE49-F238E27FC236}">
                <a16:creationId xmlns:a16="http://schemas.microsoft.com/office/drawing/2014/main" id="{6BA1123E-FF19-E199-0CD3-7FD623625EBD}"/>
              </a:ext>
            </a:extLst>
          </p:cNvPr>
          <p:cNvSpPr/>
          <p:nvPr/>
        </p:nvSpPr>
        <p:spPr>
          <a:xfrm>
            <a:off x="160892" y="826569"/>
            <a:ext cx="9301800" cy="57624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82D4CB2A-FA55-027F-A595-2C4789ABE88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4692715" y="3589136"/>
            <a:ext cx="238154" cy="237357"/>
          </a:xfrm>
          <a:prstGeom prst="rect">
            <a:avLst/>
          </a:prstGeom>
        </p:spPr>
      </p:pic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70BE749-F139-4E50-BC35-3D1167C35B3B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EB4C18F-13F3-5EF5-61B5-F05F12A1897B}"/>
              </a:ext>
            </a:extLst>
          </p:cNvPr>
          <p:cNvGrpSpPr/>
          <p:nvPr/>
        </p:nvGrpSpPr>
        <p:grpSpPr>
          <a:xfrm>
            <a:off x="8964306" y="3313622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52FE6792-83EF-02D8-568D-2DE08C088E5A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75B7584-78D3-CB8C-C425-63807EA8E01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C24F7824-85F7-3D8D-98DB-FB5C1A05C6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EF4B20A2-6D6C-7DBF-2712-93ED03129D8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2C523DF4-E377-3AE8-9DF1-4E8BCED118E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BF31B0E6-1D59-0845-6024-ECFF913587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F334A134-42BD-BE91-2A90-D5A5B74F2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85" y="6282699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227431D0-1639-F757-1F38-F416E6B59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13" y="6327798"/>
            <a:ext cx="308348" cy="122054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ADB0CF04-1B80-65E2-D4C0-C8B8F78DED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130" y="6266819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F5869DCD-643C-F820-9F8D-69B01DF5BD71}"/>
              </a:ext>
            </a:extLst>
          </p:cNvPr>
          <p:cNvSpPr txBox="1"/>
          <p:nvPr/>
        </p:nvSpPr>
        <p:spPr>
          <a:xfrm>
            <a:off x="8033490" y="6275408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4045AA2D-713D-F356-BCE0-497C2808A24F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633FD48F-2D74-4C43-0BA3-8A68AD67BCA9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1F313055-E7F1-5F10-01BE-4B98FEC91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5B4544CA-4532-8F96-8D37-FEE85D8DEC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808" y="6318460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A16EAA38-7DCB-042A-A2D9-6417D70D39E1}"/>
              </a:ext>
            </a:extLst>
          </p:cNvPr>
          <p:cNvGrpSpPr/>
          <p:nvPr/>
        </p:nvGrpSpPr>
        <p:grpSpPr>
          <a:xfrm>
            <a:off x="285087" y="6145221"/>
            <a:ext cx="9092335" cy="92335"/>
            <a:chOff x="285087" y="3823362"/>
            <a:chExt cx="909233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FB1D5C3F-8319-FA86-0BB2-FA3AF269E0A9}"/>
                </a:ext>
              </a:extLst>
            </p:cNvPr>
            <p:cNvSpPr/>
            <p:nvPr/>
          </p:nvSpPr>
          <p:spPr>
            <a:xfrm>
              <a:off x="285087" y="3853387"/>
              <a:ext cx="9000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A0720D69-7984-EA09-3C98-742C125CBB30}"/>
                </a:ext>
              </a:extLst>
            </p:cNvPr>
            <p:cNvSpPr/>
            <p:nvPr/>
          </p:nvSpPr>
          <p:spPr>
            <a:xfrm>
              <a:off x="928508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320AD22C-F617-3094-4E5A-2C389F1853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265" y="6320878"/>
            <a:ext cx="156898" cy="1568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31C84C7-4E38-E494-FC70-D07E9C8DA5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5317" y="6301042"/>
            <a:ext cx="165600" cy="165600"/>
          </a:xfrm>
          <a:prstGeom prst="rect">
            <a:avLst/>
          </a:prstGeom>
        </p:spPr>
      </p:pic>
      <p:sp>
        <p:nvSpPr>
          <p:cNvPr id="29" name="타원 129">
            <a:extLst>
              <a:ext uri="{FF2B5EF4-FFF2-40B4-BE49-F238E27FC236}">
                <a16:creationId xmlns:a16="http://schemas.microsoft.com/office/drawing/2014/main" id="{6B81253B-F5EB-CBD1-FFFB-9E68C4D7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2405" y="348540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4" name="Group 323">
            <a:extLst>
              <a:ext uri="{FF2B5EF4-FFF2-40B4-BE49-F238E27FC236}">
                <a16:creationId xmlns:a16="http://schemas.microsoft.com/office/drawing/2014/main" id="{627B3F3C-1389-D829-9ADF-4A344669E9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921575"/>
              </p:ext>
            </p:extLst>
          </p:nvPr>
        </p:nvGraphicFramePr>
        <p:xfrm>
          <a:off x="9625013" y="575703"/>
          <a:ext cx="2517466" cy="15544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브라우저 내 모든 영역이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영역으로 확장됨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 화면으로 전환됨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종료 단축키는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ESC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 동작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상태에서는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브라우저 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 스크롤 동작 불가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PIP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영화관 모드 제공 안함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옵션 제공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012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1DA3-F43C-F37A-0DD9-15B889BC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C249AB-4C36-3309-59E6-1502FB4543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전체 화면 </a:t>
            </a:r>
            <a:r>
              <a:rPr lang="en-US" altLang="ko-KR" sz="2000" dirty="0"/>
              <a:t>ON &gt; </a:t>
            </a:r>
            <a:r>
              <a:rPr lang="ko-KR" altLang="en-US" sz="2000" dirty="0"/>
              <a:t>후원</a:t>
            </a:r>
            <a:r>
              <a:rPr lang="en-US" altLang="ko-KR" sz="2000" dirty="0"/>
              <a:t>/</a:t>
            </a:r>
            <a:r>
              <a:rPr lang="ko-KR" altLang="en-US" sz="2000" dirty="0"/>
              <a:t>채팅 </a:t>
            </a:r>
            <a:r>
              <a:rPr lang="en-US" altLang="ko-KR" sz="2000" dirty="0"/>
              <a:t>ON</a:t>
            </a:r>
            <a:endParaRPr lang="ko-KR" altLang="en-US" sz="20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98E9EED-138E-37DD-6936-911F7DA7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BADEEB83-F041-57EA-6D90-C825628A1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774920"/>
              </p:ext>
            </p:extLst>
          </p:nvPr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옵션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 화면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상태에서만 제공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ON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상태일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플레이어 제공 사이즈는 영화관 모드와 동일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 영역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ON/OFF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842688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17099A14-0F86-6242-B4F8-8D94F8338418}"/>
              </a:ext>
            </a:extLst>
          </p:cNvPr>
          <p:cNvSpPr/>
          <p:nvPr/>
        </p:nvSpPr>
        <p:spPr>
          <a:xfrm>
            <a:off x="160892" y="826569"/>
            <a:ext cx="6152391" cy="576249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82" name="Picture 87">
            <a:extLst>
              <a:ext uri="{FF2B5EF4-FFF2-40B4-BE49-F238E27FC236}">
                <a16:creationId xmlns:a16="http://schemas.microsoft.com/office/drawing/2014/main" id="{6D550F6C-B0DC-F016-8FCA-012686EBA6D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118010" y="3589136"/>
            <a:ext cx="238154" cy="237357"/>
          </a:xfrm>
          <a:prstGeom prst="rect">
            <a:avLst/>
          </a:prstGeom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A379E53D-D517-9816-0B07-4E223B1B35D1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F80AB2E-288C-495C-7165-8B05C304FCCD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D75E409F-3FED-C8F8-8E6C-E85864C1E56C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96E08B15-746F-4A10-A854-604662A6683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B8D1B0-6DF1-7706-3F6A-A498A5E90693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E57053F5-1639-AC31-B2BB-F6584CCD6411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81F06DF6-98DB-2F29-20FF-9BD904313B6D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999E414-7ACE-789C-33CE-D3CE75251E5D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B6C762FB-8EDD-7EFF-4B8E-1788E58B6E8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F985443F-0C43-F420-A5C4-0F9EF87F59B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60C142-DEB1-F9D7-2C70-DCD472C9D893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947EA5F-D0EC-6DCC-A0A0-BA01C7AAD237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5BEC82E4-CB56-07E2-C160-0D6528A3A5F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9680E98-15E4-D885-CD7A-DE9E5328C2FA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45E4F117-9CFF-8C3F-313F-70B1B21878E2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21E36E2A-511C-3402-8E2D-962D0D25AB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D1EC954-4662-7B3A-32D4-E589CBCE5734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B2AD0D1F-E07C-85BD-C13F-5F60C2F12F55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5B1CB2CB-BCC0-C265-AFCB-7834973CB9E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B9DA492-2B06-DBBD-DFFC-D07533CBCBA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2B86D956-DC5A-A9E9-800A-048B7C4F6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E00D2FC2-8671-DEE9-2112-0D6349ED8CE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3272D20-5DFB-696A-5DA2-DCF3AA35F918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4CD020EB-EFE1-9440-8BC6-84ECF31A980C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132D5A70-80FC-FFD6-1EEC-43BDC792C6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76D1CC16-EE99-6E81-7868-2AC2BC41A10E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A53C5A82-3A72-3A68-C285-F1CD08BF9B81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E1A007EC-3F28-47B3-857F-98D6FD29E34C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C50F66F8-CE79-5626-3217-0ADCA46CEEE1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D3E8507-9754-4C9E-5525-8097BC2D9501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BF56CD02-8AAA-3E87-8702-F85ED1033C0A}"/>
              </a:ext>
            </a:extLst>
          </p:cNvPr>
          <p:cNvGrpSpPr/>
          <p:nvPr/>
        </p:nvGrpSpPr>
        <p:grpSpPr>
          <a:xfrm>
            <a:off x="5853553" y="3313622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BD0F7013-5B21-D5B6-440A-78B8201FA035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552B3C51-BF38-A006-816B-B737326BD60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5AB953B4-6D49-9605-0978-684E51F9C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F400002B-BA01-9345-1197-CA3705683613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57B950E0-AFDB-0199-BDED-8295062ACD2E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0521DEA2-2CF7-C51D-C867-A549E4520D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82519241-BAE6-6C6F-18F2-42CC08EB6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685" y="6282699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A01DAD4B-C92A-61BE-B65B-F065D417C4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13" y="6327798"/>
            <a:ext cx="308348" cy="122054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942E35E6-A277-52B1-56AF-64AC4ED5B7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0581" y="6266819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00721757-4C78-C030-BFA8-DC71C30FF117}"/>
              </a:ext>
            </a:extLst>
          </p:cNvPr>
          <p:cNvSpPr txBox="1"/>
          <p:nvPr/>
        </p:nvSpPr>
        <p:spPr>
          <a:xfrm>
            <a:off x="4853941" y="6275408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AD345C68-F374-F6F8-E923-45E772603293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BB73EDED-B8F9-D4B1-EF83-E907A5010DF3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1D0A2CA8-2D02-DE9A-6E8E-D60291432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93" name="그림 92">
            <a:extLst>
              <a:ext uri="{FF2B5EF4-FFF2-40B4-BE49-F238E27FC236}">
                <a16:creationId xmlns:a16="http://schemas.microsoft.com/office/drawing/2014/main" id="{E64E24F6-085C-6A54-82AB-F2DE75E571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808" y="6318460"/>
            <a:ext cx="104497" cy="134353"/>
          </a:xfrm>
          <a:prstGeom prst="rect">
            <a:avLst/>
          </a:prstGeom>
        </p:spPr>
      </p:pic>
      <p:grpSp>
        <p:nvGrpSpPr>
          <p:cNvPr id="99" name="그룹 98">
            <a:extLst>
              <a:ext uri="{FF2B5EF4-FFF2-40B4-BE49-F238E27FC236}">
                <a16:creationId xmlns:a16="http://schemas.microsoft.com/office/drawing/2014/main" id="{D94F9121-B56E-C67F-AAF9-2FE3C2682867}"/>
              </a:ext>
            </a:extLst>
          </p:cNvPr>
          <p:cNvGrpSpPr/>
          <p:nvPr/>
        </p:nvGrpSpPr>
        <p:grpSpPr>
          <a:xfrm>
            <a:off x="285087" y="6145221"/>
            <a:ext cx="5929975" cy="92335"/>
            <a:chOff x="285087" y="3823362"/>
            <a:chExt cx="5929975" cy="92335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C02AB286-CABB-B491-054D-443F387A5CFC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DFDF1B7D-853C-6B24-01B7-256C6EFB6F09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DD1B22E9-E7A3-F2E5-99DF-C9C3EF6F64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7551" y="6320878"/>
            <a:ext cx="156898" cy="156898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4367598-45FB-B9C3-2740-CE204C76306B}"/>
              </a:ext>
            </a:extLst>
          </p:cNvPr>
          <p:cNvSpPr/>
          <p:nvPr/>
        </p:nvSpPr>
        <p:spPr>
          <a:xfrm>
            <a:off x="5392975" y="4970639"/>
            <a:ext cx="743608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후원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채팅 닫기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C0FA33B-F22E-7B9B-87E5-9D2F87C281D6}"/>
              </a:ext>
            </a:extLst>
          </p:cNvPr>
          <p:cNvSpPr/>
          <p:nvPr/>
        </p:nvSpPr>
        <p:spPr>
          <a:xfrm>
            <a:off x="5465290" y="5886812"/>
            <a:ext cx="605328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후원</a:t>
            </a:r>
            <a:r>
              <a:rPr lang="en-US" altLang="ko-KR" sz="700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700" dirty="0">
                <a:solidFill>
                  <a:schemeClr val="bg1"/>
                </a:solidFill>
                <a:latin typeface="+mn-ea"/>
              </a:rPr>
              <a:t>채팅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0432FA6-DB66-2B26-EDB2-1F1183DCE6A2}"/>
              </a:ext>
            </a:extLst>
          </p:cNvPr>
          <p:cNvCxnSpPr>
            <a:cxnSpLocks/>
          </p:cNvCxnSpPr>
          <p:nvPr/>
        </p:nvCxnSpPr>
        <p:spPr>
          <a:xfrm>
            <a:off x="5771827" y="5544127"/>
            <a:ext cx="0" cy="29051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560920D-DB7E-0BEB-F938-EAE2E427D8B6}"/>
              </a:ext>
            </a:extLst>
          </p:cNvPr>
          <p:cNvGrpSpPr/>
          <p:nvPr/>
        </p:nvGrpSpPr>
        <p:grpSpPr>
          <a:xfrm>
            <a:off x="5665926" y="6257227"/>
            <a:ext cx="271160" cy="271160"/>
            <a:chOff x="10013497" y="5919117"/>
            <a:chExt cx="271160" cy="271160"/>
          </a:xfrm>
        </p:grpSpPr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D3080D54-A4AB-8383-9F41-232697861AE4}"/>
                </a:ext>
              </a:extLst>
            </p:cNvPr>
            <p:cNvSpPr/>
            <p:nvPr/>
          </p:nvSpPr>
          <p:spPr>
            <a:xfrm>
              <a:off x="10013497" y="5919117"/>
              <a:ext cx="271160" cy="27116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17C8C438-D421-F054-E031-BF43CF69B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066277" y="5962932"/>
              <a:ext cx="165600" cy="165600"/>
            </a:xfrm>
            <a:prstGeom prst="rect">
              <a:avLst/>
            </a:prstGeom>
          </p:spPr>
        </p:pic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5D39F202-9208-69EE-26D9-39EC67AD070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16881" y="6459812"/>
            <a:ext cx="142733" cy="1631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타원 129">
            <a:extLst>
              <a:ext uri="{FF2B5EF4-FFF2-40B4-BE49-F238E27FC236}">
                <a16:creationId xmlns:a16="http://schemas.microsoft.com/office/drawing/2014/main" id="{62575893-88FC-4F0A-5ED7-AC984896C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508" y="6191388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E70D452D-D823-7AD9-91AF-B399BAF23805}"/>
              </a:ext>
            </a:extLst>
          </p:cNvPr>
          <p:cNvSpPr/>
          <p:nvPr/>
        </p:nvSpPr>
        <p:spPr>
          <a:xfrm>
            <a:off x="5638724" y="5235236"/>
            <a:ext cx="271160" cy="27116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79D029D-9B2E-A6D8-D821-4527DF84144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3978" y="5281494"/>
            <a:ext cx="165940" cy="16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824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162CC-8989-1FB7-7F5B-29C7C250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747EC26-0809-2019-61EF-7E52F271DE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버퍼링 </a:t>
            </a:r>
            <a:r>
              <a:rPr lang="en-US" altLang="ko-KR" sz="2000" dirty="0"/>
              <a:t>/ </a:t>
            </a:r>
            <a:r>
              <a:rPr lang="ko-KR" altLang="en-US" sz="2000" dirty="0"/>
              <a:t>로딩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CE10EBA-5B20-3CA3-43FC-AE7AD96E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B4DBA8E7-5D48-E124-B5A9-B8858AB12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529677"/>
              </p:ext>
            </p:extLst>
          </p:nvPr>
        </p:nvGraphicFramePr>
        <p:xfrm>
          <a:off x="9625013" y="575703"/>
          <a:ext cx="2517466" cy="15544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버퍼링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로딩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재생 중 버퍼 부족으로 영상이 멈출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프레임을 유지한 채 플레이어 영역 중앙에 스피너를 표시함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버퍼링 중에도 플레이 바는 유지되며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기능 조작 가능함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버퍼 회복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스피너가 사라지고 자동으로 영상이 멈춘 시점부터 이어서 재생됨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일시정지 상태에서는 노출하지 않음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986EC4F5-ED45-0464-64D5-471E468F9298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0A84ED-8BCF-427B-57A3-6DB1A6A271DC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EE6A5C70-43BF-34CD-80D8-63B1CC289E1A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7B6FBE1-3141-64B9-1D5D-410CBA71C5CD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2E453B18-2831-1E58-B71F-504289B13401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733B9DFB-B5C7-2897-A8DB-6F64592BEB3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854A922-B2C3-D38E-8296-77819826E9AE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62409FC9-DA2C-F944-E1CF-F5904A4F83B2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82343405-D5B1-A552-B0E6-984EF248EDC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5F46050-71EB-960A-6665-B4C6D403A52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212ED82C-49F2-423F-EAEB-D9D9C235EFB6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4DEEF38B-921D-486C-3F9C-D2811A75D14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3B9786F-105D-4121-B1FA-1586CAF22A9C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2B90B56D-D670-55CF-08CD-C14F89B26D1F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BB87E6DE-B3D5-811E-3901-EA728D936A3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96F5A2-EAB9-FA11-B73C-98407D3BFF69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13E1244F-210A-FBD7-5697-6D5415A46FD7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53297A22-607E-1365-EE8D-56BC5D84F11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22D0E09-B42A-5D8C-B71F-72D325E8697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DB7F8725-AC03-85EB-0E8A-C4B9AC797BE2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9BDB8660-A4F9-F384-1346-7B8F6E91765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D821CA3-BE01-C968-633C-922A665DCE4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37F556DE-72E4-1989-0BD7-7E2443976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B2981E28-69B2-3BBC-3606-7EAD84A2E48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EF889CF5-2DED-94EF-4F07-6368C6C86D87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C8D6E602-830E-2CDF-20F9-3F78712C580C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CF4A9AAE-F123-7D18-FD05-37993BD8B4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22830017-6EDD-ECC1-6F5E-536E78169EBA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74283036-72A6-A2BF-4A50-9A5915919097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3D00E690-1D05-9827-BCAC-5DAA7547240C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E2EB6503-B4B5-5FDF-664D-02E071282F39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5F9DB8F-C5A3-D49C-8691-C3FE0D06DD6B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FBFD5E4C-D38F-1B65-46C9-F05FDB253201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9CA47D6B-97FC-8B8F-E484-D69EAE3E4303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4ABAAB01-210B-C762-4E82-078A1A30D39D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1F8A2C19-EA9E-26F9-3A38-5994F53B06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6116B4ED-5C5E-85F5-B210-F1DE88B13A99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BAFD1EDB-E91C-E1A5-8E12-B44338A88E9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2CF3AD2D-9CB2-CA3A-578D-572C321CE9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F11B31FE-A38B-714A-E491-1D5E591BF73F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DA7C756-5CFC-6526-4717-7F7A0D395C09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202" name="Picture 142">
            <a:extLst>
              <a:ext uri="{FF2B5EF4-FFF2-40B4-BE49-F238E27FC236}">
                <a16:creationId xmlns:a16="http://schemas.microsoft.com/office/drawing/2014/main" id="{8C29E542-56E2-935D-BFAD-D5000C1EB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203" name="Group 149">
            <a:extLst>
              <a:ext uri="{FF2B5EF4-FFF2-40B4-BE49-F238E27FC236}">
                <a16:creationId xmlns:a16="http://schemas.microsoft.com/office/drawing/2014/main" id="{E82D9C0B-5744-D708-ED33-77C18FABD087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204" name="Oval 156">
              <a:extLst>
                <a:ext uri="{FF2B5EF4-FFF2-40B4-BE49-F238E27FC236}">
                  <a16:creationId xmlns:a16="http://schemas.microsoft.com/office/drawing/2014/main" id="{D346D971-3477-FA9E-75A8-53AEDD0D926E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05" name="Picture 159">
              <a:extLst>
                <a:ext uri="{FF2B5EF4-FFF2-40B4-BE49-F238E27FC236}">
                  <a16:creationId xmlns:a16="http://schemas.microsoft.com/office/drawing/2014/main" id="{A273ABF0-1515-D923-89D9-5941D4A0D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206" name="Rounded Rectangle 160">
            <a:extLst>
              <a:ext uri="{FF2B5EF4-FFF2-40B4-BE49-F238E27FC236}">
                <a16:creationId xmlns:a16="http://schemas.microsoft.com/office/drawing/2014/main" id="{8C2EAD50-A0F7-1F71-070D-7CE788F01F43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7" name="Group 2">
            <a:extLst>
              <a:ext uri="{FF2B5EF4-FFF2-40B4-BE49-F238E27FC236}">
                <a16:creationId xmlns:a16="http://schemas.microsoft.com/office/drawing/2014/main" id="{2BA7C21D-B301-0045-BFC9-435D1FDE129B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208" name="Rectangle 256">
              <a:extLst>
                <a:ext uri="{FF2B5EF4-FFF2-40B4-BE49-F238E27FC236}">
                  <a16:creationId xmlns:a16="http://schemas.microsoft.com/office/drawing/2014/main" id="{8849D653-FC8C-5908-FF2F-B8A42EBA062D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09" name="Picture 191">
              <a:extLst>
                <a:ext uri="{FF2B5EF4-FFF2-40B4-BE49-F238E27FC236}">
                  <a16:creationId xmlns:a16="http://schemas.microsoft.com/office/drawing/2014/main" id="{F2851FCC-6A5E-CFF4-5A77-5879C3F9E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210" name="Group 17">
            <a:extLst>
              <a:ext uri="{FF2B5EF4-FFF2-40B4-BE49-F238E27FC236}">
                <a16:creationId xmlns:a16="http://schemas.microsoft.com/office/drawing/2014/main" id="{FF485131-DAFB-ED7A-3A9E-55147A5B6CFA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211" name="Rectangle 256">
              <a:extLst>
                <a:ext uri="{FF2B5EF4-FFF2-40B4-BE49-F238E27FC236}">
                  <a16:creationId xmlns:a16="http://schemas.microsoft.com/office/drawing/2014/main" id="{89B88BD3-F518-9B16-DED9-4CBD3086DAD2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12" name="Picture 15">
              <a:extLst>
                <a:ext uri="{FF2B5EF4-FFF2-40B4-BE49-F238E27FC236}">
                  <a16:creationId xmlns:a16="http://schemas.microsoft.com/office/drawing/2014/main" id="{E4C038F1-E32C-066A-64F2-E15EA6C3B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880D68FC-6ADB-33ED-6544-711B613B551B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6F90B272-3CE8-CBD6-62CE-B2C404BE32D0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215" name="Group 26">
            <a:extLst>
              <a:ext uri="{FF2B5EF4-FFF2-40B4-BE49-F238E27FC236}">
                <a16:creationId xmlns:a16="http://schemas.microsoft.com/office/drawing/2014/main" id="{4521515C-C190-CD48-29ED-6B34B1EAFEAC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216" name="그룹 6">
              <a:extLst>
                <a:ext uri="{FF2B5EF4-FFF2-40B4-BE49-F238E27FC236}">
                  <a16:creationId xmlns:a16="http://schemas.microsoft.com/office/drawing/2014/main" id="{4DE3F68D-E8AF-682A-40EE-4DF3A1E3337E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218" name="Tab 1">
                <a:extLst>
                  <a:ext uri="{FF2B5EF4-FFF2-40B4-BE49-F238E27FC236}">
                    <a16:creationId xmlns:a16="http://schemas.microsoft.com/office/drawing/2014/main" id="{148D04F4-A205-06A6-9779-B2BAA775DEF2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19" name="Tab 2">
                <a:extLst>
                  <a:ext uri="{FF2B5EF4-FFF2-40B4-BE49-F238E27FC236}">
                    <a16:creationId xmlns:a16="http://schemas.microsoft.com/office/drawing/2014/main" id="{A66BEB9B-2076-311E-9A0D-3F01BAE27D8A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0" name="Tab 2">
                <a:extLst>
                  <a:ext uri="{FF2B5EF4-FFF2-40B4-BE49-F238E27FC236}">
                    <a16:creationId xmlns:a16="http://schemas.microsoft.com/office/drawing/2014/main" id="{F8FA8797-6066-DE68-EF90-A74E6302A899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1" name="Tab 2">
                <a:extLst>
                  <a:ext uri="{FF2B5EF4-FFF2-40B4-BE49-F238E27FC236}">
                    <a16:creationId xmlns:a16="http://schemas.microsoft.com/office/drawing/2014/main" id="{DD734888-E7C2-B33B-2720-05C10D8A264D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2" name="Tab 2">
                <a:extLst>
                  <a:ext uri="{FF2B5EF4-FFF2-40B4-BE49-F238E27FC236}">
                    <a16:creationId xmlns:a16="http://schemas.microsoft.com/office/drawing/2014/main" id="{87894DA7-7426-004B-9210-5914DAFA15A3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3" name="Tab 2">
                <a:extLst>
                  <a:ext uri="{FF2B5EF4-FFF2-40B4-BE49-F238E27FC236}">
                    <a16:creationId xmlns:a16="http://schemas.microsoft.com/office/drawing/2014/main" id="{03AA06C9-F2FD-24EA-9A4A-D230B774290C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217" name="직선 연결선 32">
              <a:extLst>
                <a:ext uri="{FF2B5EF4-FFF2-40B4-BE49-F238E27FC236}">
                  <a16:creationId xmlns:a16="http://schemas.microsoft.com/office/drawing/2014/main" id="{6C14D58D-B8D7-96D6-577C-8765016E8A03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75A8F0D5-4E4E-7311-0AAB-F52B5EAB687A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225" name="Rectangle 256">
              <a:extLst>
                <a:ext uri="{FF2B5EF4-FFF2-40B4-BE49-F238E27FC236}">
                  <a16:creationId xmlns:a16="http://schemas.microsoft.com/office/drawing/2014/main" id="{839F69BD-6B56-0092-3540-167D19B4074A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0A09C175-5255-9CA8-73F4-816D4C15A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8E1D4AFC-37A5-64B1-A405-50A87EDEC8F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4F56DF4-4AD5-4043-6920-9C11C3125324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E2CC768F-2455-E545-4F16-30839437F2AD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8F66FFB-1B20-4188-15EF-FD31DD458BC7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67D84F0-6D90-7079-2F2D-EF8B18233306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25FBE0-796E-B551-3F5F-DF0A000F8689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255A40-C015-B0A8-F3DA-2E733418E892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8C11B-FCB9-D60B-52A2-7C369E7B4E5F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79250-AEDF-9593-A3F8-FC7052FA3296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DABBD5-7E4D-1227-F3C5-65DF8AEB0B6A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1B8844-D2FD-FEB6-6E45-288BC78BDD14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D059D-B6A3-01D5-099E-9D1BA287FFE2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A5772107-028E-CF2E-F67C-F0484A5DA3A5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32101C85-CFC0-7997-49F0-D7D9582402C9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13D6A1FD-CD34-F386-BE3F-7D2C3582A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A5687635-F951-E474-BB05-8BCA96E295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0462" y="2288571"/>
            <a:ext cx="533250" cy="533250"/>
          </a:xfrm>
          <a:prstGeom prst="rect">
            <a:avLst/>
          </a:prstGeom>
        </p:spPr>
      </p:pic>
      <p:sp>
        <p:nvSpPr>
          <p:cNvPr id="37" name="타원 129">
            <a:extLst>
              <a:ext uri="{FF2B5EF4-FFF2-40B4-BE49-F238E27FC236}">
                <a16:creationId xmlns:a16="http://schemas.microsoft.com/office/drawing/2014/main" id="{A7ABE3A7-EC60-B959-B8CC-ADEED5A28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384" y="228754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77C80A3-6D01-7C7D-7AFD-4414E030FD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F3AD1EF-737C-FBB6-87DD-3ED9516981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6E700BC-D91C-D1C2-4999-5E90A6946EA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0F125BDE-3FA6-4A91-928B-CAB978CA91E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B4317B6-A6A3-D649-44E4-EF7F6C84EFC8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2AB110BD-8993-A834-7C89-958EDAFCFF2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58402290-A80D-4872-728A-D7573D5E8A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70" name="그룹 69">
            <a:extLst>
              <a:ext uri="{FF2B5EF4-FFF2-40B4-BE49-F238E27FC236}">
                <a16:creationId xmlns:a16="http://schemas.microsoft.com/office/drawing/2014/main" id="{342C1C53-0291-BEF9-06EB-69D55521964C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D7A66C0-2C64-C80F-9580-3E9FE070BE2E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A6796EC-87A5-4FEC-5E43-FEDE5D523C8E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0104D159-0DB4-C5F3-BBB9-127F1400BFA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56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AFA5-53B2-9DE6-CC25-0E4D4BE0C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4EB94D-200D-CA6A-2E57-30A959D13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송출 끊김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C1D6B6D-135A-53C6-76A6-305AF9AA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923CD14B-AD92-E41F-C78A-6D032071FBF3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9448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송출 끊김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중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여타의 사유로 방송 송출이 끊겼을 경우 해당 화면으로 대체 노출함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중단 시간 카운팅 제공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재송출될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화면으로 전환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7A1FE031-0A97-049B-D4D2-5573118CAA20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37FD83-9A01-9F38-1B95-9CDE883DD6C3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4CA4E8C1-7F46-9C94-437F-72A34D2A64E4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B0EF578-764D-CD2C-D566-191CFADB0E37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165B2685-7FC9-8E7E-E97D-CBDE4F79B3F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0F38A0A3-C743-0432-C27B-52F859DD8E6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4B9267-0CA6-0D77-DC21-01518CE686EE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ACDE1F94-6A49-8B31-0A63-E5EBA6EF2398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63A2F066-8887-ECDC-B86E-C6BFFD8AC69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02AC1A1-F7FD-A222-E7DE-4758901C2CAF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DB267840-8C42-EBC3-ED99-BAEB6A4D7B24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92E64BB7-C0FA-6DE8-A0EB-98653BBE16D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AF63028-2A2A-6E8D-B01F-B34CC03FA4EC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30134D46-9476-E84F-E621-9C2C938AA21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959D89ED-0E6F-8FA1-487E-17C0B8D3B3D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CDED7F-F97C-6851-3C4B-EC53A9C29D8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C828A8CE-E50B-1AE6-8FD1-71000F483106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D2717E91-6714-273C-6E73-9F47CDF228C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5C5C815-9005-4809-1AC9-CB73B6A6C56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815C7CF7-6C2F-45C2-094F-7EB7EE92B280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1D582D2D-8F49-8795-882C-EBEEFB64182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DE11F0A-FC74-BAA7-423E-6B92F4CDCA13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1A7BF3FF-26AB-04D3-D3D3-A19A342F4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B57C8068-668D-88D6-2E77-4F38379567B7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C6C3B2A0-F04D-7C6C-749E-F0CA5B60DE6E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8007FD4A-E1BD-4B08-AD8F-1A036F422E55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9610CCE2-A77F-27D3-5077-02AAABFE4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8BB66710-7A3F-44E2-3FF8-A240E2CCD719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F40B2C7-3F07-F51D-FCAF-E7FAF0CBB8C7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1ADF4847-1AD4-C553-BBBF-68E1664CD3D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B9A136A0-B387-CEB9-2973-7DE50DBCB948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000F926-00F0-6F4C-E620-9B0087604BF4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367A11F-5531-BBAA-651D-6E1A11031015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205D0749-6F0E-88BB-BF61-BD80CC6B034C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C62BEE7B-EA4E-26AD-9ECE-2113B6BDE116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627C7765-A4D1-5D62-D2EB-075E972244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C47AF210-CDC9-1F3E-9A5A-7927F7132E69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F555F422-C615-35BC-990C-29ED3E703AB7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07DA1A84-96BF-61D7-62E7-6D31B14D7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474B0194-EA5D-046E-D7B9-1D00E968D14D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B42DD1C-D690-92DF-3A71-1EA5EE8BE00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202" name="Picture 142">
            <a:extLst>
              <a:ext uri="{FF2B5EF4-FFF2-40B4-BE49-F238E27FC236}">
                <a16:creationId xmlns:a16="http://schemas.microsoft.com/office/drawing/2014/main" id="{0DAB4245-CFB4-D872-3EA3-E5AA673CB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203" name="Group 149">
            <a:extLst>
              <a:ext uri="{FF2B5EF4-FFF2-40B4-BE49-F238E27FC236}">
                <a16:creationId xmlns:a16="http://schemas.microsoft.com/office/drawing/2014/main" id="{AF0FBA7F-E7CB-CAB6-9437-91B824863DB2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204" name="Oval 156">
              <a:extLst>
                <a:ext uri="{FF2B5EF4-FFF2-40B4-BE49-F238E27FC236}">
                  <a16:creationId xmlns:a16="http://schemas.microsoft.com/office/drawing/2014/main" id="{139607E8-CFC0-D93E-4522-001CA8FDF914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05" name="Picture 159">
              <a:extLst>
                <a:ext uri="{FF2B5EF4-FFF2-40B4-BE49-F238E27FC236}">
                  <a16:creationId xmlns:a16="http://schemas.microsoft.com/office/drawing/2014/main" id="{9A21FC1E-9EF4-8571-E4B3-92D43AD24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206" name="Rounded Rectangle 160">
            <a:extLst>
              <a:ext uri="{FF2B5EF4-FFF2-40B4-BE49-F238E27FC236}">
                <a16:creationId xmlns:a16="http://schemas.microsoft.com/office/drawing/2014/main" id="{8A054F30-C4F5-E087-ED00-32020F3A3D46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7" name="Group 2">
            <a:extLst>
              <a:ext uri="{FF2B5EF4-FFF2-40B4-BE49-F238E27FC236}">
                <a16:creationId xmlns:a16="http://schemas.microsoft.com/office/drawing/2014/main" id="{58B0EEFD-20F0-95FE-3C13-7C0FFA786552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208" name="Rectangle 256">
              <a:extLst>
                <a:ext uri="{FF2B5EF4-FFF2-40B4-BE49-F238E27FC236}">
                  <a16:creationId xmlns:a16="http://schemas.microsoft.com/office/drawing/2014/main" id="{71AAE09A-926E-F7D6-51B2-2CEA1B92F597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09" name="Picture 191">
              <a:extLst>
                <a:ext uri="{FF2B5EF4-FFF2-40B4-BE49-F238E27FC236}">
                  <a16:creationId xmlns:a16="http://schemas.microsoft.com/office/drawing/2014/main" id="{324C2630-B73C-7788-B23D-0E7C31AE0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210" name="Group 17">
            <a:extLst>
              <a:ext uri="{FF2B5EF4-FFF2-40B4-BE49-F238E27FC236}">
                <a16:creationId xmlns:a16="http://schemas.microsoft.com/office/drawing/2014/main" id="{4AE36D84-B910-E3C9-61A8-CD2FEA32AC46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211" name="Rectangle 256">
              <a:extLst>
                <a:ext uri="{FF2B5EF4-FFF2-40B4-BE49-F238E27FC236}">
                  <a16:creationId xmlns:a16="http://schemas.microsoft.com/office/drawing/2014/main" id="{413C597E-49B3-3F13-D404-5BEE4A177C80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12" name="Picture 15">
              <a:extLst>
                <a:ext uri="{FF2B5EF4-FFF2-40B4-BE49-F238E27FC236}">
                  <a16:creationId xmlns:a16="http://schemas.microsoft.com/office/drawing/2014/main" id="{E2D3770E-FA5E-C95D-4EB2-028F857DD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6E38F75-2C2C-3B4A-0260-406BB832301F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987B905-907C-1456-8F27-5EAAE9B66A0F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215" name="Group 26">
            <a:extLst>
              <a:ext uri="{FF2B5EF4-FFF2-40B4-BE49-F238E27FC236}">
                <a16:creationId xmlns:a16="http://schemas.microsoft.com/office/drawing/2014/main" id="{25E04EE7-B3A9-B7AC-720A-AED23513919B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216" name="그룹 6">
              <a:extLst>
                <a:ext uri="{FF2B5EF4-FFF2-40B4-BE49-F238E27FC236}">
                  <a16:creationId xmlns:a16="http://schemas.microsoft.com/office/drawing/2014/main" id="{AD0F018C-2246-AC21-9D59-68524567C086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218" name="Tab 1">
                <a:extLst>
                  <a:ext uri="{FF2B5EF4-FFF2-40B4-BE49-F238E27FC236}">
                    <a16:creationId xmlns:a16="http://schemas.microsoft.com/office/drawing/2014/main" id="{38165824-CED0-5B5E-AA9C-E25E074E8331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19" name="Tab 2">
                <a:extLst>
                  <a:ext uri="{FF2B5EF4-FFF2-40B4-BE49-F238E27FC236}">
                    <a16:creationId xmlns:a16="http://schemas.microsoft.com/office/drawing/2014/main" id="{ADD7601B-BB0B-2E42-F378-36E2E643CBCD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0" name="Tab 2">
                <a:extLst>
                  <a:ext uri="{FF2B5EF4-FFF2-40B4-BE49-F238E27FC236}">
                    <a16:creationId xmlns:a16="http://schemas.microsoft.com/office/drawing/2014/main" id="{AC7344C8-2375-16AC-562C-2872D10B9C22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1" name="Tab 2">
                <a:extLst>
                  <a:ext uri="{FF2B5EF4-FFF2-40B4-BE49-F238E27FC236}">
                    <a16:creationId xmlns:a16="http://schemas.microsoft.com/office/drawing/2014/main" id="{AAD67D1C-C186-8FD3-F684-7A0EF97AFF26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2" name="Tab 2">
                <a:extLst>
                  <a:ext uri="{FF2B5EF4-FFF2-40B4-BE49-F238E27FC236}">
                    <a16:creationId xmlns:a16="http://schemas.microsoft.com/office/drawing/2014/main" id="{B69BF368-7028-F8E5-AD39-FB237F8AC32B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3" name="Tab 2">
                <a:extLst>
                  <a:ext uri="{FF2B5EF4-FFF2-40B4-BE49-F238E27FC236}">
                    <a16:creationId xmlns:a16="http://schemas.microsoft.com/office/drawing/2014/main" id="{EE269682-A57F-7FB6-B719-55CA082E239D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217" name="직선 연결선 32">
              <a:extLst>
                <a:ext uri="{FF2B5EF4-FFF2-40B4-BE49-F238E27FC236}">
                  <a16:creationId xmlns:a16="http://schemas.microsoft.com/office/drawing/2014/main" id="{0B41C9BA-1BE4-EE15-B213-BAA0740D2C6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88563AB9-A4CE-462B-612A-B9A455712A55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225" name="Rectangle 256">
              <a:extLst>
                <a:ext uri="{FF2B5EF4-FFF2-40B4-BE49-F238E27FC236}">
                  <a16:creationId xmlns:a16="http://schemas.microsoft.com/office/drawing/2014/main" id="{E71840FB-E7A6-FEEA-E6F2-3D0507E12A5F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E3B6C2AB-358D-E3AC-01BF-2D8C39661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D867518E-6695-6A30-7096-DA4F341ABE62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27C2EAA-EA5B-5C39-BC2F-B26E8016A181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8E7DB703-0AE1-759C-E368-953F3A14E045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EAEF96C-89EE-B0B4-C385-9B919519CA99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B5E74C-ACD8-FF63-66AB-32C2440AFFFF}"/>
              </a:ext>
            </a:extLst>
          </p:cNvPr>
          <p:cNvSpPr txBox="1"/>
          <p:nvPr/>
        </p:nvSpPr>
        <p:spPr>
          <a:xfrm>
            <a:off x="1354360" y="2234056"/>
            <a:ext cx="3765453" cy="4319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방송 송출 상태가 불안정하여 방송이 일시적으로 중단되었습니다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b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문제를 해결하고 있으니 조금만 기다려 주세요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C333B06-9555-40ED-6895-D26FFFE207E4}"/>
              </a:ext>
            </a:extLst>
          </p:cNvPr>
          <p:cNvSpPr/>
          <p:nvPr/>
        </p:nvSpPr>
        <p:spPr>
          <a:xfrm>
            <a:off x="2527710" y="2815385"/>
            <a:ext cx="1418754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방송 중단 시간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00 : 00 : 15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타원 129">
            <a:extLst>
              <a:ext uri="{FF2B5EF4-FFF2-40B4-BE49-F238E27FC236}">
                <a16:creationId xmlns:a16="http://schemas.microsoft.com/office/drawing/2014/main" id="{EC11EEE3-43EA-34FE-7A5F-191302348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708" y="217896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287BD4-AE01-3B4E-57F8-BEC2437A41EB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438690B-A1D3-A98F-B389-43063BB2B3BD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BFF33F0-2796-AA12-894A-CBC2772DCFDE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4C63E-BB33-AA05-34C9-2E22DD87C24D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C5943-AC2B-EAD1-C13E-E03EA7693FF9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4501D-B9F3-6483-D099-5C04A3C41F6B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6A4ED-AA2D-9EA4-F1A2-F90713305386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5B67AA-EFCE-DD27-189C-C9228558FAC7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37F3BBB-7E74-F0C1-DE8A-4EF003A74A78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9D177BD-A4C7-9C9A-1883-2940AAD6B860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E23FDFB7-A994-29E1-4AD8-C230F736E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6715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6E280-3F3C-75BC-A08B-9CB16F582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3ABE2B-76F1-00BD-5D2C-D705456F81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방송 종료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3C6AAB1-8FD1-AE6C-2A45-B6376A7C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4A85B199-F44E-25D1-0255-C8F978B4B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06811"/>
              </p:ext>
            </p:extLst>
          </p:nvPr>
        </p:nvGraphicFramePr>
        <p:xfrm>
          <a:off x="9625013" y="575703"/>
          <a:ext cx="2517466" cy="9448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종료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 노출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다른 방송 보러가기 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홈으로 이동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종료 이후로도 후원 받기 가능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└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채팅은 방송 종료 시점으로부터 불가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C76D56A3-F59A-B285-9F6E-3F20195EEBB3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FF8DEA1-2CA4-3C73-DC3B-29EFE07F8F7E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A692A851-1549-E855-7C98-3DB52D0C9407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289CFFA9-FCE8-56E3-13F8-D75299B68CC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43E9097F-7801-0B1B-A86F-272E3A9EFBB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BE55CD4-BED1-4840-6687-3A8A1987BBD9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D990B7F1-3BD4-AEAC-CFBE-D89E85DB0BBF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CD0688C1-89EA-EC84-9203-E1DF4EEFFF4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FCE983-E846-C06C-2E77-A28B8B54AAEA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C3B6FA82-23EB-A24B-2F6B-03750F53C6B3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D9A03E67-704D-5CB5-99A9-EDBDCBD2130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6B6407D-B162-80C9-C8E6-7CE84454C48F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C0DE7E7-F57A-84F4-EA58-A127A42A1AA3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41E66245-1475-8E77-2A72-35F13D0DAA4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9CAF792-DB4E-4463-E7B0-7F00BC871FD4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DDE43079-1A24-4A68-D407-9B175960582A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18ED9382-62EF-F1A6-7BA9-361D3A5F236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2B81BF4-0E9D-3895-5393-1F8B7D1A2A55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4788F83A-58FB-6DD3-09F3-CC86FEB2E1D4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482D64D4-4FD5-BF5C-652E-00E7F8710885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F79E302-F58E-AF35-91B9-C0814FEB2E4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A7E3E9B2-A2BD-AEB0-013E-6FD1E08062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11EBE120-2FC2-F78D-DD92-264C739601DA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A5CCB608-98F6-BFB6-0ADD-E10F5AB4F15C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B65BEB8A-A51E-B502-9B42-F650CF2C964F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029553A7-F910-F026-6744-B25B17AED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372EF168-711A-5D2D-5539-EA32AA1872B6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993429FA-1DC9-0F70-6128-F5DE39E21C98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A9CD82B7-B435-A5A0-0D0A-CCE1295C5649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B19CC01F-2D6E-E465-29E5-1BD92BD0B6C4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97A200F-AAEF-ADEF-8963-DF1E116A4156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36F7E02-3A6F-0360-1AE7-D1B1ECCD6BF1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E620DDEA-E8E5-7A55-001F-DF3CE982542A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A2799EF1-0499-CFE9-65E8-0C0AC2F4CFF2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3FDE8D1D-0332-6B56-58A5-8DD303987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8376A5A1-FC5E-2A58-39AA-3CD7ABCD5367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47381E4D-614A-54F3-67ED-5BDE59EAD923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EEDA7F1E-CBAB-B625-A707-5208FF0642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761FE8-0D58-2B2A-AF28-E7BCD30BF00C}"/>
              </a:ext>
            </a:extLst>
          </p:cNvPr>
          <p:cNvSpPr txBox="1"/>
          <p:nvPr/>
        </p:nvSpPr>
        <p:spPr>
          <a:xfrm>
            <a:off x="2379482" y="2266397"/>
            <a:ext cx="1715214" cy="4319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방송이 종료되었습니다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b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다음 라이브를 기대해 주세요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!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타원 129">
            <a:extLst>
              <a:ext uri="{FF2B5EF4-FFF2-40B4-BE49-F238E27FC236}">
                <a16:creationId xmlns:a16="http://schemas.microsoft.com/office/drawing/2014/main" id="{E9B2FD0A-5652-D50B-BC1C-114BCA823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292" y="218604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98F0E1F-62F4-D8F9-DFA8-97C2F3635167}"/>
              </a:ext>
            </a:extLst>
          </p:cNvPr>
          <p:cNvSpPr/>
          <p:nvPr/>
        </p:nvSpPr>
        <p:spPr>
          <a:xfrm>
            <a:off x="2665467" y="2842277"/>
            <a:ext cx="1143240" cy="285003"/>
          </a:xfrm>
          <a:prstGeom prst="roundRect">
            <a:avLst>
              <a:gd name="adj" fmla="val 18631"/>
            </a:avLst>
          </a:prstGeom>
          <a:solidFill>
            <a:srgbClr val="519CFF"/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+mn-ea"/>
              </a:rPr>
              <a:t>다른 방송 보러가기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675B15-EC9F-1CC6-C935-9D6492126C19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6CEB5-F129-2D7F-7BA6-0D0602D49B07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6AD36D-893F-BDB1-53E5-62258B9A01D1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6" name="Picture 142">
            <a:extLst>
              <a:ext uri="{FF2B5EF4-FFF2-40B4-BE49-F238E27FC236}">
                <a16:creationId xmlns:a16="http://schemas.microsoft.com/office/drawing/2014/main" id="{7FDE062B-AD8F-63C4-2344-D95D79819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7" name="Group 149">
            <a:extLst>
              <a:ext uri="{FF2B5EF4-FFF2-40B4-BE49-F238E27FC236}">
                <a16:creationId xmlns:a16="http://schemas.microsoft.com/office/drawing/2014/main" id="{9BEB4D27-89F5-A46D-F199-8FEDA78D2EBC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8" name="Oval 156">
              <a:extLst>
                <a:ext uri="{FF2B5EF4-FFF2-40B4-BE49-F238E27FC236}">
                  <a16:creationId xmlns:a16="http://schemas.microsoft.com/office/drawing/2014/main" id="{4DC9D051-EFAB-F440-9643-ABD7416093C2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9" name="Picture 159">
              <a:extLst>
                <a:ext uri="{FF2B5EF4-FFF2-40B4-BE49-F238E27FC236}">
                  <a16:creationId xmlns:a16="http://schemas.microsoft.com/office/drawing/2014/main" id="{C6387B0B-6F35-1E2B-B5F8-A3A237A20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20" name="Rounded Rectangle 160">
            <a:extLst>
              <a:ext uri="{FF2B5EF4-FFF2-40B4-BE49-F238E27FC236}">
                <a16:creationId xmlns:a16="http://schemas.microsoft.com/office/drawing/2014/main" id="{056C9F06-BFD0-EBC4-2962-A11264991D50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5E87218F-279E-44B5-8362-AFDCA35EF40A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23" name="Rectangle 256">
              <a:extLst>
                <a:ext uri="{FF2B5EF4-FFF2-40B4-BE49-F238E27FC236}">
                  <a16:creationId xmlns:a16="http://schemas.microsoft.com/office/drawing/2014/main" id="{394C3543-0ECD-901E-9352-7AAA889376E5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4" name="Picture 191">
              <a:extLst>
                <a:ext uri="{FF2B5EF4-FFF2-40B4-BE49-F238E27FC236}">
                  <a16:creationId xmlns:a16="http://schemas.microsoft.com/office/drawing/2014/main" id="{0CD468EC-DB98-46FF-E257-4C2A515A1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25" name="Group 17">
            <a:extLst>
              <a:ext uri="{FF2B5EF4-FFF2-40B4-BE49-F238E27FC236}">
                <a16:creationId xmlns:a16="http://schemas.microsoft.com/office/drawing/2014/main" id="{57A0E62F-B6B0-B597-D1F9-F9A887705BB8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26" name="Rectangle 256">
              <a:extLst>
                <a:ext uri="{FF2B5EF4-FFF2-40B4-BE49-F238E27FC236}">
                  <a16:creationId xmlns:a16="http://schemas.microsoft.com/office/drawing/2014/main" id="{1291032D-BAB0-8510-AA5B-F5957251490E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7" name="Picture 15">
              <a:extLst>
                <a:ext uri="{FF2B5EF4-FFF2-40B4-BE49-F238E27FC236}">
                  <a16:creationId xmlns:a16="http://schemas.microsoft.com/office/drawing/2014/main" id="{E4DE90C8-1997-F71E-1EA4-B2CD8C64E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848DBA9-AA56-4F0D-DE29-2EA17DB6C5D6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6CC9ED-3552-15A4-711E-8CCE0878065C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30" name="Group 26">
            <a:extLst>
              <a:ext uri="{FF2B5EF4-FFF2-40B4-BE49-F238E27FC236}">
                <a16:creationId xmlns:a16="http://schemas.microsoft.com/office/drawing/2014/main" id="{59BACA39-818F-3C2C-C44A-414A1BE9A25A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31" name="그룹 6">
              <a:extLst>
                <a:ext uri="{FF2B5EF4-FFF2-40B4-BE49-F238E27FC236}">
                  <a16:creationId xmlns:a16="http://schemas.microsoft.com/office/drawing/2014/main" id="{3030BCBA-3E17-B003-3341-BB0D82CAE912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33" name="Tab 1">
                <a:extLst>
                  <a:ext uri="{FF2B5EF4-FFF2-40B4-BE49-F238E27FC236}">
                    <a16:creationId xmlns:a16="http://schemas.microsoft.com/office/drawing/2014/main" id="{0AD82528-9548-F4C2-FA8B-EF2166AEF169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4" name="Tab 2">
                <a:extLst>
                  <a:ext uri="{FF2B5EF4-FFF2-40B4-BE49-F238E27FC236}">
                    <a16:creationId xmlns:a16="http://schemas.microsoft.com/office/drawing/2014/main" id="{8B701E65-B679-3DC7-0C93-E675D1B771AE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5" name="Tab 2">
                <a:extLst>
                  <a:ext uri="{FF2B5EF4-FFF2-40B4-BE49-F238E27FC236}">
                    <a16:creationId xmlns:a16="http://schemas.microsoft.com/office/drawing/2014/main" id="{A6DB526F-207B-1F69-8CCD-29187BD80759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6" name="Tab 2">
                <a:extLst>
                  <a:ext uri="{FF2B5EF4-FFF2-40B4-BE49-F238E27FC236}">
                    <a16:creationId xmlns:a16="http://schemas.microsoft.com/office/drawing/2014/main" id="{8C52669E-BC13-819F-2776-1EB5C6043CD5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7" name="Tab 2">
                <a:extLst>
                  <a:ext uri="{FF2B5EF4-FFF2-40B4-BE49-F238E27FC236}">
                    <a16:creationId xmlns:a16="http://schemas.microsoft.com/office/drawing/2014/main" id="{C926D465-DACA-3145-2207-DF172CBA957F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38" name="Tab 2">
                <a:extLst>
                  <a:ext uri="{FF2B5EF4-FFF2-40B4-BE49-F238E27FC236}">
                    <a16:creationId xmlns:a16="http://schemas.microsoft.com/office/drawing/2014/main" id="{390C8CD3-6643-8DA6-DC3C-094BE07C7714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32" name="직선 연결선 32">
              <a:extLst>
                <a:ext uri="{FF2B5EF4-FFF2-40B4-BE49-F238E27FC236}">
                  <a16:creationId xmlns:a16="http://schemas.microsoft.com/office/drawing/2014/main" id="{A1BDB06F-A687-8128-E4C9-70064BBC150A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50E2680B-D877-927A-32D9-A487202B600A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40" name="Rectangle 256">
              <a:extLst>
                <a:ext uri="{FF2B5EF4-FFF2-40B4-BE49-F238E27FC236}">
                  <a16:creationId xmlns:a16="http://schemas.microsoft.com/office/drawing/2014/main" id="{EB430526-68AB-E2F8-652A-D77D6FE1EE41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65DBB244-BC4C-2DBD-F49E-71285D403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007CC91-5284-D66E-41F3-019FEB49F7D7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8342E18-F788-416E-8EFB-015298347C0F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598537B-9E59-0F66-3AC1-37962EAE49DA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BEF5B4E-B1E6-B355-06EF-EA49F869AB55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56CE595-CAD6-D3BE-7DC6-E4693F4095B3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FFC7D058-3F0E-B7F1-F50F-F60016496218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329D060-2C76-9C13-6ED3-C1D4941401F3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72" name="직선 연결선 2055">
            <a:extLst>
              <a:ext uri="{FF2B5EF4-FFF2-40B4-BE49-F238E27FC236}">
                <a16:creationId xmlns:a16="http://schemas.microsoft.com/office/drawing/2014/main" id="{AAF78FAE-45CF-0AD2-C6F8-4E59D6DBACFA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3237087" y="3127280"/>
            <a:ext cx="680476" cy="516874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97DE6C8-1003-7D7B-888B-8E5D6355E3C1}"/>
              </a:ext>
            </a:extLst>
          </p:cNvPr>
          <p:cNvSpPr/>
          <p:nvPr/>
        </p:nvSpPr>
        <p:spPr>
          <a:xfrm>
            <a:off x="3919407" y="3490900"/>
            <a:ext cx="914400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홈으로 이동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5C0EA-9551-7DF3-CF42-CD8EF7ED9A3A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004775-FF13-6905-11C2-451439F954C4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F2808A6-3738-51B2-45F6-13CCBD38A44C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B4C5CE-0CB8-7E1B-13AB-C54D04892155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81371E6-76E0-DB58-1B46-1A9EE5D4AA59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9E1571BB-82DD-218D-1705-A1791AB184B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9399924C-CDBF-EB32-8A4A-156AB51D15C8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D5FF24E1-7A46-7C06-12FA-DA9309DFA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98247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60BB6-8681-AE0B-F7C7-6B73A54FF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9D704B-8F2D-58C2-BBD9-11B77A0C2B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크리에이터 정보 영역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B1BFCBA-E681-1771-34D4-26479F513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73ACBE3C-6B70-6AF3-1D56-A9D68D490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828195"/>
              </p:ext>
            </p:extLst>
          </p:nvPr>
        </p:nvGraphicFramePr>
        <p:xfrm>
          <a:off x="9625013" y="575703"/>
          <a:ext cx="2517466" cy="53340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공통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중 방송 정보 변경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중 방송 정보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 등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 변경될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새로고침 시 반영됨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296445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제목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설정한 방송 제목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줄 영역 넘어갈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줄바꿈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시청자 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방송 중인 실시간 고유 시청 세션 수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집계 기준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동일 계정이 여러 기기에서 접속한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명으로 집계함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비로그인 시청자는 세션 단위로 집계함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 규칙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0~999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쉼표 없이 정수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1,000~9,999 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천 단위 쉼표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③ 10,000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단위 쉼표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④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집계 실패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-(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하이픈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갱신 주기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서버 기준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초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끊길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마지막 값 유지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재연결 후 즉시 최신 값 갱신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-------------------------------------------------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시간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시작 시점부터 현재까지 흐른 시간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ko-KR" sz="800" dirty="0"/>
                        <a:t>일시중단 후 이어지는 방송은 재연결 유예 시간 </a:t>
                      </a:r>
                      <a:r>
                        <a:rPr lang="ko-KR" altLang="en-US" sz="800" dirty="0"/>
                        <a:t>이내라면</a:t>
                      </a:r>
                      <a:r>
                        <a:rPr lang="ko-KR" altLang="ko-KR" sz="800" dirty="0"/>
                        <a:t> </a:t>
                      </a:r>
                      <a:r>
                        <a:rPr lang="ko-KR" altLang="en-US" sz="800" dirty="0"/>
                        <a:t>동일한</a:t>
                      </a:r>
                      <a:r>
                        <a:rPr lang="ko-KR" altLang="ko-KR" sz="800" dirty="0"/>
                        <a:t> 방송으로 </a:t>
                      </a:r>
                      <a:r>
                        <a:rPr lang="ko-KR" altLang="en-US" sz="800" dirty="0"/>
                        <a:t>간주하여</a:t>
                      </a:r>
                      <a:r>
                        <a:rPr lang="ko-KR" altLang="ko-KR" sz="800" dirty="0"/>
                        <a:t> 시간을 이어서 </a:t>
                      </a:r>
                      <a:r>
                        <a:rPr lang="ko-KR" altLang="en-US" sz="800" dirty="0"/>
                        <a:t>카운팅함</a:t>
                      </a:r>
                      <a:br>
                        <a:rPr lang="en-US" altLang="ko-KR" sz="800" dirty="0"/>
                      </a:br>
                      <a:br>
                        <a:rPr lang="en-US" altLang="ko-KR" sz="800" dirty="0"/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표시 규칙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HH : MM : SS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중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종료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타이머 정지되며 총 방송 시간을 고정 표시함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997900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카테고리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시작 전 설정한 카테고리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62125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태그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시작 전 설정한 태그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80738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900B5527-745E-45D8-BCF8-5556B69BCBF4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153A366-0B81-26F4-A610-C10C9AFEB7EB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CB30D3E9-494D-CBDF-EDC9-CFD6ECD0D6C0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D1C832B9-4591-BC20-574C-D987CF5FC965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C716E93A-BCF7-ABF4-B07C-0FACD48CDFB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1A33C9B-FE90-9E56-6B0E-B1E01D2BA541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171AAA40-F5A4-48F5-37C0-C573D5BD6814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A80EAAFD-F546-19B3-B1C7-48152A02FB0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FF75F76-3778-D194-11E0-886CCADC9A1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7B302F76-84F6-4C7E-A185-D3EBCE4B4ACC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89999A51-AC19-9C37-96A9-CF8C74B6FCFB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F8F8448C-7BF3-E24A-A212-89FEAFBCADED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0E865E9F-70F6-F9B1-2C37-BF86F6248C6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369E446C-83C8-61F0-E2DE-83E625F56AE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437AB55-EA88-EF9D-8191-71CD1D8E8C3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B1F0C498-8A2D-6A7F-377D-AC50D75906BB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276F1921-373C-7866-80B7-C64A01C9B5C1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8D988C7-0996-B53E-A1FD-5C396373AD52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9E9D3232-9158-145F-A641-C07E94F045EB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6BFB9BA8-AB2D-B312-61A4-15740698889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4D923B83-CB52-FB8D-A71E-2F155A916369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E7F247C9-295A-566C-ACC3-839CE1B84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A01669F6-91DC-0099-5066-DEB4E52B2694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7E776A75-A99B-25BB-BF65-CAE9DE0528C5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61FD9AFE-DA3E-F7B3-7618-B161846CD046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333258AB-3BAE-0041-12BE-23425C5AF4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4D30546E-5D0C-5D50-4C5D-685327C644B4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75CED052-97D2-8AC9-10C7-0808BA17E497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3D6502D9-CC73-4B21-D3D1-41BA407A036B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F3B7266F-9EA4-7B65-1453-80601D5B3F96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988642E-F9F5-9FE8-30AE-A8B4694C0461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B77E8EF2-8553-040F-855D-39B2B2784C66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897CFF54-2555-5DBC-7CD9-035CA45A3AAA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FA4BE7F9-4024-0FE5-4B52-0A021AC8CACF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D38EFBEC-6AB8-9F7B-7F7D-E16F26A3D2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29F21A-7BFD-7073-A76F-49686A2C968F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1723E7CD-9127-6CAB-627D-C854E3F15061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C8751FC6-9816-316D-54D6-1A4DC014B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4F4E9F90-B0B0-79E6-A7A5-A0BFD05EE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6DB391AA-3E24-9A67-351F-F7002DAEF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7B4B4FB0-7F11-F0C5-E1B5-89474B485D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F3B22746-1DD6-761C-75F6-3AC37423A8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6D1F84E3-953F-5181-4676-8BCA3F85A3BD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B80F0061-94B6-884E-8349-28D25EC00FA2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C5917F02-F60D-88E1-FC75-1ACC04B5899D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644E93F8-014B-33B4-F5BC-7BE189ABC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E4FD6600-545F-FB01-8246-A08229E5229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C129F12D-3664-0F27-8FD3-9FA1A939A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8BF595A-3158-BC5F-0808-0156F74FD65F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5270E52-9272-DB5D-3B5E-77D7EA0B422B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9493BE90-237E-D576-7071-21E11C385C63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8F5F0A46-230B-8876-6200-C7FB4EF27CB7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ED0A24F-204E-4C8A-CE1D-A8EDFA805B78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3419134-87D1-B8BE-60A6-4A84643CE8E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D5B21298-0CA0-1D8D-77DE-9767D0A8338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175B7FAF-9BA1-D44B-0807-0744C339919D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4FEE79C1-EE9A-4438-7305-EEB47BF41DA0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2D758E6D-31BC-642F-CF84-703C4EFC1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E60A2245-78A3-7027-45C6-584B2029DA01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BC0D13E2-EC09-75F2-AF15-0E24D054F704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38D3E168-1A50-FC47-6D27-15E3EFEC3AA7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4A2A1BC4-0054-261E-07EC-3C6F6BBD0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9FEE8148-ED6F-E3FE-89A2-038458C1EB0F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411BDFD4-848C-07E5-40F9-F10145E4CEAE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C6A6E9D2-850D-5691-5D56-AE06BB9A3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D960EE68-15EB-BE5C-2A74-7F764421AD23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AD94E69-DB2B-4979-9AC5-5B41D0DFDFF8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9ED4886E-FB20-F43F-5888-53930EFAE1CC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5809BD3F-9F1D-B7B6-F2C1-4748C9B2629B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0CF82727-1979-B067-7291-D039DE2D1150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A941628A-1E09-B680-348B-BFE11890A221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A76735C0-7567-2ED9-5871-3EB250159368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98537FEA-E8AD-CD63-0640-600514FB062E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2C4D8ACA-5DA9-A0E0-6747-E9A28FB58B27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B4A15531-7B51-C3BC-7084-5EB95A37B6A2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ABEFDA82-BB79-FFBF-F1F3-FBB6ACA3B161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58F554-D727-445C-7595-831F1CF530E9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D54DBF78-391F-5949-B8DB-59A1CA0A0A72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ED6CA19B-08EB-8182-E0A2-E6A59AA4E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6D6B039E-919F-B869-54A8-1B0EE55F9A91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4D5FBC44-76D7-FC0C-C1EB-96F9392B764B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8FA40DC-0FF8-9B64-EB29-690F788EEF4C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FCDCBDE-54FE-9AFA-CDC7-EDC3F10179CA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A064C86C-47D1-A684-CBFD-F5F3B5D0B211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94DC2B21-D5D5-8116-6C52-5D986AAFA2C4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F58AE241-3E3C-0F23-3B31-3CBC747BF2E4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29F2726D-B1B4-E2E1-12DD-C73439339608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FB3E7D-6102-C3DE-A5A4-0C1D21AFA086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DF9B82C9-3808-A3F9-83F3-E6C98A37D819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95A9D3-806F-DF74-CA22-32B01591409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2" name="타원 129">
            <a:extLst>
              <a:ext uri="{FF2B5EF4-FFF2-40B4-BE49-F238E27FC236}">
                <a16:creationId xmlns:a16="http://schemas.microsoft.com/office/drawing/2014/main" id="{1E28A548-132C-DBF2-0389-B695FB331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1" y="442108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129">
            <a:extLst>
              <a:ext uri="{FF2B5EF4-FFF2-40B4-BE49-F238E27FC236}">
                <a16:creationId xmlns:a16="http://schemas.microsoft.com/office/drawing/2014/main" id="{079A0084-B051-9E67-F79F-32AD2F599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1" y="470165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29">
            <a:extLst>
              <a:ext uri="{FF2B5EF4-FFF2-40B4-BE49-F238E27FC236}">
                <a16:creationId xmlns:a16="http://schemas.microsoft.com/office/drawing/2014/main" id="{655E2525-1F65-D902-F3EA-DCBAADE05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30" y="440315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DBB8CE-736F-E676-C9CB-D2072B957445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FA4B39-2BAA-64A9-F696-5E1AE4E3D930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" name="Picture 87">
            <a:extLst>
              <a:ext uri="{FF2B5EF4-FFF2-40B4-BE49-F238E27FC236}">
                <a16:creationId xmlns:a16="http://schemas.microsoft.com/office/drawing/2014/main" id="{1CBC43C7-6F5F-9AAF-9C74-3F84B5C245D6}"/>
              </a:ext>
            </a:extLst>
          </p:cNvPr>
          <p:cNvPicPr>
            <a:picLocks noChangeAspect="1"/>
          </p:cNvPicPr>
          <p:nvPr/>
        </p:nvPicPr>
        <p:blipFill>
          <a:blip r:embed="rId18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  <p:sp>
        <p:nvSpPr>
          <p:cNvPr id="12" name="타원 129">
            <a:extLst>
              <a:ext uri="{FF2B5EF4-FFF2-40B4-BE49-F238E27FC236}">
                <a16:creationId xmlns:a16="http://schemas.microsoft.com/office/drawing/2014/main" id="{5577A807-0CD8-BF2D-77FD-69A770F94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8760" y="470165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2119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B8EF0-C768-61AA-DB7F-12F1D5C2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75C5E6-BFB2-9EE3-6719-015264171B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</a:t>
            </a:r>
            <a:r>
              <a:rPr lang="en-US" altLang="ko-KR" sz="2000" dirty="0"/>
              <a:t> &gt; </a:t>
            </a:r>
            <a:r>
              <a:rPr lang="ko-KR" altLang="en-US" sz="2000" dirty="0"/>
              <a:t>방송 정보 영역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67C5B0B-61C3-8124-8C79-476F09D5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BF47CA88-A768-41AB-7A0C-EE31C4DFB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0539"/>
              </p:ext>
            </p:extLst>
          </p:nvPr>
        </p:nvGraphicFramePr>
        <p:xfrm>
          <a:off x="9625013" y="575703"/>
          <a:ext cx="2517466" cy="3425632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크리에이터 프로필 이미지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설정한 프로필 이미지 표시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크리에이터명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닉네임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유저 닉네임 표시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현재 라이브 중일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LIVE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뱃지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997900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고유식별번호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 시 부여 받은 고유식별번호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62125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인증 크리에이터 마크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- 1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 이상 정산 받은 적이 있는 유저만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980738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한 줄 메시지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스튜디오 페이지에서 설정한 문구 표시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178372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더보기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프로필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191882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즐겨찾기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즐겨찾기 추가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1609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알림 수신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미수신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93218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공유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클릭 시, 후원페이지 URL 복사 및 '링크가 복사되었습니다' 토스트 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588200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신고 버튼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클릭 시, 신고 사유 선택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588200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CF05C4AB-8994-FE4B-EFD2-D77A095DEFEE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C9F7E629-78D5-7CDC-1A39-59DDCBE1E0C0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71E0DCF1-AD96-635B-0AC8-B3A44A9202DA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F0F0D439-7E79-F57F-6C77-561CEAD5D4FE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2D509A4B-577E-957B-3DC7-926BECACCDF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DF3F8C5-8962-17DC-648B-C5FC2CBE0680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3D141ED7-9F2F-7014-EEED-68FB681189CB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073A2FFB-B103-CCBA-91B2-12B4BF201BD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16F5FF9-997D-C791-8A86-5348A7323940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79D6111E-A7A4-AD9E-C854-3F0B12ACD7BF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F595A1E2-2E56-17F8-58C9-F152BA22EFD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0C35CF9-5425-427D-9CA1-4339668AE59E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7946B057-D9FC-50DE-8501-07EC9A5C66BE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2FFFA5CE-6AD6-E693-C49D-BFAD5A74DF48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14A10A83-2606-A4C5-CF50-001198F1742C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EDDE47A8-77EE-42F9-D2CC-15E9D7A10C56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0278ED51-76C6-53CE-79E4-2E7D7DB9407E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26FE26C-08D8-BF63-5F23-25961A864294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E4FB5C9C-C427-031F-AD3F-EA83B6B868E1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2C5397E4-0536-7E7F-8708-9E06429B6A82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217AD8B-57F1-7450-F362-83B0D19004E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53634F00-08C9-8BFF-B7DF-6FC9FFCC7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89928192-95EB-3950-8ABA-8A50D6260443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89DD6426-5658-0568-91E8-561244ADCA2F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5E69ED90-9DAD-CA4F-A998-D7FFE28E7F5E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CBFD073F-707A-7A9D-6630-CD0D67B80A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9B22E3ED-0243-BC23-1DCE-8A747ABD0655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817DF632-EBFF-736F-5877-B86898B60479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5A44C6D7-B929-4A42-8F64-96BAF70BCC55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6854AE2C-1074-8BBD-9DDD-2D84517E0BD8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13B3A158-5551-CD17-A60D-628184ECDEFF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5D9F6A39-B330-B027-9FBE-9CAD801F0CE1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FD056F3D-A626-0FBB-726B-274332493F28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592CCD3F-25C1-20FD-AB2D-2D9EB9150122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8776B65F-5486-93FD-AD6C-0E63EF801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2144220-11E7-1D3E-F8E3-73C3656F8555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80EC3B5A-4D3F-5D15-E7F7-375C1497C895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32F2AE12-3C75-7824-77D0-8EE7BBE35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pic>
        <p:nvPicPr>
          <p:cNvPr id="143" name="그림 142">
            <a:extLst>
              <a:ext uri="{FF2B5EF4-FFF2-40B4-BE49-F238E27FC236}">
                <a16:creationId xmlns:a16="http://schemas.microsoft.com/office/drawing/2014/main" id="{4C240AAF-A1F8-93F9-034F-2EC131F800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85" y="3960840"/>
            <a:ext cx="211110" cy="211110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B5A2CF35-9BB1-68F9-99F1-0161264B5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13" y="4005939"/>
            <a:ext cx="308348" cy="122054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4D5A82E3-97FD-59B6-BD14-158182E2A6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90" y="3978016"/>
            <a:ext cx="187072" cy="187072"/>
          </a:xfrm>
          <a:prstGeom prst="rect">
            <a:avLst/>
          </a:prstGeom>
        </p:spPr>
      </p:pic>
      <p:pic>
        <p:nvPicPr>
          <p:cNvPr id="156" name="그림 155">
            <a:extLst>
              <a:ext uri="{FF2B5EF4-FFF2-40B4-BE49-F238E27FC236}">
                <a16:creationId xmlns:a16="http://schemas.microsoft.com/office/drawing/2014/main" id="{D2E8C77A-F569-BB4D-6E1E-600C46F582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0576" y="3944960"/>
            <a:ext cx="253184" cy="253184"/>
          </a:xfrm>
          <a:prstGeom prst="rect">
            <a:avLst/>
          </a:prstGeom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DF1ACDFB-22CB-F9A8-D369-C21B5C0CE400}"/>
              </a:ext>
            </a:extLst>
          </p:cNvPr>
          <p:cNvSpPr txBox="1"/>
          <p:nvPr/>
        </p:nvSpPr>
        <p:spPr>
          <a:xfrm>
            <a:off x="4523936" y="3953549"/>
            <a:ext cx="46383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+mn-ea"/>
                <a:ea typeface="+mn-ea"/>
              </a:rPr>
              <a:t>360p </a:t>
            </a:r>
            <a:r>
              <a:rPr lang="ko-KR" altLang="en-US" sz="700" dirty="0">
                <a:solidFill>
                  <a:schemeClr val="bg1"/>
                </a:solidFill>
                <a:latin typeface="+mn-ea"/>
                <a:ea typeface="+mn-ea"/>
              </a:rPr>
              <a:t>▼</a:t>
            </a:r>
            <a:endParaRPr lang="en-US" altLang="ko-KR" sz="9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9087013B-2AD3-29C8-778E-9EEDCC2BA96B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34BA4561-662B-E7CB-2DEF-0F0C8C884834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1CC30587-F464-5833-8D57-3681E0260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pic>
        <p:nvPicPr>
          <p:cNvPr id="198" name="그림 197">
            <a:extLst>
              <a:ext uri="{FF2B5EF4-FFF2-40B4-BE49-F238E27FC236}">
                <a16:creationId xmlns:a16="http://schemas.microsoft.com/office/drawing/2014/main" id="{A8DBCFFD-570E-F639-157C-8A8C976E01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9244" y="3986681"/>
            <a:ext cx="168600" cy="168600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D2121FCD-B541-2456-1304-A6831A503B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5808" y="3996601"/>
            <a:ext cx="104497" cy="134353"/>
          </a:xfrm>
          <a:prstGeom prst="rect">
            <a:avLst/>
          </a:prstGeom>
        </p:spPr>
      </p:pic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E28F2A8D-2D51-B682-B0AB-400B8ED6A9A9}"/>
              </a:ext>
            </a:extLst>
          </p:cNvPr>
          <p:cNvGrpSpPr/>
          <p:nvPr/>
        </p:nvGrpSpPr>
        <p:grpSpPr>
          <a:xfrm>
            <a:off x="285087" y="3823362"/>
            <a:ext cx="5929975" cy="92335"/>
            <a:chOff x="285087" y="3823362"/>
            <a:chExt cx="5929975" cy="92335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FEEF0EE0-F122-36E3-57CF-4AB75568FA89}"/>
                </a:ext>
              </a:extLst>
            </p:cNvPr>
            <p:cNvSpPr/>
            <p:nvPr/>
          </p:nvSpPr>
          <p:spPr>
            <a:xfrm>
              <a:off x="285087" y="3853387"/>
              <a:ext cx="5904000" cy="36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C8008716-13BF-F3DD-196B-EF04E08D1C51}"/>
                </a:ext>
              </a:extLst>
            </p:cNvPr>
            <p:cNvSpPr/>
            <p:nvPr/>
          </p:nvSpPr>
          <p:spPr>
            <a:xfrm>
              <a:off x="6122727" y="3823362"/>
              <a:ext cx="92335" cy="9233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5" name="TextBox 114">
            <a:extLst>
              <a:ext uri="{FF2B5EF4-FFF2-40B4-BE49-F238E27FC236}">
                <a16:creationId xmlns:a16="http://schemas.microsoft.com/office/drawing/2014/main" id="{B533F334-29D8-EB87-6D31-A219EBAFAD7F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57D2BB3-525E-1007-DCED-56D8E4715230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58AE596-B582-CA08-C500-D081494BF184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18" name="Picture 142">
            <a:extLst>
              <a:ext uri="{FF2B5EF4-FFF2-40B4-BE49-F238E27FC236}">
                <a16:creationId xmlns:a16="http://schemas.microsoft.com/office/drawing/2014/main" id="{A67B7D47-9072-2174-BF07-30D1F0E3D2F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19" name="Group 149">
            <a:extLst>
              <a:ext uri="{FF2B5EF4-FFF2-40B4-BE49-F238E27FC236}">
                <a16:creationId xmlns:a16="http://schemas.microsoft.com/office/drawing/2014/main" id="{E1226B4B-CA34-EA96-E72A-0940C3DDE3AF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20" name="Oval 156">
              <a:extLst>
                <a:ext uri="{FF2B5EF4-FFF2-40B4-BE49-F238E27FC236}">
                  <a16:creationId xmlns:a16="http://schemas.microsoft.com/office/drawing/2014/main" id="{EC9659C7-05C3-27E7-D640-A33CA49ADA09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21" name="Picture 159">
              <a:extLst>
                <a:ext uri="{FF2B5EF4-FFF2-40B4-BE49-F238E27FC236}">
                  <a16:creationId xmlns:a16="http://schemas.microsoft.com/office/drawing/2014/main" id="{03DA2481-69C5-7BAC-A283-5D5E0556BD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22" name="Rounded Rectangle 160">
            <a:extLst>
              <a:ext uri="{FF2B5EF4-FFF2-40B4-BE49-F238E27FC236}">
                <a16:creationId xmlns:a16="http://schemas.microsoft.com/office/drawing/2014/main" id="{9D84FC03-30D7-2BA2-BB2E-678B10DE5E0A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23" name="Group 2">
            <a:extLst>
              <a:ext uri="{FF2B5EF4-FFF2-40B4-BE49-F238E27FC236}">
                <a16:creationId xmlns:a16="http://schemas.microsoft.com/office/drawing/2014/main" id="{4CC89BD4-9649-65AC-B4AC-6DC12D927617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24" name="Rectangle 256">
              <a:extLst>
                <a:ext uri="{FF2B5EF4-FFF2-40B4-BE49-F238E27FC236}">
                  <a16:creationId xmlns:a16="http://schemas.microsoft.com/office/drawing/2014/main" id="{0C1FE233-E0A1-5D19-D87C-344C528A45E6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25" name="Picture 191">
              <a:extLst>
                <a:ext uri="{FF2B5EF4-FFF2-40B4-BE49-F238E27FC236}">
                  <a16:creationId xmlns:a16="http://schemas.microsoft.com/office/drawing/2014/main" id="{34BF0D81-0604-6D6B-76F2-6D57B9560A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27" name="Group 17">
            <a:extLst>
              <a:ext uri="{FF2B5EF4-FFF2-40B4-BE49-F238E27FC236}">
                <a16:creationId xmlns:a16="http://schemas.microsoft.com/office/drawing/2014/main" id="{4A0F2EDD-35BA-7FAF-F4B7-1132C6C75CEA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34" name="Rectangle 256">
              <a:extLst>
                <a:ext uri="{FF2B5EF4-FFF2-40B4-BE49-F238E27FC236}">
                  <a16:creationId xmlns:a16="http://schemas.microsoft.com/office/drawing/2014/main" id="{364B80FC-37BD-328E-6161-84A7038DA7EC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5" name="Picture 15">
              <a:extLst>
                <a:ext uri="{FF2B5EF4-FFF2-40B4-BE49-F238E27FC236}">
                  <a16:creationId xmlns:a16="http://schemas.microsoft.com/office/drawing/2014/main" id="{FEFE6D7B-8483-945E-D7E2-3EDB90E59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grpSp>
        <p:nvGrpSpPr>
          <p:cNvPr id="9127" name="Group 17">
            <a:extLst>
              <a:ext uri="{FF2B5EF4-FFF2-40B4-BE49-F238E27FC236}">
                <a16:creationId xmlns:a16="http://schemas.microsoft.com/office/drawing/2014/main" id="{4A0F2EDD-35BA-7FAF-F4B7-1132C6C75CEA}"/>
              </a:ext>
            </a:extLst>
          </p:cNvPr>
          <p:cNvGrpSpPr/>
          <p:nvPr/>
        </p:nvGrpSpPr>
        <p:grpSpPr>
          <a:xfrm>
            <a:off x="3650144" y="5128776"/>
            <a:ext cx="581183" cy="197229"/>
            <a:chOff x="5199485" y="5263720"/>
            <a:chExt cx="581183" cy="197229"/>
          </a:xfrm>
        </p:grpSpPr>
        <p:sp>
          <p:nvSpPr>
            <p:cNvPr id="9134" name="Rectangle 256">
              <a:extLst>
                <a:ext uri="{FF2B5EF4-FFF2-40B4-BE49-F238E27FC236}">
                  <a16:creationId xmlns:a16="http://schemas.microsoft.com/office/drawing/2014/main" id="{364B80FC-37BD-328E-6161-84A7038DA7EC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신고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9135" name="Picture 15">
              <a:extLst>
                <a:ext uri="{FF2B5EF4-FFF2-40B4-BE49-F238E27FC236}">
                  <a16:creationId xmlns:a16="http://schemas.microsoft.com/office/drawing/2014/main" id="{FEFE6D7B-8483-945E-D7E2-3EDB90E59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47B5F03-AF61-3DA3-6F91-EE9F7B10C5C5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221BA86-BBFB-F79E-C7F0-3341C1881EC0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A6846FB5-C54B-3D2A-0471-6AA719EA6786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39" name="그룹 6">
              <a:extLst>
                <a:ext uri="{FF2B5EF4-FFF2-40B4-BE49-F238E27FC236}">
                  <a16:creationId xmlns:a16="http://schemas.microsoft.com/office/drawing/2014/main" id="{32A4A36B-EE73-8665-BF3E-B60789469B71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41" name="Tab 1">
                <a:extLst>
                  <a:ext uri="{FF2B5EF4-FFF2-40B4-BE49-F238E27FC236}">
                    <a16:creationId xmlns:a16="http://schemas.microsoft.com/office/drawing/2014/main" id="{B633FA15-38C7-A4AC-4263-05D153A1E106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2" name="Tab 2">
                <a:extLst>
                  <a:ext uri="{FF2B5EF4-FFF2-40B4-BE49-F238E27FC236}">
                    <a16:creationId xmlns:a16="http://schemas.microsoft.com/office/drawing/2014/main" id="{027EA6DA-564E-20F0-D787-1B22A2EEDA04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4" name="Tab 2">
                <a:extLst>
                  <a:ext uri="{FF2B5EF4-FFF2-40B4-BE49-F238E27FC236}">
                    <a16:creationId xmlns:a16="http://schemas.microsoft.com/office/drawing/2014/main" id="{A85580D1-FFE7-E29B-E2E3-CB99A82114A7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5" name="Tab 2">
                <a:extLst>
                  <a:ext uri="{FF2B5EF4-FFF2-40B4-BE49-F238E27FC236}">
                    <a16:creationId xmlns:a16="http://schemas.microsoft.com/office/drawing/2014/main" id="{CD561DB1-CE20-9BBB-3A29-3B8ACE67B9DC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6" name="Tab 2">
                <a:extLst>
                  <a:ext uri="{FF2B5EF4-FFF2-40B4-BE49-F238E27FC236}">
                    <a16:creationId xmlns:a16="http://schemas.microsoft.com/office/drawing/2014/main" id="{9576CC7B-76CC-CA33-34EE-98ABFD54F397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47" name="Tab 2">
                <a:extLst>
                  <a:ext uri="{FF2B5EF4-FFF2-40B4-BE49-F238E27FC236}">
                    <a16:creationId xmlns:a16="http://schemas.microsoft.com/office/drawing/2014/main" id="{2E16F79D-A42A-3DFF-74E2-A90712EE17AF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40" name="직선 연결선 32">
              <a:extLst>
                <a:ext uri="{FF2B5EF4-FFF2-40B4-BE49-F238E27FC236}">
                  <a16:creationId xmlns:a16="http://schemas.microsoft.com/office/drawing/2014/main" id="{7433D025-1BD6-E7B9-0E17-CFF371E0039B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C9188489-7515-D7FA-C6F3-192576655AD4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49" name="Rectangle 256">
              <a:extLst>
                <a:ext uri="{FF2B5EF4-FFF2-40B4-BE49-F238E27FC236}">
                  <a16:creationId xmlns:a16="http://schemas.microsoft.com/office/drawing/2014/main" id="{67035CF3-832D-32F5-5604-29DA99767B5D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51" name="그림 150">
              <a:extLst>
                <a:ext uri="{FF2B5EF4-FFF2-40B4-BE49-F238E27FC236}">
                  <a16:creationId xmlns:a16="http://schemas.microsoft.com/office/drawing/2014/main" id="{ED98CEB5-F022-3CD1-A14A-A19BFB278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5D605227-ED18-066A-9CE7-411F4DC337B8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3CF36944-31B9-224C-4876-DA3DDE7F374A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B948C91-31ED-8970-6808-A9A23252AA57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6FED73DC-611B-0E9F-201C-4607F2A4D786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59" name="사각형: 둥근 모서리 158">
            <a:extLst>
              <a:ext uri="{FF2B5EF4-FFF2-40B4-BE49-F238E27FC236}">
                <a16:creationId xmlns:a16="http://schemas.microsoft.com/office/drawing/2014/main" id="{A464337A-66F1-E4C3-C06E-37E8E07DDA88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30B257D6-4FDF-7324-2BB0-289E18D465B5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1" name="사각형: 둥근 모서리 160">
            <a:extLst>
              <a:ext uri="{FF2B5EF4-FFF2-40B4-BE49-F238E27FC236}">
                <a16:creationId xmlns:a16="http://schemas.microsoft.com/office/drawing/2014/main" id="{8502B8B3-CDC8-68AF-F5D2-A591B61ED44E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5AE0DCF-61AB-7A52-43AE-7B3262CEB1C7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0534C2A-534A-10BA-CA35-429C47B5F76A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33D1862-BD95-F43A-4F3E-8D9F06842508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709712-7ACA-B361-C01B-4F6186EC04D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86928" y="3983525"/>
            <a:ext cx="185250" cy="18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0A0E45B-C5CD-559D-EAB4-AC63D6C544A2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3FC93B-D9AF-3F9E-EEE5-C7F602D63699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38" name="타원 129">
            <a:extLst>
              <a:ext uri="{FF2B5EF4-FFF2-40B4-BE49-F238E27FC236}">
                <a16:creationId xmlns:a16="http://schemas.microsoft.com/office/drawing/2014/main" id="{8526FA35-CF0A-A273-77A7-79A853D57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71" y="509221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타원 129">
            <a:extLst>
              <a:ext uri="{FF2B5EF4-FFF2-40B4-BE49-F238E27FC236}">
                <a16:creationId xmlns:a16="http://schemas.microsoft.com/office/drawing/2014/main" id="{D2332201-3A92-2198-A1FF-9E24C556B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626" y="490207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129">
            <a:extLst>
              <a:ext uri="{FF2B5EF4-FFF2-40B4-BE49-F238E27FC236}">
                <a16:creationId xmlns:a16="http://schemas.microsoft.com/office/drawing/2014/main" id="{13F9DDF4-B78B-185F-7D38-B772403CA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787" y="490207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129">
            <a:extLst>
              <a:ext uri="{FF2B5EF4-FFF2-40B4-BE49-F238E27FC236}">
                <a16:creationId xmlns:a16="http://schemas.microsoft.com/office/drawing/2014/main" id="{A74FC532-2472-F64E-1E5D-2F7007679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212" y="4902073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129">
            <a:extLst>
              <a:ext uri="{FF2B5EF4-FFF2-40B4-BE49-F238E27FC236}">
                <a16:creationId xmlns:a16="http://schemas.microsoft.com/office/drawing/2014/main" id="{A786A1EE-E28A-0BA8-747A-C1CA238BD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4" y="5206758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6FCB8232-125C-F8BE-F6C5-F2C58F6B52B3}"/>
              </a:ext>
            </a:extLst>
          </p:cNvPr>
          <p:cNvSpPr/>
          <p:nvPr/>
        </p:nvSpPr>
        <p:spPr>
          <a:xfrm>
            <a:off x="6313280" y="819325"/>
            <a:ext cx="314941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385DE048-48DC-D148-D0A6-B008ECDA7BC9}"/>
              </a:ext>
            </a:extLst>
          </p:cNvPr>
          <p:cNvGrpSpPr/>
          <p:nvPr/>
        </p:nvGrpSpPr>
        <p:grpSpPr>
          <a:xfrm>
            <a:off x="6436301" y="2229581"/>
            <a:ext cx="2887591" cy="3319612"/>
            <a:chOff x="6525690" y="2278327"/>
            <a:chExt cx="3352987" cy="3854637"/>
          </a:xfrm>
        </p:grpSpPr>
        <p:sp>
          <p:nvSpPr>
            <p:cNvPr id="48" name="Rectangle 148">
              <a:extLst>
                <a:ext uri="{FF2B5EF4-FFF2-40B4-BE49-F238E27FC236}">
                  <a16:creationId xmlns:a16="http://schemas.microsoft.com/office/drawing/2014/main" id="{3932A394-13DA-AEE1-D5B7-3135FA03D885}"/>
                </a:ext>
              </a:extLst>
            </p:cNvPr>
            <p:cNvSpPr/>
            <p:nvPr/>
          </p:nvSpPr>
          <p:spPr>
            <a:xfrm>
              <a:off x="6525690" y="2718248"/>
              <a:ext cx="3352986" cy="10606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직사각형 155">
              <a:extLst>
                <a:ext uri="{FF2B5EF4-FFF2-40B4-BE49-F238E27FC236}">
                  <a16:creationId xmlns:a16="http://schemas.microsoft.com/office/drawing/2014/main" id="{639E913A-A683-2310-DAF0-3539378B81B4}"/>
                </a:ext>
              </a:extLst>
            </p:cNvPr>
            <p:cNvSpPr/>
            <p:nvPr/>
          </p:nvSpPr>
          <p:spPr>
            <a:xfrm>
              <a:off x="6525693" y="2278327"/>
              <a:ext cx="3352983" cy="385463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십자형 156">
              <a:extLst>
                <a:ext uri="{FF2B5EF4-FFF2-40B4-BE49-F238E27FC236}">
                  <a16:creationId xmlns:a16="http://schemas.microsoft.com/office/drawing/2014/main" id="{00F7BA0A-C7D8-0CE4-D52D-2F19FD527608}"/>
                </a:ext>
              </a:extLst>
            </p:cNvPr>
            <p:cNvSpPr/>
            <p:nvPr/>
          </p:nvSpPr>
          <p:spPr>
            <a:xfrm rot="2700000">
              <a:off x="9590649" y="2417552"/>
              <a:ext cx="161477" cy="161477"/>
            </a:xfrm>
            <a:prstGeom prst="plus">
              <a:avLst>
                <a:gd name="adj" fmla="val 45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54" name="그룹 157">
              <a:extLst>
                <a:ext uri="{FF2B5EF4-FFF2-40B4-BE49-F238E27FC236}">
                  <a16:creationId xmlns:a16="http://schemas.microsoft.com/office/drawing/2014/main" id="{9E695CD3-1F24-2A22-096E-9D9515C1921B}"/>
                </a:ext>
              </a:extLst>
            </p:cNvPr>
            <p:cNvGrpSpPr/>
            <p:nvPr/>
          </p:nvGrpSpPr>
          <p:grpSpPr>
            <a:xfrm>
              <a:off x="6525690" y="2278331"/>
              <a:ext cx="3352987" cy="439916"/>
              <a:chOff x="2129072" y="1994064"/>
              <a:chExt cx="2004006" cy="313636"/>
            </a:xfrm>
          </p:grpSpPr>
          <p:sp>
            <p:nvSpPr>
              <p:cNvPr id="113" name="Rectangle 124">
                <a:extLst>
                  <a:ext uri="{FF2B5EF4-FFF2-40B4-BE49-F238E27FC236}">
                    <a16:creationId xmlns:a16="http://schemas.microsoft.com/office/drawing/2014/main" id="{1F33DEA6-3AA5-235C-B475-178C21C2A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9072" y="1994064"/>
                <a:ext cx="2004006" cy="31363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80000" rtlCol="0" anchor="ctr"/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1pPr>
                <a:lvl2pPr marL="4572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2pPr>
                <a:lvl3pPr marL="9144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3pPr>
                <a:lvl4pPr marL="13716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4pPr>
                <a:lvl5pPr marL="1828800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5pPr>
                <a:lvl6pPr marL="22860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6pPr>
                <a:lvl7pPr marL="27432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7pPr>
                <a:lvl8pPr marL="32004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8pPr>
                <a:lvl9pPr marL="3657600" algn="l" defTabSz="914400" rtl="0" eaLnBrk="1" latinLnBrk="1" hangingPunct="1">
                  <a:defRPr kumimoji="1" kern="12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  <a:cs typeface="+mn-cs"/>
                  </a:defRPr>
                </a:lvl9pPr>
              </a:lstStyle>
              <a:p>
                <a:pPr algn="ctr">
                  <a:spcAft>
                    <a:spcPts val="0"/>
                  </a:spcAft>
                </a:pPr>
                <a:r>
                  <a:rPr lang="ko-KR" altLang="en-US" sz="900" b="1" dirty="0">
                    <a:latin typeface="+mn-ea"/>
                    <a:ea typeface="+mn-ea"/>
                    <a:cs typeface="맑은 고딕 (Body)"/>
                  </a:rPr>
                  <a:t>크리에이터 프로필</a:t>
                </a:r>
              </a:p>
            </p:txBody>
          </p:sp>
          <p:cxnSp>
            <p:nvCxnSpPr>
              <p:cNvPr id="152" name="직선 연결선 159">
                <a:extLst>
                  <a:ext uri="{FF2B5EF4-FFF2-40B4-BE49-F238E27FC236}">
                    <a16:creationId xmlns:a16="http://schemas.microsoft.com/office/drawing/2014/main" id="{ADE48C8B-F13D-AEB3-6EFD-2549F1372C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29072" y="2307700"/>
                <a:ext cx="2004006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9B568DC-BEE2-1100-EBF0-937A1D9D927A}"/>
                </a:ext>
              </a:extLst>
            </p:cNvPr>
            <p:cNvSpPr txBox="1"/>
            <p:nvPr/>
          </p:nvSpPr>
          <p:spPr>
            <a:xfrm>
              <a:off x="6809870" y="3686924"/>
              <a:ext cx="566428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latin typeface="+mn-ea"/>
                  <a:ea typeface="+mn-ea"/>
                </a:rPr>
                <a:t>SNS </a:t>
              </a:r>
              <a:r>
                <a:rPr lang="ko-KR" altLang="en-US" sz="900" b="1" dirty="0">
                  <a:latin typeface="+mn-ea"/>
                  <a:ea typeface="+mn-ea"/>
                </a:rPr>
                <a:t>링크</a:t>
              </a:r>
            </a:p>
          </p:txBody>
        </p:sp>
        <p:sp>
          <p:nvSpPr>
            <p:cNvPr id="71" name="Rounded Rectangle 154">
              <a:extLst>
                <a:ext uri="{FF2B5EF4-FFF2-40B4-BE49-F238E27FC236}">
                  <a16:creationId xmlns:a16="http://schemas.microsoft.com/office/drawing/2014/main" id="{DBA87444-8386-70BD-F80C-69BBDD1D8EEC}"/>
                </a:ext>
              </a:extLst>
            </p:cNvPr>
            <p:cNvSpPr/>
            <p:nvPr/>
          </p:nvSpPr>
          <p:spPr>
            <a:xfrm>
              <a:off x="7679717" y="5417225"/>
              <a:ext cx="1044000" cy="336583"/>
            </a:xfrm>
            <a:prstGeom prst="roundRect">
              <a:avLst>
                <a:gd name="adj" fmla="val 2139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닫기</a:t>
              </a:r>
              <a:endParaRPr lang="en-US" altLang="ko-KR" sz="9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72" name="Picture 155">
              <a:extLst>
                <a:ext uri="{FF2B5EF4-FFF2-40B4-BE49-F238E27FC236}">
                  <a16:creationId xmlns:a16="http://schemas.microsoft.com/office/drawing/2014/main" id="{9E237636-D2D8-25FD-01A4-092FDBC14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83502" y="2823722"/>
              <a:ext cx="531141" cy="531141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7FABB1D-1BBA-E364-46BF-8FE338EFB45E}"/>
                </a:ext>
              </a:extLst>
            </p:cNvPr>
            <p:cNvSpPr txBox="1"/>
            <p:nvPr/>
          </p:nvSpPr>
          <p:spPr>
            <a:xfrm>
              <a:off x="7376137" y="2851862"/>
              <a:ext cx="1735018" cy="22659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크리에이터명 </a:t>
              </a: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#</a:t>
              </a:r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고유식별번호</a:t>
              </a:r>
            </a:p>
          </p:txBody>
        </p:sp>
        <p:sp>
          <p:nvSpPr>
            <p:cNvPr id="74" name="Rounded Rectangle 166">
              <a:extLst>
                <a:ext uri="{FF2B5EF4-FFF2-40B4-BE49-F238E27FC236}">
                  <a16:creationId xmlns:a16="http://schemas.microsoft.com/office/drawing/2014/main" id="{FF9F7369-09FC-18C8-2097-C1C3A5D03D67}"/>
                </a:ext>
              </a:extLst>
            </p:cNvPr>
            <p:cNvSpPr/>
            <p:nvPr/>
          </p:nvSpPr>
          <p:spPr>
            <a:xfrm>
              <a:off x="7375567" y="3341167"/>
              <a:ext cx="519112" cy="23297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#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토크</a:t>
              </a:r>
            </a:p>
          </p:txBody>
        </p:sp>
        <p:sp>
          <p:nvSpPr>
            <p:cNvPr id="75" name="Rounded Rectangle 167">
              <a:extLst>
                <a:ext uri="{FF2B5EF4-FFF2-40B4-BE49-F238E27FC236}">
                  <a16:creationId xmlns:a16="http://schemas.microsoft.com/office/drawing/2014/main" id="{F8706AA0-9C7F-7111-E725-0CBA9A0CB869}"/>
                </a:ext>
              </a:extLst>
            </p:cNvPr>
            <p:cNvSpPr/>
            <p:nvPr/>
          </p:nvSpPr>
          <p:spPr>
            <a:xfrm>
              <a:off x="7967135" y="3341167"/>
              <a:ext cx="697859" cy="23297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#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음악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댄스</a:t>
              </a:r>
            </a:p>
          </p:txBody>
        </p:sp>
        <p:sp>
          <p:nvSpPr>
            <p:cNvPr id="83" name="Rounded Rectangle 168">
              <a:extLst>
                <a:ext uri="{FF2B5EF4-FFF2-40B4-BE49-F238E27FC236}">
                  <a16:creationId xmlns:a16="http://schemas.microsoft.com/office/drawing/2014/main" id="{9ECA6BF1-AFDB-EB00-DCE8-B9B649D92054}"/>
                </a:ext>
              </a:extLst>
            </p:cNvPr>
            <p:cNvSpPr/>
            <p:nvPr/>
          </p:nvSpPr>
          <p:spPr>
            <a:xfrm>
              <a:off x="8737450" y="3341167"/>
              <a:ext cx="904717" cy="23297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#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여행</a:t>
              </a:r>
              <a:r>
                <a:rPr lang="en-US" altLang="ko-KR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/</a:t>
              </a:r>
              <a:r>
                <a:rPr lang="ko-KR" altLang="en-US" sz="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야외방송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7689369-0A46-DA3E-2C52-00339D007E02}"/>
                </a:ext>
              </a:extLst>
            </p:cNvPr>
            <p:cNvSpPr txBox="1"/>
            <p:nvPr/>
          </p:nvSpPr>
          <p:spPr>
            <a:xfrm>
              <a:off x="7376137" y="3061587"/>
              <a:ext cx="1954629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제 방송을 시청해주셔서 감사합니다</a:t>
              </a:r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569F62B-6AFB-CEFF-2B8F-B9FEED3B740D}"/>
                </a:ext>
              </a:extLst>
            </p:cNvPr>
            <p:cNvSpPr txBox="1"/>
            <p:nvPr/>
          </p:nvSpPr>
          <p:spPr>
            <a:xfrm>
              <a:off x="7191432" y="3975961"/>
              <a:ext cx="1978674" cy="349702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Youtube</a:t>
              </a:r>
            </a:p>
            <a:p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https://www.youtube.com/12312313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8CDFA20-1E42-0462-14D4-01FE904ACECD}"/>
                </a:ext>
              </a:extLst>
            </p:cNvPr>
            <p:cNvSpPr txBox="1"/>
            <p:nvPr/>
          </p:nvSpPr>
          <p:spPr>
            <a:xfrm>
              <a:off x="7191432" y="4437356"/>
              <a:ext cx="1542657" cy="349702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Twitch</a:t>
              </a:r>
            </a:p>
            <a:p>
              <a:r>
                <a:rPr lang="en-US" altLang="ko-KR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https://www.twitch.tv/21321</a:t>
              </a:r>
            </a:p>
          </p:txBody>
        </p:sp>
        <p:grpSp>
          <p:nvGrpSpPr>
            <p:cNvPr id="88" name="Group 172">
              <a:extLst>
                <a:ext uri="{FF2B5EF4-FFF2-40B4-BE49-F238E27FC236}">
                  <a16:creationId xmlns:a16="http://schemas.microsoft.com/office/drawing/2014/main" id="{74936B04-B570-CBE9-5139-68C44499FB50}"/>
                </a:ext>
              </a:extLst>
            </p:cNvPr>
            <p:cNvGrpSpPr/>
            <p:nvPr/>
          </p:nvGrpSpPr>
          <p:grpSpPr>
            <a:xfrm>
              <a:off x="6922619" y="4055286"/>
              <a:ext cx="191052" cy="657777"/>
              <a:chOff x="2163981" y="3287854"/>
              <a:chExt cx="191052" cy="657777"/>
            </a:xfrm>
          </p:grpSpPr>
          <p:sp>
            <p:nvSpPr>
              <p:cNvPr id="89" name="Oval 173">
                <a:extLst>
                  <a:ext uri="{FF2B5EF4-FFF2-40B4-BE49-F238E27FC236}">
                    <a16:creationId xmlns:a16="http://schemas.microsoft.com/office/drawing/2014/main" id="{773FEC02-AE75-60C1-C51D-E9152CEF0A6B}"/>
                  </a:ext>
                </a:extLst>
              </p:cNvPr>
              <p:cNvSpPr/>
              <p:nvPr/>
            </p:nvSpPr>
            <p:spPr>
              <a:xfrm>
                <a:off x="2163981" y="3287854"/>
                <a:ext cx="191052" cy="19105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07" name="그림 147">
                <a:extLst>
                  <a:ext uri="{FF2B5EF4-FFF2-40B4-BE49-F238E27FC236}">
                    <a16:creationId xmlns:a16="http://schemas.microsoft.com/office/drawing/2014/main" id="{9F98729E-D3F4-CC75-3E0A-1D25C4917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biLevel thresh="25000"/>
              </a:blip>
              <a:stretch>
                <a:fillRect/>
              </a:stretch>
            </p:blipFill>
            <p:spPr>
              <a:xfrm>
                <a:off x="2209225" y="3333098"/>
                <a:ext cx="100564" cy="100564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108" name="Oval 175">
                <a:extLst>
                  <a:ext uri="{FF2B5EF4-FFF2-40B4-BE49-F238E27FC236}">
                    <a16:creationId xmlns:a16="http://schemas.microsoft.com/office/drawing/2014/main" id="{E16DED8D-AD25-E5FF-9F0B-B2A7B14FD41D}"/>
                  </a:ext>
                </a:extLst>
              </p:cNvPr>
              <p:cNvSpPr/>
              <p:nvPr/>
            </p:nvSpPr>
            <p:spPr>
              <a:xfrm>
                <a:off x="2163981" y="3754579"/>
                <a:ext cx="191052" cy="191052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09" name="그림 147">
                <a:extLst>
                  <a:ext uri="{FF2B5EF4-FFF2-40B4-BE49-F238E27FC236}">
                    <a16:creationId xmlns:a16="http://schemas.microsoft.com/office/drawing/2014/main" id="{3566E006-E8E6-497E-9696-3E3203BF5D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biLevel thresh="25000"/>
              </a:blip>
              <a:stretch>
                <a:fillRect/>
              </a:stretch>
            </p:blipFill>
            <p:spPr>
              <a:xfrm>
                <a:off x="2209225" y="3799823"/>
                <a:ext cx="100564" cy="100564"/>
              </a:xfrm>
              <a:prstGeom prst="rect">
                <a:avLst/>
              </a:prstGeom>
              <a:ln>
                <a:noFill/>
              </a:ln>
            </p:spPr>
          </p:pic>
        </p:grpSp>
      </p:grpSp>
      <p:cxnSp>
        <p:nvCxnSpPr>
          <p:cNvPr id="173" name="직선 연결선 2055">
            <a:extLst>
              <a:ext uri="{FF2B5EF4-FFF2-40B4-BE49-F238E27FC236}">
                <a16:creationId xmlns:a16="http://schemas.microsoft.com/office/drawing/2014/main" id="{D32FCCD2-F5B8-B8EF-6A3A-BFF8E0388448}"/>
              </a:ext>
            </a:extLst>
          </p:cNvPr>
          <p:cNvCxnSpPr>
            <a:cxnSpLocks/>
            <a:stCxn id="49" idx="2"/>
            <a:endCxn id="137" idx="2"/>
          </p:cNvCxnSpPr>
          <p:nvPr/>
        </p:nvCxnSpPr>
        <p:spPr>
          <a:xfrm rot="5400000" flipH="1">
            <a:off x="5319753" y="2988849"/>
            <a:ext cx="160141" cy="4960549"/>
          </a:xfrm>
          <a:prstGeom prst="bentConnector3">
            <a:avLst>
              <a:gd name="adj1" fmla="val -226719"/>
            </a:avLst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타원 129">
            <a:extLst>
              <a:ext uri="{FF2B5EF4-FFF2-40B4-BE49-F238E27FC236}">
                <a16:creationId xmlns:a16="http://schemas.microsoft.com/office/drawing/2014/main" id="{E80BF06B-C8AA-33BF-3A4D-715B1FCEE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800" y="5108147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타원 129">
            <a:extLst>
              <a:ext uri="{FF2B5EF4-FFF2-40B4-BE49-F238E27FC236}">
                <a16:creationId xmlns:a16="http://schemas.microsoft.com/office/drawing/2014/main" id="{5208C555-4C15-E5A0-F0F2-045A19ABF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7564" y="49918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0" name="타원 129">
            <a:extLst>
              <a:ext uri="{FF2B5EF4-FFF2-40B4-BE49-F238E27FC236}">
                <a16:creationId xmlns:a16="http://schemas.microsoft.com/office/drawing/2014/main" id="{50501A59-88DC-B9C3-9CB4-6B8F3B650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273" y="49918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1" name="타원 129">
            <a:extLst>
              <a:ext uri="{FF2B5EF4-FFF2-40B4-BE49-F238E27FC236}">
                <a16:creationId xmlns:a16="http://schemas.microsoft.com/office/drawing/2014/main" id="{75685D0F-5D5F-D88F-9624-96950B91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991" y="49918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99" name="타원 129">
            <a:extLst>
              <a:ext uri="{FF2B5EF4-FFF2-40B4-BE49-F238E27FC236}">
                <a16:creationId xmlns:a16="http://schemas.microsoft.com/office/drawing/2014/main" id="{75685D0F-5D5F-D88F-9624-96950B91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0736" y="499183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3" name="Picture 87">
            <a:extLst>
              <a:ext uri="{FF2B5EF4-FFF2-40B4-BE49-F238E27FC236}">
                <a16:creationId xmlns:a16="http://schemas.microsoft.com/office/drawing/2014/main" id="{5D5D841B-F098-5D4C-99DE-60CA07907583}"/>
              </a:ext>
            </a:extLst>
          </p:cNvPr>
          <p:cNvPicPr>
            <a:picLocks noChangeAspect="1"/>
          </p:cNvPicPr>
          <p:nvPr/>
        </p:nvPicPr>
        <p:blipFill>
          <a:blip r:embed="rId20">
            <a:biLevel thresh="25000"/>
          </a:blip>
          <a:stretch>
            <a:fillRect/>
          </a:stretch>
        </p:blipFill>
        <p:spPr>
          <a:xfrm>
            <a:off x="3118010" y="2436518"/>
            <a:ext cx="238154" cy="23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54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00EA2-3683-03C9-F39A-23979677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B0EF4C-D0A7-48E6-02ED-116C4F53CB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운영자 제재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917087C4-5296-5720-7A2D-9AF3C6C61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14EC2F91-53D0-E635-B7D2-D825013B3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080107"/>
              </p:ext>
            </p:extLst>
          </p:nvPr>
        </p:nvGraphicFramePr>
        <p:xfrm>
          <a:off x="9625013" y="575703"/>
          <a:ext cx="2517466" cy="11582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운영자 제재로 인한 시청 불가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운영자 제재로 인해 방송 송출 정지될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화면으로 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1-1.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케이스의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후원 및 채팅 불가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탈퇴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탈퇴 신청한 계정의 후원페이지로 진입했을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해당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22422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264BD525-50BF-DB14-3CAD-1776F92F0892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E8272C6-3339-5D77-620A-98638B8B8C25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1E03319C-98B4-312A-0E92-7DEF95D1600F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1E0305AA-9ACD-5390-0748-F9D8F2DD2AC5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55A53DB9-84C3-F347-3E12-C21C3552806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7C1B7B1-FDEC-3095-9588-B85F3A4A8903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A4ED7850-1218-19E8-79D9-38A23012BD0A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C5BB838A-F1EE-FBF6-2FBB-608B24E9CB7C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83864A2-E188-E8A6-E99B-7653E548715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407A57D9-F51E-5DAF-FD98-79D152698AC1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910BE112-5F61-4717-8C96-AFAE4698ABC6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6A40021-CF81-E881-5CDC-6D17E13030C2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DE8DBD4D-170C-0ECB-4BFD-667615D9C67E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8FEB7AED-683E-ECCD-13FC-4459DDE79264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CF2B3AC-CB0F-A10E-23F9-87E5E2E2212B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2B145018-C3F1-78CA-14FF-DBE424CF5BF6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2CB4EFA8-31C6-8F72-B9CE-A12A0C55B33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197D8C6-C87E-7F36-4736-D0734C2D4487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690CE62A-E023-DE4B-2504-EEA137F12836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20F42991-CAA0-233A-8B7F-5A66758C9B7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F7AEE35-C818-0CD5-63A5-505601C2C108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06765683-8E7F-8C8A-B488-80EDE1CF3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12805CAC-38D3-5659-BDF2-71E4A8C2471F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57907B85-DFB8-F008-64A9-E86222C7E441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CCC54223-5EA4-B1B0-78BF-680BA760A5EA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3E64D714-E6BE-C74B-C034-965132766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44C47AFC-4E4B-C638-89CA-8A1F9457014A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51098004-A721-B64B-F617-2F8238A16B3C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bg1">
                <a:lumMod val="8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7569BA23-0D87-F19E-B84E-69D430D84F01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B61F605B-ECB8-0A25-DC50-66EC3796914A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273CF6C1-11CF-19B6-BC22-3579B9B05944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9D8BDB22-02DB-40AA-0492-41C6D90F3C47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3E3A5D78-F923-B178-FF1F-F040A4D14584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E904D6BF-D6D8-089D-5C99-48E4973BB62B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A4E36E22-61E8-8576-BDBD-766A2A8C5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EBA9546-1E73-0180-F071-A3A41F3162CE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1D9F1D77-8888-09B3-753B-0C830F52A139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932633C7-808A-EF65-D6AB-0077DEA230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09736BCB-8F19-D9A8-865D-3D16B5AFE0B2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8C858270-C5ED-9EDE-4615-22D3DEF13878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68" name="그림 167">
              <a:extLst>
                <a:ext uri="{FF2B5EF4-FFF2-40B4-BE49-F238E27FC236}">
                  <a16:creationId xmlns:a16="http://schemas.microsoft.com/office/drawing/2014/main" id="{200D541F-79E7-30B2-538F-39FC19AF8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02E7C480-F618-74F5-9973-DB36F41EF416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A02BDC15-100D-A556-9F1F-605126239A61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C1763B0-4EF1-9BC6-CE6E-FFF4A9449566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106" name="Picture 142">
            <a:extLst>
              <a:ext uri="{FF2B5EF4-FFF2-40B4-BE49-F238E27FC236}">
                <a16:creationId xmlns:a16="http://schemas.microsoft.com/office/drawing/2014/main" id="{45371F11-05BC-EC7D-DBEE-CEAE80E76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107" name="Group 149">
            <a:extLst>
              <a:ext uri="{FF2B5EF4-FFF2-40B4-BE49-F238E27FC236}">
                <a16:creationId xmlns:a16="http://schemas.microsoft.com/office/drawing/2014/main" id="{D3BB7858-F83D-2D0B-A98F-2EA0A19520FC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108" name="Oval 156">
              <a:extLst>
                <a:ext uri="{FF2B5EF4-FFF2-40B4-BE49-F238E27FC236}">
                  <a16:creationId xmlns:a16="http://schemas.microsoft.com/office/drawing/2014/main" id="{E7D74ED6-BD25-66F2-E0E3-8499100BAA56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109" name="Picture 159">
              <a:extLst>
                <a:ext uri="{FF2B5EF4-FFF2-40B4-BE49-F238E27FC236}">
                  <a16:creationId xmlns:a16="http://schemas.microsoft.com/office/drawing/2014/main" id="{F1881572-ED17-AD50-EDE7-EFB070A5F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110" name="Rounded Rectangle 160">
            <a:extLst>
              <a:ext uri="{FF2B5EF4-FFF2-40B4-BE49-F238E27FC236}">
                <a16:creationId xmlns:a16="http://schemas.microsoft.com/office/drawing/2014/main" id="{E0D21AA9-8008-F21C-E83E-747DABDAD8BE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11" name="Group 2">
            <a:extLst>
              <a:ext uri="{FF2B5EF4-FFF2-40B4-BE49-F238E27FC236}">
                <a16:creationId xmlns:a16="http://schemas.microsoft.com/office/drawing/2014/main" id="{D8048E48-683A-3D9D-97DA-E70C8E7F2CD0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112" name="Rectangle 256">
              <a:extLst>
                <a:ext uri="{FF2B5EF4-FFF2-40B4-BE49-F238E27FC236}">
                  <a16:creationId xmlns:a16="http://schemas.microsoft.com/office/drawing/2014/main" id="{30D05DF0-966E-66F3-610A-49874F8CAAA6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3" name="Picture 191">
              <a:extLst>
                <a:ext uri="{FF2B5EF4-FFF2-40B4-BE49-F238E27FC236}">
                  <a16:creationId xmlns:a16="http://schemas.microsoft.com/office/drawing/2014/main" id="{61EB57CA-01A9-3734-CF3E-B6B8EEFA9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114" name="Group 17">
            <a:extLst>
              <a:ext uri="{FF2B5EF4-FFF2-40B4-BE49-F238E27FC236}">
                <a16:creationId xmlns:a16="http://schemas.microsoft.com/office/drawing/2014/main" id="{95EC902B-E196-645A-A1C0-820D4FF3EBC6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115" name="Rectangle 256">
              <a:extLst>
                <a:ext uri="{FF2B5EF4-FFF2-40B4-BE49-F238E27FC236}">
                  <a16:creationId xmlns:a16="http://schemas.microsoft.com/office/drawing/2014/main" id="{FF0EC37B-B3B1-5FC5-C306-877B94FC588F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16" name="Picture 15">
              <a:extLst>
                <a:ext uri="{FF2B5EF4-FFF2-40B4-BE49-F238E27FC236}">
                  <a16:creationId xmlns:a16="http://schemas.microsoft.com/office/drawing/2014/main" id="{349AB2E0-9B2F-7A8C-59BF-D5F51F814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9B7450EB-9103-0116-2522-6B75B92724FF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4C3C26D-D181-2202-FACD-FAB2044185EA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119" name="Group 26">
            <a:extLst>
              <a:ext uri="{FF2B5EF4-FFF2-40B4-BE49-F238E27FC236}">
                <a16:creationId xmlns:a16="http://schemas.microsoft.com/office/drawing/2014/main" id="{48662229-1C0C-B02F-A955-D983E0B0302B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120" name="그룹 6">
              <a:extLst>
                <a:ext uri="{FF2B5EF4-FFF2-40B4-BE49-F238E27FC236}">
                  <a16:creationId xmlns:a16="http://schemas.microsoft.com/office/drawing/2014/main" id="{A33B9356-C048-A7EB-A084-79C6B446CB5F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122" name="Tab 1">
                <a:extLst>
                  <a:ext uri="{FF2B5EF4-FFF2-40B4-BE49-F238E27FC236}">
                    <a16:creationId xmlns:a16="http://schemas.microsoft.com/office/drawing/2014/main" id="{2A462185-9AE7-7967-BC58-5ACF2D29F3C4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3" name="Tab 2">
                <a:extLst>
                  <a:ext uri="{FF2B5EF4-FFF2-40B4-BE49-F238E27FC236}">
                    <a16:creationId xmlns:a16="http://schemas.microsoft.com/office/drawing/2014/main" id="{0B351FF9-C48A-7F60-6900-AD8BD4AAFD89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4" name="Tab 2">
                <a:extLst>
                  <a:ext uri="{FF2B5EF4-FFF2-40B4-BE49-F238E27FC236}">
                    <a16:creationId xmlns:a16="http://schemas.microsoft.com/office/drawing/2014/main" id="{B65657FA-30D6-4432-3C62-1EBCC5B1213B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5" name="Tab 2">
                <a:extLst>
                  <a:ext uri="{FF2B5EF4-FFF2-40B4-BE49-F238E27FC236}">
                    <a16:creationId xmlns:a16="http://schemas.microsoft.com/office/drawing/2014/main" id="{33B47FFC-ABEE-998C-2EBD-924422E77C14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27" name="Tab 2">
                <a:extLst>
                  <a:ext uri="{FF2B5EF4-FFF2-40B4-BE49-F238E27FC236}">
                    <a16:creationId xmlns:a16="http://schemas.microsoft.com/office/drawing/2014/main" id="{37FC32DB-71BE-AE9B-B9DC-7788EF2879D9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134" name="Tab 2">
                <a:extLst>
                  <a:ext uri="{FF2B5EF4-FFF2-40B4-BE49-F238E27FC236}">
                    <a16:creationId xmlns:a16="http://schemas.microsoft.com/office/drawing/2014/main" id="{E3B75259-DAA2-415B-62BE-374C26676117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121" name="직선 연결선 32">
              <a:extLst>
                <a:ext uri="{FF2B5EF4-FFF2-40B4-BE49-F238E27FC236}">
                  <a16:creationId xmlns:a16="http://schemas.microsoft.com/office/drawing/2014/main" id="{0CFB9C45-4180-25EE-97F3-A87996846BFA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93ED72C7-48B9-8326-CA63-E95682472306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136" name="Rectangle 256">
              <a:extLst>
                <a:ext uri="{FF2B5EF4-FFF2-40B4-BE49-F238E27FC236}">
                  <a16:creationId xmlns:a16="http://schemas.microsoft.com/office/drawing/2014/main" id="{9D10E0B6-AB76-5FDA-AC10-AC5FAFD520E2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137" name="그림 136">
              <a:extLst>
                <a:ext uri="{FF2B5EF4-FFF2-40B4-BE49-F238E27FC236}">
                  <a16:creationId xmlns:a16="http://schemas.microsoft.com/office/drawing/2014/main" id="{BB776C8D-CDFC-6189-759B-C9AC3714B7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BF2A2FA-EC49-42E6-01B4-99870F652296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61083B9-3C0D-224C-5562-AF882F77FB5A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A15451C7-BB97-B7A5-8731-EB0DD1E09B9A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9D6B8C49-A4C2-3505-7749-F4703C8B08A4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3880A738-765A-C004-2F0B-55DB8B7D0902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5C21CAB8-B441-E535-E757-5309240D33E2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836DBE04-18A9-16B0-C2DC-C6923D14A445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60808-EE9C-D30B-8434-352900CDD04D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6A4097-9594-29C9-5147-074646AAB5C3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E37D8A-5DCC-4613-A3D7-091C70DF6A07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65F71D-535C-FC38-D09D-FF900B89D3EC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3FA387-2E22-A340-821C-0B6D0A2A2148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FB9513-3D42-0D66-2943-6B94230F45F1}"/>
              </a:ext>
            </a:extLst>
          </p:cNvPr>
          <p:cNvSpPr txBox="1"/>
          <p:nvPr/>
        </p:nvSpPr>
        <p:spPr>
          <a:xfrm>
            <a:off x="1307468" y="2454656"/>
            <a:ext cx="3859236" cy="201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  <a:ea typeface="+mn-ea"/>
              </a:rPr>
              <a:t>해당 방송은 운영 정책을 위반하여 일시적으로 시청할 수 없습니다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30" name="타원 129">
            <a:extLst>
              <a:ext uri="{FF2B5EF4-FFF2-40B4-BE49-F238E27FC236}">
                <a16:creationId xmlns:a16="http://schemas.microsoft.com/office/drawing/2014/main" id="{690EE49B-4F76-380D-9D0A-7D2CFDCFC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044" y="2403774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129">
            <a:extLst>
              <a:ext uri="{FF2B5EF4-FFF2-40B4-BE49-F238E27FC236}">
                <a16:creationId xmlns:a16="http://schemas.microsoft.com/office/drawing/2014/main" id="{178D3CC4-8F6A-6518-0947-893ADE4A1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5606" y="895906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타원 129">
            <a:extLst>
              <a:ext uri="{FF2B5EF4-FFF2-40B4-BE49-F238E27FC236}">
                <a16:creationId xmlns:a16="http://schemas.microsoft.com/office/drawing/2014/main" id="{E2A632B5-EE18-A903-9B64-3AA3ED3C9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7576" y="6180565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/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700" b="1" kern="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9136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6C3D-51D0-43F0-0322-77204EEEA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77E3FF3-F84C-58E8-01D9-CC7A811601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탈퇴한 계정의 후원페이지로 진입했을 경우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C857D85-1CF5-3898-0F7F-323760A24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87DA6F81-F819-BEE8-6E33-1E28D8FA4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524340"/>
              </p:ext>
            </p:extLst>
          </p:nvPr>
        </p:nvGraphicFramePr>
        <p:xfrm>
          <a:off x="9625013" y="575703"/>
          <a:ext cx="2517466" cy="70104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 탈퇴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탈퇴 신청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완전탈퇴 계정의 후원페이지로 진입했을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다음의 페이지 호출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돌아가기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홈으로 이동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5224229"/>
                  </a:ext>
                </a:extLst>
              </a:tr>
            </a:tbl>
          </a:graphicData>
        </a:graphic>
      </p:graphicFrame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FBEE7A27-36D5-C7CC-834A-95BA7D6DE777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91FAA5-3579-E2F2-9CAD-103C1099307B}"/>
              </a:ext>
            </a:extLst>
          </p:cNvPr>
          <p:cNvSpPr txBox="1"/>
          <p:nvPr/>
        </p:nvSpPr>
        <p:spPr>
          <a:xfrm>
            <a:off x="2882174" y="3266038"/>
            <a:ext cx="3859236" cy="2010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+mn-ea"/>
                <a:ea typeface="+mn-ea"/>
              </a:rPr>
              <a:t>탈퇴한 회원입니다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F0C3308-1D99-F4F9-DDAB-143B9EEAAA7D}"/>
              </a:ext>
            </a:extLst>
          </p:cNvPr>
          <p:cNvSpPr/>
          <p:nvPr/>
        </p:nvSpPr>
        <p:spPr>
          <a:xfrm>
            <a:off x="4240172" y="3693909"/>
            <a:ext cx="1143240" cy="285003"/>
          </a:xfrm>
          <a:prstGeom prst="roundRect">
            <a:avLst>
              <a:gd name="adj" fmla="val 18631"/>
            </a:avLst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b="1" dirty="0">
                <a:solidFill>
                  <a:schemeClr val="bg1"/>
                </a:solidFill>
                <a:latin typeface="+mn-ea"/>
              </a:rPr>
              <a:t>돌아가기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58F7699-54EE-F12A-E5ED-F4B7C89E1867}"/>
              </a:ext>
            </a:extLst>
          </p:cNvPr>
          <p:cNvSpPr/>
          <p:nvPr/>
        </p:nvSpPr>
        <p:spPr>
          <a:xfrm>
            <a:off x="6051452" y="3672368"/>
            <a:ext cx="914400" cy="3280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홈으로 이동</a:t>
            </a:r>
          </a:p>
        </p:txBody>
      </p:sp>
      <p:cxnSp>
        <p:nvCxnSpPr>
          <p:cNvPr id="45" name="직선 연결선 2055">
            <a:extLst>
              <a:ext uri="{FF2B5EF4-FFF2-40B4-BE49-F238E27FC236}">
                <a16:creationId xmlns:a16="http://schemas.microsoft.com/office/drawing/2014/main" id="{A7ABCA55-D487-788F-0E4F-D45E43776EC3}"/>
              </a:ext>
            </a:extLst>
          </p:cNvPr>
          <p:cNvCxnSpPr>
            <a:cxnSpLocks/>
            <a:stCxn id="43" idx="1"/>
            <a:endCxn id="40" idx="3"/>
          </p:cNvCxnSpPr>
          <p:nvPr/>
        </p:nvCxnSpPr>
        <p:spPr>
          <a:xfrm flipH="1">
            <a:off x="5383412" y="3836410"/>
            <a:ext cx="668040" cy="1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6874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EC7B-E809-2B15-4590-BEC4E2DEE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17DA16-4F65-474E-7AB3-DA08E87D00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연령 제한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551EB11-2583-4C5B-E2B2-C6FC5AD7B0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5462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05B7-E806-5C74-E120-275BCEE3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1CC59F-D95F-1AE6-2390-1649C9274DC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41632"/>
          </a:xfrm>
        </p:spPr>
        <p:txBody>
          <a:bodyPr/>
          <a:lstStyle/>
          <a:p>
            <a:r>
              <a:rPr lang="ko-KR" altLang="en-US" sz="1800" dirty="0"/>
              <a:t>영상 리스트 </a:t>
            </a:r>
            <a:r>
              <a:rPr lang="en-US" altLang="ko-KR" sz="1800" dirty="0"/>
              <a:t>&gt; </a:t>
            </a:r>
            <a:r>
              <a:rPr lang="ko-KR" altLang="en-US" sz="1800" dirty="0"/>
              <a:t>만 </a:t>
            </a:r>
            <a:r>
              <a:rPr lang="en-US" altLang="ko-KR" sz="1800" dirty="0"/>
              <a:t>19</a:t>
            </a:r>
            <a:r>
              <a:rPr lang="ko-KR" altLang="en-US" sz="1800" dirty="0"/>
              <a:t>세 미만 계정 </a:t>
            </a:r>
            <a:r>
              <a:rPr lang="en-US" altLang="ko-KR" sz="1800" dirty="0"/>
              <a:t>&amp; </a:t>
            </a:r>
            <a:r>
              <a:rPr lang="ko-KR" altLang="en-US" sz="1800" dirty="0"/>
              <a:t>비로그인 유저가 연령 제한 방송 진입 시도 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E47B95-0139-F868-8751-8846B32C8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4C5C831C-196A-5E99-FA05-09BD8F455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401904"/>
              </p:ext>
            </p:extLst>
          </p:nvPr>
        </p:nvGraphicFramePr>
        <p:xfrm>
          <a:off x="9625013" y="575703"/>
          <a:ext cx="2517466" cy="164592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 방송 썸네일 표시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 설정한 방송인 경우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 계정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비로그인 유저는 해당 방송 썸네일이 연령 제한 썸네일로 노출됨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이상 계정은 미노출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 계정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비로그인 유저는 연령 제한 설정 방송 시청 불가하며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방송 진입 시도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 제한 안내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 제한 안내 모달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돌아가기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메인으로 이동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7076394"/>
                  </a:ext>
                </a:extLst>
              </a:tr>
            </a:tbl>
          </a:graphicData>
        </a:graphic>
      </p:graphicFrame>
      <p:sp>
        <p:nvSpPr>
          <p:cNvPr id="2" name="Rectangle 53">
            <a:extLst>
              <a:ext uri="{FF2B5EF4-FFF2-40B4-BE49-F238E27FC236}">
                <a16:creationId xmlns:a16="http://schemas.microsoft.com/office/drawing/2014/main" id="{F18A45F1-D474-D73B-B5DA-D0D83B40CE0C}"/>
              </a:ext>
            </a:extLst>
          </p:cNvPr>
          <p:cNvSpPr/>
          <p:nvPr/>
        </p:nvSpPr>
        <p:spPr>
          <a:xfrm>
            <a:off x="166968" y="1278710"/>
            <a:ext cx="1561164" cy="5310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B42146-976D-1186-B048-EE09570C9E1B}"/>
              </a:ext>
            </a:extLst>
          </p:cNvPr>
          <p:cNvSpPr txBox="1"/>
          <p:nvPr/>
        </p:nvSpPr>
        <p:spPr>
          <a:xfrm>
            <a:off x="509358" y="925882"/>
            <a:ext cx="930310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맑은 고딕 (Body)"/>
              </a:rPr>
              <a:t>TOONATION</a:t>
            </a:r>
            <a:endParaRPr lang="ko-KR" altLang="en-US" sz="11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맑은 고딕 (Body)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14D5D6FE-E200-86F1-5CA0-9064FAE383AF}"/>
              </a:ext>
            </a:extLst>
          </p:cNvPr>
          <p:cNvGrpSpPr/>
          <p:nvPr/>
        </p:nvGrpSpPr>
        <p:grpSpPr>
          <a:xfrm>
            <a:off x="283039" y="1003948"/>
            <a:ext cx="159150" cy="90488"/>
            <a:chOff x="3540154" y="3322040"/>
            <a:chExt cx="209725" cy="90488"/>
          </a:xfrm>
        </p:grpSpPr>
        <p:cxnSp>
          <p:nvCxnSpPr>
            <p:cNvPr id="12" name="Straight Connector 6">
              <a:extLst>
                <a:ext uri="{FF2B5EF4-FFF2-40B4-BE49-F238E27FC236}">
                  <a16:creationId xmlns:a16="http://schemas.microsoft.com/office/drawing/2014/main" id="{A0EB7E61-04B0-5AF1-BB77-BFA4ADACA7F1}"/>
                </a:ext>
              </a:extLst>
            </p:cNvPr>
            <p:cNvCxnSpPr/>
            <p:nvPr/>
          </p:nvCxnSpPr>
          <p:spPr>
            <a:xfrm>
              <a:off x="3540154" y="3322040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8">
              <a:extLst>
                <a:ext uri="{FF2B5EF4-FFF2-40B4-BE49-F238E27FC236}">
                  <a16:creationId xmlns:a16="http://schemas.microsoft.com/office/drawing/2014/main" id="{CBADCC3D-7E72-DD3D-1D52-A30EA0B82DB7}"/>
                </a:ext>
              </a:extLst>
            </p:cNvPr>
            <p:cNvCxnSpPr/>
            <p:nvPr/>
          </p:nvCxnSpPr>
          <p:spPr>
            <a:xfrm>
              <a:off x="3540154" y="3367284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39">
              <a:extLst>
                <a:ext uri="{FF2B5EF4-FFF2-40B4-BE49-F238E27FC236}">
                  <a16:creationId xmlns:a16="http://schemas.microsoft.com/office/drawing/2014/main" id="{4C3A1D9E-10B3-8678-1B86-C8030DEA3AF1}"/>
                </a:ext>
              </a:extLst>
            </p:cNvPr>
            <p:cNvCxnSpPr/>
            <p:nvPr/>
          </p:nvCxnSpPr>
          <p:spPr>
            <a:xfrm>
              <a:off x="3540154" y="3412528"/>
              <a:ext cx="20972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5062FF-8FBD-8C3D-1ED4-8B0A04141B05}"/>
              </a:ext>
            </a:extLst>
          </p:cNvPr>
          <p:cNvCxnSpPr>
            <a:cxnSpLocks/>
          </p:cNvCxnSpPr>
          <p:nvPr/>
        </p:nvCxnSpPr>
        <p:spPr>
          <a:xfrm>
            <a:off x="158578" y="1268445"/>
            <a:ext cx="9290222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Rounded Rectangle 95">
            <a:extLst>
              <a:ext uri="{FF2B5EF4-FFF2-40B4-BE49-F238E27FC236}">
                <a16:creationId xmlns:a16="http://schemas.microsoft.com/office/drawing/2014/main" id="{1787BBE4-B191-8327-A3E3-08A77E35F397}"/>
              </a:ext>
            </a:extLst>
          </p:cNvPr>
          <p:cNvSpPr/>
          <p:nvPr/>
        </p:nvSpPr>
        <p:spPr>
          <a:xfrm>
            <a:off x="8239142" y="931299"/>
            <a:ext cx="468000" cy="21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로그인</a:t>
            </a:r>
          </a:p>
        </p:txBody>
      </p:sp>
      <p:sp>
        <p:nvSpPr>
          <p:cNvPr id="23" name="Rounded Rectangle 96">
            <a:extLst>
              <a:ext uri="{FF2B5EF4-FFF2-40B4-BE49-F238E27FC236}">
                <a16:creationId xmlns:a16="http://schemas.microsoft.com/office/drawing/2014/main" id="{8D7F5755-1F7C-BFDF-6D3E-0BBB24539176}"/>
              </a:ext>
            </a:extLst>
          </p:cNvPr>
          <p:cNvSpPr/>
          <p:nvPr/>
        </p:nvSpPr>
        <p:spPr>
          <a:xfrm>
            <a:off x="8763967" y="931299"/>
            <a:ext cx="540000" cy="216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회원가입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431AC5-114C-E062-BF94-53A1A3E5A621}"/>
              </a:ext>
            </a:extLst>
          </p:cNvPr>
          <p:cNvSpPr txBox="1"/>
          <p:nvPr/>
        </p:nvSpPr>
        <p:spPr>
          <a:xfrm>
            <a:off x="8095665" y="939729"/>
            <a:ext cx="104763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b="1" dirty="0">
                <a:solidFill>
                  <a:schemeClr val="bg1">
                    <a:lumMod val="75000"/>
                  </a:schemeClr>
                </a:solidFill>
              </a:rPr>
              <a:t>|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pic>
        <p:nvPicPr>
          <p:cNvPr id="30" name="Picture 91">
            <a:extLst>
              <a:ext uri="{FF2B5EF4-FFF2-40B4-BE49-F238E27FC236}">
                <a16:creationId xmlns:a16="http://schemas.microsoft.com/office/drawing/2014/main" id="{73AF4A14-ACFE-FEC9-6619-93DA1C26D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314" y="949321"/>
            <a:ext cx="180000" cy="180000"/>
          </a:xfrm>
          <a:prstGeom prst="rect">
            <a:avLst/>
          </a:prstGeom>
        </p:spPr>
      </p:pic>
      <p:pic>
        <p:nvPicPr>
          <p:cNvPr id="31" name="Picture 92">
            <a:extLst>
              <a:ext uri="{FF2B5EF4-FFF2-40B4-BE49-F238E27FC236}">
                <a16:creationId xmlns:a16="http://schemas.microsoft.com/office/drawing/2014/main" id="{600DC762-3E50-A96B-FE6A-F64EB15B1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070" y="950672"/>
            <a:ext cx="180000" cy="180000"/>
          </a:xfrm>
          <a:prstGeom prst="rect">
            <a:avLst/>
          </a:prstGeom>
        </p:spPr>
      </p:pic>
      <p:cxnSp>
        <p:nvCxnSpPr>
          <p:cNvPr id="33" name="직선 연결선 143">
            <a:extLst>
              <a:ext uri="{FF2B5EF4-FFF2-40B4-BE49-F238E27FC236}">
                <a16:creationId xmlns:a16="http://schemas.microsoft.com/office/drawing/2014/main" id="{A77D4D50-3F96-DB79-C1AF-0E620246042D}"/>
              </a:ext>
            </a:extLst>
          </p:cNvPr>
          <p:cNvCxnSpPr>
            <a:cxnSpLocks/>
          </p:cNvCxnSpPr>
          <p:nvPr/>
        </p:nvCxnSpPr>
        <p:spPr>
          <a:xfrm>
            <a:off x="1728132" y="1268445"/>
            <a:ext cx="0" cy="5320606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5" name="Group 153">
            <a:extLst>
              <a:ext uri="{FF2B5EF4-FFF2-40B4-BE49-F238E27FC236}">
                <a16:creationId xmlns:a16="http://schemas.microsoft.com/office/drawing/2014/main" id="{840B0EEE-309A-2BAC-5B18-36C544FC1C11}"/>
              </a:ext>
            </a:extLst>
          </p:cNvPr>
          <p:cNvGrpSpPr/>
          <p:nvPr/>
        </p:nvGrpSpPr>
        <p:grpSpPr>
          <a:xfrm>
            <a:off x="1568165" y="905861"/>
            <a:ext cx="2015149" cy="271182"/>
            <a:chOff x="4137659" y="1996430"/>
            <a:chExt cx="2015149" cy="271182"/>
          </a:xfrm>
        </p:grpSpPr>
        <p:sp>
          <p:nvSpPr>
            <p:cNvPr id="36" name="Rounded Rectangle 154">
              <a:extLst>
                <a:ext uri="{FF2B5EF4-FFF2-40B4-BE49-F238E27FC236}">
                  <a16:creationId xmlns:a16="http://schemas.microsoft.com/office/drawing/2014/main" id="{99E0CC34-71C8-9C5B-10C6-5708E5068C3F}"/>
                </a:ext>
              </a:extLst>
            </p:cNvPr>
            <p:cNvSpPr/>
            <p:nvPr/>
          </p:nvSpPr>
          <p:spPr>
            <a:xfrm>
              <a:off x="4137659" y="1996430"/>
              <a:ext cx="1904477" cy="271182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0" rIns="0" bIns="0" rtlCol="0" anchor="ctr"/>
            <a:lstStyle/>
            <a:p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라이브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, </a:t>
              </a:r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  <a:latin typeface="+mn-ea"/>
                </a:rPr>
                <a:t>크리에이터 검색</a:t>
              </a:r>
            </a:p>
          </p:txBody>
        </p:sp>
        <p:sp>
          <p:nvSpPr>
            <p:cNvPr id="37" name="Rounded Rectangle 185">
              <a:extLst>
                <a:ext uri="{FF2B5EF4-FFF2-40B4-BE49-F238E27FC236}">
                  <a16:creationId xmlns:a16="http://schemas.microsoft.com/office/drawing/2014/main" id="{FE542478-EE5A-C5F7-99EC-C86EC906A9A3}"/>
                </a:ext>
              </a:extLst>
            </p:cNvPr>
            <p:cNvSpPr/>
            <p:nvPr/>
          </p:nvSpPr>
          <p:spPr>
            <a:xfrm>
              <a:off x="5671855" y="1996430"/>
              <a:ext cx="480953" cy="271182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검색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5F4236B-492C-2C2D-3187-F00710B7E316}"/>
              </a:ext>
            </a:extLst>
          </p:cNvPr>
          <p:cNvSpPr txBox="1"/>
          <p:nvPr/>
        </p:nvSpPr>
        <p:spPr>
          <a:xfrm>
            <a:off x="1907791" y="1395554"/>
            <a:ext cx="758788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j-ea"/>
                <a:ea typeface="+mj-ea"/>
              </a:rPr>
              <a:t>영상 리스트</a:t>
            </a:r>
            <a:endParaRPr lang="en-US" altLang="ko-KR" sz="1000" b="1" dirty="0">
              <a:latin typeface="+mj-ea"/>
              <a:ea typeface="+mj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EDE518-E190-DE3C-20E2-E3C8CD47E8E5}"/>
              </a:ext>
            </a:extLst>
          </p:cNvPr>
          <p:cNvSpPr txBox="1"/>
          <p:nvPr/>
        </p:nvSpPr>
        <p:spPr>
          <a:xfrm>
            <a:off x="8541804" y="1443961"/>
            <a:ext cx="48307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전체보기</a:t>
            </a:r>
            <a:endParaRPr lang="en-US" altLang="ko-KR" sz="8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0" name="Rectangle 125">
            <a:extLst>
              <a:ext uri="{FF2B5EF4-FFF2-40B4-BE49-F238E27FC236}">
                <a16:creationId xmlns:a16="http://schemas.microsoft.com/office/drawing/2014/main" id="{317895EB-CCF8-52C4-D682-19E9F9BAB1D8}"/>
              </a:ext>
            </a:extLst>
          </p:cNvPr>
          <p:cNvSpPr/>
          <p:nvPr/>
        </p:nvSpPr>
        <p:spPr>
          <a:xfrm>
            <a:off x="1883095" y="1691052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1" name="Rectangle 126">
            <a:extLst>
              <a:ext uri="{FF2B5EF4-FFF2-40B4-BE49-F238E27FC236}">
                <a16:creationId xmlns:a16="http://schemas.microsoft.com/office/drawing/2014/main" id="{B01B8DA6-7143-BAD2-EC54-BD2298FECB25}"/>
              </a:ext>
            </a:extLst>
          </p:cNvPr>
          <p:cNvSpPr/>
          <p:nvPr/>
        </p:nvSpPr>
        <p:spPr>
          <a:xfrm>
            <a:off x="5515008" y="1691052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5" name="Rectangle 127">
            <a:extLst>
              <a:ext uri="{FF2B5EF4-FFF2-40B4-BE49-F238E27FC236}">
                <a16:creationId xmlns:a16="http://schemas.microsoft.com/office/drawing/2014/main" id="{23E2FB37-5239-C2E6-700A-ED6EF4D3180B}"/>
              </a:ext>
            </a:extLst>
          </p:cNvPr>
          <p:cNvSpPr/>
          <p:nvPr/>
        </p:nvSpPr>
        <p:spPr>
          <a:xfrm>
            <a:off x="3695561" y="1691052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46" name="Group 128">
            <a:extLst>
              <a:ext uri="{FF2B5EF4-FFF2-40B4-BE49-F238E27FC236}">
                <a16:creationId xmlns:a16="http://schemas.microsoft.com/office/drawing/2014/main" id="{024FFC5F-4E1A-D7C8-321A-1A1A0C638491}"/>
              </a:ext>
            </a:extLst>
          </p:cNvPr>
          <p:cNvGrpSpPr/>
          <p:nvPr/>
        </p:nvGrpSpPr>
        <p:grpSpPr>
          <a:xfrm>
            <a:off x="1907791" y="3068226"/>
            <a:ext cx="1569717" cy="323038"/>
            <a:chOff x="1912634" y="5161380"/>
            <a:chExt cx="1569717" cy="323038"/>
          </a:xfrm>
        </p:grpSpPr>
        <p:grpSp>
          <p:nvGrpSpPr>
            <p:cNvPr id="47" name="Group 129">
              <a:extLst>
                <a:ext uri="{FF2B5EF4-FFF2-40B4-BE49-F238E27FC236}">
                  <a16:creationId xmlns:a16="http://schemas.microsoft.com/office/drawing/2014/main" id="{6DBAF7DD-6270-F981-8817-5B60DB563F4D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6E480A6-9195-5E8C-C41E-FCE104E8B559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4F64840-0C44-AC14-054A-80366A0292E8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48" name="Group 130">
              <a:extLst>
                <a:ext uri="{FF2B5EF4-FFF2-40B4-BE49-F238E27FC236}">
                  <a16:creationId xmlns:a16="http://schemas.microsoft.com/office/drawing/2014/main" id="{68DEBC1E-C0FA-CC0F-C14F-FCB05FA057B9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49" name="Oval 131">
                <a:extLst>
                  <a:ext uri="{FF2B5EF4-FFF2-40B4-BE49-F238E27FC236}">
                    <a16:creationId xmlns:a16="http://schemas.microsoft.com/office/drawing/2014/main" id="{545DDA82-E62E-D642-F419-A975D31430CD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52" name="Picture 132">
                <a:extLst>
                  <a:ext uri="{FF2B5EF4-FFF2-40B4-BE49-F238E27FC236}">
                    <a16:creationId xmlns:a16="http://schemas.microsoft.com/office/drawing/2014/main" id="{1B78F4A1-58D1-46AB-341F-4A8236DDB5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73" name="Group 135">
            <a:extLst>
              <a:ext uri="{FF2B5EF4-FFF2-40B4-BE49-F238E27FC236}">
                <a16:creationId xmlns:a16="http://schemas.microsoft.com/office/drawing/2014/main" id="{24AA0382-E033-4EC3-1F8F-48B9F7026F91}"/>
              </a:ext>
            </a:extLst>
          </p:cNvPr>
          <p:cNvGrpSpPr/>
          <p:nvPr/>
        </p:nvGrpSpPr>
        <p:grpSpPr>
          <a:xfrm>
            <a:off x="5551091" y="3068226"/>
            <a:ext cx="1569717" cy="323038"/>
            <a:chOff x="1912634" y="5161380"/>
            <a:chExt cx="1569717" cy="323038"/>
          </a:xfrm>
        </p:grpSpPr>
        <p:grpSp>
          <p:nvGrpSpPr>
            <p:cNvPr id="74" name="Group 221">
              <a:extLst>
                <a:ext uri="{FF2B5EF4-FFF2-40B4-BE49-F238E27FC236}">
                  <a16:creationId xmlns:a16="http://schemas.microsoft.com/office/drawing/2014/main" id="{6C00A5B2-82C7-BAF1-036F-2D7A0F1F3461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0A1F51F-AD13-2E7B-B23C-6920EDAF094B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6B5BF739-26CA-0046-1A93-0C7BE62BD6C3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75" name="Group 229">
              <a:extLst>
                <a:ext uri="{FF2B5EF4-FFF2-40B4-BE49-F238E27FC236}">
                  <a16:creationId xmlns:a16="http://schemas.microsoft.com/office/drawing/2014/main" id="{0A3C5A90-E54F-925A-3F14-FC467C200A87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83" name="Oval 230">
                <a:extLst>
                  <a:ext uri="{FF2B5EF4-FFF2-40B4-BE49-F238E27FC236}">
                    <a16:creationId xmlns:a16="http://schemas.microsoft.com/office/drawing/2014/main" id="{B7F98354-7D15-4BB9-6C2B-8EC5C47D7E5A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84" name="Picture 231">
                <a:extLst>
                  <a:ext uri="{FF2B5EF4-FFF2-40B4-BE49-F238E27FC236}">
                    <a16:creationId xmlns:a16="http://schemas.microsoft.com/office/drawing/2014/main" id="{519BBE2E-93FF-7C86-B5B3-DD91D75D89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91" name="Rectangle 234">
            <a:extLst>
              <a:ext uri="{FF2B5EF4-FFF2-40B4-BE49-F238E27FC236}">
                <a16:creationId xmlns:a16="http://schemas.microsoft.com/office/drawing/2014/main" id="{C22A18BE-D4C7-FEB3-7A90-0C129E091B5F}"/>
              </a:ext>
            </a:extLst>
          </p:cNvPr>
          <p:cNvSpPr/>
          <p:nvPr/>
        </p:nvSpPr>
        <p:spPr>
          <a:xfrm>
            <a:off x="7320961" y="1691052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92" name="Group 235">
            <a:extLst>
              <a:ext uri="{FF2B5EF4-FFF2-40B4-BE49-F238E27FC236}">
                <a16:creationId xmlns:a16="http://schemas.microsoft.com/office/drawing/2014/main" id="{37C12600-34CE-158A-46B3-BF2139AC31FD}"/>
              </a:ext>
            </a:extLst>
          </p:cNvPr>
          <p:cNvGrpSpPr/>
          <p:nvPr/>
        </p:nvGrpSpPr>
        <p:grpSpPr>
          <a:xfrm>
            <a:off x="7357044" y="3068226"/>
            <a:ext cx="1569717" cy="323038"/>
            <a:chOff x="1912634" y="5161380"/>
            <a:chExt cx="1569717" cy="323038"/>
          </a:xfrm>
        </p:grpSpPr>
        <p:grpSp>
          <p:nvGrpSpPr>
            <p:cNvPr id="95" name="Group 236">
              <a:extLst>
                <a:ext uri="{FF2B5EF4-FFF2-40B4-BE49-F238E27FC236}">
                  <a16:creationId xmlns:a16="http://schemas.microsoft.com/office/drawing/2014/main" id="{6FBCD487-82B2-CD77-9564-F59374886F8F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DC218DC-2453-6367-73A9-DBAB7B8A6F69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2381BFB1-DDD1-515B-3EF8-B0579DD9126E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97" name="Group 237">
              <a:extLst>
                <a:ext uri="{FF2B5EF4-FFF2-40B4-BE49-F238E27FC236}">
                  <a16:creationId xmlns:a16="http://schemas.microsoft.com/office/drawing/2014/main" id="{FC057FFF-3241-B11F-9A16-3DA258E1621C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41" name="Oval 238">
                <a:extLst>
                  <a:ext uri="{FF2B5EF4-FFF2-40B4-BE49-F238E27FC236}">
                    <a16:creationId xmlns:a16="http://schemas.microsoft.com/office/drawing/2014/main" id="{DA6F5A68-EDBB-1ECC-A97E-F741FF530FCD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47" name="Picture 239">
                <a:extLst>
                  <a:ext uri="{FF2B5EF4-FFF2-40B4-BE49-F238E27FC236}">
                    <a16:creationId xmlns:a16="http://schemas.microsoft.com/office/drawing/2014/main" id="{6ABCAAF6-8D74-D8ED-7AC6-8F71F842A4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51" name="Group 242">
            <a:extLst>
              <a:ext uri="{FF2B5EF4-FFF2-40B4-BE49-F238E27FC236}">
                <a16:creationId xmlns:a16="http://schemas.microsoft.com/office/drawing/2014/main" id="{61524123-98A5-C093-1460-28ACA00C8631}"/>
              </a:ext>
            </a:extLst>
          </p:cNvPr>
          <p:cNvGrpSpPr/>
          <p:nvPr/>
        </p:nvGrpSpPr>
        <p:grpSpPr>
          <a:xfrm>
            <a:off x="3725282" y="3068620"/>
            <a:ext cx="1712853" cy="460130"/>
            <a:chOff x="1912634" y="5161380"/>
            <a:chExt cx="1712853" cy="460130"/>
          </a:xfrm>
        </p:grpSpPr>
        <p:grpSp>
          <p:nvGrpSpPr>
            <p:cNvPr id="152" name="Group 243">
              <a:extLst>
                <a:ext uri="{FF2B5EF4-FFF2-40B4-BE49-F238E27FC236}">
                  <a16:creationId xmlns:a16="http://schemas.microsoft.com/office/drawing/2014/main" id="{1B1FB2FA-2307-208B-AB8B-3A6362E52844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99CD493D-FBB2-30F9-153E-1D45DF27CD13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j-ea"/>
                    <a:ea typeface="+mj-ea"/>
                  </a:rPr>
                  <a:t>[</a:t>
                </a:r>
                <a:r>
                  <a:rPr lang="ko-KR" altLang="en-US" sz="800" b="1" dirty="0">
                    <a:latin typeface="+mj-ea"/>
                    <a:ea typeface="+mj-ea"/>
                  </a:rPr>
                  <a:t>마라톤</a:t>
                </a:r>
                <a:r>
                  <a:rPr lang="en-US" altLang="ko-KR" sz="800" b="1" dirty="0">
                    <a:latin typeface="+mj-ea"/>
                    <a:ea typeface="+mj-ea"/>
                  </a:rPr>
                  <a:t>] </a:t>
                </a:r>
                <a:r>
                  <a:rPr lang="ko-KR" altLang="en-US" sz="800" b="1" dirty="0">
                    <a:latin typeface="+mj-ea"/>
                    <a:ea typeface="+mj-ea"/>
                  </a:rPr>
                  <a:t>익스트랙션 신작</a:t>
                </a:r>
                <a:r>
                  <a:rPr lang="en-US" altLang="ko-KR" sz="800" b="1" dirty="0">
                    <a:latin typeface="+mj-ea"/>
                    <a:ea typeface="+mj-ea"/>
                  </a:rPr>
                  <a:t>? </a:t>
                </a:r>
                <a:r>
                  <a:rPr lang="ko-KR" altLang="en-US" sz="800" b="1" dirty="0">
                    <a:latin typeface="+mj-ea"/>
                    <a:ea typeface="+mj-ea"/>
                  </a:rPr>
                  <a:t>베</a:t>
                </a:r>
                <a:endParaRPr lang="en-US" altLang="ko-KR" sz="800" b="1" dirty="0">
                  <a:latin typeface="+mj-ea"/>
                  <a:ea typeface="+mj-ea"/>
                </a:endParaRPr>
              </a:p>
              <a:p>
                <a:r>
                  <a:rPr lang="ko-KR" altLang="en-US" sz="800" b="1" dirty="0">
                    <a:latin typeface="+mj-ea"/>
                    <a:ea typeface="+mj-ea"/>
                  </a:rPr>
                  <a:t>테랑의 냉혹한 평가 시간</a:t>
                </a:r>
                <a:endParaRPr lang="en-US" altLang="ko-KR" sz="800" b="1" dirty="0">
                  <a:latin typeface="+mj-ea"/>
                  <a:ea typeface="+mj-ea"/>
                </a:endParaRP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3010E2F-7874-0DC2-E48D-7449711C715A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55" name="Group 244">
              <a:extLst>
                <a:ext uri="{FF2B5EF4-FFF2-40B4-BE49-F238E27FC236}">
                  <a16:creationId xmlns:a16="http://schemas.microsoft.com/office/drawing/2014/main" id="{289C3CA1-036D-4AE7-2621-44D7A92F39EF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57" name="Oval 245">
                <a:extLst>
                  <a:ext uri="{FF2B5EF4-FFF2-40B4-BE49-F238E27FC236}">
                    <a16:creationId xmlns:a16="http://schemas.microsoft.com/office/drawing/2014/main" id="{1443059C-6D7B-4049-6C11-C7FAF0FDAA5E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58" name="Picture 246">
                <a:extLst>
                  <a:ext uri="{FF2B5EF4-FFF2-40B4-BE49-F238E27FC236}">
                    <a16:creationId xmlns:a16="http://schemas.microsoft.com/office/drawing/2014/main" id="{F61A4D6A-6DA9-BF1C-EF7D-02162F0BF7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161" name="Rectangle 249">
            <a:extLst>
              <a:ext uri="{FF2B5EF4-FFF2-40B4-BE49-F238E27FC236}">
                <a16:creationId xmlns:a16="http://schemas.microsoft.com/office/drawing/2014/main" id="{41BF7084-DC16-9CD2-02B2-B317BC91A483}"/>
              </a:ext>
            </a:extLst>
          </p:cNvPr>
          <p:cNvSpPr/>
          <p:nvPr/>
        </p:nvSpPr>
        <p:spPr>
          <a:xfrm>
            <a:off x="1883095" y="3584679"/>
            <a:ext cx="1733808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2" name="Rectangle 250">
            <a:extLst>
              <a:ext uri="{FF2B5EF4-FFF2-40B4-BE49-F238E27FC236}">
                <a16:creationId xmlns:a16="http://schemas.microsoft.com/office/drawing/2014/main" id="{46DB93F3-EDB3-EE35-AFF3-747EFE769447}"/>
              </a:ext>
            </a:extLst>
          </p:cNvPr>
          <p:cNvSpPr/>
          <p:nvPr/>
        </p:nvSpPr>
        <p:spPr>
          <a:xfrm>
            <a:off x="5515008" y="3584679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3" name="Rectangle 251">
            <a:extLst>
              <a:ext uri="{FF2B5EF4-FFF2-40B4-BE49-F238E27FC236}">
                <a16:creationId xmlns:a16="http://schemas.microsoft.com/office/drawing/2014/main" id="{1515F66F-06EF-F8CD-1B41-8E7788D46007}"/>
              </a:ext>
            </a:extLst>
          </p:cNvPr>
          <p:cNvSpPr/>
          <p:nvPr/>
        </p:nvSpPr>
        <p:spPr>
          <a:xfrm>
            <a:off x="3695561" y="3584679"/>
            <a:ext cx="1734345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66" name="Group 252">
            <a:extLst>
              <a:ext uri="{FF2B5EF4-FFF2-40B4-BE49-F238E27FC236}">
                <a16:creationId xmlns:a16="http://schemas.microsoft.com/office/drawing/2014/main" id="{C685FD91-8205-327F-B69A-043AA510301B}"/>
              </a:ext>
            </a:extLst>
          </p:cNvPr>
          <p:cNvGrpSpPr/>
          <p:nvPr/>
        </p:nvGrpSpPr>
        <p:grpSpPr>
          <a:xfrm>
            <a:off x="1907791" y="4961853"/>
            <a:ext cx="1569717" cy="323038"/>
            <a:chOff x="1912634" y="5161380"/>
            <a:chExt cx="1569717" cy="323038"/>
          </a:xfrm>
        </p:grpSpPr>
        <p:grpSp>
          <p:nvGrpSpPr>
            <p:cNvPr id="167" name="Group 253">
              <a:extLst>
                <a:ext uri="{FF2B5EF4-FFF2-40B4-BE49-F238E27FC236}">
                  <a16:creationId xmlns:a16="http://schemas.microsoft.com/office/drawing/2014/main" id="{4CD4E6B6-8A36-4717-A6CA-D889BD6E0313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EF5FEA3-2D83-C1CC-85E3-4AB9055DF534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57D200B6-9D4B-0835-08CB-049BBC882972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69" name="Group 254">
              <a:extLst>
                <a:ext uri="{FF2B5EF4-FFF2-40B4-BE49-F238E27FC236}">
                  <a16:creationId xmlns:a16="http://schemas.microsoft.com/office/drawing/2014/main" id="{82E973C6-F98F-D2EF-536B-F52F089FEEE8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70" name="Oval 255">
                <a:extLst>
                  <a:ext uri="{FF2B5EF4-FFF2-40B4-BE49-F238E27FC236}">
                    <a16:creationId xmlns:a16="http://schemas.microsoft.com/office/drawing/2014/main" id="{1074DED4-87B8-DA8B-5F60-685CCD75F2A2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72" name="Picture 256">
                <a:extLst>
                  <a:ext uri="{FF2B5EF4-FFF2-40B4-BE49-F238E27FC236}">
                    <a16:creationId xmlns:a16="http://schemas.microsoft.com/office/drawing/2014/main" id="{A9AB3865-CACD-9DAD-B92A-09D09B495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75" name="Group 259">
            <a:extLst>
              <a:ext uri="{FF2B5EF4-FFF2-40B4-BE49-F238E27FC236}">
                <a16:creationId xmlns:a16="http://schemas.microsoft.com/office/drawing/2014/main" id="{855834E0-727F-0CFC-D503-60656A353A95}"/>
              </a:ext>
            </a:extLst>
          </p:cNvPr>
          <p:cNvGrpSpPr/>
          <p:nvPr/>
        </p:nvGrpSpPr>
        <p:grpSpPr>
          <a:xfrm>
            <a:off x="5551091" y="4961853"/>
            <a:ext cx="1569717" cy="323038"/>
            <a:chOff x="1912634" y="5161380"/>
            <a:chExt cx="1569717" cy="323038"/>
          </a:xfrm>
        </p:grpSpPr>
        <p:grpSp>
          <p:nvGrpSpPr>
            <p:cNvPr id="176" name="Group 260">
              <a:extLst>
                <a:ext uri="{FF2B5EF4-FFF2-40B4-BE49-F238E27FC236}">
                  <a16:creationId xmlns:a16="http://schemas.microsoft.com/office/drawing/2014/main" id="{3CA8E9E0-6667-D687-BD0C-49466742F395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A914ABF2-2529-0A77-883D-5D6B1FC1FD73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ADE9082A-6364-6E49-C7DA-234C7707D7FF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77" name="Group 261">
              <a:extLst>
                <a:ext uri="{FF2B5EF4-FFF2-40B4-BE49-F238E27FC236}">
                  <a16:creationId xmlns:a16="http://schemas.microsoft.com/office/drawing/2014/main" id="{E8920173-D7D8-8EFE-0BE4-9FCE8F68F39F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78" name="Oval 262">
                <a:extLst>
                  <a:ext uri="{FF2B5EF4-FFF2-40B4-BE49-F238E27FC236}">
                    <a16:creationId xmlns:a16="http://schemas.microsoft.com/office/drawing/2014/main" id="{6586D603-8986-070A-4F8B-F894D6DB5777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79" name="Picture 263">
                <a:extLst>
                  <a:ext uri="{FF2B5EF4-FFF2-40B4-BE49-F238E27FC236}">
                    <a16:creationId xmlns:a16="http://schemas.microsoft.com/office/drawing/2014/main" id="{CE79657B-4122-D470-F0C4-045660EFF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sp>
        <p:nvSpPr>
          <p:cNvPr id="182" name="Rectangle 266">
            <a:extLst>
              <a:ext uri="{FF2B5EF4-FFF2-40B4-BE49-F238E27FC236}">
                <a16:creationId xmlns:a16="http://schemas.microsoft.com/office/drawing/2014/main" id="{E619F393-8BA9-CF6A-B51E-0CCF559AF2C9}"/>
              </a:ext>
            </a:extLst>
          </p:cNvPr>
          <p:cNvSpPr/>
          <p:nvPr/>
        </p:nvSpPr>
        <p:spPr>
          <a:xfrm>
            <a:off x="7320961" y="3584679"/>
            <a:ext cx="1724567" cy="13140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183" name="Group 267">
            <a:extLst>
              <a:ext uri="{FF2B5EF4-FFF2-40B4-BE49-F238E27FC236}">
                <a16:creationId xmlns:a16="http://schemas.microsoft.com/office/drawing/2014/main" id="{1095F24F-260A-4098-98EC-566ECC874CA4}"/>
              </a:ext>
            </a:extLst>
          </p:cNvPr>
          <p:cNvGrpSpPr/>
          <p:nvPr/>
        </p:nvGrpSpPr>
        <p:grpSpPr>
          <a:xfrm>
            <a:off x="7357044" y="4961853"/>
            <a:ext cx="1569717" cy="323038"/>
            <a:chOff x="1912634" y="5161380"/>
            <a:chExt cx="1569717" cy="323038"/>
          </a:xfrm>
        </p:grpSpPr>
        <p:grpSp>
          <p:nvGrpSpPr>
            <p:cNvPr id="184" name="Group 268">
              <a:extLst>
                <a:ext uri="{FF2B5EF4-FFF2-40B4-BE49-F238E27FC236}">
                  <a16:creationId xmlns:a16="http://schemas.microsoft.com/office/drawing/2014/main" id="{ED0E4D84-2296-E6F9-4F25-E1F0F9463E74}"/>
                </a:ext>
              </a:extLst>
            </p:cNvPr>
            <p:cNvGrpSpPr/>
            <p:nvPr/>
          </p:nvGrpSpPr>
          <p:grpSpPr>
            <a:xfrm>
              <a:off x="2144878" y="5161380"/>
              <a:ext cx="1337473" cy="323038"/>
              <a:chOff x="1834476" y="5127414"/>
              <a:chExt cx="1337473" cy="323038"/>
            </a:xfrm>
          </p:grpSpPr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DF13E689-B28C-E268-D6B2-3825F20F32BC}"/>
                  </a:ext>
                </a:extLst>
              </p:cNvPr>
              <p:cNvSpPr txBox="1"/>
              <p:nvPr/>
            </p:nvSpPr>
            <p:spPr>
              <a:xfrm>
                <a:off x="1834476" y="5127414"/>
                <a:ext cx="133747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b="1" dirty="0">
                    <a:latin typeface="+mj-ea"/>
                    <a:ea typeface="+mj-ea"/>
                  </a:rPr>
                  <a:t>모여봐요 동물의 숲 </a:t>
                </a:r>
                <a:r>
                  <a:rPr lang="en-US" altLang="ko-KR" sz="800" b="1" dirty="0">
                    <a:latin typeface="+mj-ea"/>
                    <a:ea typeface="+mj-ea"/>
                  </a:rPr>
                  <a:t>ver 3.0</a:t>
                </a:r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E7C2C7B6-4740-3F6E-7D47-CF07AE414B25}"/>
                  </a:ext>
                </a:extLst>
              </p:cNvPr>
              <p:cNvSpPr txBox="1"/>
              <p:nvPr/>
            </p:nvSpPr>
            <p:spPr>
              <a:xfrm>
                <a:off x="1834476" y="5270027"/>
                <a:ext cx="431776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원샷한솔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85" name="Group 269">
              <a:extLst>
                <a:ext uri="{FF2B5EF4-FFF2-40B4-BE49-F238E27FC236}">
                  <a16:creationId xmlns:a16="http://schemas.microsoft.com/office/drawing/2014/main" id="{1F3E2E6F-9E4E-55C0-0D29-637AE515C2ED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86" name="Oval 270">
                <a:extLst>
                  <a:ext uri="{FF2B5EF4-FFF2-40B4-BE49-F238E27FC236}">
                    <a16:creationId xmlns:a16="http://schemas.microsoft.com/office/drawing/2014/main" id="{6F3F4F57-5873-FA73-3350-E8D25820CC94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87" name="Picture 271">
                <a:extLst>
                  <a:ext uri="{FF2B5EF4-FFF2-40B4-BE49-F238E27FC236}">
                    <a16:creationId xmlns:a16="http://schemas.microsoft.com/office/drawing/2014/main" id="{15303FD1-27EE-BF41-6470-4CF77A38BF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190" name="Group 274">
            <a:extLst>
              <a:ext uri="{FF2B5EF4-FFF2-40B4-BE49-F238E27FC236}">
                <a16:creationId xmlns:a16="http://schemas.microsoft.com/office/drawing/2014/main" id="{ADC496EB-1585-E0DD-ADAC-99906416D37E}"/>
              </a:ext>
            </a:extLst>
          </p:cNvPr>
          <p:cNvGrpSpPr/>
          <p:nvPr/>
        </p:nvGrpSpPr>
        <p:grpSpPr>
          <a:xfrm>
            <a:off x="3725282" y="4962247"/>
            <a:ext cx="1712853" cy="460130"/>
            <a:chOff x="1912634" y="5161380"/>
            <a:chExt cx="1712853" cy="460130"/>
          </a:xfrm>
        </p:grpSpPr>
        <p:grpSp>
          <p:nvGrpSpPr>
            <p:cNvPr id="191" name="Group 275">
              <a:extLst>
                <a:ext uri="{FF2B5EF4-FFF2-40B4-BE49-F238E27FC236}">
                  <a16:creationId xmlns:a16="http://schemas.microsoft.com/office/drawing/2014/main" id="{C358CA68-21E4-0085-A06E-A7F264CD8931}"/>
                </a:ext>
              </a:extLst>
            </p:cNvPr>
            <p:cNvGrpSpPr/>
            <p:nvPr/>
          </p:nvGrpSpPr>
          <p:grpSpPr>
            <a:xfrm>
              <a:off x="2144878" y="5161380"/>
              <a:ext cx="1480609" cy="460130"/>
              <a:chOff x="1834476" y="5127414"/>
              <a:chExt cx="1480609" cy="460130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8FF79A9D-03CA-D0E5-ADD2-237D0AA1DE21}"/>
                  </a:ext>
                </a:extLst>
              </p:cNvPr>
              <p:cNvSpPr txBox="1"/>
              <p:nvPr/>
            </p:nvSpPr>
            <p:spPr>
              <a:xfrm>
                <a:off x="1834477" y="5127414"/>
                <a:ext cx="1480608" cy="318924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ko-KR" sz="800" b="1" dirty="0">
                    <a:latin typeface="+mj-ea"/>
                    <a:ea typeface="+mj-ea"/>
                  </a:rPr>
                  <a:t>[</a:t>
                </a:r>
                <a:r>
                  <a:rPr lang="ko-KR" altLang="en-US" sz="800" b="1" dirty="0">
                    <a:latin typeface="+mj-ea"/>
                    <a:ea typeface="+mj-ea"/>
                  </a:rPr>
                  <a:t>마라톤</a:t>
                </a:r>
                <a:r>
                  <a:rPr lang="en-US" altLang="ko-KR" sz="800" b="1" dirty="0">
                    <a:latin typeface="+mj-ea"/>
                    <a:ea typeface="+mj-ea"/>
                  </a:rPr>
                  <a:t>] </a:t>
                </a:r>
                <a:r>
                  <a:rPr lang="ko-KR" altLang="en-US" sz="800" b="1" dirty="0">
                    <a:latin typeface="+mj-ea"/>
                    <a:ea typeface="+mj-ea"/>
                  </a:rPr>
                  <a:t>익스트랙션 신작</a:t>
                </a:r>
                <a:r>
                  <a:rPr lang="en-US" altLang="ko-KR" sz="800" b="1" dirty="0">
                    <a:latin typeface="+mj-ea"/>
                    <a:ea typeface="+mj-ea"/>
                  </a:rPr>
                  <a:t>? </a:t>
                </a:r>
                <a:r>
                  <a:rPr lang="ko-KR" altLang="en-US" sz="800" b="1" dirty="0">
                    <a:latin typeface="+mj-ea"/>
                    <a:ea typeface="+mj-ea"/>
                  </a:rPr>
                  <a:t>베</a:t>
                </a:r>
                <a:endParaRPr lang="en-US" altLang="ko-KR" sz="800" b="1" dirty="0">
                  <a:latin typeface="+mj-ea"/>
                  <a:ea typeface="+mj-ea"/>
                </a:endParaRPr>
              </a:p>
              <a:p>
                <a:r>
                  <a:rPr lang="ko-KR" altLang="en-US" sz="800" b="1" dirty="0">
                    <a:latin typeface="+mj-ea"/>
                    <a:ea typeface="+mj-ea"/>
                  </a:rPr>
                  <a:t>테랑의 냉혹한 평가 시간</a:t>
                </a:r>
                <a:endParaRPr lang="en-US" altLang="ko-KR" sz="800" b="1" dirty="0">
                  <a:latin typeface="+mj-ea"/>
                  <a:ea typeface="+mj-ea"/>
                </a:endParaRP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BBD753E9-DDD5-5C42-551E-125507D192D4}"/>
                  </a:ext>
                </a:extLst>
              </p:cNvPr>
              <p:cNvSpPr txBox="1"/>
              <p:nvPr/>
            </p:nvSpPr>
            <p:spPr>
              <a:xfrm>
                <a:off x="1834476" y="5407119"/>
                <a:ext cx="342008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700" b="1" dirty="0">
                    <a:solidFill>
                      <a:schemeClr val="bg1">
                        <a:lumMod val="50000"/>
                      </a:schemeClr>
                    </a:solidFill>
                    <a:latin typeface="+mj-ea"/>
                    <a:ea typeface="+mj-ea"/>
                  </a:rPr>
                  <a:t>유우양</a:t>
                </a:r>
                <a:endParaRPr lang="en-US" altLang="ko-KR" sz="700" b="1" dirty="0">
                  <a:solidFill>
                    <a:schemeClr val="bg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  <p:grpSp>
          <p:nvGrpSpPr>
            <p:cNvPr id="192" name="Group 276">
              <a:extLst>
                <a:ext uri="{FF2B5EF4-FFF2-40B4-BE49-F238E27FC236}">
                  <a16:creationId xmlns:a16="http://schemas.microsoft.com/office/drawing/2014/main" id="{56120092-3061-89DB-E7F1-16B5DCF21A55}"/>
                </a:ext>
              </a:extLst>
            </p:cNvPr>
            <p:cNvGrpSpPr/>
            <p:nvPr/>
          </p:nvGrpSpPr>
          <p:grpSpPr>
            <a:xfrm>
              <a:off x="1912634" y="5216213"/>
              <a:ext cx="216000" cy="216000"/>
              <a:chOff x="530898" y="3901423"/>
              <a:chExt cx="216000" cy="216000"/>
            </a:xfrm>
          </p:grpSpPr>
          <p:sp>
            <p:nvSpPr>
              <p:cNvPr id="193" name="Oval 277">
                <a:extLst>
                  <a:ext uri="{FF2B5EF4-FFF2-40B4-BE49-F238E27FC236}">
                    <a16:creationId xmlns:a16="http://schemas.microsoft.com/office/drawing/2014/main" id="{6D781A9B-D9F4-01E9-EC8B-502B4444F70F}"/>
                  </a:ext>
                </a:extLst>
              </p:cNvPr>
              <p:cNvSpPr/>
              <p:nvPr/>
            </p:nvSpPr>
            <p:spPr>
              <a:xfrm>
                <a:off x="530898" y="3901423"/>
                <a:ext cx="216000" cy="216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pic>
            <p:nvPicPr>
              <p:cNvPr id="194" name="Picture 278">
                <a:extLst>
                  <a:ext uri="{FF2B5EF4-FFF2-40B4-BE49-F238E27FC236}">
                    <a16:creationId xmlns:a16="http://schemas.microsoft.com/office/drawing/2014/main" id="{BF878292-5E5C-CA51-2BE4-03CED79F99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2429" y="3910401"/>
                <a:ext cx="172937" cy="172937"/>
              </a:xfrm>
              <a:prstGeom prst="rect">
                <a:avLst/>
              </a:prstGeom>
            </p:spPr>
          </p:pic>
        </p:grpSp>
      </p:grpSp>
      <p:grpSp>
        <p:nvGrpSpPr>
          <p:cNvPr id="203" name="Group 318">
            <a:extLst>
              <a:ext uri="{FF2B5EF4-FFF2-40B4-BE49-F238E27FC236}">
                <a16:creationId xmlns:a16="http://schemas.microsoft.com/office/drawing/2014/main" id="{76407B44-97DF-799A-7F4A-8C59B0FFCED7}"/>
              </a:ext>
            </a:extLst>
          </p:cNvPr>
          <p:cNvGrpSpPr/>
          <p:nvPr/>
        </p:nvGrpSpPr>
        <p:grpSpPr>
          <a:xfrm>
            <a:off x="1883094" y="5622754"/>
            <a:ext cx="7165234" cy="216000"/>
            <a:chOff x="1829101" y="5021476"/>
            <a:chExt cx="7165234" cy="216000"/>
          </a:xfrm>
        </p:grpSpPr>
        <p:cxnSp>
          <p:nvCxnSpPr>
            <p:cNvPr id="204" name="직선 연결선 143">
              <a:extLst>
                <a:ext uri="{FF2B5EF4-FFF2-40B4-BE49-F238E27FC236}">
                  <a16:creationId xmlns:a16="http://schemas.microsoft.com/office/drawing/2014/main" id="{35388AAA-BC59-43C5-614A-B2CE5B956F9B}"/>
                </a:ext>
              </a:extLst>
            </p:cNvPr>
            <p:cNvCxnSpPr>
              <a:cxnSpLocks/>
            </p:cNvCxnSpPr>
            <p:nvPr/>
          </p:nvCxnSpPr>
          <p:spPr>
            <a:xfrm>
              <a:off x="1829101" y="5109243"/>
              <a:ext cx="7165234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05" name="Group 320">
              <a:extLst>
                <a:ext uri="{FF2B5EF4-FFF2-40B4-BE49-F238E27FC236}">
                  <a16:creationId xmlns:a16="http://schemas.microsoft.com/office/drawing/2014/main" id="{B4827F6A-42D9-84F5-1605-812F6C9608EE}"/>
                </a:ext>
              </a:extLst>
            </p:cNvPr>
            <p:cNvGrpSpPr/>
            <p:nvPr/>
          </p:nvGrpSpPr>
          <p:grpSpPr>
            <a:xfrm>
              <a:off x="4795132" y="5021476"/>
              <a:ext cx="599152" cy="216000"/>
              <a:chOff x="4795132" y="5021476"/>
              <a:chExt cx="599152" cy="216000"/>
            </a:xfrm>
          </p:grpSpPr>
          <p:sp>
            <p:nvSpPr>
              <p:cNvPr id="206" name="Rounded Rectangle 321">
                <a:extLst>
                  <a:ext uri="{FF2B5EF4-FFF2-40B4-BE49-F238E27FC236}">
                    <a16:creationId xmlns:a16="http://schemas.microsoft.com/office/drawing/2014/main" id="{5761AA34-747A-5385-578A-15D1C53AEBAD}"/>
                  </a:ext>
                </a:extLst>
              </p:cNvPr>
              <p:cNvSpPr/>
              <p:nvPr/>
            </p:nvSpPr>
            <p:spPr>
              <a:xfrm>
                <a:off x="4795132" y="5021476"/>
                <a:ext cx="589009" cy="21600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18000" rIns="0" bIns="0"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>더보기   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4E945C26-C6BF-834D-8930-DF43034E0754}"/>
                  </a:ext>
                </a:extLst>
              </p:cNvPr>
              <p:cNvSpPr txBox="1"/>
              <p:nvPr/>
            </p:nvSpPr>
            <p:spPr>
              <a:xfrm rot="5400000">
                <a:off x="5173944" y="5000344"/>
                <a:ext cx="183311" cy="257369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altLang="ko-KR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</a:rPr>
                  <a:t>&gt;</a:t>
                </a:r>
                <a:endPara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endParaRPr>
              </a:p>
            </p:txBody>
          </p:sp>
        </p:grpSp>
      </p:grp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5550812F-7F43-A7C2-FEF5-C3A59BB6C569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1799DE18-5E26-4C10-AC79-A252AFA3CF9F}"/>
              </a:ext>
            </a:extLst>
          </p:cNvPr>
          <p:cNvGrpSpPr/>
          <p:nvPr/>
        </p:nvGrpSpPr>
        <p:grpSpPr>
          <a:xfrm>
            <a:off x="1946119" y="1770442"/>
            <a:ext cx="344363" cy="148055"/>
            <a:chOff x="355725" y="941395"/>
            <a:chExt cx="483691" cy="207957"/>
          </a:xfrm>
        </p:grpSpPr>
        <p:sp>
          <p:nvSpPr>
            <p:cNvPr id="214" name="사각형: 둥근 모서리 213">
              <a:extLst>
                <a:ext uri="{FF2B5EF4-FFF2-40B4-BE49-F238E27FC236}">
                  <a16:creationId xmlns:a16="http://schemas.microsoft.com/office/drawing/2014/main" id="{227C4CC4-ABE7-A834-872D-82893C500B8F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15" name="그림 214">
              <a:extLst>
                <a:ext uri="{FF2B5EF4-FFF2-40B4-BE49-F238E27FC236}">
                  <a16:creationId xmlns:a16="http://schemas.microsoft.com/office/drawing/2014/main" id="{FE81C7D1-CE42-FDEB-F15D-686432835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ECC43BB0-DD43-2C0F-323D-988DC4892D48}"/>
              </a:ext>
            </a:extLst>
          </p:cNvPr>
          <p:cNvGrpSpPr/>
          <p:nvPr/>
        </p:nvGrpSpPr>
        <p:grpSpPr>
          <a:xfrm>
            <a:off x="1946119" y="3661995"/>
            <a:ext cx="344363" cy="148055"/>
            <a:chOff x="355725" y="941395"/>
            <a:chExt cx="483691" cy="207957"/>
          </a:xfrm>
        </p:grpSpPr>
        <p:sp>
          <p:nvSpPr>
            <p:cNvPr id="217" name="사각형: 둥근 모서리 216">
              <a:extLst>
                <a:ext uri="{FF2B5EF4-FFF2-40B4-BE49-F238E27FC236}">
                  <a16:creationId xmlns:a16="http://schemas.microsoft.com/office/drawing/2014/main" id="{E28B4962-1121-0454-85A8-BFF54A8751D1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18" name="그림 217">
              <a:extLst>
                <a:ext uri="{FF2B5EF4-FFF2-40B4-BE49-F238E27FC236}">
                  <a16:creationId xmlns:a16="http://schemas.microsoft.com/office/drawing/2014/main" id="{B4B0E1F3-5E94-8FE5-9083-712DBB1C6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65341B2F-CE81-2BE1-1EC5-647EF8E9E774}"/>
              </a:ext>
            </a:extLst>
          </p:cNvPr>
          <p:cNvGrpSpPr/>
          <p:nvPr/>
        </p:nvGrpSpPr>
        <p:grpSpPr>
          <a:xfrm>
            <a:off x="3756558" y="1770442"/>
            <a:ext cx="344363" cy="148055"/>
            <a:chOff x="355725" y="941395"/>
            <a:chExt cx="483691" cy="207957"/>
          </a:xfrm>
        </p:grpSpPr>
        <p:sp>
          <p:nvSpPr>
            <p:cNvPr id="220" name="사각형: 둥근 모서리 219">
              <a:extLst>
                <a:ext uri="{FF2B5EF4-FFF2-40B4-BE49-F238E27FC236}">
                  <a16:creationId xmlns:a16="http://schemas.microsoft.com/office/drawing/2014/main" id="{D4D477DC-3206-020D-662C-C1F1A8C08A8D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1" name="그림 220">
              <a:extLst>
                <a:ext uri="{FF2B5EF4-FFF2-40B4-BE49-F238E27FC236}">
                  <a16:creationId xmlns:a16="http://schemas.microsoft.com/office/drawing/2014/main" id="{12A43239-BB43-75FE-96EF-B81C7B8A0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F489FF73-8BA7-C39E-C44C-441DA5989DDF}"/>
              </a:ext>
            </a:extLst>
          </p:cNvPr>
          <p:cNvGrpSpPr/>
          <p:nvPr/>
        </p:nvGrpSpPr>
        <p:grpSpPr>
          <a:xfrm>
            <a:off x="3756558" y="3661995"/>
            <a:ext cx="344363" cy="148055"/>
            <a:chOff x="355725" y="941395"/>
            <a:chExt cx="483691" cy="207957"/>
          </a:xfrm>
        </p:grpSpPr>
        <p:sp>
          <p:nvSpPr>
            <p:cNvPr id="223" name="사각형: 둥근 모서리 222">
              <a:extLst>
                <a:ext uri="{FF2B5EF4-FFF2-40B4-BE49-F238E27FC236}">
                  <a16:creationId xmlns:a16="http://schemas.microsoft.com/office/drawing/2014/main" id="{81449F99-C362-92CB-CD27-B338B4C27DF2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4" name="그림 223">
              <a:extLst>
                <a:ext uri="{FF2B5EF4-FFF2-40B4-BE49-F238E27FC236}">
                  <a16:creationId xmlns:a16="http://schemas.microsoft.com/office/drawing/2014/main" id="{65D642D2-1CFE-69A8-3D57-348BE1DD6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5" name="그룹 224">
            <a:extLst>
              <a:ext uri="{FF2B5EF4-FFF2-40B4-BE49-F238E27FC236}">
                <a16:creationId xmlns:a16="http://schemas.microsoft.com/office/drawing/2014/main" id="{C7E33125-DC41-4EFD-8302-00DEC951F2CB}"/>
              </a:ext>
            </a:extLst>
          </p:cNvPr>
          <p:cNvGrpSpPr/>
          <p:nvPr/>
        </p:nvGrpSpPr>
        <p:grpSpPr>
          <a:xfrm>
            <a:off x="5577108" y="1770442"/>
            <a:ext cx="344363" cy="148055"/>
            <a:chOff x="355725" y="941395"/>
            <a:chExt cx="483691" cy="207957"/>
          </a:xfrm>
        </p:grpSpPr>
        <p:sp>
          <p:nvSpPr>
            <p:cNvPr id="226" name="사각형: 둥근 모서리 225">
              <a:extLst>
                <a:ext uri="{FF2B5EF4-FFF2-40B4-BE49-F238E27FC236}">
                  <a16:creationId xmlns:a16="http://schemas.microsoft.com/office/drawing/2014/main" id="{846E141F-ADDF-06B6-AEC7-14073D987A11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27" name="그림 226">
              <a:extLst>
                <a:ext uri="{FF2B5EF4-FFF2-40B4-BE49-F238E27FC236}">
                  <a16:creationId xmlns:a16="http://schemas.microsoft.com/office/drawing/2014/main" id="{C1567722-5914-3DDC-82BC-ACFF3EF15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C8D49E86-1496-D1FA-48A9-EE8FBC149581}"/>
              </a:ext>
            </a:extLst>
          </p:cNvPr>
          <p:cNvGrpSpPr/>
          <p:nvPr/>
        </p:nvGrpSpPr>
        <p:grpSpPr>
          <a:xfrm>
            <a:off x="5577108" y="3661995"/>
            <a:ext cx="344363" cy="148055"/>
            <a:chOff x="355725" y="941395"/>
            <a:chExt cx="483691" cy="207957"/>
          </a:xfrm>
        </p:grpSpPr>
        <p:sp>
          <p:nvSpPr>
            <p:cNvPr id="229" name="사각형: 둥근 모서리 228">
              <a:extLst>
                <a:ext uri="{FF2B5EF4-FFF2-40B4-BE49-F238E27FC236}">
                  <a16:creationId xmlns:a16="http://schemas.microsoft.com/office/drawing/2014/main" id="{90A50C0A-062F-CE7E-A9CE-C30DD081DA76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0" name="그림 229">
              <a:extLst>
                <a:ext uri="{FF2B5EF4-FFF2-40B4-BE49-F238E27FC236}">
                  <a16:creationId xmlns:a16="http://schemas.microsoft.com/office/drawing/2014/main" id="{3D71F771-9861-4EDC-E24C-DC6A03E3D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CF092353-BFF1-8DCE-8FA5-5DA5A6F16C2A}"/>
              </a:ext>
            </a:extLst>
          </p:cNvPr>
          <p:cNvGrpSpPr/>
          <p:nvPr/>
        </p:nvGrpSpPr>
        <p:grpSpPr>
          <a:xfrm>
            <a:off x="7387547" y="1770442"/>
            <a:ext cx="344363" cy="148055"/>
            <a:chOff x="355725" y="941395"/>
            <a:chExt cx="483691" cy="207957"/>
          </a:xfrm>
        </p:grpSpPr>
        <p:sp>
          <p:nvSpPr>
            <p:cNvPr id="232" name="사각형: 둥근 모서리 231">
              <a:extLst>
                <a:ext uri="{FF2B5EF4-FFF2-40B4-BE49-F238E27FC236}">
                  <a16:creationId xmlns:a16="http://schemas.microsoft.com/office/drawing/2014/main" id="{B0AB90BE-01BD-AD3A-3108-9EC70177A011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7702C2DE-B778-7DAE-304F-51C4BC8A9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0CC18660-C191-4864-9419-BDC9F57DA21D}"/>
              </a:ext>
            </a:extLst>
          </p:cNvPr>
          <p:cNvGrpSpPr/>
          <p:nvPr/>
        </p:nvGrpSpPr>
        <p:grpSpPr>
          <a:xfrm>
            <a:off x="7387547" y="3661995"/>
            <a:ext cx="344363" cy="148055"/>
            <a:chOff x="355725" y="941395"/>
            <a:chExt cx="483691" cy="207957"/>
          </a:xfrm>
        </p:grpSpPr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074267C5-7B1F-D0B7-89EA-A8DA6E6C3088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36" name="그림 235">
              <a:extLst>
                <a:ext uri="{FF2B5EF4-FFF2-40B4-BE49-F238E27FC236}">
                  <a16:creationId xmlns:a16="http://schemas.microsoft.com/office/drawing/2014/main" id="{DE6F7C13-24BE-4B3D-DF2A-64481919D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A3428F6C-815C-B3F3-3BF3-505318CE9A79}"/>
              </a:ext>
            </a:extLst>
          </p:cNvPr>
          <p:cNvGrpSpPr/>
          <p:nvPr/>
        </p:nvGrpSpPr>
        <p:grpSpPr>
          <a:xfrm>
            <a:off x="7986023" y="2088783"/>
            <a:ext cx="394442" cy="394442"/>
            <a:chOff x="10415669" y="3981685"/>
            <a:chExt cx="450407" cy="450407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F648D18-D3E6-2DC3-C825-294D3E7F1AA0}"/>
                </a:ext>
              </a:extLst>
            </p:cNvPr>
            <p:cNvSpPr/>
            <p:nvPr/>
          </p:nvSpPr>
          <p:spPr>
            <a:xfrm>
              <a:off x="10415669" y="3981685"/>
              <a:ext cx="450407" cy="45040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b="1" dirty="0">
                <a:latin typeface="+mn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C2F5D9F-06F5-A0E0-9E55-2A91CC23D997}"/>
                </a:ext>
              </a:extLst>
            </p:cNvPr>
            <p:cNvSpPr txBox="1"/>
            <p:nvPr/>
          </p:nvSpPr>
          <p:spPr>
            <a:xfrm>
              <a:off x="10416460" y="4031166"/>
              <a:ext cx="448824" cy="351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19</a:t>
              </a:r>
              <a:endParaRPr lang="ko-KR" altLang="en-US" sz="14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38" name="타원 129">
            <a:extLst>
              <a:ext uri="{FF2B5EF4-FFF2-40B4-BE49-F238E27FC236}">
                <a16:creationId xmlns:a16="http://schemas.microsoft.com/office/drawing/2014/main" id="{CBB39451-BE02-1908-81A4-B16F10038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8921" y="2020391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5837B-9312-5FE4-B0C5-FA3A1E6D9A53}"/>
              </a:ext>
            </a:extLst>
          </p:cNvPr>
          <p:cNvSpPr txBox="1"/>
          <p:nvPr/>
        </p:nvSpPr>
        <p:spPr>
          <a:xfrm>
            <a:off x="7811989" y="2491295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solidFill>
                  <a:schemeClr val="accent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연령 제한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57B3694-9D79-FDCD-3BEB-9443C3C3CC58}"/>
              </a:ext>
            </a:extLst>
          </p:cNvPr>
          <p:cNvGrpSpPr/>
          <p:nvPr/>
        </p:nvGrpSpPr>
        <p:grpSpPr>
          <a:xfrm>
            <a:off x="9223059" y="3243711"/>
            <a:ext cx="2171692" cy="1370075"/>
            <a:chOff x="9360560" y="3320988"/>
            <a:chExt cx="2171692" cy="13700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8AF97EE-5E4E-B15E-0ABD-347FD445C60C}"/>
                </a:ext>
              </a:extLst>
            </p:cNvPr>
            <p:cNvSpPr/>
            <p:nvPr/>
          </p:nvSpPr>
          <p:spPr>
            <a:xfrm>
              <a:off x="9360560" y="3320988"/>
              <a:ext cx="2171692" cy="1370075"/>
            </a:xfrm>
            <a:prstGeom prst="roundRect">
              <a:avLst>
                <a:gd name="adj" fmla="val 5329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511F671-79D6-CD13-51B0-E6C85B42323B}"/>
                </a:ext>
              </a:extLst>
            </p:cNvPr>
            <p:cNvSpPr txBox="1"/>
            <p:nvPr/>
          </p:nvSpPr>
          <p:spPr>
            <a:xfrm>
              <a:off x="10023731" y="3475347"/>
              <a:ext cx="845351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9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시청 제한 안내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EB5403A-46CC-D603-D114-703B3232A222}"/>
                </a:ext>
              </a:extLst>
            </p:cNvPr>
            <p:cNvSpPr txBox="1"/>
            <p:nvPr/>
          </p:nvSpPr>
          <p:spPr>
            <a:xfrm>
              <a:off x="9473243" y="3741279"/>
              <a:ext cx="1946326" cy="318924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미성년자 시청자를 보호하기 위해 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연령 제한이 설정된 방송입니다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414538C4-8F8C-E1C5-872F-631FEEFD81AB}"/>
                </a:ext>
              </a:extLst>
            </p:cNvPr>
            <p:cNvGrpSpPr/>
            <p:nvPr/>
          </p:nvGrpSpPr>
          <p:grpSpPr>
            <a:xfrm>
              <a:off x="9793499" y="4186237"/>
              <a:ext cx="1305815" cy="273423"/>
              <a:chOff x="9718114" y="4267200"/>
              <a:chExt cx="1305815" cy="273423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505111D5-078B-F8C8-0BA1-CCAE599ABA09}"/>
                  </a:ext>
                </a:extLst>
              </p:cNvPr>
              <p:cNvSpPr/>
              <p:nvPr/>
            </p:nvSpPr>
            <p:spPr>
              <a:xfrm>
                <a:off x="10416989" y="4267200"/>
                <a:ext cx="606940" cy="273423"/>
              </a:xfrm>
              <a:prstGeom prst="roundRect">
                <a:avLst>
                  <a:gd name="adj" fmla="val 20327"/>
                </a:avLst>
              </a:prstGeom>
              <a:solidFill>
                <a:srgbClr val="519CF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로그인</a:t>
                </a: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1B9AA1C1-2658-B030-236D-70D18D0F2EE0}"/>
                  </a:ext>
                </a:extLst>
              </p:cNvPr>
              <p:cNvSpPr/>
              <p:nvPr/>
            </p:nvSpPr>
            <p:spPr>
              <a:xfrm>
                <a:off x="9718114" y="4267200"/>
                <a:ext cx="655031" cy="273423"/>
              </a:xfrm>
              <a:prstGeom prst="roundRect">
                <a:avLst>
                  <a:gd name="adj" fmla="val 20327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돌아가기</a:t>
                </a:r>
              </a:p>
            </p:txBody>
          </p:sp>
        </p:grpSp>
      </p:grpSp>
      <p:cxnSp>
        <p:nvCxnSpPr>
          <p:cNvPr id="27" name="직선 연결선 2055">
            <a:extLst>
              <a:ext uri="{FF2B5EF4-FFF2-40B4-BE49-F238E27FC236}">
                <a16:creationId xmlns:a16="http://schemas.microsoft.com/office/drawing/2014/main" id="{A725D2F5-6AE0-D56D-12C3-60C970967835}"/>
              </a:ext>
            </a:extLst>
          </p:cNvPr>
          <p:cNvCxnSpPr>
            <a:cxnSpLocks/>
            <a:stCxn id="13" idx="0"/>
            <a:endCxn id="91" idx="3"/>
          </p:cNvCxnSpPr>
          <p:nvPr/>
        </p:nvCxnSpPr>
        <p:spPr>
          <a:xfrm rot="16200000" flipV="1">
            <a:off x="9229388" y="2164193"/>
            <a:ext cx="895659" cy="1263377"/>
          </a:xfrm>
          <a:prstGeom prst="bentConnector2">
            <a:avLst/>
          </a:prstGeom>
          <a:ln w="12700">
            <a:solidFill>
              <a:srgbClr val="FF0000"/>
            </a:solidFill>
            <a:headEnd type="triangl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129">
            <a:extLst>
              <a:ext uri="{FF2B5EF4-FFF2-40B4-BE49-F238E27FC236}">
                <a16:creationId xmlns:a16="http://schemas.microsoft.com/office/drawing/2014/main" id="{E00280C8-64FA-D8C7-EF93-EF3F4DCD5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2543" y="3187062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26372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9E113-EDB1-1B8A-FDAB-6DE52B794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17A907-DFB0-BA2C-728D-1CF65791D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 </a:t>
            </a:r>
            <a:r>
              <a:rPr lang="en-US" altLang="ko-KR" sz="2000" dirty="0"/>
              <a:t>&gt; </a:t>
            </a:r>
            <a:r>
              <a:rPr lang="ko-KR" altLang="en-US" sz="2000" dirty="0"/>
              <a:t>만 </a:t>
            </a:r>
            <a:r>
              <a:rPr lang="en-US" altLang="ko-KR" sz="2000" dirty="0"/>
              <a:t>19</a:t>
            </a:r>
            <a:r>
              <a:rPr lang="ko-KR" altLang="en-US" sz="2000" dirty="0"/>
              <a:t>세 미만 계정이 연령 제한 방송 진입 시도 시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05B3835-8613-0837-DD0F-5FE15FD57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6C33D44A-F9B0-7F7C-2789-BB310D20B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739671"/>
              </p:ext>
            </p:extLst>
          </p:nvPr>
        </p:nvGraphicFramePr>
        <p:xfrm>
          <a:off x="9625013" y="575703"/>
          <a:ext cx="2517466" cy="106680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시청 제한 안내 모달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제한이 설정된 방송의 후원 페이지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URL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통해 진입한 만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 미만 계정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비로그인 유저는 방송을 시청할 수 없으며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연령 제한 안내 모달이 호출됨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돌아가기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메인으로 이동</a:t>
                      </a:r>
                      <a:b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클릭 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모달 호출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40F152F5-5C07-0981-9026-EF4A8B83314C}"/>
              </a:ext>
            </a:extLst>
          </p:cNvPr>
          <p:cNvGrpSpPr/>
          <p:nvPr/>
        </p:nvGrpSpPr>
        <p:grpSpPr>
          <a:xfrm>
            <a:off x="160892" y="819326"/>
            <a:ext cx="9301800" cy="5769733"/>
            <a:chOff x="160892" y="819326"/>
            <a:chExt cx="9301800" cy="5769733"/>
          </a:xfrm>
        </p:grpSpPr>
        <p:sp>
          <p:nvSpPr>
            <p:cNvPr id="6" name="Rectangle 117">
              <a:extLst>
                <a:ext uri="{FF2B5EF4-FFF2-40B4-BE49-F238E27FC236}">
                  <a16:creationId xmlns:a16="http://schemas.microsoft.com/office/drawing/2014/main" id="{9BC385D6-528C-8C62-3D92-9DBA35989CB7}"/>
                </a:ext>
              </a:extLst>
            </p:cNvPr>
            <p:cNvSpPr/>
            <p:nvPr/>
          </p:nvSpPr>
          <p:spPr>
            <a:xfrm>
              <a:off x="160892" y="826569"/>
              <a:ext cx="6152391" cy="345725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82" name="Picture 87">
              <a:extLst>
                <a:ext uri="{FF2B5EF4-FFF2-40B4-BE49-F238E27FC236}">
                  <a16:creationId xmlns:a16="http://schemas.microsoft.com/office/drawing/2014/main" id="{4107881E-EBDF-9779-47F6-0E9EEEAF1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3118010" y="2436518"/>
              <a:ext cx="238154" cy="237357"/>
            </a:xfrm>
            <a:prstGeom prst="rect">
              <a:avLst/>
            </a:prstGeom>
          </p:spPr>
        </p:pic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7C5AFAD-B4C8-ABE0-7B96-F49837D2CECB}"/>
                </a:ext>
              </a:extLst>
            </p:cNvPr>
            <p:cNvGrpSpPr/>
            <p:nvPr/>
          </p:nvGrpSpPr>
          <p:grpSpPr>
            <a:xfrm>
              <a:off x="6208223" y="819326"/>
              <a:ext cx="3254469" cy="5769733"/>
              <a:chOff x="6171973" y="826570"/>
              <a:chExt cx="3254469" cy="5769733"/>
            </a:xfrm>
          </p:grpSpPr>
          <p:cxnSp>
            <p:nvCxnSpPr>
              <p:cNvPr id="11" name="직선 연결선 143">
                <a:extLst>
                  <a:ext uri="{FF2B5EF4-FFF2-40B4-BE49-F238E27FC236}">
                    <a16:creationId xmlns:a16="http://schemas.microsoft.com/office/drawing/2014/main" id="{9C5642E6-D745-FF12-FD97-5147DD5602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7405" y="1702731"/>
                <a:ext cx="3139037" cy="0"/>
              </a:xfrm>
              <a:prstGeom prst="line">
                <a:avLst/>
              </a:prstGeom>
              <a:noFill/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grpSp>
            <p:nvGrpSpPr>
              <p:cNvPr id="42" name="Group 185">
                <a:extLst>
                  <a:ext uri="{FF2B5EF4-FFF2-40B4-BE49-F238E27FC236}">
                    <a16:creationId xmlns:a16="http://schemas.microsoft.com/office/drawing/2014/main" id="{65C9822C-4BAC-7063-3685-B030C4AEEE05}"/>
                  </a:ext>
                </a:extLst>
              </p:cNvPr>
              <p:cNvGrpSpPr/>
              <p:nvPr/>
            </p:nvGrpSpPr>
            <p:grpSpPr>
              <a:xfrm>
                <a:off x="6672831" y="1236699"/>
                <a:ext cx="342009" cy="393258"/>
                <a:chOff x="9523066" y="3763592"/>
                <a:chExt cx="342009" cy="393258"/>
              </a:xfrm>
            </p:grpSpPr>
            <p:sp>
              <p:nvSpPr>
                <p:cNvPr id="44" name="Oval 186">
                  <a:extLst>
                    <a:ext uri="{FF2B5EF4-FFF2-40B4-BE49-F238E27FC236}">
                      <a16:creationId xmlns:a16="http://schemas.microsoft.com/office/drawing/2014/main" id="{BA2BC79E-E3BF-80B8-6CB0-6C5FD0004811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rgbClr val="519C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11D6EA0B-4158-675F-726D-E511C32A38B5}"/>
                    </a:ext>
                  </a:extLst>
                </p:cNvPr>
                <p:cNvSpPr txBox="1"/>
                <p:nvPr/>
              </p:nvSpPr>
              <p:spPr>
                <a:xfrm>
                  <a:off x="9523066" y="3976425"/>
                  <a:ext cx="34200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solidFill>
                        <a:srgbClr val="0070C0"/>
                      </a:solidFill>
                      <a:latin typeface="+mn-ea"/>
                      <a:ea typeface="+mn-ea"/>
                    </a:rPr>
                    <a:t>텍스트</a:t>
                  </a:r>
                  <a:endParaRPr lang="en-US" altLang="ko-KR" sz="700" dirty="0">
                    <a:solidFill>
                      <a:srgbClr val="0070C0"/>
                    </a:solidFill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1" name="Group 188">
                <a:extLst>
                  <a:ext uri="{FF2B5EF4-FFF2-40B4-BE49-F238E27FC236}">
                    <a16:creationId xmlns:a16="http://schemas.microsoft.com/office/drawing/2014/main" id="{3BE46C4E-7BED-D1C5-AD21-C2FBA430253D}"/>
                  </a:ext>
                </a:extLst>
              </p:cNvPr>
              <p:cNvGrpSpPr/>
              <p:nvPr/>
            </p:nvGrpSpPr>
            <p:grpSpPr>
              <a:xfrm>
                <a:off x="7128776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53" name="Oval 189">
                  <a:extLst>
                    <a:ext uri="{FF2B5EF4-FFF2-40B4-BE49-F238E27FC236}">
                      <a16:creationId xmlns:a16="http://schemas.microsoft.com/office/drawing/2014/main" id="{30967FD0-67C0-211B-2ACF-4970C8976BC0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389D5D1-F2B3-4AEF-B112-86D526814B43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게임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6" name="Group 193">
                <a:extLst>
                  <a:ext uri="{FF2B5EF4-FFF2-40B4-BE49-F238E27FC236}">
                    <a16:creationId xmlns:a16="http://schemas.microsoft.com/office/drawing/2014/main" id="{2A0EDA5C-4B3B-823F-6A8A-29CB0235A563}"/>
                  </a:ext>
                </a:extLst>
              </p:cNvPr>
              <p:cNvGrpSpPr/>
              <p:nvPr/>
            </p:nvGrpSpPr>
            <p:grpSpPr>
              <a:xfrm>
                <a:off x="7450067" y="1236699"/>
                <a:ext cx="431777" cy="393258"/>
                <a:chOff x="9478182" y="3763592"/>
                <a:chExt cx="431777" cy="393258"/>
              </a:xfrm>
            </p:grpSpPr>
            <p:sp>
              <p:nvSpPr>
                <p:cNvPr id="57" name="Oval 194">
                  <a:extLst>
                    <a:ext uri="{FF2B5EF4-FFF2-40B4-BE49-F238E27FC236}">
                      <a16:creationId xmlns:a16="http://schemas.microsoft.com/office/drawing/2014/main" id="{8F08E7FA-278E-1A8A-EF3A-7A5E09533FE2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FE017284-A1D5-9220-C2C4-503CCD180E0E}"/>
                    </a:ext>
                  </a:extLst>
                </p:cNvPr>
                <p:cNvSpPr txBox="1"/>
                <p:nvPr/>
              </p:nvSpPr>
              <p:spPr>
                <a:xfrm>
                  <a:off x="9478182" y="3976425"/>
                  <a:ext cx="431777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시그니처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59" name="Group 196">
                <a:extLst>
                  <a:ext uri="{FF2B5EF4-FFF2-40B4-BE49-F238E27FC236}">
                    <a16:creationId xmlns:a16="http://schemas.microsoft.com/office/drawing/2014/main" id="{4C739F21-0FBF-43B0-45E9-B0F5F9A4FBB6}"/>
                  </a:ext>
                </a:extLst>
              </p:cNvPr>
              <p:cNvGrpSpPr/>
              <p:nvPr/>
            </p:nvGrpSpPr>
            <p:grpSpPr>
              <a:xfrm>
                <a:off x="7950896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60" name="Oval 197">
                  <a:extLst>
                    <a:ext uri="{FF2B5EF4-FFF2-40B4-BE49-F238E27FC236}">
                      <a16:creationId xmlns:a16="http://schemas.microsoft.com/office/drawing/2014/main" id="{1F529CDD-B91F-274F-5850-EE8193368947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F8522BC-5EB1-6CE0-5BE7-C32D070D38C5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미니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2" name="Group 199">
                <a:extLst>
                  <a:ext uri="{FF2B5EF4-FFF2-40B4-BE49-F238E27FC236}">
                    <a16:creationId xmlns:a16="http://schemas.microsoft.com/office/drawing/2014/main" id="{BAB80AA0-4D2F-5081-89E7-7AF47029A916}"/>
                  </a:ext>
                </a:extLst>
              </p:cNvPr>
              <p:cNvGrpSpPr/>
              <p:nvPr/>
            </p:nvGrpSpPr>
            <p:grpSpPr>
              <a:xfrm>
                <a:off x="8365175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63" name="Oval 200">
                  <a:extLst>
                    <a:ext uri="{FF2B5EF4-FFF2-40B4-BE49-F238E27FC236}">
                      <a16:creationId xmlns:a16="http://schemas.microsoft.com/office/drawing/2014/main" id="{0BFC057C-0C70-3600-FDD2-0971A125AC42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C71F3CF-49EE-36E7-0585-60B1713A3E8E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음성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65" name="Group 202">
                <a:extLst>
                  <a:ext uri="{FF2B5EF4-FFF2-40B4-BE49-F238E27FC236}">
                    <a16:creationId xmlns:a16="http://schemas.microsoft.com/office/drawing/2014/main" id="{DF117FE6-CEB4-0838-1BD4-714736BAEE89}"/>
                  </a:ext>
                </a:extLst>
              </p:cNvPr>
              <p:cNvGrpSpPr/>
              <p:nvPr/>
            </p:nvGrpSpPr>
            <p:grpSpPr>
              <a:xfrm>
                <a:off x="8781614" y="1236699"/>
                <a:ext cx="252239" cy="393258"/>
                <a:chOff x="9567951" y="3763592"/>
                <a:chExt cx="252239" cy="393258"/>
              </a:xfrm>
            </p:grpSpPr>
            <p:sp>
              <p:nvSpPr>
                <p:cNvPr id="66" name="Oval 203">
                  <a:extLst>
                    <a:ext uri="{FF2B5EF4-FFF2-40B4-BE49-F238E27FC236}">
                      <a16:creationId xmlns:a16="http://schemas.microsoft.com/office/drawing/2014/main" id="{89BF4A52-6C13-1C62-192C-04AAEAF485A7}"/>
                    </a:ext>
                  </a:extLst>
                </p:cNvPr>
                <p:cNvSpPr/>
                <p:nvPr/>
              </p:nvSpPr>
              <p:spPr>
                <a:xfrm>
                  <a:off x="9587846" y="3763592"/>
                  <a:ext cx="216000" cy="216000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r>
                    <a:rPr lang="en-US" altLang="ko-KR" sz="500" b="1" dirty="0">
                      <a:solidFill>
                        <a:schemeClr val="bg1"/>
                      </a:solidFill>
                      <a:latin typeface="+mn-ea"/>
                    </a:rPr>
                    <a:t>ICON</a:t>
                  </a:r>
                  <a:endParaRPr lang="ko-KR" altLang="en-US" sz="5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DC666691-E180-2161-99A1-E84FE9C14742}"/>
                    </a:ext>
                  </a:extLst>
                </p:cNvPr>
                <p:cNvSpPr txBox="1"/>
                <p:nvPr/>
              </p:nvSpPr>
              <p:spPr>
                <a:xfrm>
                  <a:off x="9567951" y="3976425"/>
                  <a:ext cx="252239" cy="180425"/>
                </a:xfrm>
                <a:prstGeom prst="rect">
                  <a:avLst/>
                </a:prstGeom>
                <a:noFill/>
              </p:spPr>
              <p:txBody>
                <a:bodyPr wrap="none" lIns="36000" tIns="36000" rIns="36000" bIns="36000" rtlCol="0">
                  <a:spAutoFit/>
                </a:bodyPr>
                <a:lstStyle/>
                <a:p>
                  <a:pPr algn="ctr"/>
                  <a:r>
                    <a:rPr lang="ko-KR" altLang="en-US" sz="700" dirty="0">
                      <a:latin typeface="+mn-ea"/>
                      <a:ea typeface="+mn-ea"/>
                    </a:rPr>
                    <a:t>영상</a:t>
                  </a:r>
                  <a:endParaRPr lang="en-US" altLang="ko-KR" sz="700" dirty="0">
                    <a:latin typeface="+mn-ea"/>
                    <a:ea typeface="+mn-ea"/>
                  </a:endParaRPr>
                </a:p>
              </p:txBody>
            </p:sp>
          </p:grpSp>
          <p:pic>
            <p:nvPicPr>
              <p:cNvPr id="68" name="Picture 205">
                <a:extLst>
                  <a:ext uri="{FF2B5EF4-FFF2-40B4-BE49-F238E27FC236}">
                    <a16:creationId xmlns:a16="http://schemas.microsoft.com/office/drawing/2014/main" id="{A515BC70-1BEB-B513-4C07-6278341579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44779" y="1298577"/>
                <a:ext cx="216000" cy="216000"/>
              </a:xfrm>
              <a:prstGeom prst="rect">
                <a:avLst/>
              </a:prstGeom>
            </p:spPr>
          </p:pic>
          <p:sp>
            <p:nvSpPr>
              <p:cNvPr id="69" name="Rectangle 153">
                <a:extLst>
                  <a:ext uri="{FF2B5EF4-FFF2-40B4-BE49-F238E27FC236}">
                    <a16:creationId xmlns:a16="http://schemas.microsoft.com/office/drawing/2014/main" id="{EBA81C93-A44A-3DF8-8A8A-EB469567026D}"/>
                  </a:ext>
                </a:extLst>
              </p:cNvPr>
              <p:cNvSpPr/>
              <p:nvPr/>
            </p:nvSpPr>
            <p:spPr>
              <a:xfrm>
                <a:off x="7937040" y="828466"/>
                <a:ext cx="1489401" cy="3076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rgbClr val="BFBFB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n-ea"/>
                  </a:rPr>
                  <a:t>채팅하기</a:t>
                </a:r>
              </a:p>
            </p:txBody>
          </p: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489730B9-91D2-CB16-119A-B383720AA024}"/>
                  </a:ext>
                </a:extLst>
              </p:cNvPr>
              <p:cNvGrpSpPr/>
              <p:nvPr/>
            </p:nvGrpSpPr>
            <p:grpSpPr>
              <a:xfrm>
                <a:off x="6171973" y="888718"/>
                <a:ext cx="172024" cy="225298"/>
                <a:chOff x="5837144" y="1847850"/>
                <a:chExt cx="172024" cy="225298"/>
              </a:xfrm>
            </p:grpSpPr>
            <p:sp>
              <p:nvSpPr>
                <p:cNvPr id="77" name="Rounded Rectangle 165">
                  <a:extLst>
                    <a:ext uri="{FF2B5EF4-FFF2-40B4-BE49-F238E27FC236}">
                      <a16:creationId xmlns:a16="http://schemas.microsoft.com/office/drawing/2014/main" id="{FEA86AE7-76C2-F45D-CFA3-B9F048B995C2}"/>
                    </a:ext>
                  </a:extLst>
                </p:cNvPr>
                <p:cNvSpPr/>
                <p:nvPr/>
              </p:nvSpPr>
              <p:spPr>
                <a:xfrm>
                  <a:off x="5837144" y="1847850"/>
                  <a:ext cx="172024" cy="225298"/>
                </a:xfrm>
                <a:prstGeom prst="roundRect">
                  <a:avLst>
                    <a:gd name="adj" fmla="val 14907"/>
                  </a:avLst>
                </a:prstGeom>
                <a:solidFill>
                  <a:schemeClr val="bg1"/>
                </a:solidFill>
                <a:ln w="6350">
                  <a:solidFill>
                    <a:srgbClr val="A6A6A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 anchor="ctr"/>
                <a:lstStyle/>
                <a:p>
                  <a:pPr algn="ctr"/>
                  <a:endParaRPr lang="ko-KR" altLang="en-US" sz="1200" b="1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pic>
              <p:nvPicPr>
                <p:cNvPr id="78" name="Picture 164">
                  <a:extLst>
                    <a:ext uri="{FF2B5EF4-FFF2-40B4-BE49-F238E27FC236}">
                      <a16:creationId xmlns:a16="http://schemas.microsoft.com/office/drawing/2014/main" id="{46DA7D2F-E2D4-BD19-9C9A-2A191FC1BA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 rot="5400000">
                  <a:off x="5851642" y="1919554"/>
                  <a:ext cx="85286" cy="86276"/>
                </a:xfrm>
                <a:prstGeom prst="rect">
                  <a:avLst/>
                </a:prstGeom>
              </p:spPr>
            </p:pic>
          </p:grpSp>
          <p:sp>
            <p:nvSpPr>
              <p:cNvPr id="79" name="Rectangle 158">
                <a:extLst>
                  <a:ext uri="{FF2B5EF4-FFF2-40B4-BE49-F238E27FC236}">
                    <a16:creationId xmlns:a16="http://schemas.microsoft.com/office/drawing/2014/main" id="{CE1B2A16-8512-E8D5-27E5-F470016D86AC}"/>
                  </a:ext>
                </a:extLst>
              </p:cNvPr>
              <p:cNvSpPr/>
              <p:nvPr/>
            </p:nvSpPr>
            <p:spPr>
              <a:xfrm>
                <a:off x="6287404" y="838971"/>
                <a:ext cx="1649637" cy="3055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n-ea"/>
                  </a:rPr>
                  <a:t>후원하기</a:t>
                </a:r>
              </a:p>
            </p:txBody>
          </p:sp>
          <p:sp>
            <p:nvSpPr>
              <p:cNvPr id="81" name="Rounded Rectangle 128">
                <a:extLst>
                  <a:ext uri="{FF2B5EF4-FFF2-40B4-BE49-F238E27FC236}">
                    <a16:creationId xmlns:a16="http://schemas.microsoft.com/office/drawing/2014/main" id="{9860C50B-FC4D-0363-C6C7-F94A9C1D7D1E}"/>
                  </a:ext>
                </a:extLst>
              </p:cNvPr>
              <p:cNvSpPr/>
              <p:nvPr/>
            </p:nvSpPr>
            <p:spPr>
              <a:xfrm>
                <a:off x="6426345" y="6091600"/>
                <a:ext cx="2842088" cy="360000"/>
              </a:xfrm>
              <a:prstGeom prst="roundRect">
                <a:avLst>
                  <a:gd name="adj" fmla="val 13939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b="1" dirty="0">
                    <a:solidFill>
                      <a:schemeClr val="bg1"/>
                    </a:solidFill>
                  </a:rPr>
                  <a:t>크리에이터명</a:t>
                </a:r>
                <a:r>
                  <a:rPr lang="ko-KR" altLang="en-US" sz="900" b="1" dirty="0">
                    <a:solidFill>
                      <a:schemeClr val="bg1">
                        <a:lumMod val="75000"/>
                      </a:schemeClr>
                    </a:solidFill>
                  </a:rPr>
                  <a:t>님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</a:rPr>
                  <a:t>에게</a:t>
                </a:r>
                <a:r>
                  <a:rPr lang="ko-KR" altLang="en-US" sz="900" b="1" dirty="0">
                    <a:solidFill>
                      <a:schemeClr val="bg1"/>
                    </a:solidFill>
                  </a:rPr>
                  <a:t> 후원하기</a:t>
                </a:r>
              </a:p>
            </p:txBody>
          </p:sp>
          <p:sp>
            <p:nvSpPr>
              <p:cNvPr id="94" name="직사각형 19">
                <a:extLst>
                  <a:ext uri="{FF2B5EF4-FFF2-40B4-BE49-F238E27FC236}">
                    <a16:creationId xmlns:a16="http://schemas.microsoft.com/office/drawing/2014/main" id="{29E366FB-DF68-5763-A905-FA8A18422565}"/>
                  </a:ext>
                </a:extLst>
              </p:cNvPr>
              <p:cNvSpPr/>
              <p:nvPr/>
            </p:nvSpPr>
            <p:spPr>
              <a:xfrm>
                <a:off x="6426345" y="1842790"/>
                <a:ext cx="2842088" cy="41439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후원 메뉴별 컨텐츠 노출 영역</a:t>
                </a:r>
                <a:endPara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endParaRPr>
              </a:p>
              <a:p>
                <a:pPr algn="ctr"/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(</a:t>
                </a:r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생략</a:t>
                </a:r>
                <a:r>
                  <a: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)</a:t>
                </a:r>
              </a:p>
            </p:txBody>
          </p:sp>
          <p:cxnSp>
            <p:nvCxnSpPr>
              <p:cNvPr id="80" name="직선 연결선 143">
                <a:extLst>
                  <a:ext uri="{FF2B5EF4-FFF2-40B4-BE49-F238E27FC236}">
                    <a16:creationId xmlns:a16="http://schemas.microsoft.com/office/drawing/2014/main" id="{5989CDF0-6499-127A-55B4-E78C915F45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77035" y="826570"/>
                <a:ext cx="0" cy="5769733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68702A0-3540-5911-AB46-154E834DCA37}"/>
                </a:ext>
              </a:extLst>
            </p:cNvPr>
            <p:cNvSpPr/>
            <p:nvPr/>
          </p:nvSpPr>
          <p:spPr>
            <a:xfrm>
              <a:off x="160892" y="819326"/>
              <a:ext cx="9301800" cy="5769733"/>
            </a:xfrm>
            <a:prstGeom prst="rect">
              <a:avLst/>
            </a:prstGeom>
            <a:noFill/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6E03176D-3A38-F385-12CA-7D5D5FA4368D}"/>
                </a:ext>
              </a:extLst>
            </p:cNvPr>
            <p:cNvGrpSpPr/>
            <p:nvPr/>
          </p:nvGrpSpPr>
          <p:grpSpPr>
            <a:xfrm>
              <a:off x="5853553" y="2161004"/>
              <a:ext cx="338760" cy="788384"/>
              <a:chOff x="5828573" y="1914713"/>
              <a:chExt cx="362159" cy="842844"/>
            </a:xfrm>
          </p:grpSpPr>
          <p:grpSp>
            <p:nvGrpSpPr>
              <p:cNvPr id="129" name="그룹 128">
                <a:extLst>
                  <a:ext uri="{FF2B5EF4-FFF2-40B4-BE49-F238E27FC236}">
                    <a16:creationId xmlns:a16="http://schemas.microsoft.com/office/drawing/2014/main" id="{339ACE65-62AE-85D6-F94C-187E2A03AA0F}"/>
                  </a:ext>
                </a:extLst>
              </p:cNvPr>
              <p:cNvGrpSpPr/>
              <p:nvPr/>
            </p:nvGrpSpPr>
            <p:grpSpPr>
              <a:xfrm>
                <a:off x="5828573" y="1914713"/>
                <a:ext cx="362159" cy="362159"/>
                <a:chOff x="5771499" y="1914713"/>
                <a:chExt cx="362159" cy="362159"/>
              </a:xfrm>
            </p:grpSpPr>
            <p:sp>
              <p:nvSpPr>
                <p:cNvPr id="126" name="타원 125">
                  <a:extLst>
                    <a:ext uri="{FF2B5EF4-FFF2-40B4-BE49-F238E27FC236}">
                      <a16:creationId xmlns:a16="http://schemas.microsoft.com/office/drawing/2014/main" id="{68357270-8BA4-658E-C25A-E2D06D0BA7CF}"/>
                    </a:ext>
                  </a:extLst>
                </p:cNvPr>
                <p:cNvSpPr/>
                <p:nvPr/>
              </p:nvSpPr>
              <p:spPr>
                <a:xfrm>
                  <a:off x="5771499" y="1914713"/>
                  <a:ext cx="362159" cy="36215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pic>
              <p:nvPicPr>
                <p:cNvPr id="128" name="그림 127">
                  <a:extLst>
                    <a:ext uri="{FF2B5EF4-FFF2-40B4-BE49-F238E27FC236}">
                      <a16:creationId xmlns:a16="http://schemas.microsoft.com/office/drawing/2014/main" id="{A1522686-C0A1-B422-7AF8-EF1618948F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0800000">
                  <a:off x="5824684" y="1967898"/>
                  <a:ext cx="255789" cy="255789"/>
                </a:xfrm>
                <a:prstGeom prst="rect">
                  <a:avLst/>
                </a:prstGeom>
              </p:spPr>
            </p:pic>
          </p:grpSp>
          <p:grpSp>
            <p:nvGrpSpPr>
              <p:cNvPr id="130" name="그룹 129">
                <a:extLst>
                  <a:ext uri="{FF2B5EF4-FFF2-40B4-BE49-F238E27FC236}">
                    <a16:creationId xmlns:a16="http://schemas.microsoft.com/office/drawing/2014/main" id="{96F7186F-662C-1B9F-E2FB-33D83C8F0DCA}"/>
                  </a:ext>
                </a:extLst>
              </p:cNvPr>
              <p:cNvGrpSpPr/>
              <p:nvPr/>
            </p:nvGrpSpPr>
            <p:grpSpPr>
              <a:xfrm rot="10800000">
                <a:off x="5828573" y="2395398"/>
                <a:ext cx="362159" cy="362159"/>
                <a:chOff x="5771499" y="1914713"/>
                <a:chExt cx="362159" cy="362159"/>
              </a:xfrm>
            </p:grpSpPr>
            <p:sp>
              <p:nvSpPr>
                <p:cNvPr id="131" name="타원 130">
                  <a:extLst>
                    <a:ext uri="{FF2B5EF4-FFF2-40B4-BE49-F238E27FC236}">
                      <a16:creationId xmlns:a16="http://schemas.microsoft.com/office/drawing/2014/main" id="{4C4BBE42-D3E4-20F8-D517-A37D3EA83543}"/>
                    </a:ext>
                  </a:extLst>
                </p:cNvPr>
                <p:cNvSpPr/>
                <p:nvPr/>
              </p:nvSpPr>
              <p:spPr>
                <a:xfrm>
                  <a:off x="5771499" y="1914713"/>
                  <a:ext cx="362159" cy="36215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pic>
              <p:nvPicPr>
                <p:cNvPr id="132" name="그림 131">
                  <a:extLst>
                    <a:ext uri="{FF2B5EF4-FFF2-40B4-BE49-F238E27FC236}">
                      <a16:creationId xmlns:a16="http://schemas.microsoft.com/office/drawing/2014/main" id="{DBAC385F-4746-DD11-BC9F-72FBCBE0B4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rot="10800000">
                  <a:off x="5824684" y="1967898"/>
                  <a:ext cx="255789" cy="255789"/>
                </a:xfrm>
                <a:prstGeom prst="rect">
                  <a:avLst/>
                </a:prstGeom>
              </p:spPr>
            </p:pic>
          </p:grpSp>
        </p:grpSp>
        <p:pic>
          <p:nvPicPr>
            <p:cNvPr id="143" name="그림 142">
              <a:extLst>
                <a:ext uri="{FF2B5EF4-FFF2-40B4-BE49-F238E27FC236}">
                  <a16:creationId xmlns:a16="http://schemas.microsoft.com/office/drawing/2014/main" id="{5885B247-FA0D-E4CD-E4D8-072DB26E12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1685" y="3960840"/>
              <a:ext cx="211110" cy="211110"/>
            </a:xfrm>
            <a:prstGeom prst="rect">
              <a:avLst/>
            </a:prstGeom>
          </p:spPr>
        </p:pic>
        <p:pic>
          <p:nvPicPr>
            <p:cNvPr id="150" name="그림 149">
              <a:extLst>
                <a:ext uri="{FF2B5EF4-FFF2-40B4-BE49-F238E27FC236}">
                  <a16:creationId xmlns:a16="http://schemas.microsoft.com/office/drawing/2014/main" id="{E15102EC-A421-9BA8-A418-4418D9343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5813" y="4005939"/>
              <a:ext cx="308348" cy="122054"/>
            </a:xfrm>
            <a:prstGeom prst="rect">
              <a:avLst/>
            </a:prstGeom>
          </p:spPr>
        </p:pic>
        <p:pic>
          <p:nvPicPr>
            <p:cNvPr id="154" name="그림 153">
              <a:extLst>
                <a:ext uri="{FF2B5EF4-FFF2-40B4-BE49-F238E27FC236}">
                  <a16:creationId xmlns:a16="http://schemas.microsoft.com/office/drawing/2014/main" id="{8CAB27CF-0616-4FF2-19FC-7AF07196B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97890" y="3978016"/>
              <a:ext cx="187072" cy="187072"/>
            </a:xfrm>
            <a:prstGeom prst="rect">
              <a:avLst/>
            </a:prstGeom>
          </p:spPr>
        </p:pic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BBC71FC2-7340-5D46-1134-A08C18B32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40576" y="3944960"/>
              <a:ext cx="253184" cy="253184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4511E0D0-8A0B-4E9A-8A3A-9DCD50CAF06F}"/>
                </a:ext>
              </a:extLst>
            </p:cNvPr>
            <p:cNvSpPr txBox="1"/>
            <p:nvPr/>
          </p:nvSpPr>
          <p:spPr>
            <a:xfrm>
              <a:off x="4523936" y="3953549"/>
              <a:ext cx="463836" cy="211203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  <a:latin typeface="+mn-ea"/>
                  <a:ea typeface="+mn-ea"/>
                </a:rPr>
                <a:t>360p </a:t>
              </a:r>
              <a:r>
                <a:rPr lang="ko-KR" altLang="en-US" sz="700" dirty="0">
                  <a:solidFill>
                    <a:schemeClr val="bg1"/>
                  </a:solidFill>
                  <a:latin typeface="+mn-ea"/>
                  <a:ea typeface="+mn-ea"/>
                </a:rPr>
                <a:t>▼</a:t>
              </a:r>
              <a:endParaRPr lang="en-US" altLang="ko-KR" sz="9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1D7A2E22-7AFA-8FC4-20B3-58B42388786E}"/>
                </a:ext>
              </a:extLst>
            </p:cNvPr>
            <p:cNvGrpSpPr/>
            <p:nvPr/>
          </p:nvGrpSpPr>
          <p:grpSpPr>
            <a:xfrm>
              <a:off x="275040" y="950360"/>
              <a:ext cx="344363" cy="148055"/>
              <a:chOff x="355725" y="941395"/>
              <a:chExt cx="483691" cy="207957"/>
            </a:xfrm>
          </p:grpSpPr>
          <p:sp>
            <p:nvSpPr>
              <p:cNvPr id="165" name="사각형: 둥근 모서리 164">
                <a:extLst>
                  <a:ext uri="{FF2B5EF4-FFF2-40B4-BE49-F238E27FC236}">
                    <a16:creationId xmlns:a16="http://schemas.microsoft.com/office/drawing/2014/main" id="{52DC5665-BE9A-9B76-7587-BFEA95A2234D}"/>
                  </a:ext>
                </a:extLst>
              </p:cNvPr>
              <p:cNvSpPr/>
              <p:nvPr/>
            </p:nvSpPr>
            <p:spPr>
              <a:xfrm>
                <a:off x="355725" y="941395"/>
                <a:ext cx="483691" cy="207957"/>
              </a:xfrm>
              <a:prstGeom prst="roundRect">
                <a:avLst>
                  <a:gd name="adj" fmla="val 21716"/>
                </a:avLst>
              </a:prstGeom>
              <a:solidFill>
                <a:srgbClr val="519CF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endParaRPr lang="ko-KR" altLang="en-US" sz="7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68" name="그림 167">
                <a:extLst>
                  <a:ext uri="{FF2B5EF4-FFF2-40B4-BE49-F238E27FC236}">
                    <a16:creationId xmlns:a16="http://schemas.microsoft.com/office/drawing/2014/main" id="{0F889D1A-B124-5A6C-3F83-5E831A4788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6220" y="984867"/>
                <a:ext cx="322700" cy="121012"/>
              </a:xfrm>
              <a:prstGeom prst="rect">
                <a:avLst/>
              </a:prstGeom>
            </p:spPr>
          </p:pic>
        </p:grpSp>
        <p:pic>
          <p:nvPicPr>
            <p:cNvPr id="198" name="그림 197">
              <a:extLst>
                <a:ext uri="{FF2B5EF4-FFF2-40B4-BE49-F238E27FC236}">
                  <a16:creationId xmlns:a16="http://schemas.microsoft.com/office/drawing/2014/main" id="{794769B6-750F-069B-4295-EB3424290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79244" y="3986681"/>
              <a:ext cx="168600" cy="168600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1220C898-1BD1-A507-12CA-FCFD73829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5808" y="3996601"/>
              <a:ext cx="104497" cy="134353"/>
            </a:xfrm>
            <a:prstGeom prst="rect">
              <a:avLst/>
            </a:prstGeom>
          </p:spPr>
        </p:pic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48D22DA-7D6C-8E0F-BBC0-2B4D285ADB40}"/>
                </a:ext>
              </a:extLst>
            </p:cNvPr>
            <p:cNvGrpSpPr/>
            <p:nvPr/>
          </p:nvGrpSpPr>
          <p:grpSpPr>
            <a:xfrm>
              <a:off x="285087" y="3823362"/>
              <a:ext cx="5929975" cy="92335"/>
              <a:chOff x="285087" y="3823362"/>
              <a:chExt cx="5929975" cy="92335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71118F78-02BA-988A-48FB-304A38AA1116}"/>
                  </a:ext>
                </a:extLst>
              </p:cNvPr>
              <p:cNvSpPr/>
              <p:nvPr/>
            </p:nvSpPr>
            <p:spPr>
              <a:xfrm>
                <a:off x="285087" y="3853387"/>
                <a:ext cx="5904000" cy="36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860CC736-086D-30AA-E634-85FE14B74335}"/>
                  </a:ext>
                </a:extLst>
              </p:cNvPr>
              <p:cNvSpPr/>
              <p:nvPr/>
            </p:nvSpPr>
            <p:spPr>
              <a:xfrm>
                <a:off x="6122727" y="3823362"/>
                <a:ext cx="92335" cy="92335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FB60FBA-3700-2499-E1EC-4E76C7B368D2}"/>
                </a:ext>
              </a:extLst>
            </p:cNvPr>
            <p:cNvSpPr txBox="1"/>
            <p:nvPr/>
          </p:nvSpPr>
          <p:spPr>
            <a:xfrm>
              <a:off x="307407" y="4375757"/>
              <a:ext cx="2276833" cy="257369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1200" b="1" dirty="0">
                  <a:latin typeface="+mn-ea"/>
                  <a:ea typeface="+mn-ea"/>
                </a:rPr>
                <a:t>방송 제목이 나오는 부분입니다</a:t>
              </a:r>
              <a:r>
                <a:rPr lang="en-US" altLang="ko-KR" sz="1200" b="1" dirty="0">
                  <a:latin typeface="+mn-ea"/>
                  <a:ea typeface="+mn-ea"/>
                </a:rPr>
                <a:t>.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62B05AA-D077-BEF5-162E-0314B50656B2}"/>
                </a:ext>
              </a:extLst>
            </p:cNvPr>
            <p:cNvSpPr txBox="1"/>
            <p:nvPr/>
          </p:nvSpPr>
          <p:spPr>
            <a:xfrm>
              <a:off x="737605" y="5000800"/>
              <a:ext cx="1645250" cy="22659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1000" b="1" dirty="0">
                  <a:latin typeface="+mn-ea"/>
                  <a:ea typeface="+mn-ea"/>
                </a:rPr>
                <a:t>크리에이터명</a:t>
              </a:r>
              <a:r>
                <a:rPr lang="ko-KR" altLang="en-US" sz="900" dirty="0">
                  <a:latin typeface="+mn-ea"/>
                  <a:ea typeface="+mn-ea"/>
                </a:rPr>
                <a:t> </a:t>
              </a:r>
              <a:r>
                <a:rPr lang="en-US" altLang="ko-KR" sz="900" dirty="0">
                  <a:latin typeface="+mn-ea"/>
                  <a:ea typeface="+mn-ea"/>
                </a:rPr>
                <a:t>#</a:t>
              </a:r>
              <a:r>
                <a:rPr lang="ko-KR" altLang="en-US" sz="900" dirty="0">
                  <a:latin typeface="+mn-ea"/>
                  <a:ea typeface="+mn-ea"/>
                </a:rPr>
                <a:t>고유식별번호</a:t>
              </a:r>
              <a:endParaRPr lang="en-US" altLang="ko-KR" sz="1000" dirty="0">
                <a:latin typeface="+mn-ea"/>
                <a:ea typeface="+mn-ea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A371757-F598-CC8B-3C27-FFEBC72AD885}"/>
                </a:ext>
              </a:extLst>
            </p:cNvPr>
            <p:cNvSpPr txBox="1"/>
            <p:nvPr/>
          </p:nvSpPr>
          <p:spPr>
            <a:xfrm>
              <a:off x="742619" y="5201240"/>
              <a:ext cx="1986689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프로필 한줄 설명이 노출되는 영역입니다</a:t>
              </a:r>
              <a:r>
                <a:rPr lang="en-US" altLang="ko-KR" sz="800" dirty="0">
                  <a:latin typeface="+mn-ea"/>
                  <a:ea typeface="+mn-ea"/>
                </a:rPr>
                <a:t>.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pic>
          <p:nvPicPr>
            <p:cNvPr id="106" name="Picture 142">
              <a:extLst>
                <a:ext uri="{FF2B5EF4-FFF2-40B4-BE49-F238E27FC236}">
                  <a16:creationId xmlns:a16="http://schemas.microsoft.com/office/drawing/2014/main" id="{48C8786D-031A-EF85-BD50-5EA37F961E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99294" y="5043398"/>
              <a:ext cx="136038" cy="141707"/>
            </a:xfrm>
            <a:prstGeom prst="rect">
              <a:avLst/>
            </a:prstGeom>
          </p:spPr>
        </p:pic>
        <p:grpSp>
          <p:nvGrpSpPr>
            <p:cNvPr id="107" name="Group 149">
              <a:extLst>
                <a:ext uri="{FF2B5EF4-FFF2-40B4-BE49-F238E27FC236}">
                  <a16:creationId xmlns:a16="http://schemas.microsoft.com/office/drawing/2014/main" id="{B51DD161-E9C4-26CE-D627-5D460454420F}"/>
                </a:ext>
              </a:extLst>
            </p:cNvPr>
            <p:cNvGrpSpPr/>
            <p:nvPr/>
          </p:nvGrpSpPr>
          <p:grpSpPr>
            <a:xfrm>
              <a:off x="365283" y="5024720"/>
              <a:ext cx="308360" cy="308360"/>
              <a:chOff x="6468801" y="4933120"/>
              <a:chExt cx="216000" cy="216000"/>
            </a:xfrm>
          </p:grpSpPr>
          <p:sp>
            <p:nvSpPr>
              <p:cNvPr id="108" name="Oval 156">
                <a:extLst>
                  <a:ext uri="{FF2B5EF4-FFF2-40B4-BE49-F238E27FC236}">
                    <a16:creationId xmlns:a16="http://schemas.microsoft.com/office/drawing/2014/main" id="{D3E3791D-5047-4652-975D-74ED54E2A21A}"/>
                  </a:ext>
                </a:extLst>
              </p:cNvPr>
              <p:cNvSpPr/>
              <p:nvPr/>
            </p:nvSpPr>
            <p:spPr>
              <a:xfrm>
                <a:off x="6468801" y="4933120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90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09" name="Picture 159">
                <a:extLst>
                  <a:ext uri="{FF2B5EF4-FFF2-40B4-BE49-F238E27FC236}">
                    <a16:creationId xmlns:a16="http://schemas.microsoft.com/office/drawing/2014/main" id="{072F18B3-28A9-BBBE-8AD5-04D7C6C6F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90332" y="4940441"/>
                <a:ext cx="172937" cy="172937"/>
              </a:xfrm>
              <a:prstGeom prst="rect">
                <a:avLst/>
              </a:prstGeom>
            </p:spPr>
          </p:pic>
        </p:grpSp>
        <p:sp>
          <p:nvSpPr>
            <p:cNvPr id="110" name="Rounded Rectangle 160">
              <a:extLst>
                <a:ext uri="{FF2B5EF4-FFF2-40B4-BE49-F238E27FC236}">
                  <a16:creationId xmlns:a16="http://schemas.microsoft.com/office/drawing/2014/main" id="{60666464-1C33-39DB-F544-D68C42DC1850}"/>
                </a:ext>
              </a:extLst>
            </p:cNvPr>
            <p:cNvSpPr/>
            <p:nvPr/>
          </p:nvSpPr>
          <p:spPr>
            <a:xfrm>
              <a:off x="362075" y="5243833"/>
              <a:ext cx="309072" cy="136254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72000" tIns="0" rIns="72000" bIns="0" rtlCol="0" anchor="ctr"/>
            <a:lstStyle/>
            <a:p>
              <a:pPr algn="ctr"/>
              <a:r>
                <a:rPr lang="en-US" altLang="ko-KR" sz="700" b="1" dirty="0">
                  <a:solidFill>
                    <a:schemeClr val="bg1"/>
                  </a:solidFill>
                  <a:latin typeface="+mn-ea"/>
                </a:rPr>
                <a:t>LIVE</a:t>
              </a:r>
              <a:endParaRPr lang="ko-KR" altLang="en-US" sz="700" b="1" dirty="0">
                <a:solidFill>
                  <a:schemeClr val="bg1"/>
                </a:solidFill>
                <a:latin typeface="+mn-ea"/>
              </a:endParaRPr>
            </a:p>
          </p:txBody>
        </p:sp>
        <p:grpSp>
          <p:nvGrpSpPr>
            <p:cNvPr id="111" name="Group 2">
              <a:extLst>
                <a:ext uri="{FF2B5EF4-FFF2-40B4-BE49-F238E27FC236}">
                  <a16:creationId xmlns:a16="http://schemas.microsoft.com/office/drawing/2014/main" id="{BD6F2504-612A-7C4D-8BE0-6DEFF13F4C61}"/>
                </a:ext>
              </a:extLst>
            </p:cNvPr>
            <p:cNvGrpSpPr/>
            <p:nvPr/>
          </p:nvGrpSpPr>
          <p:grpSpPr>
            <a:xfrm>
              <a:off x="4280095" y="5128776"/>
              <a:ext cx="754838" cy="197229"/>
              <a:chOff x="4448007" y="5346092"/>
              <a:chExt cx="754838" cy="197229"/>
            </a:xfrm>
          </p:grpSpPr>
          <p:sp>
            <p:nvSpPr>
              <p:cNvPr id="112" name="Rectangle 256">
                <a:extLst>
                  <a:ext uri="{FF2B5EF4-FFF2-40B4-BE49-F238E27FC236}">
                    <a16:creationId xmlns:a16="http://schemas.microsoft.com/office/drawing/2014/main" id="{EB3AFDEE-AA67-DED8-6877-1F49803BC66E}"/>
                  </a:ext>
                </a:extLst>
              </p:cNvPr>
              <p:cNvSpPr/>
              <p:nvPr/>
            </p:nvSpPr>
            <p:spPr>
              <a:xfrm>
                <a:off x="4448007" y="5346092"/>
                <a:ext cx="754838" cy="19722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rgbClr val="404040"/>
                </a:solidFill>
              </a:ln>
            </p:spPr>
            <p:txBody>
              <a:bodyPr wrap="square" lIns="72000" tIns="0" rIns="72000" bIns="3600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  즐겨찾기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113" name="Picture 191">
                <a:extLst>
                  <a:ext uri="{FF2B5EF4-FFF2-40B4-BE49-F238E27FC236}">
                    <a16:creationId xmlns:a16="http://schemas.microsoft.com/office/drawing/2014/main" id="{5BD4B6F8-57B9-E8C1-2DAB-C7454C8FEE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biLevel thresh="25000"/>
              </a:blip>
              <a:stretch>
                <a:fillRect/>
              </a:stretch>
            </p:blipFill>
            <p:spPr>
              <a:xfrm>
                <a:off x="4512018" y="5375793"/>
                <a:ext cx="131381" cy="125125"/>
              </a:xfrm>
              <a:prstGeom prst="rect">
                <a:avLst/>
              </a:prstGeom>
            </p:spPr>
          </p:pic>
        </p:grpSp>
        <p:grpSp>
          <p:nvGrpSpPr>
            <p:cNvPr id="114" name="Group 17">
              <a:extLst>
                <a:ext uri="{FF2B5EF4-FFF2-40B4-BE49-F238E27FC236}">
                  <a16:creationId xmlns:a16="http://schemas.microsoft.com/office/drawing/2014/main" id="{22D4D035-A42F-1882-BAB8-4D9B4E0093CC}"/>
                </a:ext>
              </a:extLst>
            </p:cNvPr>
            <p:cNvGrpSpPr/>
            <p:nvPr/>
          </p:nvGrpSpPr>
          <p:grpSpPr>
            <a:xfrm>
              <a:off x="5631940" y="5128776"/>
              <a:ext cx="581183" cy="197229"/>
              <a:chOff x="5199485" y="5263720"/>
              <a:chExt cx="581183" cy="197229"/>
            </a:xfrm>
          </p:grpSpPr>
          <p:sp>
            <p:nvSpPr>
              <p:cNvPr id="115" name="Rectangle 256">
                <a:extLst>
                  <a:ext uri="{FF2B5EF4-FFF2-40B4-BE49-F238E27FC236}">
                    <a16:creationId xmlns:a16="http://schemas.microsoft.com/office/drawing/2014/main" id="{3E432666-8962-873A-55F7-63A1FD843750}"/>
                  </a:ext>
                </a:extLst>
              </p:cNvPr>
              <p:cNvSpPr/>
              <p:nvPr/>
            </p:nvSpPr>
            <p:spPr>
              <a:xfrm>
                <a:off x="5199485" y="5263720"/>
                <a:ext cx="581183" cy="19722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rgbClr val="404040"/>
                </a:solidFill>
              </a:ln>
            </p:spPr>
            <p:txBody>
              <a:bodyPr wrap="square" lIns="72000" tIns="0" rIns="72000" bIns="3600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  공유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116" name="Picture 15">
                <a:extLst>
                  <a:ext uri="{FF2B5EF4-FFF2-40B4-BE49-F238E27FC236}">
                    <a16:creationId xmlns:a16="http://schemas.microsoft.com/office/drawing/2014/main" id="{01B4CB1D-674B-5001-6E94-ED8B1BCD63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biLevel thresh="25000"/>
              </a:blip>
              <a:stretch>
                <a:fillRect/>
              </a:stretch>
            </p:blipFill>
            <p:spPr>
              <a:xfrm>
                <a:off x="5287580" y="5301372"/>
                <a:ext cx="126000" cy="126000"/>
              </a:xfrm>
              <a:prstGeom prst="rect">
                <a:avLst/>
              </a:prstGeom>
            </p:spPr>
          </p:pic>
        </p:grp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02EC2B17-8F84-6443-9488-462FAE9DDEDA}"/>
                </a:ext>
              </a:extLst>
            </p:cNvPr>
            <p:cNvSpPr/>
            <p:nvPr/>
          </p:nvSpPr>
          <p:spPr>
            <a:xfrm>
              <a:off x="247649" y="5787476"/>
              <a:ext cx="5974567" cy="7298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크리에이터 메뉴별 컨텐츠 노출 영역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 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976014E-9ACE-3B28-8FB1-344D7D66BC46}"/>
                </a:ext>
              </a:extLst>
            </p:cNvPr>
            <p:cNvSpPr txBox="1"/>
            <p:nvPr/>
          </p:nvSpPr>
          <p:spPr>
            <a:xfrm>
              <a:off x="2729308" y="5193238"/>
              <a:ext cx="380481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pPr algn="r"/>
              <a:r>
                <a:rPr lang="ko-KR" altLang="en-US" sz="800" b="1" u="sng" dirty="0">
                  <a:solidFill>
                    <a:srgbClr val="375FF4"/>
                  </a:solidFill>
                  <a:latin typeface="+mn-ea"/>
                  <a:ea typeface="+mn-ea"/>
                </a:rPr>
                <a:t>더보기</a:t>
              </a:r>
            </a:p>
          </p:txBody>
        </p:sp>
        <p:grpSp>
          <p:nvGrpSpPr>
            <p:cNvPr id="119" name="Group 26">
              <a:extLst>
                <a:ext uri="{FF2B5EF4-FFF2-40B4-BE49-F238E27FC236}">
                  <a16:creationId xmlns:a16="http://schemas.microsoft.com/office/drawing/2014/main" id="{27143281-82A1-149B-83C0-C4B978CCCE12}"/>
                </a:ext>
              </a:extLst>
            </p:cNvPr>
            <p:cNvGrpSpPr/>
            <p:nvPr/>
          </p:nvGrpSpPr>
          <p:grpSpPr>
            <a:xfrm>
              <a:off x="249187" y="5526143"/>
              <a:ext cx="5961113" cy="219667"/>
              <a:chOff x="1895287" y="2791040"/>
              <a:chExt cx="5961113" cy="219667"/>
            </a:xfrm>
          </p:grpSpPr>
          <p:grpSp>
            <p:nvGrpSpPr>
              <p:cNvPr id="120" name="그룹 6">
                <a:extLst>
                  <a:ext uri="{FF2B5EF4-FFF2-40B4-BE49-F238E27FC236}">
                    <a16:creationId xmlns:a16="http://schemas.microsoft.com/office/drawing/2014/main" id="{2FA97EC9-2781-67D4-9497-1EAD7AB417A0}"/>
                  </a:ext>
                </a:extLst>
              </p:cNvPr>
              <p:cNvGrpSpPr/>
              <p:nvPr/>
            </p:nvGrpSpPr>
            <p:grpSpPr>
              <a:xfrm>
                <a:off x="1895287" y="2791040"/>
                <a:ext cx="4171550" cy="216024"/>
                <a:chOff x="554818" y="1258027"/>
                <a:chExt cx="5641581" cy="216024"/>
              </a:xfrm>
            </p:grpSpPr>
            <p:sp>
              <p:nvSpPr>
                <p:cNvPr id="122" name="Tab 1">
                  <a:extLst>
                    <a:ext uri="{FF2B5EF4-FFF2-40B4-BE49-F238E27FC236}">
                      <a16:creationId xmlns:a16="http://schemas.microsoft.com/office/drawing/2014/main" id="{F7CF3E48-0E23-8022-6237-39E009873C23}"/>
                    </a:ext>
                  </a:extLst>
                </p:cNvPr>
                <p:cNvSpPr/>
                <p:nvPr/>
              </p:nvSpPr>
              <p:spPr>
                <a:xfrm>
                  <a:off x="554818" y="1258027"/>
                  <a:ext cx="925037" cy="216024"/>
                </a:xfrm>
                <a:prstGeom prst="round2SameRect">
                  <a:avLst/>
                </a:prstGeom>
                <a:solidFill>
                  <a:srgbClr val="404040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b="1" dirty="0">
                      <a:solidFill>
                        <a:schemeClr val="bg1"/>
                      </a:solidFill>
                      <a:latin typeface="+mn-ea"/>
                      <a:cs typeface="Calibri" pitchFamily="34" charset="0"/>
                    </a:rPr>
                    <a:t>쇼츠</a:t>
                  </a:r>
                  <a:endParaRPr lang="en-US" altLang="ko-KR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3" name="Tab 2">
                  <a:extLst>
                    <a:ext uri="{FF2B5EF4-FFF2-40B4-BE49-F238E27FC236}">
                      <a16:creationId xmlns:a16="http://schemas.microsoft.com/office/drawing/2014/main" id="{52D8E980-19C5-1B48-0948-9221065F83C7}"/>
                    </a:ext>
                  </a:extLst>
                </p:cNvPr>
                <p:cNvSpPr/>
                <p:nvPr/>
              </p:nvSpPr>
              <p:spPr>
                <a:xfrm>
                  <a:off x="1498409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다시보기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4" name="Tab 2">
                  <a:extLst>
                    <a:ext uri="{FF2B5EF4-FFF2-40B4-BE49-F238E27FC236}">
                      <a16:creationId xmlns:a16="http://schemas.microsoft.com/office/drawing/2014/main" id="{873EA36A-50DB-AA55-8CD6-82F59BF38F98}"/>
                    </a:ext>
                  </a:extLst>
                </p:cNvPr>
                <p:cNvSpPr/>
                <p:nvPr/>
              </p:nvSpPr>
              <p:spPr>
                <a:xfrm>
                  <a:off x="2440558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칭호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5" name="Tab 2">
                  <a:extLst>
                    <a:ext uri="{FF2B5EF4-FFF2-40B4-BE49-F238E27FC236}">
                      <a16:creationId xmlns:a16="http://schemas.microsoft.com/office/drawing/2014/main" id="{5DEDAA4D-41D7-723F-957A-8EBF0B42CB7A}"/>
                    </a:ext>
                  </a:extLst>
                </p:cNvPr>
                <p:cNvSpPr/>
                <p:nvPr/>
              </p:nvSpPr>
              <p:spPr>
                <a:xfrm>
                  <a:off x="3382536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후원순위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27" name="Tab 2">
                  <a:extLst>
                    <a:ext uri="{FF2B5EF4-FFF2-40B4-BE49-F238E27FC236}">
                      <a16:creationId xmlns:a16="http://schemas.microsoft.com/office/drawing/2014/main" id="{2CF390C9-7D84-FFE9-F27B-5BFA76397E34}"/>
                    </a:ext>
                  </a:extLst>
                </p:cNvPr>
                <p:cNvSpPr/>
                <p:nvPr/>
              </p:nvSpPr>
              <p:spPr>
                <a:xfrm>
                  <a:off x="4322714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후원내역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  <p:sp>
              <p:nvSpPr>
                <p:cNvPr id="134" name="Tab 2">
                  <a:extLst>
                    <a:ext uri="{FF2B5EF4-FFF2-40B4-BE49-F238E27FC236}">
                      <a16:creationId xmlns:a16="http://schemas.microsoft.com/office/drawing/2014/main" id="{C906EC2A-FBF9-3136-AD6E-D6587A0F5825}"/>
                    </a:ext>
                  </a:extLst>
                </p:cNvPr>
                <p:cNvSpPr/>
                <p:nvPr/>
              </p:nvSpPr>
              <p:spPr>
                <a:xfrm>
                  <a:off x="5271361" y="1258027"/>
                  <a:ext cx="925038" cy="216024"/>
                </a:xfrm>
                <a:prstGeom prst="round2SameRect">
                  <a:avLst/>
                </a:prstGeom>
                <a:solidFill>
                  <a:srgbClr val="F2F2F2"/>
                </a:solidFill>
                <a:ln w="3175">
                  <a:solidFill>
                    <a:schemeClr val="bg1">
                      <a:lumMod val="6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ea"/>
                      <a:cs typeface="Calibri" pitchFamily="34" charset="0"/>
                    </a:rPr>
                    <a:t>공지사항</a:t>
                  </a:r>
                  <a:endParaRPr lang="en-US" altLang="ko-KR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endParaRPr>
                </a:p>
              </p:txBody>
            </p:sp>
          </p:grpSp>
          <p:cxnSp>
            <p:nvCxnSpPr>
              <p:cNvPr id="121" name="직선 연결선 32">
                <a:extLst>
                  <a:ext uri="{FF2B5EF4-FFF2-40B4-BE49-F238E27FC236}">
                    <a16:creationId xmlns:a16="http://schemas.microsoft.com/office/drawing/2014/main" id="{A250C2D4-9BBC-4D53-9B53-7F158C100E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95288" y="3010707"/>
                <a:ext cx="5961112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389C096-0FF6-FD02-70A0-E4037C012EEC}"/>
                </a:ext>
              </a:extLst>
            </p:cNvPr>
            <p:cNvGrpSpPr/>
            <p:nvPr/>
          </p:nvGrpSpPr>
          <p:grpSpPr>
            <a:xfrm>
              <a:off x="5072350" y="5128776"/>
              <a:ext cx="520284" cy="197229"/>
              <a:chOff x="4050461" y="5245314"/>
              <a:chExt cx="520284" cy="197229"/>
            </a:xfrm>
          </p:grpSpPr>
          <p:sp>
            <p:nvSpPr>
              <p:cNvPr id="136" name="Rectangle 256">
                <a:extLst>
                  <a:ext uri="{FF2B5EF4-FFF2-40B4-BE49-F238E27FC236}">
                    <a16:creationId xmlns:a16="http://schemas.microsoft.com/office/drawing/2014/main" id="{DFF722E6-BCFD-FDAC-51A9-10CEE00F1622}"/>
                  </a:ext>
                </a:extLst>
              </p:cNvPr>
              <p:cNvSpPr/>
              <p:nvPr/>
            </p:nvSpPr>
            <p:spPr>
              <a:xfrm>
                <a:off x="4050461" y="5245314"/>
                <a:ext cx="520284" cy="19722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rgbClr val="404040"/>
                </a:solidFill>
              </a:ln>
            </p:spPr>
            <p:txBody>
              <a:bodyPr wrap="square" lIns="72000" tIns="0" rIns="72000" bIns="36000" anchor="ctr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ea typeface="+mn-ea"/>
                  </a:rPr>
                  <a:t>    알림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ea typeface="+mn-ea"/>
                </a:endParaRPr>
              </a:p>
            </p:txBody>
          </p:sp>
          <p:pic>
            <p:nvPicPr>
              <p:cNvPr id="137" name="그림 136">
                <a:extLst>
                  <a:ext uri="{FF2B5EF4-FFF2-40B4-BE49-F238E27FC236}">
                    <a16:creationId xmlns:a16="http://schemas.microsoft.com/office/drawing/2014/main" id="{629AA3D4-EDB2-470F-5848-0C29FB78D0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95751" y="5260566"/>
                <a:ext cx="158186" cy="158186"/>
              </a:xfrm>
              <a:prstGeom prst="rect">
                <a:avLst/>
              </a:prstGeom>
            </p:spPr>
          </p:pic>
        </p:grp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67207F13-C816-66AB-D20F-EDB78657EC75}"/>
                </a:ext>
              </a:extLst>
            </p:cNvPr>
            <p:cNvGrpSpPr/>
            <p:nvPr/>
          </p:nvGrpSpPr>
          <p:grpSpPr>
            <a:xfrm>
              <a:off x="4591664" y="4383575"/>
              <a:ext cx="1661164" cy="202164"/>
              <a:chOff x="4439700" y="4436870"/>
              <a:chExt cx="1661164" cy="202164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AE694E73-EFDC-5459-6873-243DB962D245}"/>
                  </a:ext>
                </a:extLst>
              </p:cNvPr>
              <p:cNvSpPr txBox="1"/>
              <p:nvPr/>
            </p:nvSpPr>
            <p:spPr>
              <a:xfrm>
                <a:off x="4439700" y="4436870"/>
                <a:ext cx="803672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  <a:ea typeface="+mn-ea"/>
                  </a:rPr>
                  <a:t>1,434</a:t>
                </a:r>
                <a:r>
                  <a:rPr lang="ko-KR" altLang="en-US" sz="800" dirty="0">
                    <a:latin typeface="+mn-ea"/>
                    <a:ea typeface="+mn-ea"/>
                  </a:rPr>
                  <a:t>명 시청 중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24A07F50-42BB-A590-6A5F-B246A8D5494B}"/>
                  </a:ext>
                </a:extLst>
              </p:cNvPr>
              <p:cNvSpPr txBox="1"/>
              <p:nvPr/>
            </p:nvSpPr>
            <p:spPr>
              <a:xfrm>
                <a:off x="5197217" y="4443220"/>
                <a:ext cx="106367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ko-KR" altLang="en-US" sz="800" dirty="0">
                    <a:latin typeface="+mn-ea"/>
                    <a:ea typeface="+mn-ea"/>
                  </a:rPr>
                  <a:t>〮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DBBFEEF1-098C-4D7F-D369-1211B4A390BC}"/>
                  </a:ext>
                </a:extLst>
              </p:cNvPr>
              <p:cNvSpPr txBox="1"/>
              <p:nvPr/>
            </p:nvSpPr>
            <p:spPr>
              <a:xfrm>
                <a:off x="5265131" y="4436870"/>
                <a:ext cx="835733" cy="195814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r>
                  <a:rPr lang="en-US" altLang="ko-KR" sz="800" dirty="0">
                    <a:latin typeface="+mn-ea"/>
                    <a:ea typeface="+mn-ea"/>
                  </a:rPr>
                  <a:t>00:34:22 </a:t>
                </a:r>
                <a:r>
                  <a:rPr lang="ko-KR" altLang="en-US" sz="800" dirty="0">
                    <a:latin typeface="+mn-ea"/>
                    <a:ea typeface="+mn-ea"/>
                  </a:rPr>
                  <a:t>방송 중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52DC7ACF-BA89-711C-C58C-E3FF48FA7C07}"/>
                </a:ext>
              </a:extLst>
            </p:cNvPr>
            <p:cNvSpPr/>
            <p:nvPr/>
          </p:nvSpPr>
          <p:spPr>
            <a:xfrm>
              <a:off x="362075" y="4654669"/>
              <a:ext cx="683995" cy="239402"/>
            </a:xfrm>
            <a:prstGeom prst="roundRect">
              <a:avLst>
                <a:gd name="adj" fmla="val 18631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</a:rPr>
                <a:t>카테고리 </a:t>
              </a:r>
              <a:r>
                <a:rPr lang="en-US" altLang="ko-KR" sz="800" dirty="0">
                  <a:solidFill>
                    <a:schemeClr val="bg1"/>
                  </a:solidFill>
                  <a:latin typeface="+mn-ea"/>
                </a:rPr>
                <a:t>1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DEB23006-C6B1-938F-CBF6-C60EE130B6D7}"/>
                </a:ext>
              </a:extLst>
            </p:cNvPr>
            <p:cNvSpPr/>
            <p:nvPr/>
          </p:nvSpPr>
          <p:spPr>
            <a:xfrm>
              <a:off x="1078810" y="4654669"/>
              <a:ext cx="683995" cy="239402"/>
            </a:xfrm>
            <a:prstGeom prst="roundRect">
              <a:avLst>
                <a:gd name="adj" fmla="val 18631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</a:rPr>
                <a:t>카테고리 </a:t>
              </a:r>
              <a:r>
                <a:rPr lang="en-US" altLang="ko-KR" sz="800" dirty="0">
                  <a:solidFill>
                    <a:schemeClr val="bg1"/>
                  </a:solidFill>
                  <a:latin typeface="+mn-ea"/>
                </a:rPr>
                <a:t>2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EA17218-0E26-B0B2-777F-5617C4C330F0}"/>
                </a:ext>
              </a:extLst>
            </p:cNvPr>
            <p:cNvSpPr/>
            <p:nvPr/>
          </p:nvSpPr>
          <p:spPr>
            <a:xfrm>
              <a:off x="1795545" y="4654669"/>
              <a:ext cx="683995" cy="239402"/>
            </a:xfrm>
            <a:prstGeom prst="roundRect">
              <a:avLst>
                <a:gd name="adj" fmla="val 18631"/>
              </a:avLst>
            </a:prstGeom>
            <a:solidFill>
              <a:schemeClr val="tx1">
                <a:lumMod val="50000"/>
                <a:lumOff val="5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</a:rPr>
                <a:t>카테고리 </a:t>
              </a:r>
              <a:r>
                <a:rPr lang="en-US" altLang="ko-KR" sz="800" dirty="0">
                  <a:solidFill>
                    <a:schemeClr val="bg1"/>
                  </a:solidFill>
                  <a:latin typeface="+mn-ea"/>
                </a:rPr>
                <a:t>3</a:t>
              </a:r>
              <a:endParaRPr lang="ko-KR" altLang="en-US" sz="800" dirty="0"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0ABFF82-DE94-CA8A-D882-F52E1ACCF0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686928" y="3983525"/>
              <a:ext cx="185250" cy="18525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E1DAF8-ADC3-4B20-62E1-197C5186A491}"/>
                </a:ext>
              </a:extLst>
            </p:cNvPr>
            <p:cNvSpPr txBox="1"/>
            <p:nvPr/>
          </p:nvSpPr>
          <p:spPr>
            <a:xfrm>
              <a:off x="2539175" y="4671140"/>
              <a:ext cx="853366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리그오브레전드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E917EC-E692-7FB9-43F0-AA1BE7A4EFAB}"/>
                </a:ext>
              </a:extLst>
            </p:cNvPr>
            <p:cNvSpPr txBox="1"/>
            <p:nvPr/>
          </p:nvSpPr>
          <p:spPr>
            <a:xfrm>
              <a:off x="3389224" y="4671140"/>
              <a:ext cx="750774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나는야게임왕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0795034-DA02-452A-0C1F-5C3F17929B8F}"/>
                </a:ext>
              </a:extLst>
            </p:cNvPr>
            <p:cNvSpPr txBox="1"/>
            <p:nvPr/>
          </p:nvSpPr>
          <p:spPr>
            <a:xfrm>
              <a:off x="4154612" y="4671140"/>
              <a:ext cx="553604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#T1</a:t>
              </a:r>
              <a:r>
                <a:rPr lang="ko-KR" altLang="en-US" sz="800" dirty="0">
                  <a:latin typeface="+mn-ea"/>
                  <a:ea typeface="+mn-ea"/>
                </a:rPr>
                <a:t>티밀리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9ED0A6-59E3-6611-D63E-CA26352FEAE9}"/>
                </a:ext>
              </a:extLst>
            </p:cNvPr>
            <p:cNvSpPr txBox="1"/>
            <p:nvPr/>
          </p:nvSpPr>
          <p:spPr>
            <a:xfrm>
              <a:off x="4706616" y="4671140"/>
              <a:ext cx="64818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게임이좋아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2E948C-131A-17BB-1CD6-4D606AE8C8B0}"/>
                </a:ext>
              </a:extLst>
            </p:cNvPr>
            <p:cNvSpPr txBox="1"/>
            <p:nvPr/>
          </p:nvSpPr>
          <p:spPr>
            <a:xfrm>
              <a:off x="5354798" y="4671140"/>
              <a:ext cx="64818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#</a:t>
              </a:r>
              <a:r>
                <a:rPr lang="ko-KR" altLang="en-US" sz="800" dirty="0">
                  <a:latin typeface="+mn-ea"/>
                  <a:ea typeface="+mn-ea"/>
                </a:rPr>
                <a:t>니달리천재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4C898B-8007-B50F-E14D-AF2DCA97A5C1}"/>
              </a:ext>
            </a:extLst>
          </p:cNvPr>
          <p:cNvSpPr/>
          <p:nvPr/>
        </p:nvSpPr>
        <p:spPr>
          <a:xfrm>
            <a:off x="155340" y="819325"/>
            <a:ext cx="9307351" cy="576972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E9386AC3-D501-71EB-EDED-29C59D7C33A0}"/>
              </a:ext>
            </a:extLst>
          </p:cNvPr>
          <p:cNvGrpSpPr/>
          <p:nvPr/>
        </p:nvGrpSpPr>
        <p:grpSpPr>
          <a:xfrm>
            <a:off x="3723169" y="2642635"/>
            <a:ext cx="2171692" cy="1370075"/>
            <a:chOff x="9360560" y="3320988"/>
            <a:chExt cx="2171692" cy="137007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05029DC-4EFC-327C-9FCC-6ED609F699D5}"/>
                </a:ext>
              </a:extLst>
            </p:cNvPr>
            <p:cNvSpPr/>
            <p:nvPr/>
          </p:nvSpPr>
          <p:spPr>
            <a:xfrm>
              <a:off x="9360560" y="3320988"/>
              <a:ext cx="2171692" cy="1370075"/>
            </a:xfrm>
            <a:prstGeom prst="roundRect">
              <a:avLst>
                <a:gd name="adj" fmla="val 5329"/>
              </a:avLst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80099A1-7ACD-9737-D2CA-F0E5A7ED9036}"/>
                </a:ext>
              </a:extLst>
            </p:cNvPr>
            <p:cNvSpPr txBox="1"/>
            <p:nvPr/>
          </p:nvSpPr>
          <p:spPr>
            <a:xfrm>
              <a:off x="9980450" y="3475347"/>
              <a:ext cx="931913" cy="22659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시청 제한 안내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9074D2-E937-59EA-C1DC-EBC090C82E1C}"/>
                </a:ext>
              </a:extLst>
            </p:cNvPr>
            <p:cNvSpPr txBox="1"/>
            <p:nvPr/>
          </p:nvSpPr>
          <p:spPr>
            <a:xfrm>
              <a:off x="9473243" y="3741279"/>
              <a:ext cx="1946326" cy="418247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미성년자 시청자를 보호하기 위해 </a:t>
              </a:r>
              <a:b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연령 제한이 설정된 방송입니다</a:t>
              </a:r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.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CFFDE68-4605-27C1-30C2-180FDADF6626}"/>
                </a:ext>
              </a:extLst>
            </p:cNvPr>
            <p:cNvGrpSpPr/>
            <p:nvPr/>
          </p:nvGrpSpPr>
          <p:grpSpPr>
            <a:xfrm>
              <a:off x="9793499" y="4252912"/>
              <a:ext cx="1305815" cy="273423"/>
              <a:chOff x="9718114" y="4333875"/>
              <a:chExt cx="1305815" cy="273423"/>
            </a:xfrm>
          </p:grpSpPr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13344915-4AE1-7660-3D51-5E8259A0CB8D}"/>
                  </a:ext>
                </a:extLst>
              </p:cNvPr>
              <p:cNvSpPr/>
              <p:nvPr/>
            </p:nvSpPr>
            <p:spPr>
              <a:xfrm>
                <a:off x="10416989" y="4333875"/>
                <a:ext cx="606940" cy="273423"/>
              </a:xfrm>
              <a:prstGeom prst="roundRect">
                <a:avLst>
                  <a:gd name="adj" fmla="val 20327"/>
                </a:avLst>
              </a:prstGeom>
              <a:solidFill>
                <a:srgbClr val="519CFF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로그인</a:t>
                </a:r>
              </a:p>
            </p:txBody>
          </p:sp>
          <p:sp>
            <p:nvSpPr>
              <p:cNvPr id="24" name="사각형: 둥근 모서리 23">
                <a:extLst>
                  <a:ext uri="{FF2B5EF4-FFF2-40B4-BE49-F238E27FC236}">
                    <a16:creationId xmlns:a16="http://schemas.microsoft.com/office/drawing/2014/main" id="{C2C9FEDE-E67B-D501-7919-F393A527522B}"/>
                  </a:ext>
                </a:extLst>
              </p:cNvPr>
              <p:cNvSpPr/>
              <p:nvPr/>
            </p:nvSpPr>
            <p:spPr>
              <a:xfrm>
                <a:off x="9718114" y="4333875"/>
                <a:ext cx="655031" cy="273423"/>
              </a:xfrm>
              <a:prstGeom prst="roundRect">
                <a:avLst>
                  <a:gd name="adj" fmla="val 20327"/>
                </a:avLst>
              </a:prstGeom>
              <a:solidFill>
                <a:schemeClr val="tx1">
                  <a:lumMod val="50000"/>
                  <a:lumOff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bg1"/>
                    </a:solidFill>
                    <a:latin typeface="+mn-ea"/>
                  </a:rPr>
                  <a:t>돌아가기</a:t>
                </a:r>
              </a:p>
            </p:txBody>
          </p:sp>
        </p:grpSp>
      </p:grpSp>
      <p:sp>
        <p:nvSpPr>
          <p:cNvPr id="26" name="타원 129">
            <a:extLst>
              <a:ext uri="{FF2B5EF4-FFF2-40B4-BE49-F238E27FC236}">
                <a16:creationId xmlns:a16="http://schemas.microsoft.com/office/drawing/2014/main" id="{9F659BF5-DB43-D555-2D6D-EC4FE65F6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6833" y="2566919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5128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44420"/>
      </p:ext>
    </p:extLst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4EB94D-200D-CA6A-2E57-30A959D13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369332"/>
          </a:xfrm>
        </p:spPr>
        <p:txBody>
          <a:bodyPr/>
          <a:lstStyle/>
          <a:p>
            <a:r>
              <a:rPr lang="ko-KR" altLang="en-US" sz="2000" dirty="0"/>
              <a:t>후원페이지</a:t>
            </a:r>
            <a:r>
              <a:rPr lang="en-US" altLang="ko-KR" sz="2000" dirty="0"/>
              <a:t>_</a:t>
            </a:r>
            <a:r>
              <a:rPr lang="ko-KR" altLang="en-US" sz="2000" dirty="0"/>
              <a:t>라이브 상태 </a:t>
            </a:r>
            <a:r>
              <a:rPr lang="en-US" altLang="ko-KR" sz="2000" dirty="0"/>
              <a:t>&gt; </a:t>
            </a:r>
            <a:r>
              <a:rPr lang="ko-KR" altLang="en-US" sz="2000" dirty="0"/>
              <a:t>네트워크 오류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C1D6B6D-135A-53C6-76A6-305AF9AAA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후원페이지</a:t>
            </a:r>
          </a:p>
        </p:txBody>
      </p:sp>
      <p:graphicFrame>
        <p:nvGraphicFramePr>
          <p:cNvPr id="22" name="Group 323">
            <a:extLst>
              <a:ext uri="{FF2B5EF4-FFF2-40B4-BE49-F238E27FC236}">
                <a16:creationId xmlns:a16="http://schemas.microsoft.com/office/drawing/2014/main" id="{923CD14B-AD92-E41F-C78A-6D032071FBF3}"/>
              </a:ext>
            </a:extLst>
          </p:cNvPr>
          <p:cNvGraphicFramePr>
            <a:graphicFrameLocks noGrp="1"/>
          </p:cNvGraphicFramePr>
          <p:nvPr/>
        </p:nvGraphicFramePr>
        <p:xfrm>
          <a:off x="9625013" y="575703"/>
          <a:ext cx="2517466" cy="944880"/>
        </p:xfrm>
        <a:graphic>
          <a:graphicData uri="http://schemas.openxmlformats.org/drawingml/2006/table">
            <a:tbl>
              <a:tblPr/>
              <a:tblGrid>
                <a:gridCol w="278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90000"/>
                        </a:lnSpc>
                        <a:spcBef>
                          <a:spcPts val="24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라이브 방송 네트워크 오류 화면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시청자 네트워크 연결이 끊겼을 경우 해당 화면으로 대체 노출함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[다시 시도] 클릭 시 재연결 시도</a:t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재연결 성공 시, 실시간 방송 시점으로 재생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511139"/>
                  </a:ext>
                </a:extLst>
              </a:tr>
            </a:tbl>
          </a:graphicData>
        </a:graphic>
      </p:graphicFrame>
      <p:sp>
        <p:nvSpPr>
          <p:cNvPr id="6" name="Rectangle 117">
            <a:extLst>
              <a:ext uri="{FF2B5EF4-FFF2-40B4-BE49-F238E27FC236}">
                <a16:creationId xmlns:a16="http://schemas.microsoft.com/office/drawing/2014/main" id="{7A1FE031-0A97-049B-D4D2-5573118CAA20}"/>
              </a:ext>
            </a:extLst>
          </p:cNvPr>
          <p:cNvSpPr/>
          <p:nvPr/>
        </p:nvSpPr>
        <p:spPr>
          <a:xfrm>
            <a:off x="160892" y="826569"/>
            <a:ext cx="6152391" cy="34572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37FD83-9A01-9F38-1B95-9CDE883DD6C3}"/>
              </a:ext>
            </a:extLst>
          </p:cNvPr>
          <p:cNvSpPr txBox="1"/>
          <p:nvPr/>
        </p:nvSpPr>
        <p:spPr>
          <a:xfrm>
            <a:off x="307407" y="4375757"/>
            <a:ext cx="2276833" cy="257369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200" b="1" dirty="0">
                <a:latin typeface="+mn-ea"/>
                <a:ea typeface="+mn-ea"/>
              </a:rPr>
              <a:t>방송 제목이 나오는 부분입니다</a:t>
            </a:r>
            <a:r>
              <a:rPr lang="en-US" altLang="ko-KR" sz="1200" b="1" dirty="0">
                <a:latin typeface="+mn-ea"/>
                <a:ea typeface="+mn-ea"/>
              </a:rPr>
              <a:t>.</a:t>
            </a: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4CA4E8C1-7F46-9C94-437F-72A34D2A64E4}"/>
              </a:ext>
            </a:extLst>
          </p:cNvPr>
          <p:cNvGrpSpPr/>
          <p:nvPr/>
        </p:nvGrpSpPr>
        <p:grpSpPr>
          <a:xfrm>
            <a:off x="6208223" y="819326"/>
            <a:ext cx="3254469" cy="5769733"/>
            <a:chOff x="6171973" y="826570"/>
            <a:chExt cx="3254469" cy="5769733"/>
          </a:xfrm>
        </p:grpSpPr>
        <p:cxnSp>
          <p:nvCxnSpPr>
            <p:cNvPr id="11" name="직선 연결선 143">
              <a:extLst>
                <a:ext uri="{FF2B5EF4-FFF2-40B4-BE49-F238E27FC236}">
                  <a16:creationId xmlns:a16="http://schemas.microsoft.com/office/drawing/2014/main" id="{FB0EF578-764D-CD2C-D566-191CFADB0E37}"/>
                </a:ext>
              </a:extLst>
            </p:cNvPr>
            <p:cNvCxnSpPr>
              <a:cxnSpLocks/>
            </p:cNvCxnSpPr>
            <p:nvPr/>
          </p:nvCxnSpPr>
          <p:spPr>
            <a:xfrm>
              <a:off x="6287405" y="1702731"/>
              <a:ext cx="3139037" cy="0"/>
            </a:xfrm>
            <a:prstGeom prst="lin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42" name="Group 185">
              <a:extLst>
                <a:ext uri="{FF2B5EF4-FFF2-40B4-BE49-F238E27FC236}">
                  <a16:creationId xmlns:a16="http://schemas.microsoft.com/office/drawing/2014/main" id="{165B2685-7FC9-8E7E-E97D-CBDE4F79B3F4}"/>
                </a:ext>
              </a:extLst>
            </p:cNvPr>
            <p:cNvGrpSpPr/>
            <p:nvPr/>
          </p:nvGrpSpPr>
          <p:grpSpPr>
            <a:xfrm>
              <a:off x="6672831" y="1236699"/>
              <a:ext cx="342009" cy="393258"/>
              <a:chOff x="9523066" y="3763592"/>
              <a:chExt cx="342009" cy="393258"/>
            </a:xfrm>
          </p:grpSpPr>
          <p:sp>
            <p:nvSpPr>
              <p:cNvPr id="44" name="Oval 186">
                <a:extLst>
                  <a:ext uri="{FF2B5EF4-FFF2-40B4-BE49-F238E27FC236}">
                    <a16:creationId xmlns:a16="http://schemas.microsoft.com/office/drawing/2014/main" id="{0F38A0A3-C743-0432-C27B-52F859DD8E63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rgbClr val="519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4B9267-0CA6-0D77-DC21-01518CE686EE}"/>
                  </a:ext>
                </a:extLst>
              </p:cNvPr>
              <p:cNvSpPr txBox="1"/>
              <p:nvPr/>
            </p:nvSpPr>
            <p:spPr>
              <a:xfrm>
                <a:off x="9523066" y="3976425"/>
                <a:ext cx="34200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solidFill>
                      <a:srgbClr val="0070C0"/>
                    </a:solidFill>
                    <a:latin typeface="+mn-ea"/>
                    <a:ea typeface="+mn-ea"/>
                  </a:rPr>
                  <a:t>텍스트</a:t>
                </a:r>
                <a:endParaRPr lang="en-US" altLang="ko-KR" sz="700" dirty="0">
                  <a:solidFill>
                    <a:srgbClr val="0070C0"/>
                  </a:solidFill>
                  <a:latin typeface="+mn-ea"/>
                  <a:ea typeface="+mn-ea"/>
                </a:endParaRPr>
              </a:p>
            </p:txBody>
          </p:sp>
        </p:grpSp>
        <p:grpSp>
          <p:nvGrpSpPr>
            <p:cNvPr id="51" name="Group 188">
              <a:extLst>
                <a:ext uri="{FF2B5EF4-FFF2-40B4-BE49-F238E27FC236}">
                  <a16:creationId xmlns:a16="http://schemas.microsoft.com/office/drawing/2014/main" id="{ACDE1F94-6A49-8B31-0A63-E5EBA6EF2398}"/>
                </a:ext>
              </a:extLst>
            </p:cNvPr>
            <p:cNvGrpSpPr/>
            <p:nvPr/>
          </p:nvGrpSpPr>
          <p:grpSpPr>
            <a:xfrm>
              <a:off x="7128776" y="1236699"/>
              <a:ext cx="252239" cy="393258"/>
              <a:chOff x="9567951" y="3763592"/>
              <a:chExt cx="252239" cy="393258"/>
            </a:xfrm>
          </p:grpSpPr>
          <p:sp>
            <p:nvSpPr>
              <p:cNvPr id="53" name="Oval 189">
                <a:extLst>
                  <a:ext uri="{FF2B5EF4-FFF2-40B4-BE49-F238E27FC236}">
                    <a16:creationId xmlns:a16="http://schemas.microsoft.com/office/drawing/2014/main" id="{63A2F066-8887-ECDC-B86E-C6BFFD8AC697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02AC1A1-F7FD-A222-E7DE-4758901C2CAF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게임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6" name="Group 193">
              <a:extLst>
                <a:ext uri="{FF2B5EF4-FFF2-40B4-BE49-F238E27FC236}">
                  <a16:creationId xmlns:a16="http://schemas.microsoft.com/office/drawing/2014/main" id="{DB267840-8C42-EBC3-ED99-BAEB6A4D7B24}"/>
                </a:ext>
              </a:extLst>
            </p:cNvPr>
            <p:cNvGrpSpPr/>
            <p:nvPr/>
          </p:nvGrpSpPr>
          <p:grpSpPr>
            <a:xfrm>
              <a:off x="7450067" y="1236699"/>
              <a:ext cx="431777" cy="393258"/>
              <a:chOff x="9478182" y="3763592"/>
              <a:chExt cx="431777" cy="393258"/>
            </a:xfrm>
          </p:grpSpPr>
          <p:sp>
            <p:nvSpPr>
              <p:cNvPr id="57" name="Oval 194">
                <a:extLst>
                  <a:ext uri="{FF2B5EF4-FFF2-40B4-BE49-F238E27FC236}">
                    <a16:creationId xmlns:a16="http://schemas.microsoft.com/office/drawing/2014/main" id="{92E64BB7-C0FA-6DE8-A0EB-98653BBE16DA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AF63028-2A2A-6E8D-B01F-B34CC03FA4EC}"/>
                  </a:ext>
                </a:extLst>
              </p:cNvPr>
              <p:cNvSpPr txBox="1"/>
              <p:nvPr/>
            </p:nvSpPr>
            <p:spPr>
              <a:xfrm>
                <a:off x="9478182" y="3976425"/>
                <a:ext cx="431777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시그니처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59" name="Group 196">
              <a:extLst>
                <a:ext uri="{FF2B5EF4-FFF2-40B4-BE49-F238E27FC236}">
                  <a16:creationId xmlns:a16="http://schemas.microsoft.com/office/drawing/2014/main" id="{30134D46-9476-E84F-E621-9C2C938AA215}"/>
                </a:ext>
              </a:extLst>
            </p:cNvPr>
            <p:cNvGrpSpPr/>
            <p:nvPr/>
          </p:nvGrpSpPr>
          <p:grpSpPr>
            <a:xfrm>
              <a:off x="7950896" y="1236699"/>
              <a:ext cx="252239" cy="393258"/>
              <a:chOff x="9567951" y="3763592"/>
              <a:chExt cx="252239" cy="393258"/>
            </a:xfrm>
          </p:grpSpPr>
          <p:sp>
            <p:nvSpPr>
              <p:cNvPr id="60" name="Oval 197">
                <a:extLst>
                  <a:ext uri="{FF2B5EF4-FFF2-40B4-BE49-F238E27FC236}">
                    <a16:creationId xmlns:a16="http://schemas.microsoft.com/office/drawing/2014/main" id="{959D89ED-0E6F-8FA1-487E-17C0B8D3B3D0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2CDED7F-F97C-6851-3C4B-EC53A9C29D81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미니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2" name="Group 199">
              <a:extLst>
                <a:ext uri="{FF2B5EF4-FFF2-40B4-BE49-F238E27FC236}">
                  <a16:creationId xmlns:a16="http://schemas.microsoft.com/office/drawing/2014/main" id="{C828A8CE-E50B-1AE6-8FD1-71000F483106}"/>
                </a:ext>
              </a:extLst>
            </p:cNvPr>
            <p:cNvGrpSpPr/>
            <p:nvPr/>
          </p:nvGrpSpPr>
          <p:grpSpPr>
            <a:xfrm>
              <a:off x="8365175" y="1236699"/>
              <a:ext cx="252239" cy="393258"/>
              <a:chOff x="9567951" y="3763592"/>
              <a:chExt cx="252239" cy="393258"/>
            </a:xfrm>
          </p:grpSpPr>
          <p:sp>
            <p:nvSpPr>
              <p:cNvPr id="63" name="Oval 200">
                <a:extLst>
                  <a:ext uri="{FF2B5EF4-FFF2-40B4-BE49-F238E27FC236}">
                    <a16:creationId xmlns:a16="http://schemas.microsoft.com/office/drawing/2014/main" id="{D2717E91-6714-273C-6E73-9F47CDF228C9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5C5C815-9005-4809-1AC9-CB73B6A6C566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음성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65" name="Group 202">
              <a:extLst>
                <a:ext uri="{FF2B5EF4-FFF2-40B4-BE49-F238E27FC236}">
                  <a16:creationId xmlns:a16="http://schemas.microsoft.com/office/drawing/2014/main" id="{815C7CF7-6C2F-45C2-094F-7EB7EE92B280}"/>
                </a:ext>
              </a:extLst>
            </p:cNvPr>
            <p:cNvGrpSpPr/>
            <p:nvPr/>
          </p:nvGrpSpPr>
          <p:grpSpPr>
            <a:xfrm>
              <a:off x="8781614" y="1236699"/>
              <a:ext cx="252239" cy="393258"/>
              <a:chOff x="9567951" y="3763592"/>
              <a:chExt cx="252239" cy="393258"/>
            </a:xfrm>
          </p:grpSpPr>
          <p:sp>
            <p:nvSpPr>
              <p:cNvPr id="66" name="Oval 203">
                <a:extLst>
                  <a:ext uri="{FF2B5EF4-FFF2-40B4-BE49-F238E27FC236}">
                    <a16:creationId xmlns:a16="http://schemas.microsoft.com/office/drawing/2014/main" id="{1D582D2D-8F49-8795-882C-EBEEFB64182F}"/>
                  </a:ext>
                </a:extLst>
              </p:cNvPr>
              <p:cNvSpPr/>
              <p:nvPr/>
            </p:nvSpPr>
            <p:spPr>
              <a:xfrm>
                <a:off x="9587846" y="3763592"/>
                <a:ext cx="216000" cy="2160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r>
                  <a:rPr lang="en-US" altLang="ko-KR" sz="500" b="1" dirty="0">
                    <a:solidFill>
                      <a:schemeClr val="bg1"/>
                    </a:solidFill>
                    <a:latin typeface="+mn-ea"/>
                  </a:rPr>
                  <a:t>ICON</a:t>
                </a:r>
                <a:endParaRPr lang="ko-KR" altLang="en-US" sz="500" b="1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DE11F0A-FC74-BAA7-423E-6B92F4CDCA13}"/>
                  </a:ext>
                </a:extLst>
              </p:cNvPr>
              <p:cNvSpPr txBox="1"/>
              <p:nvPr/>
            </p:nvSpPr>
            <p:spPr>
              <a:xfrm>
                <a:off x="9567951" y="3976425"/>
                <a:ext cx="252239" cy="180425"/>
              </a:xfrm>
              <a:prstGeom prst="rect">
                <a:avLst/>
              </a:prstGeom>
              <a:noFill/>
            </p:spPr>
            <p:txBody>
              <a:bodyPr wrap="non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700" dirty="0">
                    <a:latin typeface="+mn-ea"/>
                    <a:ea typeface="+mn-ea"/>
                  </a:rPr>
                  <a:t>영상</a:t>
                </a:r>
                <a:endParaRPr lang="en-US" altLang="ko-KR" sz="700" dirty="0">
                  <a:latin typeface="+mn-ea"/>
                  <a:ea typeface="+mn-ea"/>
                </a:endParaRPr>
              </a:p>
            </p:txBody>
          </p:sp>
        </p:grpSp>
        <p:pic>
          <p:nvPicPr>
            <p:cNvPr id="68" name="Picture 205">
              <a:extLst>
                <a:ext uri="{FF2B5EF4-FFF2-40B4-BE49-F238E27FC236}">
                  <a16:creationId xmlns:a16="http://schemas.microsoft.com/office/drawing/2014/main" id="{1A7BF3FF-26AB-04D3-D3D3-A19A342F40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44779" y="1298577"/>
              <a:ext cx="216000" cy="216000"/>
            </a:xfrm>
            <a:prstGeom prst="rect">
              <a:avLst/>
            </a:prstGeom>
          </p:spPr>
        </p:pic>
        <p:sp>
          <p:nvSpPr>
            <p:cNvPr id="69" name="Rectangle 153">
              <a:extLst>
                <a:ext uri="{FF2B5EF4-FFF2-40B4-BE49-F238E27FC236}">
                  <a16:creationId xmlns:a16="http://schemas.microsoft.com/office/drawing/2014/main" id="{B57C8068-668D-88D6-2E77-4F38379567B7}"/>
                </a:ext>
              </a:extLst>
            </p:cNvPr>
            <p:cNvSpPr/>
            <p:nvPr/>
          </p:nvSpPr>
          <p:spPr>
            <a:xfrm>
              <a:off x="7937040" y="828466"/>
              <a:ext cx="1489401" cy="30769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채팅하기</a:t>
              </a: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C6C3B2A0-F04D-7C6C-749E-F0CA5B60DE6E}"/>
                </a:ext>
              </a:extLst>
            </p:cNvPr>
            <p:cNvGrpSpPr/>
            <p:nvPr/>
          </p:nvGrpSpPr>
          <p:grpSpPr>
            <a:xfrm>
              <a:off x="6171973" y="888718"/>
              <a:ext cx="172024" cy="225298"/>
              <a:chOff x="5837144" y="1847850"/>
              <a:chExt cx="172024" cy="225298"/>
            </a:xfrm>
          </p:grpSpPr>
          <p:sp>
            <p:nvSpPr>
              <p:cNvPr id="77" name="Rounded Rectangle 165">
                <a:extLst>
                  <a:ext uri="{FF2B5EF4-FFF2-40B4-BE49-F238E27FC236}">
                    <a16:creationId xmlns:a16="http://schemas.microsoft.com/office/drawing/2014/main" id="{8007FD4A-E1BD-4B08-AD8F-1A036F422E55}"/>
                  </a:ext>
                </a:extLst>
              </p:cNvPr>
              <p:cNvSpPr/>
              <p:nvPr/>
            </p:nvSpPr>
            <p:spPr>
              <a:xfrm>
                <a:off x="5837144" y="1847850"/>
                <a:ext cx="172024" cy="225298"/>
              </a:xfrm>
              <a:prstGeom prst="roundRect">
                <a:avLst>
                  <a:gd name="adj" fmla="val 14907"/>
                </a:avLst>
              </a:prstGeom>
              <a:solidFill>
                <a:schemeClr val="bg1"/>
              </a:solidFill>
              <a:ln w="6350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/>
              <a:p>
                <a:pPr algn="ctr"/>
                <a:endParaRPr lang="ko-KR" altLang="en-US" sz="12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78" name="Picture 164">
                <a:extLst>
                  <a:ext uri="{FF2B5EF4-FFF2-40B4-BE49-F238E27FC236}">
                    <a16:creationId xmlns:a16="http://schemas.microsoft.com/office/drawing/2014/main" id="{9610CCE2-A77F-27D3-5077-02AAABFE4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5400000">
                <a:off x="5851642" y="1919554"/>
                <a:ext cx="85286" cy="86276"/>
              </a:xfrm>
              <a:prstGeom prst="rect">
                <a:avLst/>
              </a:prstGeom>
            </p:spPr>
          </p:pic>
        </p:grpSp>
        <p:sp>
          <p:nvSpPr>
            <p:cNvPr id="79" name="Rectangle 158">
              <a:extLst>
                <a:ext uri="{FF2B5EF4-FFF2-40B4-BE49-F238E27FC236}">
                  <a16:creationId xmlns:a16="http://schemas.microsoft.com/office/drawing/2014/main" id="{8BB66710-7A3F-44E2-3FF8-A240E2CCD719}"/>
                </a:ext>
              </a:extLst>
            </p:cNvPr>
            <p:cNvSpPr/>
            <p:nvPr/>
          </p:nvSpPr>
          <p:spPr>
            <a:xfrm>
              <a:off x="6287404" y="838971"/>
              <a:ext cx="1649637" cy="305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n-ea"/>
                </a:rPr>
                <a:t>후원하기</a:t>
              </a:r>
            </a:p>
          </p:txBody>
        </p:sp>
        <p:sp>
          <p:nvSpPr>
            <p:cNvPr id="81" name="Rounded Rectangle 128">
              <a:extLst>
                <a:ext uri="{FF2B5EF4-FFF2-40B4-BE49-F238E27FC236}">
                  <a16:creationId xmlns:a16="http://schemas.microsoft.com/office/drawing/2014/main" id="{6F40B2C7-3F07-F51D-FCAF-E7FAF0CBB8C7}"/>
                </a:ext>
              </a:extLst>
            </p:cNvPr>
            <p:cNvSpPr/>
            <p:nvPr/>
          </p:nvSpPr>
          <p:spPr>
            <a:xfrm>
              <a:off x="6426345" y="6091600"/>
              <a:ext cx="2842088" cy="360000"/>
            </a:xfrm>
            <a:prstGeom prst="roundRect">
              <a:avLst>
                <a:gd name="adj" fmla="val 13939"/>
              </a:avLst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크리에이터명</a:t>
              </a:r>
              <a:r>
                <a:rPr lang="ko-KR" altLang="en-US" sz="900" b="1" dirty="0">
                  <a:solidFill>
                    <a:schemeClr val="bg1">
                      <a:lumMod val="75000"/>
                    </a:schemeClr>
                  </a:solidFill>
                </a:rPr>
                <a:t>님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</a:rPr>
                <a:t>에게</a:t>
              </a:r>
              <a:r>
                <a:rPr lang="ko-KR" altLang="en-US" sz="900" b="1" dirty="0">
                  <a:solidFill>
                    <a:schemeClr val="bg1"/>
                  </a:solidFill>
                </a:rPr>
                <a:t> 후원하기</a:t>
              </a:r>
            </a:p>
          </p:txBody>
        </p:sp>
        <p:sp>
          <p:nvSpPr>
            <p:cNvPr id="94" name="직사각형 19">
              <a:extLst>
                <a:ext uri="{FF2B5EF4-FFF2-40B4-BE49-F238E27FC236}">
                  <a16:creationId xmlns:a16="http://schemas.microsoft.com/office/drawing/2014/main" id="{1ADF4847-1AD4-C553-BBBF-68E1664CD3DA}"/>
                </a:ext>
              </a:extLst>
            </p:cNvPr>
            <p:cNvSpPr/>
            <p:nvPr/>
          </p:nvSpPr>
          <p:spPr>
            <a:xfrm>
              <a:off x="6426345" y="1842790"/>
              <a:ext cx="2842088" cy="4143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후원 메뉴별 컨텐츠 노출 영역</a:t>
              </a:r>
              <a:endPara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endParaRPr>
            </a:p>
            <a:p>
              <a:pPr algn="ctr"/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(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생략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80" name="직선 연결선 143">
              <a:extLst>
                <a:ext uri="{FF2B5EF4-FFF2-40B4-BE49-F238E27FC236}">
                  <a16:creationId xmlns:a16="http://schemas.microsoft.com/office/drawing/2014/main" id="{B9A136A0-B387-CEB9-2973-7DE50DBCB948}"/>
                </a:ext>
              </a:extLst>
            </p:cNvPr>
            <p:cNvCxnSpPr>
              <a:cxnSpLocks/>
            </p:cNvCxnSpPr>
            <p:nvPr/>
          </p:nvCxnSpPr>
          <p:spPr>
            <a:xfrm>
              <a:off x="6277035" y="826570"/>
              <a:ext cx="0" cy="5769733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5000F926-00F0-6F4C-E620-9B0087604BF4}"/>
              </a:ext>
            </a:extLst>
          </p:cNvPr>
          <p:cNvSpPr/>
          <p:nvPr/>
        </p:nvSpPr>
        <p:spPr>
          <a:xfrm>
            <a:off x="160892" y="819326"/>
            <a:ext cx="9301800" cy="576973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6367A11F-5531-BBAA-651D-6E1A11031015}"/>
              </a:ext>
            </a:extLst>
          </p:cNvPr>
          <p:cNvGrpSpPr/>
          <p:nvPr/>
        </p:nvGrpSpPr>
        <p:grpSpPr>
          <a:xfrm>
            <a:off x="5853553" y="2161004"/>
            <a:ext cx="338760" cy="788384"/>
            <a:chOff x="5828573" y="1914713"/>
            <a:chExt cx="362159" cy="842844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205D0749-6F0E-88BB-BF61-BD80CC6B034C}"/>
                </a:ext>
              </a:extLst>
            </p:cNvPr>
            <p:cNvGrpSpPr/>
            <p:nvPr/>
          </p:nvGrpSpPr>
          <p:grpSpPr>
            <a:xfrm>
              <a:off x="5828573" y="1914713"/>
              <a:ext cx="362159" cy="362159"/>
              <a:chOff x="5771499" y="1914713"/>
              <a:chExt cx="362159" cy="362159"/>
            </a:xfrm>
          </p:grpSpPr>
          <p:sp>
            <p:nvSpPr>
              <p:cNvPr id="126" name="타원 125">
                <a:extLst>
                  <a:ext uri="{FF2B5EF4-FFF2-40B4-BE49-F238E27FC236}">
                    <a16:creationId xmlns:a16="http://schemas.microsoft.com/office/drawing/2014/main" id="{C62BEE7B-EA4E-26AD-9ECE-2113B6BDE116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8" name="그림 127">
                <a:extLst>
                  <a:ext uri="{FF2B5EF4-FFF2-40B4-BE49-F238E27FC236}">
                    <a16:creationId xmlns:a16="http://schemas.microsoft.com/office/drawing/2014/main" id="{627C7765-A4D1-5D62-D2EB-075E972244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C47AF210-CDC9-1F3E-9A5A-7927F7132E69}"/>
                </a:ext>
              </a:extLst>
            </p:cNvPr>
            <p:cNvGrpSpPr/>
            <p:nvPr/>
          </p:nvGrpSpPr>
          <p:grpSpPr>
            <a:xfrm rot="10800000">
              <a:off x="5828573" y="2395398"/>
              <a:ext cx="362159" cy="362159"/>
              <a:chOff x="5771499" y="1914713"/>
              <a:chExt cx="362159" cy="362159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F555F422-C615-35BC-990C-29ED3E703AB7}"/>
                  </a:ext>
                </a:extLst>
              </p:cNvPr>
              <p:cNvSpPr/>
              <p:nvPr/>
            </p:nvSpPr>
            <p:spPr>
              <a:xfrm>
                <a:off x="5771499" y="1914713"/>
                <a:ext cx="362159" cy="36215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extLst>
                  <a:ext uri="{FF2B5EF4-FFF2-40B4-BE49-F238E27FC236}">
                    <a16:creationId xmlns:a16="http://schemas.microsoft.com/office/drawing/2014/main" id="{07DA1A84-96BF-61D7-62E7-6D31B14D7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rot="10800000">
                <a:off x="5824684" y="1967898"/>
                <a:ext cx="255789" cy="255789"/>
              </a:xfrm>
              <a:prstGeom prst="rect">
                <a:avLst/>
              </a:prstGeom>
            </p:spPr>
          </p:pic>
        </p:grpSp>
      </p:grpSp>
      <p:sp>
        <p:nvSpPr>
          <p:cNvPr id="200" name="TextBox 199">
            <a:extLst>
              <a:ext uri="{FF2B5EF4-FFF2-40B4-BE49-F238E27FC236}">
                <a16:creationId xmlns:a16="http://schemas.microsoft.com/office/drawing/2014/main" id="{474B0194-EA5D-046E-D7B9-1D00E968D14D}"/>
              </a:ext>
            </a:extLst>
          </p:cNvPr>
          <p:cNvSpPr txBox="1"/>
          <p:nvPr/>
        </p:nvSpPr>
        <p:spPr>
          <a:xfrm>
            <a:off x="737605" y="5000800"/>
            <a:ext cx="1645250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1000" b="1" dirty="0">
                <a:latin typeface="+mn-ea"/>
                <a:ea typeface="+mn-ea"/>
              </a:rPr>
              <a:t>크리에이터명</a:t>
            </a:r>
            <a:r>
              <a:rPr lang="ko-KR" altLang="en-US" sz="900" dirty="0">
                <a:latin typeface="+mn-ea"/>
                <a:ea typeface="+mn-ea"/>
              </a:rPr>
              <a:t> </a:t>
            </a:r>
            <a:r>
              <a:rPr lang="en-US" altLang="ko-KR" sz="900" dirty="0">
                <a:latin typeface="+mn-ea"/>
                <a:ea typeface="+mn-ea"/>
              </a:rPr>
              <a:t>#</a:t>
            </a:r>
            <a:r>
              <a:rPr lang="ko-KR" altLang="en-US" sz="900" dirty="0">
                <a:latin typeface="+mn-ea"/>
                <a:ea typeface="+mn-ea"/>
              </a:rPr>
              <a:t>고유식별번호</a:t>
            </a:r>
            <a:endParaRPr lang="en-US" altLang="ko-KR" sz="1000" dirty="0">
              <a:latin typeface="+mn-ea"/>
              <a:ea typeface="+mn-ea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B42DD1C-D690-92DF-3A71-1EA5EE8BE00E}"/>
              </a:ext>
            </a:extLst>
          </p:cNvPr>
          <p:cNvSpPr txBox="1"/>
          <p:nvPr/>
        </p:nvSpPr>
        <p:spPr>
          <a:xfrm>
            <a:off x="742619" y="5201240"/>
            <a:ext cx="1986689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프로필 한줄 설명이 노출되는 영역입니다</a:t>
            </a:r>
            <a:r>
              <a:rPr lang="en-US" altLang="ko-KR" sz="800" dirty="0">
                <a:latin typeface="+mn-ea"/>
                <a:ea typeface="+mn-ea"/>
              </a:rPr>
              <a:t>.</a:t>
            </a:r>
            <a:endParaRPr lang="en-US" altLang="ko-KR" sz="800" b="1" dirty="0">
              <a:latin typeface="+mn-ea"/>
              <a:ea typeface="+mn-ea"/>
            </a:endParaRPr>
          </a:p>
        </p:txBody>
      </p:sp>
      <p:pic>
        <p:nvPicPr>
          <p:cNvPr id="202" name="Picture 142">
            <a:extLst>
              <a:ext uri="{FF2B5EF4-FFF2-40B4-BE49-F238E27FC236}">
                <a16:creationId xmlns:a16="http://schemas.microsoft.com/office/drawing/2014/main" id="{0DAB4245-CFB4-D872-3EA3-E5AA673CB6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9294" y="5043398"/>
            <a:ext cx="136038" cy="141707"/>
          </a:xfrm>
          <a:prstGeom prst="rect">
            <a:avLst/>
          </a:prstGeom>
        </p:spPr>
      </p:pic>
      <p:grpSp>
        <p:nvGrpSpPr>
          <p:cNvPr id="203" name="Group 149">
            <a:extLst>
              <a:ext uri="{FF2B5EF4-FFF2-40B4-BE49-F238E27FC236}">
                <a16:creationId xmlns:a16="http://schemas.microsoft.com/office/drawing/2014/main" id="{AF0FBA7F-E7CB-CAB6-9437-91B824863DB2}"/>
              </a:ext>
            </a:extLst>
          </p:cNvPr>
          <p:cNvGrpSpPr/>
          <p:nvPr/>
        </p:nvGrpSpPr>
        <p:grpSpPr>
          <a:xfrm>
            <a:off x="365283" y="5024720"/>
            <a:ext cx="308360" cy="308360"/>
            <a:chOff x="6468801" y="4933120"/>
            <a:chExt cx="216000" cy="216000"/>
          </a:xfrm>
        </p:grpSpPr>
        <p:sp>
          <p:nvSpPr>
            <p:cNvPr id="204" name="Oval 156">
              <a:extLst>
                <a:ext uri="{FF2B5EF4-FFF2-40B4-BE49-F238E27FC236}">
                  <a16:creationId xmlns:a16="http://schemas.microsoft.com/office/drawing/2014/main" id="{139607E8-CFC0-D93E-4522-001CA8FDF914}"/>
                </a:ext>
              </a:extLst>
            </p:cNvPr>
            <p:cNvSpPr/>
            <p:nvPr/>
          </p:nvSpPr>
          <p:spPr>
            <a:xfrm>
              <a:off x="6468801" y="4933120"/>
              <a:ext cx="216000" cy="216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05" name="Picture 159">
              <a:extLst>
                <a:ext uri="{FF2B5EF4-FFF2-40B4-BE49-F238E27FC236}">
                  <a16:creationId xmlns:a16="http://schemas.microsoft.com/office/drawing/2014/main" id="{9A21FC1E-9EF4-8571-E4B3-92D43AD24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90332" y="4940441"/>
              <a:ext cx="172937" cy="172937"/>
            </a:xfrm>
            <a:prstGeom prst="rect">
              <a:avLst/>
            </a:prstGeom>
          </p:spPr>
        </p:pic>
      </p:grpSp>
      <p:sp>
        <p:nvSpPr>
          <p:cNvPr id="206" name="Rounded Rectangle 160">
            <a:extLst>
              <a:ext uri="{FF2B5EF4-FFF2-40B4-BE49-F238E27FC236}">
                <a16:creationId xmlns:a16="http://schemas.microsoft.com/office/drawing/2014/main" id="{8A054F30-C4F5-E087-ED00-32020F3A3D46}"/>
              </a:ext>
            </a:extLst>
          </p:cNvPr>
          <p:cNvSpPr/>
          <p:nvPr/>
        </p:nvSpPr>
        <p:spPr>
          <a:xfrm>
            <a:off x="362075" y="5243833"/>
            <a:ext cx="309072" cy="136254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72000" tIns="0" rIns="72000" bIns="0" rtlCol="0" anchor="ctr"/>
          <a:lstStyle/>
          <a:p>
            <a:pPr algn="ctr"/>
            <a:r>
              <a:rPr lang="en-US" altLang="ko-KR" sz="700" b="1" dirty="0">
                <a:solidFill>
                  <a:schemeClr val="bg1"/>
                </a:solidFill>
                <a:latin typeface="+mn-ea"/>
              </a:rPr>
              <a:t>LIVE</a:t>
            </a:r>
            <a:endParaRPr lang="ko-KR" altLang="en-US" sz="7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7" name="Group 2">
            <a:extLst>
              <a:ext uri="{FF2B5EF4-FFF2-40B4-BE49-F238E27FC236}">
                <a16:creationId xmlns:a16="http://schemas.microsoft.com/office/drawing/2014/main" id="{58B0EEFD-20F0-95FE-3C13-7C0FFA786552}"/>
              </a:ext>
            </a:extLst>
          </p:cNvPr>
          <p:cNvGrpSpPr/>
          <p:nvPr/>
        </p:nvGrpSpPr>
        <p:grpSpPr>
          <a:xfrm>
            <a:off x="4280095" y="5128776"/>
            <a:ext cx="754838" cy="197229"/>
            <a:chOff x="4448007" y="5346092"/>
            <a:chExt cx="754838" cy="197229"/>
          </a:xfrm>
        </p:grpSpPr>
        <p:sp>
          <p:nvSpPr>
            <p:cNvPr id="208" name="Rectangle 256">
              <a:extLst>
                <a:ext uri="{FF2B5EF4-FFF2-40B4-BE49-F238E27FC236}">
                  <a16:creationId xmlns:a16="http://schemas.microsoft.com/office/drawing/2014/main" id="{71AAE09A-926E-F7D6-51B2-2CEA1B92F597}"/>
                </a:ext>
              </a:extLst>
            </p:cNvPr>
            <p:cNvSpPr/>
            <p:nvPr/>
          </p:nvSpPr>
          <p:spPr>
            <a:xfrm>
              <a:off x="4448007" y="5346092"/>
              <a:ext cx="754838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즐겨찾기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09" name="Picture 191">
              <a:extLst>
                <a:ext uri="{FF2B5EF4-FFF2-40B4-BE49-F238E27FC236}">
                  <a16:creationId xmlns:a16="http://schemas.microsoft.com/office/drawing/2014/main" id="{324C2630-B73C-7788-B23D-0E7C31AE0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biLevel thresh="25000"/>
            </a:blip>
            <a:stretch>
              <a:fillRect/>
            </a:stretch>
          </p:blipFill>
          <p:spPr>
            <a:xfrm>
              <a:off x="4512018" y="5375793"/>
              <a:ext cx="131381" cy="125125"/>
            </a:xfrm>
            <a:prstGeom prst="rect">
              <a:avLst/>
            </a:prstGeom>
          </p:spPr>
        </p:pic>
      </p:grpSp>
      <p:grpSp>
        <p:nvGrpSpPr>
          <p:cNvPr id="210" name="Group 17">
            <a:extLst>
              <a:ext uri="{FF2B5EF4-FFF2-40B4-BE49-F238E27FC236}">
                <a16:creationId xmlns:a16="http://schemas.microsoft.com/office/drawing/2014/main" id="{4AE36D84-B910-E3C9-61A8-CD2FEA32AC46}"/>
              </a:ext>
            </a:extLst>
          </p:cNvPr>
          <p:cNvGrpSpPr/>
          <p:nvPr/>
        </p:nvGrpSpPr>
        <p:grpSpPr>
          <a:xfrm>
            <a:off x="5631940" y="5128776"/>
            <a:ext cx="581183" cy="197229"/>
            <a:chOff x="5199485" y="5263720"/>
            <a:chExt cx="581183" cy="197229"/>
          </a:xfrm>
        </p:grpSpPr>
        <p:sp>
          <p:nvSpPr>
            <p:cNvPr id="211" name="Rectangle 256">
              <a:extLst>
                <a:ext uri="{FF2B5EF4-FFF2-40B4-BE49-F238E27FC236}">
                  <a16:creationId xmlns:a16="http://schemas.microsoft.com/office/drawing/2014/main" id="{413C597E-49B3-3F13-D404-5BEE4A177C80}"/>
                </a:ext>
              </a:extLst>
            </p:cNvPr>
            <p:cNvSpPr/>
            <p:nvPr/>
          </p:nvSpPr>
          <p:spPr>
            <a:xfrm>
              <a:off x="5199485" y="5263720"/>
              <a:ext cx="581183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공유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12" name="Picture 15">
              <a:extLst>
                <a:ext uri="{FF2B5EF4-FFF2-40B4-BE49-F238E27FC236}">
                  <a16:creationId xmlns:a16="http://schemas.microsoft.com/office/drawing/2014/main" id="{E2D3770E-FA5E-C95D-4EB2-028F857DD7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</a:blip>
            <a:stretch>
              <a:fillRect/>
            </a:stretch>
          </p:blipFill>
          <p:spPr>
            <a:xfrm>
              <a:off x="5287580" y="5301372"/>
              <a:ext cx="126000" cy="126000"/>
            </a:xfrm>
            <a:prstGeom prst="rect">
              <a:avLst/>
            </a:prstGeom>
          </p:spPr>
        </p:pic>
      </p:grp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76E38F75-2C2C-3B4A-0260-406BB832301F}"/>
              </a:ext>
            </a:extLst>
          </p:cNvPr>
          <p:cNvSpPr/>
          <p:nvPr/>
        </p:nvSpPr>
        <p:spPr>
          <a:xfrm>
            <a:off x="247649" y="5787476"/>
            <a:ext cx="5974567" cy="729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크리에이터 메뉴별 컨텐츠 노출 영역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(</a:t>
            </a:r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생략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5987B905-907C-1456-8F27-5EAAE9B66A0F}"/>
              </a:ext>
            </a:extLst>
          </p:cNvPr>
          <p:cNvSpPr txBox="1"/>
          <p:nvPr/>
        </p:nvSpPr>
        <p:spPr>
          <a:xfrm>
            <a:off x="2729308" y="5193238"/>
            <a:ext cx="380481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r"/>
            <a:r>
              <a:rPr lang="ko-KR" altLang="en-US" sz="800" b="1" u="sng" dirty="0">
                <a:solidFill>
                  <a:srgbClr val="375FF4"/>
                </a:solidFill>
                <a:latin typeface="+mn-ea"/>
                <a:ea typeface="+mn-ea"/>
              </a:rPr>
              <a:t>더보기</a:t>
            </a:r>
          </a:p>
        </p:txBody>
      </p:sp>
      <p:grpSp>
        <p:nvGrpSpPr>
          <p:cNvPr id="215" name="Group 26">
            <a:extLst>
              <a:ext uri="{FF2B5EF4-FFF2-40B4-BE49-F238E27FC236}">
                <a16:creationId xmlns:a16="http://schemas.microsoft.com/office/drawing/2014/main" id="{25E04EE7-B3A9-B7AC-720A-AED23513919B}"/>
              </a:ext>
            </a:extLst>
          </p:cNvPr>
          <p:cNvGrpSpPr/>
          <p:nvPr/>
        </p:nvGrpSpPr>
        <p:grpSpPr>
          <a:xfrm>
            <a:off x="249187" y="5526143"/>
            <a:ext cx="5961113" cy="219667"/>
            <a:chOff x="1895287" y="2791040"/>
            <a:chExt cx="5961113" cy="219667"/>
          </a:xfrm>
        </p:grpSpPr>
        <p:grpSp>
          <p:nvGrpSpPr>
            <p:cNvPr id="216" name="그룹 6">
              <a:extLst>
                <a:ext uri="{FF2B5EF4-FFF2-40B4-BE49-F238E27FC236}">
                  <a16:creationId xmlns:a16="http://schemas.microsoft.com/office/drawing/2014/main" id="{AD0F018C-2246-AC21-9D59-68524567C086}"/>
                </a:ext>
              </a:extLst>
            </p:cNvPr>
            <p:cNvGrpSpPr/>
            <p:nvPr/>
          </p:nvGrpSpPr>
          <p:grpSpPr>
            <a:xfrm>
              <a:off x="1895287" y="2791040"/>
              <a:ext cx="4171550" cy="216024"/>
              <a:chOff x="554818" y="1258027"/>
              <a:chExt cx="5641581" cy="216024"/>
            </a:xfrm>
          </p:grpSpPr>
          <p:sp>
            <p:nvSpPr>
              <p:cNvPr id="218" name="Tab 1">
                <a:extLst>
                  <a:ext uri="{FF2B5EF4-FFF2-40B4-BE49-F238E27FC236}">
                    <a16:creationId xmlns:a16="http://schemas.microsoft.com/office/drawing/2014/main" id="{38165824-CED0-5B5E-AA9C-E25E074E8331}"/>
                  </a:ext>
                </a:extLst>
              </p:cNvPr>
              <p:cNvSpPr/>
              <p:nvPr/>
            </p:nvSpPr>
            <p:spPr>
              <a:xfrm>
                <a:off x="554818" y="1258027"/>
                <a:ext cx="925037" cy="216024"/>
              </a:xfrm>
              <a:prstGeom prst="round2SameRect">
                <a:avLst/>
              </a:prstGeom>
              <a:solidFill>
                <a:srgbClr val="404040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  <a:latin typeface="+mn-ea"/>
                    <a:cs typeface="Calibri" pitchFamily="34" charset="0"/>
                  </a:rPr>
                  <a:t>쇼츠</a:t>
                </a:r>
                <a:endParaRPr lang="en-US" altLang="ko-KR" sz="800" b="1" dirty="0">
                  <a:solidFill>
                    <a:schemeClr val="bg1"/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19" name="Tab 2">
                <a:extLst>
                  <a:ext uri="{FF2B5EF4-FFF2-40B4-BE49-F238E27FC236}">
                    <a16:creationId xmlns:a16="http://schemas.microsoft.com/office/drawing/2014/main" id="{ADD7601B-BB0B-2E42-F378-36E2E643CBCD}"/>
                  </a:ext>
                </a:extLst>
              </p:cNvPr>
              <p:cNvSpPr/>
              <p:nvPr/>
            </p:nvSpPr>
            <p:spPr>
              <a:xfrm>
                <a:off x="1498409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다시보기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0" name="Tab 2">
                <a:extLst>
                  <a:ext uri="{FF2B5EF4-FFF2-40B4-BE49-F238E27FC236}">
                    <a16:creationId xmlns:a16="http://schemas.microsoft.com/office/drawing/2014/main" id="{AC7344C8-2375-16AC-562C-2872D10B9C22}"/>
                  </a:ext>
                </a:extLst>
              </p:cNvPr>
              <p:cNvSpPr/>
              <p:nvPr/>
            </p:nvSpPr>
            <p:spPr>
              <a:xfrm>
                <a:off x="2440558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칭호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1" name="Tab 2">
                <a:extLst>
                  <a:ext uri="{FF2B5EF4-FFF2-40B4-BE49-F238E27FC236}">
                    <a16:creationId xmlns:a16="http://schemas.microsoft.com/office/drawing/2014/main" id="{AAD67D1C-C186-8FD3-F684-7A0EF97AFF26}"/>
                  </a:ext>
                </a:extLst>
              </p:cNvPr>
              <p:cNvSpPr/>
              <p:nvPr/>
            </p:nvSpPr>
            <p:spPr>
              <a:xfrm>
                <a:off x="3382536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후원순위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2" name="Tab 2">
                <a:extLst>
                  <a:ext uri="{FF2B5EF4-FFF2-40B4-BE49-F238E27FC236}">
                    <a16:creationId xmlns:a16="http://schemas.microsoft.com/office/drawing/2014/main" id="{B69BF368-7028-F8E5-AD39-FB237F8AC32B}"/>
                  </a:ext>
                </a:extLst>
              </p:cNvPr>
              <p:cNvSpPr/>
              <p:nvPr/>
            </p:nvSpPr>
            <p:spPr>
              <a:xfrm>
                <a:off x="4322714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후원내역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  <p:sp>
            <p:nvSpPr>
              <p:cNvPr id="223" name="Tab 2">
                <a:extLst>
                  <a:ext uri="{FF2B5EF4-FFF2-40B4-BE49-F238E27FC236}">
                    <a16:creationId xmlns:a16="http://schemas.microsoft.com/office/drawing/2014/main" id="{EE269682-A57F-7FB6-B719-55CA082E239D}"/>
                  </a:ext>
                </a:extLst>
              </p:cNvPr>
              <p:cNvSpPr/>
              <p:nvPr/>
            </p:nvSpPr>
            <p:spPr>
              <a:xfrm>
                <a:off x="5271361" y="1258027"/>
                <a:ext cx="925038" cy="216024"/>
              </a:xfrm>
              <a:prstGeom prst="round2SameRect">
                <a:avLst/>
              </a:prstGeom>
              <a:solidFill>
                <a:srgbClr val="F2F2F2"/>
              </a:solidFill>
              <a:ln w="3175">
                <a:solidFill>
                  <a:schemeClr val="bg1">
                    <a:lumMod val="6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Calibri" pitchFamily="34" charset="0"/>
                  </a:rPr>
                  <a:t>공지사항</a:t>
                </a:r>
                <a:endPara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Calibri" pitchFamily="34" charset="0"/>
                </a:endParaRPr>
              </a:p>
            </p:txBody>
          </p:sp>
        </p:grpSp>
        <p:cxnSp>
          <p:nvCxnSpPr>
            <p:cNvPr id="217" name="직선 연결선 32">
              <a:extLst>
                <a:ext uri="{FF2B5EF4-FFF2-40B4-BE49-F238E27FC236}">
                  <a16:creationId xmlns:a16="http://schemas.microsoft.com/office/drawing/2014/main" id="{0B41C9BA-1BE4-EE15-B213-BAA0740D2C6C}"/>
                </a:ext>
              </a:extLst>
            </p:cNvPr>
            <p:cNvCxnSpPr>
              <a:cxnSpLocks/>
            </p:cNvCxnSpPr>
            <p:nvPr/>
          </p:nvCxnSpPr>
          <p:spPr>
            <a:xfrm>
              <a:off x="1895288" y="3010707"/>
              <a:ext cx="5961112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88563AB9-A4CE-462B-612A-B9A455712A55}"/>
              </a:ext>
            </a:extLst>
          </p:cNvPr>
          <p:cNvGrpSpPr/>
          <p:nvPr/>
        </p:nvGrpSpPr>
        <p:grpSpPr>
          <a:xfrm>
            <a:off x="5072350" y="5128776"/>
            <a:ext cx="520284" cy="197229"/>
            <a:chOff x="4050461" y="5245314"/>
            <a:chExt cx="520284" cy="197229"/>
          </a:xfrm>
        </p:grpSpPr>
        <p:sp>
          <p:nvSpPr>
            <p:cNvPr id="225" name="Rectangle 256">
              <a:extLst>
                <a:ext uri="{FF2B5EF4-FFF2-40B4-BE49-F238E27FC236}">
                  <a16:creationId xmlns:a16="http://schemas.microsoft.com/office/drawing/2014/main" id="{E71840FB-E7A6-FEEA-E6F2-3D0507E12A5F}"/>
                </a:ext>
              </a:extLst>
            </p:cNvPr>
            <p:cNvSpPr/>
            <p:nvPr/>
          </p:nvSpPr>
          <p:spPr>
            <a:xfrm>
              <a:off x="4050461" y="5245314"/>
              <a:ext cx="520284" cy="197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rgbClr val="404040"/>
              </a:solidFill>
            </a:ln>
          </p:spPr>
          <p:txBody>
            <a:bodyPr wrap="square" lIns="72000" tIns="0" rIns="72000" bIns="3600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800" b="1" dirty="0">
                  <a:solidFill>
                    <a:schemeClr val="bg1"/>
                  </a:solidFill>
                  <a:latin typeface="+mn-ea"/>
                  <a:ea typeface="+mn-ea"/>
                </a:rPr>
                <a:t>    알림</a:t>
              </a:r>
              <a:endParaRPr lang="en-US" altLang="ko-KR" sz="800" b="1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pic>
          <p:nvPicPr>
            <p:cNvPr id="226" name="그림 225">
              <a:extLst>
                <a:ext uri="{FF2B5EF4-FFF2-40B4-BE49-F238E27FC236}">
                  <a16:creationId xmlns:a16="http://schemas.microsoft.com/office/drawing/2014/main" id="{E3B6C2AB-358D-E3AC-01BF-2D8C39661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095751" y="5260566"/>
              <a:ext cx="158186" cy="158186"/>
            </a:xfrm>
            <a:prstGeom prst="rect">
              <a:avLst/>
            </a:prstGeom>
          </p:spPr>
        </p:pic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D867518E-6695-6A30-7096-DA4F341ABE62}"/>
              </a:ext>
            </a:extLst>
          </p:cNvPr>
          <p:cNvGrpSpPr/>
          <p:nvPr/>
        </p:nvGrpSpPr>
        <p:grpSpPr>
          <a:xfrm>
            <a:off x="4591664" y="4383575"/>
            <a:ext cx="1661164" cy="202164"/>
            <a:chOff x="4439700" y="4436870"/>
            <a:chExt cx="1661164" cy="202164"/>
          </a:xfrm>
        </p:grpSpPr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27C2EAA-EA5B-5C39-BC2F-B26E8016A181}"/>
                </a:ext>
              </a:extLst>
            </p:cNvPr>
            <p:cNvSpPr txBox="1"/>
            <p:nvPr/>
          </p:nvSpPr>
          <p:spPr>
            <a:xfrm>
              <a:off x="4439700" y="4436870"/>
              <a:ext cx="803672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1,434</a:t>
              </a:r>
              <a:r>
                <a:rPr lang="ko-KR" altLang="en-US" sz="800" dirty="0">
                  <a:latin typeface="+mn-ea"/>
                  <a:ea typeface="+mn-ea"/>
                </a:rPr>
                <a:t>명 시청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8E7DB703-0AE1-759C-E368-953F3A14E045}"/>
                </a:ext>
              </a:extLst>
            </p:cNvPr>
            <p:cNvSpPr txBox="1"/>
            <p:nvPr/>
          </p:nvSpPr>
          <p:spPr>
            <a:xfrm>
              <a:off x="5197217" y="4443220"/>
              <a:ext cx="106367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ko-KR" altLang="en-US" sz="800" dirty="0">
                  <a:latin typeface="+mn-ea"/>
                  <a:ea typeface="+mn-ea"/>
                </a:rPr>
                <a:t>〮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2EAEF96C-89EE-B0B4-C385-9B919519CA99}"/>
                </a:ext>
              </a:extLst>
            </p:cNvPr>
            <p:cNvSpPr txBox="1"/>
            <p:nvPr/>
          </p:nvSpPr>
          <p:spPr>
            <a:xfrm>
              <a:off x="5265131" y="4436870"/>
              <a:ext cx="835733" cy="195814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800" dirty="0">
                  <a:latin typeface="+mn-ea"/>
                  <a:ea typeface="+mn-ea"/>
                </a:rPr>
                <a:t>00:34:22 </a:t>
              </a:r>
              <a:r>
                <a:rPr lang="ko-KR" altLang="en-US" sz="800" dirty="0">
                  <a:latin typeface="+mn-ea"/>
                  <a:ea typeface="+mn-ea"/>
                </a:rPr>
                <a:t>방송 중</a:t>
              </a:r>
              <a:endParaRPr lang="en-US" altLang="ko-KR" sz="800" b="1" dirty="0">
                <a:latin typeface="+mn-ea"/>
                <a:ea typeface="+mn-ea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BB5E74C-ACD8-FF63-66AB-32C2440AFFFF}"/>
              </a:ext>
            </a:extLst>
          </p:cNvPr>
          <p:cNvSpPr txBox="1"/>
          <p:nvPr/>
        </p:nvSpPr>
        <p:spPr>
          <a:xfrm>
            <a:off x="1354360" y="2234056"/>
            <a:ext cx="3765453" cy="43191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네트워크 연결이 불안정합니다.</a:t>
            </a:r>
            <a:b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en-US" altLang="ko-KR" sz="1000" b="1" dirty="0">
                <a:solidFill>
                  <a:schemeClr val="bg1"/>
                </a:solidFill>
                <a:latin typeface="+mn-ea"/>
                <a:ea typeface="+mn-ea"/>
              </a:rPr>
              <a:t>연결 상태를 확인한 뒤 다시 시도해 주세요.</a:t>
            </a:r>
            <a:endParaRPr lang="en-US" altLang="ko-KR" sz="100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C333B06-9555-40ED-6895-D26FFFE207E4}"/>
              </a:ext>
            </a:extLst>
          </p:cNvPr>
          <p:cNvSpPr/>
          <p:nvPr/>
        </p:nvSpPr>
        <p:spPr>
          <a:xfrm>
            <a:off x="2527710" y="2815385"/>
            <a:ext cx="1418754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다시 시도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타원 129">
            <a:extLst>
              <a:ext uri="{FF2B5EF4-FFF2-40B4-BE49-F238E27FC236}">
                <a16:creationId xmlns:a16="http://schemas.microsoft.com/office/drawing/2014/main" id="{EC11EEE3-43EA-34FE-7A5F-191302348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708" y="2178960"/>
            <a:ext cx="151424" cy="151422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287BD4-AE01-3B4E-57F8-BEC2437A41EB}"/>
              </a:ext>
            </a:extLst>
          </p:cNvPr>
          <p:cNvSpPr/>
          <p:nvPr/>
        </p:nvSpPr>
        <p:spPr>
          <a:xfrm>
            <a:off x="36207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1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438690B-A1D3-A98F-B389-43063BB2B3BD}"/>
              </a:ext>
            </a:extLst>
          </p:cNvPr>
          <p:cNvSpPr/>
          <p:nvPr/>
        </p:nvSpPr>
        <p:spPr>
          <a:xfrm>
            <a:off x="1078810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2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BFF33F0-2796-AA12-894A-CBC2772DCFDE}"/>
              </a:ext>
            </a:extLst>
          </p:cNvPr>
          <p:cNvSpPr/>
          <p:nvPr/>
        </p:nvSpPr>
        <p:spPr>
          <a:xfrm>
            <a:off x="1795545" y="4654669"/>
            <a:ext cx="683995" cy="239402"/>
          </a:xfrm>
          <a:prstGeom prst="roundRect">
            <a:avLst>
              <a:gd name="adj" fmla="val 18631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</a:rPr>
              <a:t>카테고리 </a:t>
            </a:r>
            <a:r>
              <a:rPr lang="en-US" altLang="ko-KR" sz="800" dirty="0">
                <a:solidFill>
                  <a:schemeClr val="bg1"/>
                </a:solidFill>
                <a:latin typeface="+mn-ea"/>
              </a:rPr>
              <a:t>3</a:t>
            </a:r>
            <a:endParaRPr lang="ko-KR" altLang="en-US" sz="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F4C63E-BB33-AA05-34C9-2E22DD87C24D}"/>
              </a:ext>
            </a:extLst>
          </p:cNvPr>
          <p:cNvSpPr txBox="1"/>
          <p:nvPr/>
        </p:nvSpPr>
        <p:spPr>
          <a:xfrm>
            <a:off x="2539175" y="4671140"/>
            <a:ext cx="853366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리그오브레전드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EC5943-AC2B-EAD1-C13E-E03EA7693FF9}"/>
              </a:ext>
            </a:extLst>
          </p:cNvPr>
          <p:cNvSpPr txBox="1"/>
          <p:nvPr/>
        </p:nvSpPr>
        <p:spPr>
          <a:xfrm>
            <a:off x="3389224" y="4671140"/>
            <a:ext cx="75077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나는야게임왕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4501D-B9F3-6483-D099-5C04A3C41F6B}"/>
              </a:ext>
            </a:extLst>
          </p:cNvPr>
          <p:cNvSpPr txBox="1"/>
          <p:nvPr/>
        </p:nvSpPr>
        <p:spPr>
          <a:xfrm>
            <a:off x="4154612" y="4671140"/>
            <a:ext cx="553604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#T1</a:t>
            </a:r>
            <a:r>
              <a:rPr lang="ko-KR" altLang="en-US" sz="800" dirty="0">
                <a:latin typeface="+mn-ea"/>
                <a:ea typeface="+mn-ea"/>
              </a:rPr>
              <a:t>티밀리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6A4ED-AA2D-9EA4-F1A2-F90713305386}"/>
              </a:ext>
            </a:extLst>
          </p:cNvPr>
          <p:cNvSpPr txBox="1"/>
          <p:nvPr/>
        </p:nvSpPr>
        <p:spPr>
          <a:xfrm>
            <a:off x="4706616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게임이좋아</a:t>
            </a:r>
            <a:endParaRPr lang="en-US" altLang="ko-KR" sz="800" b="1" dirty="0">
              <a:latin typeface="+mn-ea"/>
              <a:ea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5B67AA-EFCE-DD27-189C-C9228558FAC7}"/>
              </a:ext>
            </a:extLst>
          </p:cNvPr>
          <p:cNvSpPr txBox="1"/>
          <p:nvPr/>
        </p:nvSpPr>
        <p:spPr>
          <a:xfrm>
            <a:off x="5354798" y="4671140"/>
            <a:ext cx="648182" cy="195814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#</a:t>
            </a:r>
            <a:r>
              <a:rPr lang="ko-KR" altLang="en-US" sz="800" dirty="0">
                <a:latin typeface="+mn-ea"/>
                <a:ea typeface="+mn-ea"/>
              </a:rPr>
              <a:t>니달리천재</a:t>
            </a:r>
            <a:endParaRPr lang="en-US" altLang="ko-KR" sz="800" b="1" dirty="0">
              <a:latin typeface="+mn-ea"/>
              <a:ea typeface="+mn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37F3BBB-7E74-F0C1-DE8A-4EF003A74A78}"/>
              </a:ext>
            </a:extLst>
          </p:cNvPr>
          <p:cNvGrpSpPr/>
          <p:nvPr/>
        </p:nvGrpSpPr>
        <p:grpSpPr>
          <a:xfrm>
            <a:off x="275040" y="950360"/>
            <a:ext cx="344363" cy="148055"/>
            <a:chOff x="355725" y="941395"/>
            <a:chExt cx="483691" cy="207957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79D177BD-A4C7-9C9A-1883-2940AAD6B860}"/>
                </a:ext>
              </a:extLst>
            </p:cNvPr>
            <p:cNvSpPr/>
            <p:nvPr/>
          </p:nvSpPr>
          <p:spPr>
            <a:xfrm>
              <a:off x="355725" y="941395"/>
              <a:ext cx="483691" cy="207957"/>
            </a:xfrm>
            <a:prstGeom prst="roundRect">
              <a:avLst>
                <a:gd name="adj" fmla="val 21716"/>
              </a:avLst>
            </a:prstGeom>
            <a:solidFill>
              <a:srgbClr val="519CF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E23FDFB7-A994-29E1-4AD8-C230F736E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36220" y="984867"/>
              <a:ext cx="322700" cy="1210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821153</TotalTime>
  <Words>3703</Words>
  <Application>Microsoft Office PowerPoint</Application>
  <PresentationFormat>와이드스크린</PresentationFormat>
  <Paragraphs>1008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27</vt:i4>
      </vt:variant>
    </vt:vector>
  </HeadingPairs>
  <TitlesOfParts>
    <vt:vector size="42" baseType="lpstr">
      <vt:lpstr>Noto Sans CJK KR Black</vt:lpstr>
      <vt:lpstr>Noto Sans CJK KR Medium</vt:lpstr>
      <vt:lpstr>Noto Sans CJK KR Regular</vt:lpstr>
      <vt:lpstr>돋움</vt:lpstr>
      <vt:lpstr>맑은 고딕</vt:lpstr>
      <vt:lpstr>Arial</vt:lpstr>
      <vt:lpstr>Cambria</vt:lpstr>
      <vt:lpstr>Montserrat ExtraBold</vt:lpstr>
      <vt:lpstr>Wingdings</vt:lpstr>
      <vt:lpstr>디자인 사용자 지정</vt:lpstr>
      <vt:lpstr>3_디자인 사용자 지정</vt:lpstr>
      <vt:lpstr>1_디자인 사용자 지정</vt:lpstr>
      <vt:lpstr>4_디자인 사용자 지정</vt:lpstr>
      <vt:lpstr>2_디자인 사용자 지정</vt:lpstr>
      <vt:lpstr>5_디자인 사용자 지정</vt:lpstr>
      <vt:lpstr>투네이션 스트리밍 플랫폼 후원페이지</vt:lpstr>
      <vt:lpstr>PowerPoint 프레젠테이션</vt:lpstr>
      <vt:lpstr>PowerPoint 프레젠테이션</vt:lpstr>
      <vt:lpstr>후원페이지</vt:lpstr>
      <vt:lpstr>후원페이지</vt:lpstr>
      <vt:lpstr>PowerPoint 프레젠테이션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후원페이지</vt:lpstr>
      <vt:lpstr>PowerPoint 프레젠테이션</vt:lpstr>
      <vt:lpstr>후원페이지</vt:lpstr>
      <vt:lpstr>후원페이지</vt:lpstr>
      <vt:lpstr>PowerPoint 프레젠테이션</vt:lpstr>
    </vt:vector>
  </TitlesOfParts>
  <Company>ACG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손동명</dc:creator>
  <cp:lastModifiedBy>Jeong WonYoung</cp:lastModifiedBy>
  <cp:revision>13626</cp:revision>
  <cp:lastPrinted>2020-03-20T06:02:53Z</cp:lastPrinted>
  <dcterms:created xsi:type="dcterms:W3CDTF">2007-03-12T23:55:15Z</dcterms:created>
  <dcterms:modified xsi:type="dcterms:W3CDTF">2026-09-30T07:45:36Z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eyAibm9kZUNvdW50IjogMTUsICJub2RlMSIgOiB7ImRzZCI6IjAxMDAwMDAwMDAwMDE1NzIiLCJsb2dUaW1lIjoiMjAyMC0wNC0wOFQwNzozMjo0MFoiLCJwSUQiOjEsInRyYWNlSWQiOiJERTcyRjM0RkU2QkE0NjVCOTg4QjU4RTVGQUI2RENBNyIsInVzZXJDb2RlIjoiZG10YWUifSwibm9kZTIiIDogeyJkc2QiOiIwMTAwMDAwMDAwMDA</vt:lpwstr>
  </property>
</Properties>
</file>