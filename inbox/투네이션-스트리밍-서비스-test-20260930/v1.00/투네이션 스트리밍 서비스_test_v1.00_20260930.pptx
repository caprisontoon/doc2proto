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  <p:sldMasterId id="2147483768" r:id="rId2"/>
    <p:sldMasterId id="2147483743" r:id="rId3"/>
    <p:sldMasterId id="2147483770" r:id="rId4"/>
    <p:sldMasterId id="2147483756" r:id="rId5"/>
    <p:sldMasterId id="2147483778" r:id="rId6"/>
  </p:sldMasterIdLst>
  <p:notesMasterIdLst>
    <p:notesMasterId r:id="rId18"/>
  </p:notesMasterIdLst>
  <p:handoutMasterIdLst>
    <p:handoutMasterId r:id="rId19"/>
  </p:handoutMasterIdLst>
  <p:sldIdLst>
    <p:sldId id="1081" r:id="rId7"/>
    <p:sldId id="1082" r:id="rId8"/>
    <p:sldId id="1177" r:id="rId9"/>
    <p:sldId id="1178" r:id="rId10"/>
    <p:sldId id="1188" r:id="rId11"/>
    <p:sldId id="1183" r:id="rId12"/>
    <p:sldId id="1189" r:id="rId13"/>
    <p:sldId id="1182" r:id="rId14"/>
    <p:sldId id="1185" r:id="rId15"/>
    <p:sldId id="1186" r:id="rId16"/>
    <p:sldId id="1116" r:id="rId17"/>
  </p:sldIdLst>
  <p:sldSz cx="12192000" cy="6858000"/>
  <p:notesSz cx="6889750" cy="100218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41313" indent="115888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682625" indent="2317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025525" indent="3460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366838" indent="461963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" userDrawn="1">
          <p15:clr>
            <a:srgbClr val="A4A3A4"/>
          </p15:clr>
        </p15:guide>
        <p15:guide id="2" orient="horz" pos="4319" userDrawn="1">
          <p15:clr>
            <a:srgbClr val="A4A3A4"/>
          </p15:clr>
        </p15:guide>
        <p15:guide id="3" orient="horz" pos="3997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71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519CFF"/>
    <a:srgbClr val="F8FAFB"/>
    <a:srgbClr val="EBF3FF"/>
    <a:srgbClr val="7D7D7D"/>
    <a:srgbClr val="2A3560"/>
    <a:srgbClr val="FFFFFF"/>
    <a:srgbClr val="3A4A7D"/>
    <a:srgbClr val="2C3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88015" autoAdjust="0"/>
  </p:normalViewPr>
  <p:slideViewPr>
    <p:cSldViewPr>
      <p:cViewPr varScale="1">
        <p:scale>
          <a:sx n="113" d="100"/>
          <a:sy n="113" d="100"/>
        </p:scale>
        <p:origin x="288" y="102"/>
      </p:cViewPr>
      <p:guideLst>
        <p:guide orient="horz" pos="323"/>
        <p:guide orient="horz" pos="4319"/>
        <p:guide orient="horz" pos="3997"/>
        <p:guide orient="horz" pos="2160"/>
        <p:guide pos="3840"/>
        <p:guide pos="71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978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4844957C-5EF4-452B-8E5D-B916F06B2912}" type="datetimeFigureOut">
              <a:rPr lang="ko-KR" altLang="en-US" smtClean="0"/>
              <a:t>2026-09-16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832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25EAF9E1-4B6D-4930-A2C9-56C80F5FB5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808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156E74EC-D393-4EE5-9F3A-C9131829234C}" type="datetimeFigureOut">
              <a:rPr lang="ko-KR" altLang="en-US" smtClean="0"/>
              <a:t>2026-09-16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337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8" tIns="46219" rIns="92438" bIns="4621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9" y="4760116"/>
            <a:ext cx="5512444" cy="4510090"/>
          </a:xfrm>
          <a:prstGeom prst="rect">
            <a:avLst/>
          </a:prstGeom>
        </p:spPr>
        <p:txBody>
          <a:bodyPr vert="horz" lIns="92438" tIns="46219" rIns="92438" bIns="4621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2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DE28D96F-A56B-4E47-8431-30AAB513CF9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03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투네이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5028BC0-7F98-5C25-B4B7-7ABE58612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2871" y="2554226"/>
            <a:ext cx="4347347" cy="151019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7C13EE4-7538-4E5A-B20F-9F91CABB4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투네이션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10C6E406-8E0A-40B4-B6AA-B840752845C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B3472764-7B28-4531-84BE-9E21AE7EF9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A3BE3F2-C347-445D-BF6E-B0DF882EB2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4" name="텍스트 개체 틀 29">
            <a:extLst>
              <a:ext uri="{FF2B5EF4-FFF2-40B4-BE49-F238E27FC236}">
                <a16:creationId xmlns:a16="http://schemas.microsoft.com/office/drawing/2014/main" id="{8505D54C-4A9A-47E0-8890-FB04DFB56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Ver.0.01 (</a:t>
            </a:r>
            <a:r>
              <a:rPr lang="ko-KR" altLang="en-US" dirty="0"/>
              <a:t>날짜</a:t>
            </a:r>
            <a:r>
              <a:rPr lang="en-US" altLang="ko-KR" dirty="0"/>
              <a:t>) 2023-00-00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7AB000E3-285B-8686-A433-F74EEE9B8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4649" y="2562698"/>
            <a:ext cx="5029200" cy="139065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DF2B570-2A09-4C20-9FA3-2A6DECBC1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스플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1C5A0537-3A88-4140-8D21-AC2F96D3F0C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E78BF96C-926F-418D-828E-862B269039F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836C0084-BF16-474E-A91D-4F9444AA5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텍스트 개체 틀 29">
            <a:extLst>
              <a:ext uri="{FF2B5EF4-FFF2-40B4-BE49-F238E27FC236}">
                <a16:creationId xmlns:a16="http://schemas.microsoft.com/office/drawing/2014/main" id="{42693344-1E3D-4F66-9DFE-79BFDD32B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82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더굿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D251D8FB-604C-E6CE-76A9-2971FFB62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831" y="2580878"/>
            <a:ext cx="5005387" cy="200025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8FFAE66-4FF8-47AD-9300-8514C7B813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더굿즈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34CDA23-47A8-4A0A-8D57-F1C61B6201B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42F16476-CFFF-4F20-B258-60EFB09D589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462AAA3D-9BAB-4B89-80F2-2956F101EE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텍스트 개체 틀 29">
            <a:extLst>
              <a:ext uri="{FF2B5EF4-FFF2-40B4-BE49-F238E27FC236}">
                <a16:creationId xmlns:a16="http://schemas.microsoft.com/office/drawing/2014/main" id="{ECA22345-ABD6-4703-A530-7F7878EBD2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33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11356013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5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3">
            <a:extLst>
              <a:ext uri="{FF2B5EF4-FFF2-40B4-BE49-F238E27FC236}">
                <a16:creationId xmlns:a16="http://schemas.microsoft.com/office/drawing/2014/main" id="{7B5B99C1-755B-418A-AF7A-E112353631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67596048"/>
              </p:ext>
            </p:extLst>
          </p:nvPr>
        </p:nvGraphicFramePr>
        <p:xfrm>
          <a:off x="839414" y="1124744"/>
          <a:ext cx="10743288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864098">
                  <a:extLst>
                    <a:ext uri="{9D8B030D-6E8A-4147-A177-3AD203B41FA5}">
                      <a16:colId xmlns:a16="http://schemas.microsoft.com/office/drawing/2014/main" val="259823215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  <a:gridCol w="1022206">
                  <a:extLst>
                    <a:ext uri="{9D8B030D-6E8A-4147-A177-3AD203B41FA5}">
                      <a16:colId xmlns:a16="http://schemas.microsoft.com/office/drawing/2014/main" val="182310448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21DA78-8A4A-4A12-B9F9-4EF034E1B41E}"/>
              </a:ext>
            </a:extLst>
          </p:cNvPr>
          <p:cNvSpPr txBox="1"/>
          <p:nvPr userDrawn="1"/>
        </p:nvSpPr>
        <p:spPr>
          <a:xfrm>
            <a:off x="745145" y="342181"/>
            <a:ext cx="6228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kern="1200" noProof="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Revision History</a:t>
            </a:r>
            <a:endParaRPr lang="ko-KR" altLang="en-US" sz="3200" b="1" kern="1200" dirty="0">
              <a:solidFill>
                <a:schemeClr val="tx1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038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662C9F9-E77E-4BF7-A843-61D97FD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04" y="182543"/>
            <a:ext cx="9707848" cy="416675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985" b="1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377999" lvl="0" indent="-377999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4AE3E2B-4E8C-4162-A5AA-5801B2E6FC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436" y="763574"/>
            <a:ext cx="9361040" cy="635223"/>
          </a:xfrm>
          <a:prstGeom prst="rect">
            <a:avLst/>
          </a:prstGeom>
        </p:spPr>
        <p:txBody>
          <a:bodyPr/>
          <a:lstStyle>
            <a:lvl1pPr marL="377999" indent="-377999">
              <a:lnSpc>
                <a:spcPts val="1800"/>
              </a:lnSpc>
              <a:buFont typeface="Wingdings" panose="05000000000000000000" pitchFamily="2" charset="2"/>
              <a:buChar char="l"/>
              <a:defRPr kumimoji="1" lang="ko-KR" altLang="en-US" sz="1200" b="1" kern="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 sz="1000" b="1">
                <a:latin typeface="+mn-ea"/>
                <a:ea typeface="+mn-ea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B61309-E2C1-4A72-B45F-5683582E6A1A}"/>
              </a:ext>
            </a:extLst>
          </p:cNvPr>
          <p:cNvCxnSpPr>
            <a:cxnSpLocks/>
          </p:cNvCxnSpPr>
          <p:nvPr userDrawn="1"/>
        </p:nvCxnSpPr>
        <p:spPr>
          <a:xfrm>
            <a:off x="731404" y="608979"/>
            <a:ext cx="1069318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1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FFAE89C-26C2-4A37-9703-B2554DC8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900" y="1247547"/>
            <a:ext cx="2417382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96E08EBE-2F64-4036-98B1-F4BA03AA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726" y="1658744"/>
            <a:ext cx="10815294" cy="258087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BED9E1D-64CA-4CB7-A7ED-14931573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D97E93-B710-47CB-BFCE-00E680ED8A1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67407" y="2685858"/>
            <a:ext cx="10815294" cy="862693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E402A5-1D85-467E-804A-4F981AD8A3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62727" y="4015304"/>
            <a:ext cx="10815294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37B18CFD-A4A1-4DF1-9F33-2228C8DC16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2727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15D26BC7-8465-44E3-812E-CF519DCBE0A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0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675D0C7-74F0-4E24-B5CD-9E41D747A51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40899" y="2258555"/>
            <a:ext cx="2417383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B9546058-31E6-4BFA-A53A-87FBEE9B9A2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40899" y="3613782"/>
            <a:ext cx="241738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A82B758-C36F-4C38-946D-1DE2884F54D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7494" y="4913593"/>
            <a:ext cx="2420789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25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78587AB-5770-4348-BEE8-0D7014F52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973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389F80-B845-4958-B8DD-4E07D70F3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974" y="2790373"/>
            <a:ext cx="2403710" cy="3020062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3248DF7-D6D4-4F8F-8D70-ACCD03D8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1F1EDFC-76D6-4E99-A218-D8E85DBD30F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535142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441B36D0-6772-4C75-8313-42F1623872F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794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CDA65BD1-CC03-4940-84E6-7935312C731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40316" y="2790372"/>
            <a:ext cx="2403710" cy="3020065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ED74EE4-7B4D-4879-8C22-661E7838733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31496" y="2147161"/>
            <a:ext cx="2403712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44D078F-D20D-4923-AD68-FB0A14D626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794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2D1E237-2CDF-42AA-9676-9428D1707D4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40316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BE35CA5-5996-46C3-B34E-E5CCCB574C19}"/>
              </a:ext>
            </a:extLst>
          </p:cNvPr>
          <p:cNvCxnSpPr/>
          <p:nvPr userDrawn="1"/>
        </p:nvCxnSpPr>
        <p:spPr bwMode="auto">
          <a:xfrm>
            <a:off x="847974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C39B7D-98B4-46AE-80F7-73CFC9193500}"/>
              </a:ext>
            </a:extLst>
          </p:cNvPr>
          <p:cNvCxnSpPr/>
          <p:nvPr userDrawn="1"/>
        </p:nvCxnSpPr>
        <p:spPr bwMode="auto">
          <a:xfrm>
            <a:off x="3545421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0FB8ADE-B5C4-4FC1-975D-393A59B12515}"/>
              </a:ext>
            </a:extLst>
          </p:cNvPr>
          <p:cNvCxnSpPr/>
          <p:nvPr userDrawn="1"/>
        </p:nvCxnSpPr>
        <p:spPr bwMode="auto">
          <a:xfrm>
            <a:off x="6242868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2D6394-1AD7-4D7A-86DD-9CDDAAE6908B}"/>
              </a:ext>
            </a:extLst>
          </p:cNvPr>
          <p:cNvCxnSpPr/>
          <p:nvPr userDrawn="1"/>
        </p:nvCxnSpPr>
        <p:spPr bwMode="auto">
          <a:xfrm>
            <a:off x="8940316" y="2631266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034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774E-E425-43E9-B72D-999EE3A9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98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56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8444F5-C798-498E-A546-65829383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66733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2547EB0-3659-1B95-4773-78F38A57A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2522564-8278-7D7D-228C-E9E5AC41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D1BC07-5CCE-F0DE-35DF-DB61BED312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A54BA25-51B9-AD8E-E4ED-8F13124661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38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A81F42EB-2C01-4027-B5AC-D3FA0BF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10AFACCB-775B-B405-F5ED-A3DBE7BC17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09303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D7053FFE-96F8-4423-B515-993136B4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93237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E67DB4B-E592-4196-8C94-AFFFB6C6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70902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96E04349-9913-4672-8033-1D329B8505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697252"/>
            <a:ext cx="12061340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AE8E236D-5BF6-4129-812E-212CC8620B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913152"/>
            <a:ext cx="12061512" cy="755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46496B94-50A9-44E0-983D-2A5B7DD7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72859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AB3B99-282F-4432-9446-316555E9B24D}"/>
              </a:ext>
            </a:extLst>
          </p:cNvPr>
          <p:cNvCxnSpPr>
            <a:cxnSpLocks/>
          </p:cNvCxnSpPr>
          <p:nvPr userDrawn="1"/>
        </p:nvCxnSpPr>
        <p:spPr>
          <a:xfrm>
            <a:off x="1559496" y="731916"/>
            <a:ext cx="0" cy="5937172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44DC8CF-4752-487E-9058-BFE9CD4F30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873718"/>
            <a:ext cx="61759" cy="61759"/>
          </a:xfrm>
          <a:prstGeom prst="rect">
            <a:avLst/>
          </a:prstGeom>
        </p:spPr>
      </p:pic>
      <p:cxnSp>
        <p:nvCxnSpPr>
          <p:cNvPr id="22" name="Shape 150">
            <a:extLst>
              <a:ext uri="{FF2B5EF4-FFF2-40B4-BE49-F238E27FC236}">
                <a16:creationId xmlns:a16="http://schemas.microsoft.com/office/drawing/2014/main" id="{31A099EB-BBC7-4FA7-8275-4EB08188CB22}"/>
              </a:ext>
            </a:extLst>
          </p:cNvPr>
          <p:cNvCxnSpPr>
            <a:cxnSpLocks/>
          </p:cNvCxnSpPr>
          <p:nvPr userDrawn="1"/>
        </p:nvCxnSpPr>
        <p:spPr>
          <a:xfrm>
            <a:off x="119336" y="720445"/>
            <a:ext cx="9286582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152">
            <a:extLst>
              <a:ext uri="{FF2B5EF4-FFF2-40B4-BE49-F238E27FC236}">
                <a16:creationId xmlns:a16="http://schemas.microsoft.com/office/drawing/2014/main" id="{3C52B3C2-3283-4911-8A36-6A439DFDA55D}"/>
              </a:ext>
            </a:extLst>
          </p:cNvPr>
          <p:cNvSpPr txBox="1"/>
          <p:nvPr userDrawn="1"/>
        </p:nvSpPr>
        <p:spPr>
          <a:xfrm>
            <a:off x="7752184" y="469543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24" name="Shape 151">
            <a:extLst>
              <a:ext uri="{FF2B5EF4-FFF2-40B4-BE49-F238E27FC236}">
                <a16:creationId xmlns:a16="http://schemas.microsoft.com/office/drawing/2014/main" id="{24F040E7-595D-43B1-B343-ADEEEC8046EB}"/>
              </a:ext>
            </a:extLst>
          </p:cNvPr>
          <p:cNvSpPr txBox="1"/>
          <p:nvPr userDrawn="1"/>
        </p:nvSpPr>
        <p:spPr>
          <a:xfrm>
            <a:off x="373460" y="431073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B2D8B714-3826-4235-A274-B371A86496A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808790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F3FFBB85-3D49-478E-8A0A-4190E79615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065070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FCFE054-0ECC-4302-AC88-9F4FB17796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</a:rPr>
              <a:t>Description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2E5BA5BB-C182-41DB-8951-9969058283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A5FAEA02-93C1-4975-8F3C-41659756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20987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4075621-C8CC-4F8A-8E6B-C71CD4F344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871D33-3ABF-460D-8BF7-350CE83F6A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1D8848F-6271-4F9A-820F-3833086784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624A110-63E5-4953-8E44-DE1FC01A55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CC34DEB-4287-4967-9547-87C363BC55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0021F2-4856-4BDF-A4BA-EC1AC94ADDD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51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EEC407-B1BA-4908-8319-AE741334BFEF}"/>
              </a:ext>
            </a:extLst>
          </p:cNvPr>
          <p:cNvCxnSpPr>
            <a:cxnSpLocks/>
          </p:cNvCxnSpPr>
          <p:nvPr userDrawn="1"/>
        </p:nvCxnSpPr>
        <p:spPr>
          <a:xfrm>
            <a:off x="1559496" y="1127960"/>
            <a:ext cx="0" cy="5577404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B03B96E-0EE1-4078-8996-DA2B60EDDC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1269762"/>
            <a:ext cx="61759" cy="61759"/>
          </a:xfrm>
          <a:prstGeom prst="rect">
            <a:avLst/>
          </a:prstGeom>
        </p:spPr>
      </p:pic>
      <p:cxnSp>
        <p:nvCxnSpPr>
          <p:cNvPr id="11" name="Shape 150">
            <a:extLst>
              <a:ext uri="{FF2B5EF4-FFF2-40B4-BE49-F238E27FC236}">
                <a16:creationId xmlns:a16="http://schemas.microsoft.com/office/drawing/2014/main" id="{A00C0042-810B-4753-9057-7D65FCBF3409}"/>
              </a:ext>
            </a:extLst>
          </p:cNvPr>
          <p:cNvCxnSpPr>
            <a:cxnSpLocks/>
          </p:cNvCxnSpPr>
          <p:nvPr userDrawn="1"/>
        </p:nvCxnSpPr>
        <p:spPr>
          <a:xfrm>
            <a:off x="119336" y="1116489"/>
            <a:ext cx="9937105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Shape 152">
            <a:extLst>
              <a:ext uri="{FF2B5EF4-FFF2-40B4-BE49-F238E27FC236}">
                <a16:creationId xmlns:a16="http://schemas.microsoft.com/office/drawing/2014/main" id="{2B814782-4AF7-48A9-AF9A-E66F6B54BDCD}"/>
              </a:ext>
            </a:extLst>
          </p:cNvPr>
          <p:cNvSpPr txBox="1"/>
          <p:nvPr userDrawn="1"/>
        </p:nvSpPr>
        <p:spPr>
          <a:xfrm>
            <a:off x="8402706" y="865587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13" name="Shape 151">
            <a:extLst>
              <a:ext uri="{FF2B5EF4-FFF2-40B4-BE49-F238E27FC236}">
                <a16:creationId xmlns:a16="http://schemas.microsoft.com/office/drawing/2014/main" id="{C31813A7-069D-4E10-9146-BB9F72984203}"/>
              </a:ext>
            </a:extLst>
          </p:cNvPr>
          <p:cNvSpPr txBox="1"/>
          <p:nvPr userDrawn="1"/>
        </p:nvSpPr>
        <p:spPr>
          <a:xfrm>
            <a:off x="373460" y="827117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C14F0D94-7541-4D11-B362-58ADA5A2AB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11AA27BD-7B4F-4830-A709-8D8521736B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74D4EB2C-2217-4113-8475-BA6DC183B5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10BA991B-9DE3-4BA6-A82D-AAAD5944FB1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371E2156-5B63-41E6-BC82-C70067336D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2C122C07-68A4-4E85-A833-DE60517A306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00C3773-94AB-4EAB-B140-7BC5CEEB8D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1204834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59F9D6-638B-43CD-8C6D-85734348F6E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461114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3309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4F21E7-C2FE-E7BC-DEE4-72665C45E2E9}"/>
              </a:ext>
            </a:extLst>
          </p:cNvPr>
          <p:cNvSpPr txBox="1"/>
          <p:nvPr userDrawn="1"/>
        </p:nvSpPr>
        <p:spPr>
          <a:xfrm>
            <a:off x="3357079" y="2492896"/>
            <a:ext cx="547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spc="300" dirty="0">
                <a:solidFill>
                  <a:srgbClr val="EAEAEA"/>
                </a:solidFill>
                <a:latin typeface="Montserrat ExtraBold" panose="00000900000000000000" pitchFamily="2" charset="0"/>
              </a:rPr>
              <a:t>THANK YOU</a:t>
            </a:r>
            <a:endParaRPr lang="ko-KR" altLang="en-US" sz="4800" spc="300" dirty="0">
              <a:solidFill>
                <a:srgbClr val="EAEAEA"/>
              </a:solidFill>
              <a:latin typeface="Montserrat ExtraBold" panose="000009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03EC9B-960B-C51D-4154-3842B8BA3A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02" y="3285731"/>
            <a:ext cx="4316342" cy="286537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AA16194F-8309-5EDA-6B88-4395AE7796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4379" y="3692336"/>
            <a:ext cx="1663241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416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6C1181-D904-8123-8AA6-7A9BB98909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80CEB5CB-463F-E4F6-530D-E1CF3472D5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420" y="484780"/>
            <a:ext cx="1663238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6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4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793A2-C065-17D4-D6AF-5C61681A2B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005" y="692696"/>
            <a:ext cx="274344" cy="5797798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CA9DFC71-0185-9164-0361-91588FC06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078" y="6174394"/>
            <a:ext cx="1438073" cy="17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0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6EB1DE36-CC80-4EA8-BA53-BA2B824457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Arial" panose="020B0604020202020204" pitchFamily="34" charset="0"/>
                <a:ea typeface="Noto Sans CJK KR Black" panose="020B0A00000000000000" pitchFamily="34" charset="-127"/>
                <a:cs typeface="Arial" panose="020B0604020202020204" pitchFamily="34" charset="0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Arial" panose="020B0604020202020204" pitchFamily="34" charset="0"/>
                <a:ea typeface="Noto Sans CJK KR Black" panose="020B0A00000000000000" pitchFamily="34" charset="-127"/>
                <a:cs typeface="Arial" panose="020B0604020202020204" pitchFamily="34" charset="0"/>
              </a:rPr>
              <a:t> P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AC9A696-4914-4603-B107-D817A64E58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 Co., Ltd.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B3F2C-96FD-4C2D-A509-18F1957D5D2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2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8" r:id="rId2"/>
    <p:sldLayoutId id="2147483744" r:id="rId3"/>
    <p:sldLayoutId id="2147483745" r:id="rId4"/>
    <p:sldLayoutId id="2147483747" r:id="rId5"/>
    <p:sldLayoutId id="214748378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510E24F9-855F-4E48-A8E2-19F4A2FCF6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33973800"/>
              </p:ext>
            </p:extLst>
          </p:nvPr>
        </p:nvGraphicFramePr>
        <p:xfrm>
          <a:off x="144103" y="119789"/>
          <a:ext cx="12000569" cy="219760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Page Name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Project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A776E1B4-E3CA-41FB-AFE1-32E9AECB39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658C5B-FEDB-4CC2-848E-D718EEB4B6E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F065A-F145-4DF5-8199-BCBDC6326A40}"/>
              </a:ext>
            </a:extLst>
          </p:cNvPr>
          <p:cNvSpPr txBox="1"/>
          <p:nvPr userDrawn="1"/>
        </p:nvSpPr>
        <p:spPr>
          <a:xfrm>
            <a:off x="9642514" y="125608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프로젝트 명 입력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D6C96E3D-DFF9-0F3C-188E-B429D2FFD8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485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9" r:id="rId2"/>
    <p:sldLayoutId id="2147483773" r:id="rId3"/>
    <p:sldLayoutId id="2147483776" r:id="rId4"/>
    <p:sldLayoutId id="2147483777" r:id="rId5"/>
    <p:sldLayoutId id="2147483772" r:id="rId6"/>
    <p:sldLayoutId id="2147483775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456A41FA-2756-48B1-955C-A9B209F2113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891659835"/>
              </p:ext>
            </p:extLst>
          </p:nvPr>
        </p:nvGraphicFramePr>
        <p:xfrm>
          <a:off x="144103" y="119789"/>
          <a:ext cx="9912338" cy="627829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F191E0DB-7277-41D0-BCF4-B74530CADA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Description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B014AFA6-4984-46E9-86E6-872BC27BF6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0"/>
            <a:ext cx="1989984" cy="635128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9843BCF-3D38-4A96-BDFD-4C3AD1DE59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C310CE9-4709-47D4-9850-5A2A37A637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BF1C5698-D9D0-2C1D-508E-7C2E66F70C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0453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71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4" Type="http://schemas.microsoft.com/office/2007/relationships/hdphoto" Target="../media/hdphoto2.wdp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5BCB3C8-8883-4771-8176-8A65EC6F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투네이션</a:t>
            </a:r>
            <a:br>
              <a:rPr lang="en-US" altLang="ko-KR" dirty="0"/>
            </a:br>
            <a:r>
              <a:rPr lang="ko-KR" altLang="en-US" dirty="0"/>
              <a:t>스트리밍 서비스</a:t>
            </a:r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7774B75F-EDD9-4B0B-B112-4286278F83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152" y="3304624"/>
            <a:ext cx="10503948" cy="47466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7EA06A42-3296-472D-9EA4-7BF46436466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국내사업본부</a:t>
            </a:r>
          </a:p>
        </p:txBody>
      </p:sp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FE77C7E4-9CFD-4704-AA4F-4B83D24C53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152" y="5481961"/>
            <a:ext cx="10503948" cy="344903"/>
          </a:xfrm>
        </p:spPr>
        <p:txBody>
          <a:bodyPr/>
          <a:lstStyle/>
          <a:p>
            <a:r>
              <a:rPr lang="ko-KR" altLang="en-US"/>
              <a:t>서비스기획팀</a:t>
            </a:r>
            <a:endParaRPr lang="ko-KR" altLang="en-US" dirty="0"/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522B0536-ADF8-4F80-B6A1-9DA18A6749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152" y="6112224"/>
            <a:ext cx="10503948" cy="233013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95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3">
            <a:extLst>
              <a:ext uri="{FF2B5EF4-FFF2-40B4-BE49-F238E27FC236}">
                <a16:creationId xmlns:a16="http://schemas.microsoft.com/office/drawing/2014/main" id="{7AB72FEA-6106-477F-8EED-CAD15F0F5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36330"/>
              </p:ext>
            </p:extLst>
          </p:nvPr>
        </p:nvGraphicFramePr>
        <p:xfrm>
          <a:off x="839413" y="1124744"/>
          <a:ext cx="10737685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47579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1047579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7420351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222176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0.01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2026-09-17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최초 작성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388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97567-ED14-9705-B97F-66079C9AEF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화면 구성안 상세 </a:t>
            </a:r>
            <a:r>
              <a:rPr lang="en-US" altLang="ko-KR" dirty="0"/>
              <a:t>– </a:t>
            </a:r>
            <a:r>
              <a:rPr lang="ko-KR" altLang="en-US" dirty="0"/>
              <a:t>크리에이터 스튜디오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2BF6F6-4593-3B99-4B54-9E5F337A52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10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EFFC916-3CA3-C530-AB5D-EACB4565BB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OFF AIR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47323E5A-2A62-E033-89D1-BC963D04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OFF AIR</a:t>
            </a:r>
            <a:endParaRPr lang="ko-KR" alt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E27C16F6-89EF-3F7A-73B7-AA2DBB53BE70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EC3B0D9D-23CA-D020-FD1B-EC6AE800180C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3614FD2B-31DF-E1E2-E88F-292685AE017F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43BBCC09-F813-8B3A-BFF7-F642FD9193EA}"/>
              </a:ext>
            </a:extLst>
          </p:cNvPr>
          <p:cNvSpPr/>
          <p:nvPr/>
        </p:nvSpPr>
        <p:spPr>
          <a:xfrm>
            <a:off x="1946292" y="1539015"/>
            <a:ext cx="4870416" cy="1520687"/>
          </a:xfrm>
          <a:prstGeom prst="rect">
            <a:avLst/>
          </a:prstGeom>
          <a:solidFill>
            <a:srgbClr val="1A1D28"/>
          </a:solidFill>
          <a:ln/>
        </p:spPr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723F8C09-AE99-3AED-FB65-04D2F8C6123D}"/>
              </a:ext>
            </a:extLst>
          </p:cNvPr>
          <p:cNvGrpSpPr/>
          <p:nvPr/>
        </p:nvGrpSpPr>
        <p:grpSpPr>
          <a:xfrm>
            <a:off x="2570896" y="2009345"/>
            <a:ext cx="3597112" cy="735579"/>
            <a:chOff x="2570896" y="1774271"/>
            <a:chExt cx="3597112" cy="735579"/>
          </a:xfrm>
        </p:grpSpPr>
        <p:sp>
          <p:nvSpPr>
            <p:cNvPr id="111" name="Text 13">
              <a:extLst>
                <a:ext uri="{FF2B5EF4-FFF2-40B4-BE49-F238E27FC236}">
                  <a16:creationId xmlns:a16="http://schemas.microsoft.com/office/drawing/2014/main" id="{FC548027-C203-5ADD-2021-21BB969287F0}"/>
                </a:ext>
              </a:extLst>
            </p:cNvPr>
            <p:cNvSpPr txBox="1"/>
            <p:nvPr/>
          </p:nvSpPr>
          <p:spPr>
            <a:xfrm>
              <a:off x="2570896" y="1774271"/>
              <a:ext cx="35971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스트리밍 소프트웨어를</a:t>
              </a:r>
              <a:r>
                <a:rPr kumimoji="0" lang="en-US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연결하면 방송이 시작됩니다</a:t>
              </a:r>
              <a:endParaRPr kumimoji="0"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2" name="Text 14">
              <a:extLst>
                <a:ext uri="{FF2B5EF4-FFF2-40B4-BE49-F238E27FC236}">
                  <a16:creationId xmlns:a16="http://schemas.microsoft.com/office/drawing/2014/main" id="{C438CF65-EC71-99DD-51FA-A7ECCFE8F9E6}"/>
                </a:ext>
              </a:extLst>
            </p:cNvPr>
            <p:cNvSpPr txBox="1"/>
            <p:nvPr/>
          </p:nvSpPr>
          <p:spPr>
            <a:xfrm>
              <a:off x="2570896" y="2002362"/>
              <a:ext cx="359711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시작 · 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종료는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ko-KR" alt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스트리밍 소프트웨어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(OBS 등)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에서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ko-KR" alt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합니다</a:t>
              </a:r>
              <a:endParaRPr kumimoji="0" lang="en-US" sz="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C128C604-31C2-A550-2375-37C84E620734}"/>
                </a:ext>
              </a:extLst>
            </p:cNvPr>
            <p:cNvGrpSpPr/>
            <p:nvPr/>
          </p:nvGrpSpPr>
          <p:grpSpPr>
            <a:xfrm>
              <a:off x="3821725" y="2298060"/>
              <a:ext cx="1095454" cy="211790"/>
              <a:chOff x="3821725" y="2497130"/>
              <a:chExt cx="1095454" cy="211790"/>
            </a:xfrm>
          </p:grpSpPr>
          <p:sp>
            <p:nvSpPr>
              <p:cNvPr id="113" name="Shape 15">
                <a:extLst>
                  <a:ext uri="{FF2B5EF4-FFF2-40B4-BE49-F238E27FC236}">
                    <a16:creationId xmlns:a16="http://schemas.microsoft.com/office/drawing/2014/main" id="{3590D883-6472-7D1C-24D1-DF320C2CD14D}"/>
                  </a:ext>
                </a:extLst>
              </p:cNvPr>
              <p:cNvSpPr/>
              <p:nvPr/>
            </p:nvSpPr>
            <p:spPr>
              <a:xfrm>
                <a:off x="3874061" y="2497130"/>
                <a:ext cx="990782" cy="21179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/>
            </p:spPr>
          </p:sp>
          <p:sp>
            <p:nvSpPr>
              <p:cNvPr id="114" name="Text 16">
                <a:extLst>
                  <a:ext uri="{FF2B5EF4-FFF2-40B4-BE49-F238E27FC236}">
                    <a16:creationId xmlns:a16="http://schemas.microsoft.com/office/drawing/2014/main" id="{2A65705C-F406-5FA4-14F2-6B7C64AB8FB8}"/>
                  </a:ext>
                </a:extLst>
              </p:cNvPr>
              <p:cNvSpPr txBox="1"/>
              <p:nvPr/>
            </p:nvSpPr>
            <p:spPr>
              <a:xfrm>
                <a:off x="3821725" y="2506367"/>
                <a:ext cx="1095454" cy="1933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ko-KR" alt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스트림 </a:t>
                </a:r>
                <a:r>
                  <a:rPr kumimoji="0" lang="en-US" sz="800" b="1" dirty="0" err="1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설정</a:t>
                </a:r>
                <a:r>
                  <a:rPr kumimoji="0" 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안내</a:t>
                </a:r>
                <a:endParaRPr kumimoji="0" lang="en-US" sz="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16" name="Shape 58">
            <a:extLst>
              <a:ext uri="{FF2B5EF4-FFF2-40B4-BE49-F238E27FC236}">
                <a16:creationId xmlns:a16="http://schemas.microsoft.com/office/drawing/2014/main" id="{B50F5FB0-C5A3-95FB-E042-55C7C9ECC0C8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7" name="Text 59">
            <a:extLst>
              <a:ext uri="{FF2B5EF4-FFF2-40B4-BE49-F238E27FC236}">
                <a16:creationId xmlns:a16="http://schemas.microsoft.com/office/drawing/2014/main" id="{20399116-2BB8-2277-160D-EDF3DEFDDAA2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18" name="Text 60">
            <a:extLst>
              <a:ext uri="{FF2B5EF4-FFF2-40B4-BE49-F238E27FC236}">
                <a16:creationId xmlns:a16="http://schemas.microsoft.com/office/drawing/2014/main" id="{E5B690FB-A81A-D578-6CF4-29B77CC82B24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75">
            <a:extLst>
              <a:ext uri="{FF2B5EF4-FFF2-40B4-BE49-F238E27FC236}">
                <a16:creationId xmlns:a16="http://schemas.microsoft.com/office/drawing/2014/main" id="{C968B124-9004-861E-FCB2-2F8C88880F47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F188C014-CAD1-9666-46AF-48E9C37D818C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80">
            <a:extLst>
              <a:ext uri="{FF2B5EF4-FFF2-40B4-BE49-F238E27FC236}">
                <a16:creationId xmlns:a16="http://schemas.microsoft.com/office/drawing/2014/main" id="{360F9099-0F41-FA5E-069D-C1E67FB4B2CA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0" name="Text 81">
            <a:extLst>
              <a:ext uri="{FF2B5EF4-FFF2-40B4-BE49-F238E27FC236}">
                <a16:creationId xmlns:a16="http://schemas.microsoft.com/office/drawing/2014/main" id="{A09E4C5C-1CC6-8678-7D13-7E6339FF628C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1" name="Text 82">
            <a:extLst>
              <a:ext uri="{FF2B5EF4-FFF2-40B4-BE49-F238E27FC236}">
                <a16:creationId xmlns:a16="http://schemas.microsoft.com/office/drawing/2014/main" id="{51E79D8C-BB02-8C6C-6640-35913FC824D5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2" name="Text 84">
            <a:extLst>
              <a:ext uri="{FF2B5EF4-FFF2-40B4-BE49-F238E27FC236}">
                <a16:creationId xmlns:a16="http://schemas.microsoft.com/office/drawing/2014/main" id="{5FA7AFDD-5307-BD5B-0070-A4F447C226D0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3" name="Text 85">
            <a:extLst>
              <a:ext uri="{FF2B5EF4-FFF2-40B4-BE49-F238E27FC236}">
                <a16:creationId xmlns:a16="http://schemas.microsoft.com/office/drawing/2014/main" id="{7054866C-3D62-737D-36A0-F0D32ECCB428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4" name="Text 86">
            <a:extLst>
              <a:ext uri="{FF2B5EF4-FFF2-40B4-BE49-F238E27FC236}">
                <a16:creationId xmlns:a16="http://schemas.microsoft.com/office/drawing/2014/main" id="{D558098E-1A7C-91F7-0ABB-8C41B7D96FFC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3" name="Shape 28">
            <a:extLst>
              <a:ext uri="{FF2B5EF4-FFF2-40B4-BE49-F238E27FC236}">
                <a16:creationId xmlns:a16="http://schemas.microsoft.com/office/drawing/2014/main" id="{86BDAC7D-AD22-CC4D-425A-843C1968341E}"/>
              </a:ext>
            </a:extLst>
          </p:cNvPr>
          <p:cNvSpPr/>
          <p:nvPr/>
        </p:nvSpPr>
        <p:spPr>
          <a:xfrm>
            <a:off x="1945974" y="3104964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B801FE6B-C764-3BC9-BE3D-F2B2F1B588D5}"/>
              </a:ext>
            </a:extLst>
          </p:cNvPr>
          <p:cNvSpPr txBox="1"/>
          <p:nvPr/>
        </p:nvSpPr>
        <p:spPr>
          <a:xfrm>
            <a:off x="2075901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0" name="Text 33">
            <a:extLst>
              <a:ext uri="{FF2B5EF4-FFF2-40B4-BE49-F238E27FC236}">
                <a16:creationId xmlns:a16="http://schemas.microsoft.com/office/drawing/2014/main" id="{69C090A9-1C89-4557-5E78-50C69E378190}"/>
              </a:ext>
            </a:extLst>
          </p:cNvPr>
          <p:cNvSpPr txBox="1"/>
          <p:nvPr/>
        </p:nvSpPr>
        <p:spPr>
          <a:xfrm>
            <a:off x="3014314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C0500615-80CA-8926-1E79-6C80E407CA9D}"/>
              </a:ext>
            </a:extLst>
          </p:cNvPr>
          <p:cNvSpPr txBox="1"/>
          <p:nvPr/>
        </p:nvSpPr>
        <p:spPr>
          <a:xfrm>
            <a:off x="3952727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6" name="Text 37">
            <a:extLst>
              <a:ext uri="{FF2B5EF4-FFF2-40B4-BE49-F238E27FC236}">
                <a16:creationId xmlns:a16="http://schemas.microsoft.com/office/drawing/2014/main" id="{B66501CF-32FB-0028-4AC8-CD6ECFB9EC13}"/>
              </a:ext>
            </a:extLst>
          </p:cNvPr>
          <p:cNvSpPr txBox="1"/>
          <p:nvPr/>
        </p:nvSpPr>
        <p:spPr>
          <a:xfrm>
            <a:off x="5829553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Shape 6">
            <a:extLst>
              <a:ext uri="{FF2B5EF4-FFF2-40B4-BE49-F238E27FC236}">
                <a16:creationId xmlns:a16="http://schemas.microsoft.com/office/drawing/2014/main" id="{4DC1EBE4-8914-8A5F-85D0-2594BA36AAF5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3" name="Shape 58">
            <a:extLst>
              <a:ext uri="{FF2B5EF4-FFF2-40B4-BE49-F238E27FC236}">
                <a16:creationId xmlns:a16="http://schemas.microsoft.com/office/drawing/2014/main" id="{FC425F9E-CFC4-F0E7-14BE-8F76932B95EE}"/>
              </a:ext>
            </a:extLst>
          </p:cNvPr>
          <p:cNvSpPr/>
          <p:nvPr/>
        </p:nvSpPr>
        <p:spPr>
          <a:xfrm>
            <a:off x="6972983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B4459B9-9D50-D824-68A2-8AF58B296366}"/>
              </a:ext>
            </a:extLst>
          </p:cNvPr>
          <p:cNvSpPr txBox="1"/>
          <p:nvPr/>
        </p:nvSpPr>
        <p:spPr>
          <a:xfrm rot="21069164">
            <a:off x="7421126" y="3617278"/>
            <a:ext cx="1462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채팅 구성안 참조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3DE82E2A-BEF5-28B6-2ABA-45DAAE2C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15" name="Text 37">
            <a:extLst>
              <a:ext uri="{FF2B5EF4-FFF2-40B4-BE49-F238E27FC236}">
                <a16:creationId xmlns:a16="http://schemas.microsoft.com/office/drawing/2014/main" id="{4839E7D8-CA8E-7D4D-618B-17CD4F0EA9D5}"/>
              </a:ext>
            </a:extLst>
          </p:cNvPr>
          <p:cNvSpPr txBox="1"/>
          <p:nvPr/>
        </p:nvSpPr>
        <p:spPr>
          <a:xfrm>
            <a:off x="4891140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Shape 58">
            <a:extLst>
              <a:ext uri="{FF2B5EF4-FFF2-40B4-BE49-F238E27FC236}">
                <a16:creationId xmlns:a16="http://schemas.microsoft.com/office/drawing/2014/main" id="{594FA95A-7760-7438-8097-792F1CCD71C5}"/>
              </a:ext>
            </a:extLst>
          </p:cNvPr>
          <p:cNvSpPr/>
          <p:nvPr/>
        </p:nvSpPr>
        <p:spPr>
          <a:xfrm>
            <a:off x="1946292" y="3708405"/>
            <a:ext cx="4870416" cy="257323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8" name="Text 19">
            <a:extLst>
              <a:ext uri="{FF2B5EF4-FFF2-40B4-BE49-F238E27FC236}">
                <a16:creationId xmlns:a16="http://schemas.microsoft.com/office/drawing/2014/main" id="{E468D84C-75E7-FA5D-047C-50A39DD71284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30" name="Text 21">
            <a:extLst>
              <a:ext uri="{FF2B5EF4-FFF2-40B4-BE49-F238E27FC236}">
                <a16:creationId xmlns:a16="http://schemas.microsoft.com/office/drawing/2014/main" id="{6BFB3179-B888-C146-2512-9E78FE89D70F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21ACFB0A-6929-1BEA-8BBD-030EC549DC49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93522D40-B173-244A-6C95-F76F130C05AF}"/>
              </a:ext>
            </a:extLst>
          </p:cNvPr>
          <p:cNvSpPr txBox="1"/>
          <p:nvPr/>
        </p:nvSpPr>
        <p:spPr>
          <a:xfrm>
            <a:off x="2737568" y="3807891"/>
            <a:ext cx="395695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dirty="0">
                <a:latin typeface="+mn-ea"/>
                <a:ea typeface="+mn-ea"/>
              </a:rPr>
              <a:t>  </a:t>
            </a:r>
            <a:r>
              <a:rPr kumimoji="0" lang="ko-KR" altLang="en-US" sz="800" dirty="0" err="1">
                <a:latin typeface="+mn-ea"/>
                <a:ea typeface="+mn-ea"/>
              </a:rPr>
              <a:t>팬텀하츠의</a:t>
            </a:r>
            <a:r>
              <a:rPr kumimoji="0" lang="ko-KR" altLang="en-US" sz="800" dirty="0">
                <a:latin typeface="+mn-ea"/>
                <a:ea typeface="+mn-ea"/>
              </a:rPr>
              <a:t> 라이브 방송</a:t>
            </a:r>
            <a:endParaRPr kumimoji="0" lang="en-US" sz="800" dirty="0">
              <a:latin typeface="+mn-ea"/>
              <a:ea typeface="+mn-ea"/>
            </a:endParaRPr>
          </a:p>
        </p:txBody>
      </p:sp>
      <p:sp>
        <p:nvSpPr>
          <p:cNvPr id="131" name="Text 22">
            <a:extLst>
              <a:ext uri="{FF2B5EF4-FFF2-40B4-BE49-F238E27FC236}">
                <a16:creationId xmlns:a16="http://schemas.microsoft.com/office/drawing/2014/main" id="{CFE1CFBD-E1CB-98BB-3FA5-5B77CF7BFF3B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en-US" sz="8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Text 24">
            <a:extLst>
              <a:ext uri="{FF2B5EF4-FFF2-40B4-BE49-F238E27FC236}">
                <a16:creationId xmlns:a16="http://schemas.microsoft.com/office/drawing/2014/main" id="{BE7C5E9B-1C07-3F96-82CC-A3C96BFEE140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endParaRPr lang="en-US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64F4492-AA93-DD75-AF31-2664F7C41500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232" name="Shape 11">
            <a:extLst>
              <a:ext uri="{FF2B5EF4-FFF2-40B4-BE49-F238E27FC236}">
                <a16:creationId xmlns:a16="http://schemas.microsoft.com/office/drawing/2014/main" id="{EB17CDE5-18DF-175D-EEC6-DEF88D599292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OFF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A769DEDC-8F0B-F528-7C91-7E456C252B40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267" name="Text 30">
            <a:extLst>
              <a:ext uri="{FF2B5EF4-FFF2-40B4-BE49-F238E27FC236}">
                <a16:creationId xmlns:a16="http://schemas.microsoft.com/office/drawing/2014/main" id="{6B2F8432-48A0-D512-DB3D-D3961B3DC709}"/>
              </a:ext>
            </a:extLst>
          </p:cNvPr>
          <p:cNvSpPr txBox="1"/>
          <p:nvPr/>
        </p:nvSpPr>
        <p:spPr>
          <a:xfrm>
            <a:off x="2075901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68" name="Text 32">
            <a:extLst>
              <a:ext uri="{FF2B5EF4-FFF2-40B4-BE49-F238E27FC236}">
                <a16:creationId xmlns:a16="http://schemas.microsoft.com/office/drawing/2014/main" id="{F9F85AD9-DEB1-4BC1-9B0F-62D698547CE7}"/>
              </a:ext>
            </a:extLst>
          </p:cNvPr>
          <p:cNvSpPr txBox="1"/>
          <p:nvPr/>
        </p:nvSpPr>
        <p:spPr>
          <a:xfrm>
            <a:off x="3014314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269" name="Text 34">
            <a:extLst>
              <a:ext uri="{FF2B5EF4-FFF2-40B4-BE49-F238E27FC236}">
                <a16:creationId xmlns:a16="http://schemas.microsoft.com/office/drawing/2014/main" id="{2A27C87B-497B-395F-859E-65DFD3F71BC3}"/>
              </a:ext>
            </a:extLst>
          </p:cNvPr>
          <p:cNvSpPr txBox="1"/>
          <p:nvPr/>
        </p:nvSpPr>
        <p:spPr>
          <a:xfrm>
            <a:off x="3952727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70" name="Text 36">
            <a:extLst>
              <a:ext uri="{FF2B5EF4-FFF2-40B4-BE49-F238E27FC236}">
                <a16:creationId xmlns:a16="http://schemas.microsoft.com/office/drawing/2014/main" id="{06A05E6E-BABA-E3BC-2FEB-B92B86CF6013}"/>
              </a:ext>
            </a:extLst>
          </p:cNvPr>
          <p:cNvSpPr txBox="1"/>
          <p:nvPr/>
        </p:nvSpPr>
        <p:spPr>
          <a:xfrm>
            <a:off x="5829553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71" name="Text 36">
            <a:extLst>
              <a:ext uri="{FF2B5EF4-FFF2-40B4-BE49-F238E27FC236}">
                <a16:creationId xmlns:a16="http://schemas.microsoft.com/office/drawing/2014/main" id="{D83CD5B1-79B0-1C07-4E6C-74D0DD82BDF1}"/>
              </a:ext>
            </a:extLst>
          </p:cNvPr>
          <p:cNvSpPr txBox="1"/>
          <p:nvPr/>
        </p:nvSpPr>
        <p:spPr>
          <a:xfrm>
            <a:off x="4891140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73" name="Text 24">
            <a:extLst>
              <a:ext uri="{FF2B5EF4-FFF2-40B4-BE49-F238E27FC236}">
                <a16:creationId xmlns:a16="http://schemas.microsoft.com/office/drawing/2014/main" id="{CBDC6E1E-10CA-2BAB-D5B0-0625EB0D3D14}"/>
              </a:ext>
            </a:extLst>
          </p:cNvPr>
          <p:cNvSpPr txBox="1"/>
          <p:nvPr/>
        </p:nvSpPr>
        <p:spPr>
          <a:xfrm>
            <a:off x="6095999" y="4455963"/>
            <a:ext cx="598523" cy="2718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ko-KR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A826C76-CFDC-19E8-9F92-20F906C429C7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287" name="Shape 11">
            <a:extLst>
              <a:ext uri="{FF2B5EF4-FFF2-40B4-BE49-F238E27FC236}">
                <a16:creationId xmlns:a16="http://schemas.microsoft.com/office/drawing/2014/main" id="{58BC8546-3316-E9D9-DF37-303BED7BF32E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graphicFrame>
        <p:nvGraphicFramePr>
          <p:cNvPr id="288" name="Group 323">
            <a:extLst>
              <a:ext uri="{FF2B5EF4-FFF2-40B4-BE49-F238E27FC236}">
                <a16:creationId xmlns:a16="http://schemas.microsoft.com/office/drawing/2014/main" id="{8023EA99-007F-4CEE-F814-8DF605C4F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64925"/>
              </p:ext>
            </p:extLst>
          </p:nvPr>
        </p:nvGraphicFramePr>
        <p:xfrm>
          <a:off x="9625013" y="575703"/>
          <a:ext cx="2519969" cy="230143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상태 알림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중이 아닐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OFF AIR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중일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ON AIR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en-US" altLang="ko-KR" sz="800" dirty="0" err="1"/>
                        <a:t>상태값은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서버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푸시로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즉시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갱신</a:t>
                      </a:r>
                      <a:endParaRPr lang="en-US" altLang="ko-KR" sz="800" dirty="0"/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미리보기 플레이어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중이 아닐 경우 해당 메시지와 버튼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버튼 링크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메뉴로 현재 창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주기 갱신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협의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양호</a:t>
                      </a:r>
                      <a:r>
                        <a:rPr lang="en-US" altLang="ko-KR" sz="800" b="0" dirty="0"/>
                        <a:t>(녹) / </a:t>
                      </a:r>
                      <a:r>
                        <a:rPr lang="en-US" altLang="ko-KR" sz="800" b="0" dirty="0" err="1"/>
                        <a:t>보통</a:t>
                      </a:r>
                      <a:r>
                        <a:rPr lang="en-US" altLang="ko-KR" sz="800" b="0" dirty="0"/>
                        <a:t>(노) / </a:t>
                      </a:r>
                      <a:r>
                        <a:rPr lang="en-US" altLang="ko-KR" sz="800" b="0" dirty="0" err="1"/>
                        <a:t>불안정</a:t>
                      </a:r>
                      <a:r>
                        <a:rPr lang="en-US" altLang="ko-KR" sz="800" b="0" dirty="0"/>
                        <a:t>(</a:t>
                      </a:r>
                      <a:r>
                        <a:rPr lang="en-US" altLang="ko-KR" sz="800" b="0" dirty="0" err="1"/>
                        <a:t>주황</a:t>
                      </a:r>
                      <a:r>
                        <a:rPr lang="en-US" altLang="ko-KR" sz="800" b="0" dirty="0"/>
                        <a:t>)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└ 판정 기준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개발팀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오프라인 시 숨기지 않고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‘-’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실패 항목의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‘-’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9" name="Text 28">
            <a:extLst>
              <a:ext uri="{FF2B5EF4-FFF2-40B4-BE49-F238E27FC236}">
                <a16:creationId xmlns:a16="http://schemas.microsoft.com/office/drawing/2014/main" id="{0D8B7496-C417-3853-641A-E8C3A85C4E68}"/>
              </a:ext>
            </a:extLst>
          </p:cNvPr>
          <p:cNvSpPr txBox="1"/>
          <p:nvPr/>
        </p:nvSpPr>
        <p:spPr>
          <a:xfrm>
            <a:off x="2051769" y="5316013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0" name="Text 29">
            <a:extLst>
              <a:ext uri="{FF2B5EF4-FFF2-40B4-BE49-F238E27FC236}">
                <a16:creationId xmlns:a16="http://schemas.microsoft.com/office/drawing/2014/main" id="{6F7BF207-1900-6700-EA49-551A1768FF31}"/>
              </a:ext>
            </a:extLst>
          </p:cNvPr>
          <p:cNvSpPr txBox="1"/>
          <p:nvPr/>
        </p:nvSpPr>
        <p:spPr>
          <a:xfrm>
            <a:off x="2737568" y="5316013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1" name="Text 30">
            <a:extLst>
              <a:ext uri="{FF2B5EF4-FFF2-40B4-BE49-F238E27FC236}">
                <a16:creationId xmlns:a16="http://schemas.microsoft.com/office/drawing/2014/main" id="{D0ECB579-2546-FDA8-7832-7F154BBC6184}"/>
              </a:ext>
            </a:extLst>
          </p:cNvPr>
          <p:cNvSpPr txBox="1"/>
          <p:nvPr/>
        </p:nvSpPr>
        <p:spPr>
          <a:xfrm>
            <a:off x="2051769" y="5821579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2" name="Text 31">
            <a:extLst>
              <a:ext uri="{FF2B5EF4-FFF2-40B4-BE49-F238E27FC236}">
                <a16:creationId xmlns:a16="http://schemas.microsoft.com/office/drawing/2014/main" id="{458A5A87-D9AD-8274-2438-581DD974D22A}"/>
              </a:ext>
            </a:extLst>
          </p:cNvPr>
          <p:cNvSpPr txBox="1"/>
          <p:nvPr/>
        </p:nvSpPr>
        <p:spPr>
          <a:xfrm>
            <a:off x="2737569" y="5821579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3" name="Text 25">
            <a:extLst>
              <a:ext uri="{FF2B5EF4-FFF2-40B4-BE49-F238E27FC236}">
                <a16:creationId xmlns:a16="http://schemas.microsoft.com/office/drawing/2014/main" id="{F957064D-BE51-B69B-8BD0-C0C3364CBEE1}"/>
              </a:ext>
            </a:extLst>
          </p:cNvPr>
          <p:cNvSpPr txBox="1"/>
          <p:nvPr/>
        </p:nvSpPr>
        <p:spPr>
          <a:xfrm>
            <a:off x="2053128" y="4833156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4" name="Text 26">
            <a:extLst>
              <a:ext uri="{FF2B5EF4-FFF2-40B4-BE49-F238E27FC236}">
                <a16:creationId xmlns:a16="http://schemas.microsoft.com/office/drawing/2014/main" id="{596D7776-F189-2446-385A-C81B9C4D1F5A}"/>
              </a:ext>
            </a:extLst>
          </p:cNvPr>
          <p:cNvSpPr txBox="1"/>
          <p:nvPr/>
        </p:nvSpPr>
        <p:spPr>
          <a:xfrm>
            <a:off x="2730673" y="4833156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D52C8BD-FE65-0D32-F552-229753E6FF2E}"/>
              </a:ext>
            </a:extLst>
          </p:cNvPr>
          <p:cNvSpPr txBox="1"/>
          <p:nvPr/>
        </p:nvSpPr>
        <p:spPr>
          <a:xfrm>
            <a:off x="3800444" y="5106033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6" name="Text 30">
            <a:extLst>
              <a:ext uri="{FF2B5EF4-FFF2-40B4-BE49-F238E27FC236}">
                <a16:creationId xmlns:a16="http://schemas.microsoft.com/office/drawing/2014/main" id="{65FD2B5F-A20D-B1ED-9E22-A95C3A483B5B}"/>
              </a:ext>
            </a:extLst>
          </p:cNvPr>
          <p:cNvSpPr txBox="1"/>
          <p:nvPr/>
        </p:nvSpPr>
        <p:spPr>
          <a:xfrm>
            <a:off x="2051769" y="55687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7" name="Text 31">
            <a:extLst>
              <a:ext uri="{FF2B5EF4-FFF2-40B4-BE49-F238E27FC236}">
                <a16:creationId xmlns:a16="http://schemas.microsoft.com/office/drawing/2014/main" id="{ACD85C5D-6F84-FB7B-98F0-BA9A1E7C3AEF}"/>
              </a:ext>
            </a:extLst>
          </p:cNvPr>
          <p:cNvSpPr txBox="1"/>
          <p:nvPr/>
        </p:nvSpPr>
        <p:spPr>
          <a:xfrm>
            <a:off x="2737569" y="5568796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3" name="타원 129">
            <a:extLst>
              <a:ext uri="{FF2B5EF4-FFF2-40B4-BE49-F238E27FC236}">
                <a16:creationId xmlns:a16="http://schemas.microsoft.com/office/drawing/2014/main" id="{67B1C967-B81A-9189-B007-94AE5ADAD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700" y="139200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4" name="타원 129">
            <a:extLst>
              <a:ext uri="{FF2B5EF4-FFF2-40B4-BE49-F238E27FC236}">
                <a16:creationId xmlns:a16="http://schemas.microsoft.com/office/drawing/2014/main" id="{CEB5F3CA-22C9-68B4-08A8-2816CA0D4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955" y="2543790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5" name="타원 129">
            <a:extLst>
              <a:ext uri="{FF2B5EF4-FFF2-40B4-BE49-F238E27FC236}">
                <a16:creationId xmlns:a16="http://schemas.microsoft.com/office/drawing/2014/main" id="{2A95A9AA-A109-8608-C622-DA9A17415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47" y="311780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0C7F25F3-098A-C62F-09A8-CB0C46BAB262}"/>
              </a:ext>
            </a:extLst>
          </p:cNvPr>
          <p:cNvSpPr/>
          <p:nvPr/>
        </p:nvSpPr>
        <p:spPr>
          <a:xfrm>
            <a:off x="2638633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C890C325-DE77-F757-D2EC-B268FD416BFE}"/>
              </a:ext>
            </a:extLst>
          </p:cNvPr>
          <p:cNvSpPr/>
          <p:nvPr/>
        </p:nvSpPr>
        <p:spPr>
          <a:xfrm>
            <a:off x="3707554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A264DE00-4813-0967-B557-D271A8627051}"/>
              </a:ext>
            </a:extLst>
          </p:cNvPr>
          <p:cNvSpPr/>
          <p:nvPr/>
        </p:nvSpPr>
        <p:spPr>
          <a:xfrm>
            <a:off x="4713725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15C4B094-138F-CF9A-7C67-556C214B05D0}"/>
              </a:ext>
            </a:extLst>
          </p:cNvPr>
          <p:cNvSpPr/>
          <p:nvPr/>
        </p:nvSpPr>
        <p:spPr>
          <a:xfrm>
            <a:off x="5613976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9D26EACE-7612-C831-E3D2-0C82072FECEB}"/>
              </a:ext>
            </a:extLst>
          </p:cNvPr>
          <p:cNvSpPr/>
          <p:nvPr/>
        </p:nvSpPr>
        <p:spPr>
          <a:xfrm>
            <a:off x="6462975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342D3BA-F1F7-B39C-8E5C-62C0F8BEBF97}"/>
              </a:ext>
            </a:extLst>
          </p:cNvPr>
          <p:cNvSpPr txBox="1"/>
          <p:nvPr/>
        </p:nvSpPr>
        <p:spPr>
          <a:xfrm>
            <a:off x="6295997" y="3845137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17/80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5C1DD553-3D13-896B-628F-0FB744105B41}"/>
              </a:ext>
            </a:extLst>
          </p:cNvPr>
          <p:cNvSpPr txBox="1"/>
          <p:nvPr/>
        </p:nvSpPr>
        <p:spPr>
          <a:xfrm>
            <a:off x="5590053" y="4489495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41" name="Table 1">
            <a:extLst>
              <a:ext uri="{FF2B5EF4-FFF2-40B4-BE49-F238E27FC236}">
                <a16:creationId xmlns:a16="http://schemas.microsoft.com/office/drawing/2014/main" id="{99094F1A-21EA-FACC-ECDB-C3C560B31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33247"/>
              </p:ext>
            </p:extLst>
          </p:nvPr>
        </p:nvGraphicFramePr>
        <p:xfrm>
          <a:off x="9687839" y="3114568"/>
          <a:ext cx="2420829" cy="2377440"/>
        </p:xfrm>
        <a:graphic>
          <a:graphicData uri="http://schemas.openxmlformats.org/drawingml/2006/table">
            <a:tbl>
              <a:tblPr/>
              <a:tblGrid>
                <a:gridCol w="6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툴팁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상태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서버가 판단한 현재 방송 상태입니다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송출 프로그램의 표시와 최대 몇 초 차이가 날 수 있어요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시간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이번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회차가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시작된 뒤 지난 시간입니다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일시중단 구간도 포함합니다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지금 이 방송을 보고 있는 동시 시청자 수입니다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중복 접속은 제외되었습니다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비트트레이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서버가 실제로 수신한 초당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데이터량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(kbps)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송출 프로그램이 보내는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설정값이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아니라 도착한 값입니다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8381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해상도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수신한 영상 원본의 해상도입니다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시청자는 화질 단계에 따라 더 낮은 값으로 볼 수 있어요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9622"/>
                  </a:ext>
                </a:extLst>
              </a:tr>
            </a:tbl>
          </a:graphicData>
        </a:graphic>
      </p:graphicFrame>
      <p:sp>
        <p:nvSpPr>
          <p:cNvPr id="342" name="말풍선: 모서리가 둥근 사각형 341">
            <a:extLst>
              <a:ext uri="{FF2B5EF4-FFF2-40B4-BE49-F238E27FC236}">
                <a16:creationId xmlns:a16="http://schemas.microsoft.com/office/drawing/2014/main" id="{FE826CFA-DEAA-F6D1-6D2F-EF316047A3F7}"/>
              </a:ext>
            </a:extLst>
          </p:cNvPr>
          <p:cNvSpPr/>
          <p:nvPr/>
        </p:nvSpPr>
        <p:spPr>
          <a:xfrm>
            <a:off x="6344629" y="3452168"/>
            <a:ext cx="1296144" cy="615028"/>
          </a:xfrm>
          <a:prstGeom prst="wedgeRoundRectCallout">
            <a:avLst>
              <a:gd name="adj1" fmla="val -33904"/>
              <a:gd name="adj2" fmla="val -6464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수신한 영상 원본의 해상도입니다</a:t>
            </a:r>
            <a:r>
              <a:rPr lang="en-US" altLang="ko-KR" sz="800">
                <a:solidFill>
                  <a:schemeClr val="bg1"/>
                </a:solidFill>
              </a:rPr>
              <a:t>. </a:t>
            </a:r>
            <a:r>
              <a:rPr lang="ko-KR" altLang="en-US" sz="800">
                <a:solidFill>
                  <a:schemeClr val="bg1"/>
                </a:solidFill>
              </a:rPr>
              <a:t>시청자는 화질 단계에 따라 더 낮은 값으로 볼 수 있어요</a:t>
            </a:r>
            <a:r>
              <a:rPr lang="en-US" altLang="ko-KR" sz="800">
                <a:solidFill>
                  <a:schemeClr val="bg1"/>
                </a:solidFill>
              </a:rPr>
              <a:t>.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53E4F838-F40E-6206-16D8-E88F217B22AD}"/>
              </a:ext>
            </a:extLst>
          </p:cNvPr>
          <p:cNvSpPr/>
          <p:nvPr/>
        </p:nvSpPr>
        <p:spPr>
          <a:xfrm>
            <a:off x="1946292" y="6328821"/>
            <a:ext cx="4870416" cy="285018"/>
          </a:xfrm>
          <a:prstGeom prst="roundRect">
            <a:avLst>
              <a:gd name="adj" fmla="val 19446"/>
            </a:avLst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ea typeface="+mn-ea"/>
              </a:rPr>
              <a:t>저장하기</a:t>
            </a:r>
            <a:endParaRPr lang="ko-KR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63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7B7068-BEAB-9013-733C-885BC7132C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상태별 화면 분기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CF7BEC-6656-5632-70EE-D06BAFDD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방송 관리 화면 분기</a:t>
            </a:r>
          </a:p>
        </p:txBody>
      </p: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5F9F5850-F594-D014-AF08-7A688CDD96FC}"/>
              </a:ext>
            </a:extLst>
          </p:cNvPr>
          <p:cNvGrpSpPr/>
          <p:nvPr/>
        </p:nvGrpSpPr>
        <p:grpSpPr>
          <a:xfrm>
            <a:off x="515380" y="1294521"/>
            <a:ext cx="3960440" cy="1876951"/>
            <a:chOff x="263352" y="944724"/>
            <a:chExt cx="3960440" cy="1876951"/>
          </a:xfrm>
        </p:grpSpPr>
        <p:sp>
          <p:nvSpPr>
            <p:cNvPr id="7" name="Shape 11">
              <a:extLst>
                <a:ext uri="{FF2B5EF4-FFF2-40B4-BE49-F238E27FC236}">
                  <a16:creationId xmlns:a16="http://schemas.microsoft.com/office/drawing/2014/main" id="{0B338B7B-98CE-A857-F600-3A773D005933}"/>
                </a:ext>
              </a:extLst>
            </p:cNvPr>
            <p:cNvSpPr/>
            <p:nvPr/>
          </p:nvSpPr>
          <p:spPr>
            <a:xfrm>
              <a:off x="263611" y="1105338"/>
              <a:ext cx="3960180" cy="1150164"/>
            </a:xfrm>
            <a:prstGeom prst="rect">
              <a:avLst/>
            </a:prstGeom>
            <a:solidFill>
              <a:srgbClr val="1A1D28"/>
            </a:solidFill>
            <a:ln/>
          </p:spPr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A0FEBD4-8A6A-1186-980B-4D99E061E75E}"/>
                </a:ext>
              </a:extLst>
            </p:cNvPr>
            <p:cNvGrpSpPr/>
            <p:nvPr/>
          </p:nvGrpSpPr>
          <p:grpSpPr>
            <a:xfrm>
              <a:off x="460040" y="1354138"/>
              <a:ext cx="3547730" cy="735579"/>
              <a:chOff x="2187870" y="1774271"/>
              <a:chExt cx="4363165" cy="735579"/>
            </a:xfrm>
          </p:grpSpPr>
          <p:sp>
            <p:nvSpPr>
              <p:cNvPr id="9" name="Text 13">
                <a:extLst>
                  <a:ext uri="{FF2B5EF4-FFF2-40B4-BE49-F238E27FC236}">
                    <a16:creationId xmlns:a16="http://schemas.microsoft.com/office/drawing/2014/main" id="{E7E51E80-E488-E1C1-6A22-B4A95AC51CE1}"/>
                  </a:ext>
                </a:extLst>
              </p:cNvPr>
              <p:cNvSpPr txBox="1"/>
              <p:nvPr/>
            </p:nvSpPr>
            <p:spPr>
              <a:xfrm>
                <a:off x="2187870" y="1774271"/>
                <a:ext cx="4363165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ko-KR" altLang="en-US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스트리밍 소프트웨어를</a:t>
                </a:r>
                <a:r>
                  <a:rPr kumimoji="0" lang="en-US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연결하면 방송이 시작됩니다</a:t>
                </a:r>
                <a:endParaRPr kumimoji="0" lang="en-US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Text 14">
                <a:extLst>
                  <a:ext uri="{FF2B5EF4-FFF2-40B4-BE49-F238E27FC236}">
                    <a16:creationId xmlns:a16="http://schemas.microsoft.com/office/drawing/2014/main" id="{B9986D1A-A9E4-F915-BE03-096556E787A8}"/>
                  </a:ext>
                </a:extLst>
              </p:cNvPr>
              <p:cNvSpPr txBox="1"/>
              <p:nvPr/>
            </p:nvSpPr>
            <p:spPr>
              <a:xfrm>
                <a:off x="2187871" y="2002362"/>
                <a:ext cx="4363163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방송 시작 · 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종료는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스트리밍 소프트웨어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(OBS 등)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에서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가능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합니다</a:t>
                </a:r>
                <a:endParaRPr kumimoji="0" lang="en-US" sz="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C8BF68EC-428C-93BF-1773-D19013C3DE90}"/>
                  </a:ext>
                </a:extLst>
              </p:cNvPr>
              <p:cNvGrpSpPr/>
              <p:nvPr/>
            </p:nvGrpSpPr>
            <p:grpSpPr>
              <a:xfrm>
                <a:off x="3821725" y="2298060"/>
                <a:ext cx="1095454" cy="211790"/>
                <a:chOff x="3821725" y="2497130"/>
                <a:chExt cx="1095454" cy="211790"/>
              </a:xfrm>
            </p:grpSpPr>
            <p:sp>
              <p:nvSpPr>
                <p:cNvPr id="12" name="Shape 15">
                  <a:extLst>
                    <a:ext uri="{FF2B5EF4-FFF2-40B4-BE49-F238E27FC236}">
                      <a16:creationId xmlns:a16="http://schemas.microsoft.com/office/drawing/2014/main" id="{F419E5F2-6486-EB7B-4381-E5F5BD39448E}"/>
                    </a:ext>
                  </a:extLst>
                </p:cNvPr>
                <p:cNvSpPr/>
                <p:nvPr/>
              </p:nvSpPr>
              <p:spPr>
                <a:xfrm>
                  <a:off x="3874061" y="2497130"/>
                  <a:ext cx="990782" cy="211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/>
              </p:spPr>
            </p:sp>
            <p:sp>
              <p:nvSpPr>
                <p:cNvPr id="13" name="Text 16">
                  <a:extLst>
                    <a:ext uri="{FF2B5EF4-FFF2-40B4-BE49-F238E27FC236}">
                      <a16:creationId xmlns:a16="http://schemas.microsoft.com/office/drawing/2014/main" id="{C202059F-EFC3-5C9B-B086-E067743D7211}"/>
                    </a:ext>
                  </a:extLst>
                </p:cNvPr>
                <p:cNvSpPr txBox="1"/>
                <p:nvPr/>
              </p:nvSpPr>
              <p:spPr>
                <a:xfrm>
                  <a:off x="3821725" y="2506367"/>
                  <a:ext cx="1095454" cy="19331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ko-KR" alt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스트림 </a:t>
                  </a:r>
                  <a:r>
                    <a:rPr kumimoji="0" lang="en-US" sz="800" b="1" dirty="0" err="1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설정</a:t>
                  </a:r>
                  <a:r>
                    <a:rPr kumimoji="0" 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 </a:t>
                  </a:r>
                  <a:r>
                    <a:rPr kumimoji="0" lang="ko-KR" alt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안내</a:t>
                  </a:r>
                  <a:endParaRPr kumimoji="0" lang="en-US" sz="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4" name="Shape 28">
              <a:extLst>
                <a:ext uri="{FF2B5EF4-FFF2-40B4-BE49-F238E27FC236}">
                  <a16:creationId xmlns:a16="http://schemas.microsoft.com/office/drawing/2014/main" id="{EB5A21B6-6DA2-212D-9CDF-5F7E527CB44F}"/>
                </a:ext>
              </a:extLst>
            </p:cNvPr>
            <p:cNvSpPr/>
            <p:nvPr/>
          </p:nvSpPr>
          <p:spPr>
            <a:xfrm>
              <a:off x="263352" y="2290242"/>
              <a:ext cx="3960440" cy="531433"/>
            </a:xfrm>
            <a:prstGeom prst="roundRect">
              <a:avLst>
                <a:gd name="adj" fmla="val 4878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Text 31">
              <a:extLst>
                <a:ext uri="{FF2B5EF4-FFF2-40B4-BE49-F238E27FC236}">
                  <a16:creationId xmlns:a16="http://schemas.microsoft.com/office/drawing/2014/main" id="{887E7B35-2EDE-79EC-BCE6-FF5D69824382}"/>
                </a:ext>
              </a:extLst>
            </p:cNvPr>
            <p:cNvSpPr txBox="1"/>
            <p:nvPr/>
          </p:nvSpPr>
          <p:spPr>
            <a:xfrm>
              <a:off x="368997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33">
              <a:extLst>
                <a:ext uri="{FF2B5EF4-FFF2-40B4-BE49-F238E27FC236}">
                  <a16:creationId xmlns:a16="http://schemas.microsoft.com/office/drawing/2014/main" id="{F8B8A795-BD60-1C80-95D2-910DBECF9738}"/>
                </a:ext>
              </a:extLst>
            </p:cNvPr>
            <p:cNvSpPr txBox="1"/>
            <p:nvPr/>
          </p:nvSpPr>
          <p:spPr>
            <a:xfrm>
              <a:off x="1132029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Text 35">
              <a:extLst>
                <a:ext uri="{FF2B5EF4-FFF2-40B4-BE49-F238E27FC236}">
                  <a16:creationId xmlns:a16="http://schemas.microsoft.com/office/drawing/2014/main" id="{C03578B9-58AE-671E-776D-F38B90A6E9CE}"/>
                </a:ext>
              </a:extLst>
            </p:cNvPr>
            <p:cNvSpPr txBox="1"/>
            <p:nvPr/>
          </p:nvSpPr>
          <p:spPr>
            <a:xfrm>
              <a:off x="1895061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37">
              <a:extLst>
                <a:ext uri="{FF2B5EF4-FFF2-40B4-BE49-F238E27FC236}">
                  <a16:creationId xmlns:a16="http://schemas.microsoft.com/office/drawing/2014/main" id="{0A85EBBD-3618-486D-253C-3FD063288045}"/>
                </a:ext>
              </a:extLst>
            </p:cNvPr>
            <p:cNvSpPr txBox="1"/>
            <p:nvPr/>
          </p:nvSpPr>
          <p:spPr>
            <a:xfrm>
              <a:off x="3421126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37">
              <a:extLst>
                <a:ext uri="{FF2B5EF4-FFF2-40B4-BE49-F238E27FC236}">
                  <a16:creationId xmlns:a16="http://schemas.microsoft.com/office/drawing/2014/main" id="{2FC21C4D-F7C2-8AA9-4EAC-CD7997AE3651}"/>
                </a:ext>
              </a:extLst>
            </p:cNvPr>
            <p:cNvSpPr txBox="1"/>
            <p:nvPr/>
          </p:nvSpPr>
          <p:spPr>
            <a:xfrm>
              <a:off x="2658093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F32A7A3D-98FA-7B21-76F9-A899C85ECBA8}"/>
                </a:ext>
              </a:extLst>
            </p:cNvPr>
            <p:cNvSpPr/>
            <p:nvPr/>
          </p:nvSpPr>
          <p:spPr>
            <a:xfrm>
              <a:off x="263611" y="944724"/>
              <a:ext cx="3960180" cy="17712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OFF AIR</a:t>
              </a:r>
              <a:endPara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  <p:sp>
          <p:nvSpPr>
            <p:cNvPr id="21" name="Text 30">
              <a:extLst>
                <a:ext uri="{FF2B5EF4-FFF2-40B4-BE49-F238E27FC236}">
                  <a16:creationId xmlns:a16="http://schemas.microsoft.com/office/drawing/2014/main" id="{18F6655E-1B2B-6265-6604-FE159888A82D}"/>
                </a:ext>
              </a:extLst>
            </p:cNvPr>
            <p:cNvSpPr txBox="1"/>
            <p:nvPr/>
          </p:nvSpPr>
          <p:spPr>
            <a:xfrm>
              <a:off x="368997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solidFill>
                    <a:prstClr val="black"/>
                  </a:solidFill>
                  <a:latin typeface="+mn-ea"/>
                  <a:ea typeface="+mn-ea"/>
                </a:rPr>
                <a:t>상태</a:t>
              </a:r>
              <a:endParaRPr kumimoji="0" lang="en-US" sz="90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 32">
              <a:extLst>
                <a:ext uri="{FF2B5EF4-FFF2-40B4-BE49-F238E27FC236}">
                  <a16:creationId xmlns:a16="http://schemas.microsoft.com/office/drawing/2014/main" id="{C2EBCC97-F5B6-5AD4-E8B7-FC5A0BDFCDEE}"/>
                </a:ext>
              </a:extLst>
            </p:cNvPr>
            <p:cNvSpPr txBox="1"/>
            <p:nvPr/>
          </p:nvSpPr>
          <p:spPr>
            <a:xfrm>
              <a:off x="1132029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방송 시간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itchFamily="50" charset="-127"/>
                <a:ea typeface="돋움" pitchFamily="50" charset="-127"/>
                <a:cs typeface="+mn-cs"/>
              </a:endParaRPr>
            </a:p>
          </p:txBody>
        </p:sp>
        <p:sp>
          <p:nvSpPr>
            <p:cNvPr id="23" name="Text 34">
              <a:extLst>
                <a:ext uri="{FF2B5EF4-FFF2-40B4-BE49-F238E27FC236}">
                  <a16:creationId xmlns:a16="http://schemas.microsoft.com/office/drawing/2014/main" id="{13D38118-FAB4-F261-4ED2-3F53176A03DC}"/>
                </a:ext>
              </a:extLst>
            </p:cNvPr>
            <p:cNvSpPr txBox="1"/>
            <p:nvPr/>
          </p:nvSpPr>
          <p:spPr>
            <a:xfrm>
              <a:off x="1895061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동시 시청자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돋움" pitchFamily="50" charset="-127"/>
                <a:cs typeface="+mn-cs"/>
              </a:endParaRPr>
            </a:p>
          </p:txBody>
        </p:sp>
        <p:sp>
          <p:nvSpPr>
            <p:cNvPr id="24" name="Text 36">
              <a:extLst>
                <a:ext uri="{FF2B5EF4-FFF2-40B4-BE49-F238E27FC236}">
                  <a16:creationId xmlns:a16="http://schemas.microsoft.com/office/drawing/2014/main" id="{A2E3BF98-3CBA-433E-679C-A06F5A34E9D3}"/>
                </a:ext>
              </a:extLst>
            </p:cNvPr>
            <p:cNvSpPr txBox="1"/>
            <p:nvPr/>
          </p:nvSpPr>
          <p:spPr>
            <a:xfrm>
              <a:off x="3421126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해상도</a:t>
              </a:r>
              <a:endParaRPr kumimoji="0" lang="en-US" sz="900" dirty="0">
                <a:latin typeface="Calibri" panose="020F0502020204030204"/>
              </a:endParaRPr>
            </a:p>
          </p:txBody>
        </p:sp>
        <p:sp>
          <p:nvSpPr>
            <p:cNvPr id="25" name="Text 36">
              <a:extLst>
                <a:ext uri="{FF2B5EF4-FFF2-40B4-BE49-F238E27FC236}">
                  <a16:creationId xmlns:a16="http://schemas.microsoft.com/office/drawing/2014/main" id="{284B8B7C-7DAA-CDE1-C077-8094DB0FB2FD}"/>
                </a:ext>
              </a:extLst>
            </p:cNvPr>
            <p:cNvSpPr txBox="1"/>
            <p:nvPr/>
          </p:nvSpPr>
          <p:spPr>
            <a:xfrm>
              <a:off x="2658093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 err="1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비트트레이</a:t>
              </a:r>
              <a:endParaRPr kumimoji="0" lang="en-US" sz="900" dirty="0">
                <a:latin typeface="Calibri" panose="020F0502020204030204"/>
              </a:endParaRPr>
            </a:p>
          </p:txBody>
        </p:sp>
      </p:grpSp>
      <p:sp>
        <p:nvSpPr>
          <p:cNvPr id="30" name="Shape 11">
            <a:extLst>
              <a:ext uri="{FF2B5EF4-FFF2-40B4-BE49-F238E27FC236}">
                <a16:creationId xmlns:a16="http://schemas.microsoft.com/office/drawing/2014/main" id="{4F7344EC-9132-5966-5F40-E4E76FCD3EE9}"/>
              </a:ext>
            </a:extLst>
          </p:cNvPr>
          <p:cNvSpPr/>
          <p:nvPr/>
        </p:nvSpPr>
        <p:spPr>
          <a:xfrm>
            <a:off x="515638" y="3775134"/>
            <a:ext cx="3960180" cy="1150164"/>
          </a:xfrm>
          <a:prstGeom prst="rect">
            <a:avLst/>
          </a:prstGeom>
          <a:solidFill>
            <a:srgbClr val="1A1D28"/>
          </a:solidFill>
          <a:ln/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오프라인 상태입니다</a:t>
            </a:r>
            <a:r>
              <a:rPr lang="en-US" altLang="ko-KR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인터넷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  <a:ea typeface="+mn-ea"/>
              </a:rPr>
              <a:t>연결를</a:t>
            </a: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 확인하고 다시 시도해 보세요</a:t>
            </a:r>
            <a:r>
              <a:rPr lang="en-US" altLang="ko-KR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94F5D55A-39FA-FBE7-FAF4-C6C4086DB79A}"/>
              </a:ext>
            </a:extLst>
          </p:cNvPr>
          <p:cNvSpPr/>
          <p:nvPr/>
        </p:nvSpPr>
        <p:spPr>
          <a:xfrm>
            <a:off x="515638" y="3614520"/>
            <a:ext cx="3960180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AIR</a:t>
            </a: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D205B316-774A-6BE3-5951-9FCF9E7B99F5}"/>
              </a:ext>
            </a:extLst>
          </p:cNvPr>
          <p:cNvSpPr/>
          <p:nvPr/>
        </p:nvSpPr>
        <p:spPr>
          <a:xfrm>
            <a:off x="4950450" y="1455135"/>
            <a:ext cx="3960178" cy="1144354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57255F96-4BFB-FDFE-3DDB-2899964E1315}"/>
              </a:ext>
            </a:extLst>
          </p:cNvPr>
          <p:cNvSpPr/>
          <p:nvPr/>
        </p:nvSpPr>
        <p:spPr>
          <a:xfrm>
            <a:off x="4950452" y="2634228"/>
            <a:ext cx="3960178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02FE4050-80E5-B92C-1A1F-16B0F6CE93A7}"/>
              </a:ext>
            </a:extLst>
          </p:cNvPr>
          <p:cNvSpPr txBox="1"/>
          <p:nvPr/>
        </p:nvSpPr>
        <p:spPr>
          <a:xfrm>
            <a:off x="5056090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2E0F0CDF-28BD-C039-98F7-EF02ED8716ED}"/>
              </a:ext>
            </a:extLst>
          </p:cNvPr>
          <p:cNvSpPr txBox="1"/>
          <p:nvPr/>
        </p:nvSpPr>
        <p:spPr>
          <a:xfrm>
            <a:off x="5056090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>
                <a:solidFill>
                  <a:schemeClr val="accent4">
                    <a:lumMod val="75000"/>
                  </a:schemeClr>
                </a:solidFill>
                <a:effectLst/>
                <a:latin typeface="+mn-ea"/>
                <a:ea typeface="+mn-ea"/>
              </a:rPr>
              <a:t>양호</a:t>
            </a:r>
            <a:endParaRPr kumimoji="0" lang="en-US" sz="600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446F0CE7-3E69-0278-71E0-5B585E1AF3DA}"/>
              </a:ext>
            </a:extLst>
          </p:cNvPr>
          <p:cNvSpPr txBox="1"/>
          <p:nvPr/>
        </p:nvSpPr>
        <p:spPr>
          <a:xfrm>
            <a:off x="5819072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52B1DA35-6AC2-72E8-BD18-9D022A9750B0}"/>
              </a:ext>
            </a:extLst>
          </p:cNvPr>
          <p:cNvSpPr txBox="1"/>
          <p:nvPr/>
        </p:nvSpPr>
        <p:spPr>
          <a:xfrm>
            <a:off x="5741261" y="2865208"/>
            <a:ext cx="840792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2B973F36-2F11-E4E0-4D6A-8E7FCDC66DA9}"/>
              </a:ext>
            </a:extLst>
          </p:cNvPr>
          <p:cNvSpPr txBox="1"/>
          <p:nvPr/>
        </p:nvSpPr>
        <p:spPr>
          <a:xfrm>
            <a:off x="6582053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C6AF1197-D7C9-021D-10FE-857A8F433695}"/>
              </a:ext>
            </a:extLst>
          </p:cNvPr>
          <p:cNvSpPr txBox="1"/>
          <p:nvPr/>
        </p:nvSpPr>
        <p:spPr>
          <a:xfrm>
            <a:off x="6582053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D5DC4986-A8B7-F9FB-3624-DC98E2D3D450}"/>
              </a:ext>
            </a:extLst>
          </p:cNvPr>
          <p:cNvSpPr txBox="1"/>
          <p:nvPr/>
        </p:nvSpPr>
        <p:spPr>
          <a:xfrm>
            <a:off x="8108017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5AC93237-6A7B-C9F0-2F13-2E0AB5E67A18}"/>
              </a:ext>
            </a:extLst>
          </p:cNvPr>
          <p:cNvSpPr txBox="1"/>
          <p:nvPr/>
        </p:nvSpPr>
        <p:spPr>
          <a:xfrm>
            <a:off x="8108017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7A9C8064-B62D-3B49-096A-2299CA71A14A}"/>
              </a:ext>
            </a:extLst>
          </p:cNvPr>
          <p:cNvSpPr txBox="1"/>
          <p:nvPr/>
        </p:nvSpPr>
        <p:spPr>
          <a:xfrm>
            <a:off x="7345035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04B3BCE5-4ABC-C79F-DA23-5E0350D678DB}"/>
              </a:ext>
            </a:extLst>
          </p:cNvPr>
          <p:cNvSpPr txBox="1"/>
          <p:nvPr/>
        </p:nvSpPr>
        <p:spPr>
          <a:xfrm>
            <a:off x="7345035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D0392BCD-11DD-B76C-6F79-F8C6860AEEB2}"/>
              </a:ext>
            </a:extLst>
          </p:cNvPr>
          <p:cNvSpPr/>
          <p:nvPr/>
        </p:nvSpPr>
        <p:spPr>
          <a:xfrm>
            <a:off x="4950711" y="1294521"/>
            <a:ext cx="3959918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0ED3AC3-DBC8-0CAE-54EE-8455192F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3" t="20839" r="1523" b="27218"/>
          <a:stretch>
            <a:fillRect/>
          </a:stretch>
        </p:blipFill>
        <p:spPr>
          <a:xfrm>
            <a:off x="4961256" y="1485804"/>
            <a:ext cx="3947332" cy="1113684"/>
          </a:xfrm>
          <a:prstGeom prst="rect">
            <a:avLst/>
          </a:prstGeom>
        </p:spPr>
      </p:pic>
      <p:sp>
        <p:nvSpPr>
          <p:cNvPr id="261" name="타원 129">
            <a:extLst>
              <a:ext uri="{FF2B5EF4-FFF2-40B4-BE49-F238E27FC236}">
                <a16:creationId xmlns:a16="http://schemas.microsoft.com/office/drawing/2014/main" id="{5E931EA4-F270-3BE5-3281-00A926EF9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36" y="108093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2" name="타원 129">
            <a:extLst>
              <a:ext uri="{FF2B5EF4-FFF2-40B4-BE49-F238E27FC236}">
                <a16:creationId xmlns:a16="http://schemas.microsoft.com/office/drawing/2014/main" id="{A4165A20-8405-9F80-15C1-23377D2FC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805" y="106260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3" name="타원 129">
            <a:extLst>
              <a:ext uri="{FF2B5EF4-FFF2-40B4-BE49-F238E27FC236}">
                <a16:creationId xmlns:a16="http://schemas.microsoft.com/office/drawing/2014/main" id="{9F59E280-C065-02D0-7640-D9A1F7FB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35" y="338358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349592F-FCB9-F647-311C-5AE4A5FACD06}"/>
              </a:ext>
            </a:extLst>
          </p:cNvPr>
          <p:cNvSpPr txBox="1"/>
          <p:nvPr/>
        </p:nvSpPr>
        <p:spPr>
          <a:xfrm>
            <a:off x="731404" y="10424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7846F98-408B-DD36-1EC3-06D9932991E5}"/>
              </a:ext>
            </a:extLst>
          </p:cNvPr>
          <p:cNvSpPr txBox="1"/>
          <p:nvPr/>
        </p:nvSpPr>
        <p:spPr>
          <a:xfrm>
            <a:off x="5137294" y="104249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라이브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3F484B62-51DF-1DD3-69FE-932C66966422}"/>
              </a:ext>
            </a:extLst>
          </p:cNvPr>
          <p:cNvSpPr txBox="1"/>
          <p:nvPr/>
        </p:nvSpPr>
        <p:spPr>
          <a:xfrm>
            <a:off x="731404" y="3356992"/>
            <a:ext cx="1774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중 네트워크 끊긴 상태</a:t>
            </a:r>
          </a:p>
        </p:txBody>
      </p: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A91C06A3-9B40-D74D-E75D-37AB944F5461}"/>
              </a:ext>
            </a:extLst>
          </p:cNvPr>
          <p:cNvGrpSpPr/>
          <p:nvPr/>
        </p:nvGrpSpPr>
        <p:grpSpPr>
          <a:xfrm>
            <a:off x="4951467" y="3614520"/>
            <a:ext cx="3960440" cy="1876951"/>
            <a:chOff x="263352" y="4792409"/>
            <a:chExt cx="3960440" cy="1876951"/>
          </a:xfrm>
        </p:grpSpPr>
        <p:sp>
          <p:nvSpPr>
            <p:cNvPr id="273" name="Shape 11">
              <a:extLst>
                <a:ext uri="{FF2B5EF4-FFF2-40B4-BE49-F238E27FC236}">
                  <a16:creationId xmlns:a16="http://schemas.microsoft.com/office/drawing/2014/main" id="{2C1F815C-8062-8632-2008-7B54E45BBDB6}"/>
                </a:ext>
              </a:extLst>
            </p:cNvPr>
            <p:cNvSpPr/>
            <p:nvPr/>
          </p:nvSpPr>
          <p:spPr>
            <a:xfrm>
              <a:off x="263611" y="4953023"/>
              <a:ext cx="3960180" cy="1150164"/>
            </a:xfrm>
            <a:prstGeom prst="rect">
              <a:avLst/>
            </a:prstGeom>
            <a:solidFill>
              <a:srgbClr val="1A1D28"/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정지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중에는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사용할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수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없습니다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74" name="Shape 28">
              <a:extLst>
                <a:ext uri="{FF2B5EF4-FFF2-40B4-BE49-F238E27FC236}">
                  <a16:creationId xmlns:a16="http://schemas.microsoft.com/office/drawing/2014/main" id="{4D2D2958-7674-EB84-6567-03A756BE24E7}"/>
                </a:ext>
              </a:extLst>
            </p:cNvPr>
            <p:cNvSpPr/>
            <p:nvPr/>
          </p:nvSpPr>
          <p:spPr>
            <a:xfrm>
              <a:off x="263352" y="6137927"/>
              <a:ext cx="3960440" cy="531433"/>
            </a:xfrm>
            <a:prstGeom prst="roundRect">
              <a:avLst>
                <a:gd name="adj" fmla="val 4878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5" name="Text 31">
              <a:extLst>
                <a:ext uri="{FF2B5EF4-FFF2-40B4-BE49-F238E27FC236}">
                  <a16:creationId xmlns:a16="http://schemas.microsoft.com/office/drawing/2014/main" id="{97F9F158-E304-46F8-28BE-67EDE80875EB}"/>
                </a:ext>
              </a:extLst>
            </p:cNvPr>
            <p:cNvSpPr txBox="1"/>
            <p:nvPr/>
          </p:nvSpPr>
          <p:spPr>
            <a:xfrm>
              <a:off x="368997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6" name="Text 33">
              <a:extLst>
                <a:ext uri="{FF2B5EF4-FFF2-40B4-BE49-F238E27FC236}">
                  <a16:creationId xmlns:a16="http://schemas.microsoft.com/office/drawing/2014/main" id="{859622D6-E4F9-8AC0-AF76-539BB199C6F3}"/>
                </a:ext>
              </a:extLst>
            </p:cNvPr>
            <p:cNvSpPr txBox="1"/>
            <p:nvPr/>
          </p:nvSpPr>
          <p:spPr>
            <a:xfrm>
              <a:off x="1132029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7" name="Text 35">
              <a:extLst>
                <a:ext uri="{FF2B5EF4-FFF2-40B4-BE49-F238E27FC236}">
                  <a16:creationId xmlns:a16="http://schemas.microsoft.com/office/drawing/2014/main" id="{C5FF9171-10C5-8925-30F6-CF1753AAEE75}"/>
                </a:ext>
              </a:extLst>
            </p:cNvPr>
            <p:cNvSpPr txBox="1"/>
            <p:nvPr/>
          </p:nvSpPr>
          <p:spPr>
            <a:xfrm>
              <a:off x="1895061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8" name="Text 37">
              <a:extLst>
                <a:ext uri="{FF2B5EF4-FFF2-40B4-BE49-F238E27FC236}">
                  <a16:creationId xmlns:a16="http://schemas.microsoft.com/office/drawing/2014/main" id="{E1EF5D00-E5B9-827B-9248-54085C5CCF6C}"/>
                </a:ext>
              </a:extLst>
            </p:cNvPr>
            <p:cNvSpPr txBox="1"/>
            <p:nvPr/>
          </p:nvSpPr>
          <p:spPr>
            <a:xfrm>
              <a:off x="3421126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9" name="Text 37">
              <a:extLst>
                <a:ext uri="{FF2B5EF4-FFF2-40B4-BE49-F238E27FC236}">
                  <a16:creationId xmlns:a16="http://schemas.microsoft.com/office/drawing/2014/main" id="{E8CCA069-E3EA-EEA4-07CE-D7C938E2F446}"/>
                </a:ext>
              </a:extLst>
            </p:cNvPr>
            <p:cNvSpPr txBox="1"/>
            <p:nvPr/>
          </p:nvSpPr>
          <p:spPr>
            <a:xfrm>
              <a:off x="2658093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0" name="Shape 11">
              <a:extLst>
                <a:ext uri="{FF2B5EF4-FFF2-40B4-BE49-F238E27FC236}">
                  <a16:creationId xmlns:a16="http://schemas.microsoft.com/office/drawing/2014/main" id="{F831960C-0E99-0D8B-0623-50AB900334C5}"/>
                </a:ext>
              </a:extLst>
            </p:cNvPr>
            <p:cNvSpPr/>
            <p:nvPr/>
          </p:nvSpPr>
          <p:spPr>
            <a:xfrm>
              <a:off x="263611" y="4792409"/>
              <a:ext cx="3960180" cy="177127"/>
            </a:xfrm>
            <a:prstGeom prst="rect">
              <a:avLst/>
            </a:prstGeom>
            <a:solidFill>
              <a:srgbClr val="FFF4E5"/>
            </a:solidFill>
            <a:ln/>
          </p:spPr>
          <p:txBody>
            <a:bodyPr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⚠ </a:t>
              </a:r>
              <a:r>
                <a:rPr lang="en-US" altLang="ko-KR" sz="800" b="1" dirty="0" err="1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채널이</a:t>
              </a: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b="1" dirty="0" err="1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정지되었습니다</a:t>
              </a: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</a:p>
          </p:txBody>
        </p:sp>
        <p:sp>
          <p:nvSpPr>
            <p:cNvPr id="281" name="Text 30">
              <a:extLst>
                <a:ext uri="{FF2B5EF4-FFF2-40B4-BE49-F238E27FC236}">
                  <a16:creationId xmlns:a16="http://schemas.microsoft.com/office/drawing/2014/main" id="{F1647A7A-F7CC-4F8D-B38E-AFD73F382F9B}"/>
                </a:ext>
              </a:extLst>
            </p:cNvPr>
            <p:cNvSpPr txBox="1"/>
            <p:nvPr/>
          </p:nvSpPr>
          <p:spPr>
            <a:xfrm>
              <a:off x="368997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solidFill>
                    <a:prstClr val="black"/>
                  </a:solidFill>
                  <a:latin typeface="+mn-ea"/>
                  <a:ea typeface="+mn-ea"/>
                </a:rPr>
                <a:t>상태</a:t>
              </a:r>
              <a:endParaRPr kumimoji="0" lang="en-US" sz="90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Text 32">
              <a:extLst>
                <a:ext uri="{FF2B5EF4-FFF2-40B4-BE49-F238E27FC236}">
                  <a16:creationId xmlns:a16="http://schemas.microsoft.com/office/drawing/2014/main" id="{B3147600-387F-6DCD-38B6-A6BC033D87C2}"/>
                </a:ext>
              </a:extLst>
            </p:cNvPr>
            <p:cNvSpPr txBox="1"/>
            <p:nvPr/>
          </p:nvSpPr>
          <p:spPr>
            <a:xfrm>
              <a:off x="1132029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방송 시간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itchFamily="50" charset="-127"/>
                <a:ea typeface="돋움" pitchFamily="50" charset="-127"/>
                <a:cs typeface="+mn-cs"/>
              </a:endParaRPr>
            </a:p>
          </p:txBody>
        </p:sp>
        <p:sp>
          <p:nvSpPr>
            <p:cNvPr id="283" name="Text 34">
              <a:extLst>
                <a:ext uri="{FF2B5EF4-FFF2-40B4-BE49-F238E27FC236}">
                  <a16:creationId xmlns:a16="http://schemas.microsoft.com/office/drawing/2014/main" id="{4AD65A9D-C796-691E-287C-2F5F21A825FE}"/>
                </a:ext>
              </a:extLst>
            </p:cNvPr>
            <p:cNvSpPr txBox="1"/>
            <p:nvPr/>
          </p:nvSpPr>
          <p:spPr>
            <a:xfrm>
              <a:off x="1895061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동시 시청자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돋움" pitchFamily="50" charset="-127"/>
                <a:cs typeface="+mn-cs"/>
              </a:endParaRPr>
            </a:p>
          </p:txBody>
        </p:sp>
        <p:sp>
          <p:nvSpPr>
            <p:cNvPr id="284" name="Text 36">
              <a:extLst>
                <a:ext uri="{FF2B5EF4-FFF2-40B4-BE49-F238E27FC236}">
                  <a16:creationId xmlns:a16="http://schemas.microsoft.com/office/drawing/2014/main" id="{FF8C0A2D-3355-DA52-5CF1-7D61C0D6FA25}"/>
                </a:ext>
              </a:extLst>
            </p:cNvPr>
            <p:cNvSpPr txBox="1"/>
            <p:nvPr/>
          </p:nvSpPr>
          <p:spPr>
            <a:xfrm>
              <a:off x="3421126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해상도</a:t>
              </a:r>
              <a:endParaRPr kumimoji="0" lang="en-US" sz="900" dirty="0">
                <a:latin typeface="Calibri" panose="020F0502020204030204"/>
              </a:endParaRPr>
            </a:p>
          </p:txBody>
        </p:sp>
        <p:sp>
          <p:nvSpPr>
            <p:cNvPr id="285" name="Text 36">
              <a:extLst>
                <a:ext uri="{FF2B5EF4-FFF2-40B4-BE49-F238E27FC236}">
                  <a16:creationId xmlns:a16="http://schemas.microsoft.com/office/drawing/2014/main" id="{4BD6A1A2-17B6-949E-8C41-EAB7F6FEAFAD}"/>
                </a:ext>
              </a:extLst>
            </p:cNvPr>
            <p:cNvSpPr txBox="1"/>
            <p:nvPr/>
          </p:nvSpPr>
          <p:spPr>
            <a:xfrm>
              <a:off x="2658093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 err="1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비트트레이</a:t>
              </a:r>
              <a:endParaRPr kumimoji="0" lang="en-US" sz="900" dirty="0">
                <a:latin typeface="Calibri" panose="020F0502020204030204"/>
              </a:endParaRPr>
            </a:p>
          </p:txBody>
        </p:sp>
      </p:grpSp>
      <p:sp>
        <p:nvSpPr>
          <p:cNvPr id="286" name="타원 129">
            <a:extLst>
              <a:ext uri="{FF2B5EF4-FFF2-40B4-BE49-F238E27FC236}">
                <a16:creationId xmlns:a16="http://schemas.microsoft.com/office/drawing/2014/main" id="{51CDD9E2-B107-9E37-D4DF-125803D5D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823" y="338358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13707137-147A-26A5-B08C-0361DB337193}"/>
              </a:ext>
            </a:extLst>
          </p:cNvPr>
          <p:cNvSpPr txBox="1"/>
          <p:nvPr/>
        </p:nvSpPr>
        <p:spPr>
          <a:xfrm>
            <a:off x="5167492" y="3356992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제재 상태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" name="Shape 28">
            <a:extLst>
              <a:ext uri="{FF2B5EF4-FFF2-40B4-BE49-F238E27FC236}">
                <a16:creationId xmlns:a16="http://schemas.microsoft.com/office/drawing/2014/main" id="{F1CF82F7-85FC-D0E6-1FF3-E4FD309055FB}"/>
              </a:ext>
            </a:extLst>
          </p:cNvPr>
          <p:cNvSpPr/>
          <p:nvPr/>
        </p:nvSpPr>
        <p:spPr>
          <a:xfrm>
            <a:off x="515640" y="4960038"/>
            <a:ext cx="3960178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9" name="Text 30">
            <a:extLst>
              <a:ext uri="{FF2B5EF4-FFF2-40B4-BE49-F238E27FC236}">
                <a16:creationId xmlns:a16="http://schemas.microsoft.com/office/drawing/2014/main" id="{9C6324EF-AD9E-D721-B133-1ED919898711}"/>
              </a:ext>
            </a:extLst>
          </p:cNvPr>
          <p:cNvSpPr txBox="1"/>
          <p:nvPr/>
        </p:nvSpPr>
        <p:spPr>
          <a:xfrm>
            <a:off x="621278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90" name="Text 31">
            <a:extLst>
              <a:ext uri="{FF2B5EF4-FFF2-40B4-BE49-F238E27FC236}">
                <a16:creationId xmlns:a16="http://schemas.microsoft.com/office/drawing/2014/main" id="{D9AF635F-23D0-C510-3D11-027549159CDA}"/>
              </a:ext>
            </a:extLst>
          </p:cNvPr>
          <p:cNvSpPr txBox="1"/>
          <p:nvPr/>
        </p:nvSpPr>
        <p:spPr>
          <a:xfrm>
            <a:off x="621278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>
                <a:solidFill>
                  <a:srgbClr val="FF0000"/>
                </a:solidFill>
                <a:effectLst/>
                <a:latin typeface="+mn-ea"/>
                <a:ea typeface="+mn-ea"/>
              </a:rPr>
              <a:t>불안정</a:t>
            </a:r>
            <a:endParaRPr kumimoji="0" lang="en-US" sz="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91" name="Text 32">
            <a:extLst>
              <a:ext uri="{FF2B5EF4-FFF2-40B4-BE49-F238E27FC236}">
                <a16:creationId xmlns:a16="http://schemas.microsoft.com/office/drawing/2014/main" id="{E4C5108B-7B9B-BF76-9E2F-32E203F57039}"/>
              </a:ext>
            </a:extLst>
          </p:cNvPr>
          <p:cNvSpPr txBox="1"/>
          <p:nvPr/>
        </p:nvSpPr>
        <p:spPr>
          <a:xfrm>
            <a:off x="1384260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292" name="Text 33">
            <a:extLst>
              <a:ext uri="{FF2B5EF4-FFF2-40B4-BE49-F238E27FC236}">
                <a16:creationId xmlns:a16="http://schemas.microsoft.com/office/drawing/2014/main" id="{33465C2B-7A87-0BA8-12B7-30685311EF4E}"/>
              </a:ext>
            </a:extLst>
          </p:cNvPr>
          <p:cNvSpPr txBox="1"/>
          <p:nvPr/>
        </p:nvSpPr>
        <p:spPr>
          <a:xfrm>
            <a:off x="1306449" y="5191018"/>
            <a:ext cx="840792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93" name="Text 34">
            <a:extLst>
              <a:ext uri="{FF2B5EF4-FFF2-40B4-BE49-F238E27FC236}">
                <a16:creationId xmlns:a16="http://schemas.microsoft.com/office/drawing/2014/main" id="{6829C52D-38FE-6D57-7F05-13032B174A3E}"/>
              </a:ext>
            </a:extLst>
          </p:cNvPr>
          <p:cNvSpPr txBox="1"/>
          <p:nvPr/>
        </p:nvSpPr>
        <p:spPr>
          <a:xfrm>
            <a:off x="2147241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94" name="Text 35">
            <a:extLst>
              <a:ext uri="{FF2B5EF4-FFF2-40B4-BE49-F238E27FC236}">
                <a16:creationId xmlns:a16="http://schemas.microsoft.com/office/drawing/2014/main" id="{98A6D334-02E9-78E1-F55F-9F917DD9B24C}"/>
              </a:ext>
            </a:extLst>
          </p:cNvPr>
          <p:cNvSpPr txBox="1"/>
          <p:nvPr/>
        </p:nvSpPr>
        <p:spPr>
          <a:xfrm>
            <a:off x="2147241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5" name="Text 36">
            <a:extLst>
              <a:ext uri="{FF2B5EF4-FFF2-40B4-BE49-F238E27FC236}">
                <a16:creationId xmlns:a16="http://schemas.microsoft.com/office/drawing/2014/main" id="{9F5FA437-2490-8888-2CCF-0CC6A1B6FBDD}"/>
              </a:ext>
            </a:extLst>
          </p:cNvPr>
          <p:cNvSpPr txBox="1"/>
          <p:nvPr/>
        </p:nvSpPr>
        <p:spPr>
          <a:xfrm>
            <a:off x="3673205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96" name="Text 37">
            <a:extLst>
              <a:ext uri="{FF2B5EF4-FFF2-40B4-BE49-F238E27FC236}">
                <a16:creationId xmlns:a16="http://schemas.microsoft.com/office/drawing/2014/main" id="{F7EBE42D-C80B-188D-6F06-031326583548}"/>
              </a:ext>
            </a:extLst>
          </p:cNvPr>
          <p:cNvSpPr txBox="1"/>
          <p:nvPr/>
        </p:nvSpPr>
        <p:spPr>
          <a:xfrm>
            <a:off x="3673205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54EB5BDB-391E-81F6-C3AC-1D40CACD0C53}"/>
              </a:ext>
            </a:extLst>
          </p:cNvPr>
          <p:cNvSpPr txBox="1"/>
          <p:nvPr/>
        </p:nvSpPr>
        <p:spPr>
          <a:xfrm>
            <a:off x="2910223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98" name="Text 37">
            <a:extLst>
              <a:ext uri="{FF2B5EF4-FFF2-40B4-BE49-F238E27FC236}">
                <a16:creationId xmlns:a16="http://schemas.microsoft.com/office/drawing/2014/main" id="{AC95905D-F26C-9875-794C-56B8DDBA2A33}"/>
              </a:ext>
            </a:extLst>
          </p:cNvPr>
          <p:cNvSpPr txBox="1"/>
          <p:nvPr/>
        </p:nvSpPr>
        <p:spPr>
          <a:xfrm>
            <a:off x="2910223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C326CFE4-18B8-6F66-B45C-4DAA6BAD3824}"/>
              </a:ext>
            </a:extLst>
          </p:cNvPr>
          <p:cNvSpPr/>
          <p:nvPr/>
        </p:nvSpPr>
        <p:spPr>
          <a:xfrm>
            <a:off x="110616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83863E95-9B1B-8470-FE33-FD1FC5DA86C7}"/>
              </a:ext>
            </a:extLst>
          </p:cNvPr>
          <p:cNvSpPr/>
          <p:nvPr/>
        </p:nvSpPr>
        <p:spPr>
          <a:xfrm>
            <a:off x="1991544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4FEF0E58-5F1D-C637-5340-877FADC8D9E7}"/>
              </a:ext>
            </a:extLst>
          </p:cNvPr>
          <p:cNvSpPr/>
          <p:nvPr/>
        </p:nvSpPr>
        <p:spPr>
          <a:xfrm>
            <a:off x="281963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583826E3-F14B-73F8-6AB4-FEAF94043F04}"/>
              </a:ext>
            </a:extLst>
          </p:cNvPr>
          <p:cNvSpPr/>
          <p:nvPr/>
        </p:nvSpPr>
        <p:spPr>
          <a:xfrm>
            <a:off x="3572900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4" name="타원 303">
            <a:extLst>
              <a:ext uri="{FF2B5EF4-FFF2-40B4-BE49-F238E27FC236}">
                <a16:creationId xmlns:a16="http://schemas.microsoft.com/office/drawing/2014/main" id="{E427B15B-1AA5-FD92-2E1D-393D67E17D2B}"/>
              </a:ext>
            </a:extLst>
          </p:cNvPr>
          <p:cNvSpPr/>
          <p:nvPr/>
        </p:nvSpPr>
        <p:spPr>
          <a:xfrm>
            <a:off x="4206858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5" name="타원 304">
            <a:extLst>
              <a:ext uri="{FF2B5EF4-FFF2-40B4-BE49-F238E27FC236}">
                <a16:creationId xmlns:a16="http://schemas.microsoft.com/office/drawing/2014/main" id="{AC3FDA61-1150-E6C3-2F8F-F0188F2A3B4C}"/>
              </a:ext>
            </a:extLst>
          </p:cNvPr>
          <p:cNvSpPr/>
          <p:nvPr/>
        </p:nvSpPr>
        <p:spPr>
          <a:xfrm>
            <a:off x="110616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A5808E9F-1353-BC51-5832-7BFDFD55280B}"/>
              </a:ext>
            </a:extLst>
          </p:cNvPr>
          <p:cNvSpPr/>
          <p:nvPr/>
        </p:nvSpPr>
        <p:spPr>
          <a:xfrm>
            <a:off x="1991544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" name="타원 306">
            <a:extLst>
              <a:ext uri="{FF2B5EF4-FFF2-40B4-BE49-F238E27FC236}">
                <a16:creationId xmlns:a16="http://schemas.microsoft.com/office/drawing/2014/main" id="{6F7E91C4-2A8E-EAC4-EAC8-D03A997D9EC2}"/>
              </a:ext>
            </a:extLst>
          </p:cNvPr>
          <p:cNvSpPr/>
          <p:nvPr/>
        </p:nvSpPr>
        <p:spPr>
          <a:xfrm>
            <a:off x="281963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684BD29C-80E0-F937-D5D7-A06E375F557B}"/>
              </a:ext>
            </a:extLst>
          </p:cNvPr>
          <p:cNvSpPr/>
          <p:nvPr/>
        </p:nvSpPr>
        <p:spPr>
          <a:xfrm>
            <a:off x="3572900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4C82379B-C013-946B-E4FE-122AC68C4704}"/>
              </a:ext>
            </a:extLst>
          </p:cNvPr>
          <p:cNvSpPr/>
          <p:nvPr/>
        </p:nvSpPr>
        <p:spPr>
          <a:xfrm>
            <a:off x="4206858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4C6AB2BC-13FE-058D-2E3A-A4B577EEB6E5}"/>
              </a:ext>
            </a:extLst>
          </p:cNvPr>
          <p:cNvSpPr/>
          <p:nvPr/>
        </p:nvSpPr>
        <p:spPr>
          <a:xfrm>
            <a:off x="5534232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83A22AAE-21CE-71A7-373C-736C3B8BE62B}"/>
              </a:ext>
            </a:extLst>
          </p:cNvPr>
          <p:cNvSpPr/>
          <p:nvPr/>
        </p:nvSpPr>
        <p:spPr>
          <a:xfrm>
            <a:off x="6419610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76E6B387-783F-D8B8-CCC6-7ABFEF3A2956}"/>
              </a:ext>
            </a:extLst>
          </p:cNvPr>
          <p:cNvSpPr/>
          <p:nvPr/>
        </p:nvSpPr>
        <p:spPr>
          <a:xfrm>
            <a:off x="7247702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A65F0BBF-62BF-8F96-60AF-2879C6593479}"/>
              </a:ext>
            </a:extLst>
          </p:cNvPr>
          <p:cNvSpPr/>
          <p:nvPr/>
        </p:nvSpPr>
        <p:spPr>
          <a:xfrm>
            <a:off x="800096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1D7C4258-06C5-3C31-3CB5-272459942342}"/>
              </a:ext>
            </a:extLst>
          </p:cNvPr>
          <p:cNvSpPr/>
          <p:nvPr/>
        </p:nvSpPr>
        <p:spPr>
          <a:xfrm>
            <a:off x="8634924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F1EF2CE2-63AB-945F-3F14-172442653EE6}"/>
              </a:ext>
            </a:extLst>
          </p:cNvPr>
          <p:cNvSpPr/>
          <p:nvPr/>
        </p:nvSpPr>
        <p:spPr>
          <a:xfrm>
            <a:off x="5534232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AAD44ACC-5766-94A7-C99D-9F648C167E0A}"/>
              </a:ext>
            </a:extLst>
          </p:cNvPr>
          <p:cNvSpPr/>
          <p:nvPr/>
        </p:nvSpPr>
        <p:spPr>
          <a:xfrm>
            <a:off x="6419610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5D2A282F-3AA2-1F03-9F45-1A31261F8DED}"/>
              </a:ext>
            </a:extLst>
          </p:cNvPr>
          <p:cNvSpPr/>
          <p:nvPr/>
        </p:nvSpPr>
        <p:spPr>
          <a:xfrm>
            <a:off x="7247702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67220E5B-9DE1-5CEE-526A-E52568DEB976}"/>
              </a:ext>
            </a:extLst>
          </p:cNvPr>
          <p:cNvSpPr/>
          <p:nvPr/>
        </p:nvSpPr>
        <p:spPr>
          <a:xfrm>
            <a:off x="800096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AB74419B-C476-1B90-A77B-5675DDAB6E36}"/>
              </a:ext>
            </a:extLst>
          </p:cNvPr>
          <p:cNvSpPr/>
          <p:nvPr/>
        </p:nvSpPr>
        <p:spPr>
          <a:xfrm>
            <a:off x="8634924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30" name="Table 1">
            <a:extLst>
              <a:ext uri="{FF2B5EF4-FFF2-40B4-BE49-F238E27FC236}">
                <a16:creationId xmlns:a16="http://schemas.microsoft.com/office/drawing/2014/main" id="{5E839FA5-348F-4706-46A3-C60BB95DC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032838"/>
              </p:ext>
            </p:extLst>
          </p:nvPr>
        </p:nvGraphicFramePr>
        <p:xfrm>
          <a:off x="526028" y="5763640"/>
          <a:ext cx="3301720" cy="853440"/>
        </p:xfrm>
        <a:graphic>
          <a:graphicData uri="http://schemas.openxmlformats.org/drawingml/2006/table">
            <a:tbl>
              <a:tblPr/>
              <a:tblGrid>
                <a:gridCol w="89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상태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기준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00B0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양호</a:t>
                      </a:r>
                      <a:endParaRPr lang="en-US" sz="800" b="1" dirty="0">
                        <a:solidFill>
                          <a:srgbClr val="00B05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FFC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800" b="1" dirty="0">
                        <a:solidFill>
                          <a:srgbClr val="FFC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불안정</a:t>
                      </a:r>
                      <a:endParaRPr lang="en-US" sz="800" b="1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1" name="TextBox 330">
            <a:extLst>
              <a:ext uri="{FF2B5EF4-FFF2-40B4-BE49-F238E27FC236}">
                <a16:creationId xmlns:a16="http://schemas.microsoft.com/office/drawing/2014/main" id="{3C98A1C3-191A-AD43-DB31-67724C16BD24}"/>
              </a:ext>
            </a:extLst>
          </p:cNvPr>
          <p:cNvSpPr txBox="1"/>
          <p:nvPr/>
        </p:nvSpPr>
        <p:spPr>
          <a:xfrm>
            <a:off x="3827748" y="6417332"/>
            <a:ext cx="14398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기준은 개발팀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055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5026-9111-918C-A1E8-05B5362E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D6F3997-4E44-0C14-EAAF-0E9FC6E5FE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ON AIR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774B0CC-22CD-31A5-5764-F3B232AC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ON AIR</a:t>
            </a:r>
            <a:endParaRPr lang="ko-KR" alt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490672A2-28F5-680F-B4DB-21BEA8085F84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FC41C1A4-6B89-97E0-DF68-8219A0FA2B81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817F6BBB-6668-48FB-228D-6C51C5C3CAE6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16" name="Shape 58">
            <a:extLst>
              <a:ext uri="{FF2B5EF4-FFF2-40B4-BE49-F238E27FC236}">
                <a16:creationId xmlns:a16="http://schemas.microsoft.com/office/drawing/2014/main" id="{967236D5-E119-C368-4AC0-C460159A44ED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7" name="Text 59">
            <a:extLst>
              <a:ext uri="{FF2B5EF4-FFF2-40B4-BE49-F238E27FC236}">
                <a16:creationId xmlns:a16="http://schemas.microsoft.com/office/drawing/2014/main" id="{EC9AEC5A-40F3-C099-3941-79F218423195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18" name="Text 60">
            <a:extLst>
              <a:ext uri="{FF2B5EF4-FFF2-40B4-BE49-F238E27FC236}">
                <a16:creationId xmlns:a16="http://schemas.microsoft.com/office/drawing/2014/main" id="{6B4AF8BE-2957-DF72-1353-9E1E70F93CFE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75">
            <a:extLst>
              <a:ext uri="{FF2B5EF4-FFF2-40B4-BE49-F238E27FC236}">
                <a16:creationId xmlns:a16="http://schemas.microsoft.com/office/drawing/2014/main" id="{34BD3CB8-AC5E-202E-BF37-9E5E5E1432CF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3759A529-D530-96E7-5E0A-9591D709322E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80">
            <a:extLst>
              <a:ext uri="{FF2B5EF4-FFF2-40B4-BE49-F238E27FC236}">
                <a16:creationId xmlns:a16="http://schemas.microsoft.com/office/drawing/2014/main" id="{E95ADC82-782C-BEB5-E18F-12D850756126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0" name="Text 81">
            <a:extLst>
              <a:ext uri="{FF2B5EF4-FFF2-40B4-BE49-F238E27FC236}">
                <a16:creationId xmlns:a16="http://schemas.microsoft.com/office/drawing/2014/main" id="{EE9AC54E-1C19-EDF7-1B94-9DE98A1A9756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1" name="Text 82">
            <a:extLst>
              <a:ext uri="{FF2B5EF4-FFF2-40B4-BE49-F238E27FC236}">
                <a16:creationId xmlns:a16="http://schemas.microsoft.com/office/drawing/2014/main" id="{656D4D69-EF5B-23D8-F9C5-6B56C77A3DAF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2" name="Text 84">
            <a:extLst>
              <a:ext uri="{FF2B5EF4-FFF2-40B4-BE49-F238E27FC236}">
                <a16:creationId xmlns:a16="http://schemas.microsoft.com/office/drawing/2014/main" id="{74DDB4EF-89E5-34F6-E078-EA5167FD76BC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3" name="Text 85">
            <a:extLst>
              <a:ext uri="{FF2B5EF4-FFF2-40B4-BE49-F238E27FC236}">
                <a16:creationId xmlns:a16="http://schemas.microsoft.com/office/drawing/2014/main" id="{CE800FAB-2A5D-EAB6-71D5-E639504A7850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4" name="Text 86">
            <a:extLst>
              <a:ext uri="{FF2B5EF4-FFF2-40B4-BE49-F238E27FC236}">
                <a16:creationId xmlns:a16="http://schemas.microsoft.com/office/drawing/2014/main" id="{D994BD6B-3321-6C1B-7748-78D47B8866D7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1" name="Shape 6">
            <a:extLst>
              <a:ext uri="{FF2B5EF4-FFF2-40B4-BE49-F238E27FC236}">
                <a16:creationId xmlns:a16="http://schemas.microsoft.com/office/drawing/2014/main" id="{56FEF689-C52A-AD98-AF4D-EF72B2DF096F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3" name="Shape 58">
            <a:extLst>
              <a:ext uri="{FF2B5EF4-FFF2-40B4-BE49-F238E27FC236}">
                <a16:creationId xmlns:a16="http://schemas.microsoft.com/office/drawing/2014/main" id="{43E1D5CB-1E0B-2421-B392-D877821CD28E}"/>
              </a:ext>
            </a:extLst>
          </p:cNvPr>
          <p:cNvSpPr/>
          <p:nvPr/>
        </p:nvSpPr>
        <p:spPr>
          <a:xfrm>
            <a:off x="6972983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F09558E-6B03-E62E-66D8-9FB4BAED27AF}"/>
              </a:ext>
            </a:extLst>
          </p:cNvPr>
          <p:cNvSpPr txBox="1"/>
          <p:nvPr/>
        </p:nvSpPr>
        <p:spPr>
          <a:xfrm rot="21069164">
            <a:off x="7421126" y="3617278"/>
            <a:ext cx="1462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채팅 구성안 참조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E7CCFC3E-15D2-CEF3-1DB5-BF1093BFC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" name="Shape 11">
            <a:extLst>
              <a:ext uri="{FF2B5EF4-FFF2-40B4-BE49-F238E27FC236}">
                <a16:creationId xmlns:a16="http://schemas.microsoft.com/office/drawing/2014/main" id="{E2C6693A-8CF0-5CCE-B8BC-2243B86193E2}"/>
              </a:ext>
            </a:extLst>
          </p:cNvPr>
          <p:cNvSpPr/>
          <p:nvPr/>
        </p:nvSpPr>
        <p:spPr>
          <a:xfrm>
            <a:off x="1946292" y="1539015"/>
            <a:ext cx="4870416" cy="1457599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5" name="Shape 28">
            <a:extLst>
              <a:ext uri="{FF2B5EF4-FFF2-40B4-BE49-F238E27FC236}">
                <a16:creationId xmlns:a16="http://schemas.microsoft.com/office/drawing/2014/main" id="{7CF6E0F8-ED8C-FA67-DFE9-2ADA2E97F42E}"/>
              </a:ext>
            </a:extLst>
          </p:cNvPr>
          <p:cNvSpPr/>
          <p:nvPr/>
        </p:nvSpPr>
        <p:spPr>
          <a:xfrm>
            <a:off x="1945974" y="3106859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04DC0B3D-036A-3ADE-10E2-3FC3AE27FD04}"/>
              </a:ext>
            </a:extLst>
          </p:cNvPr>
          <p:cNvSpPr txBox="1"/>
          <p:nvPr/>
        </p:nvSpPr>
        <p:spPr>
          <a:xfrm>
            <a:off x="2075901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7" name="Text 31">
            <a:extLst>
              <a:ext uri="{FF2B5EF4-FFF2-40B4-BE49-F238E27FC236}">
                <a16:creationId xmlns:a16="http://schemas.microsoft.com/office/drawing/2014/main" id="{1060F26B-91C1-C1DA-1AFA-D395CC1F9E46}"/>
              </a:ext>
            </a:extLst>
          </p:cNvPr>
          <p:cNvSpPr txBox="1"/>
          <p:nvPr/>
        </p:nvSpPr>
        <p:spPr>
          <a:xfrm>
            <a:off x="2075901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 dirty="0">
                <a:solidFill>
                  <a:schemeClr val="accent4">
                    <a:lumMod val="75000"/>
                  </a:schemeClr>
                </a:solidFill>
                <a:effectLst/>
                <a:latin typeface="+mn-ea"/>
                <a:ea typeface="+mn-ea"/>
              </a:rPr>
              <a:t>양호</a:t>
            </a:r>
            <a:endParaRPr kumimoji="0" lang="en-US" sz="600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Text 32">
            <a:extLst>
              <a:ext uri="{FF2B5EF4-FFF2-40B4-BE49-F238E27FC236}">
                <a16:creationId xmlns:a16="http://schemas.microsoft.com/office/drawing/2014/main" id="{71C9C1E8-4DFF-7AD5-C14E-9414ABB7CDFE}"/>
              </a:ext>
            </a:extLst>
          </p:cNvPr>
          <p:cNvSpPr txBox="1"/>
          <p:nvPr/>
        </p:nvSpPr>
        <p:spPr>
          <a:xfrm>
            <a:off x="3014314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19" name="Text 33">
            <a:extLst>
              <a:ext uri="{FF2B5EF4-FFF2-40B4-BE49-F238E27FC236}">
                <a16:creationId xmlns:a16="http://schemas.microsoft.com/office/drawing/2014/main" id="{29802690-16CB-6024-BD9A-434C2F062FE0}"/>
              </a:ext>
            </a:extLst>
          </p:cNvPr>
          <p:cNvSpPr txBox="1"/>
          <p:nvPr/>
        </p:nvSpPr>
        <p:spPr>
          <a:xfrm>
            <a:off x="3014314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9C95BB97-66BD-FD56-84DE-6A32FA0DC968}"/>
              </a:ext>
            </a:extLst>
          </p:cNvPr>
          <p:cNvSpPr txBox="1"/>
          <p:nvPr/>
        </p:nvSpPr>
        <p:spPr>
          <a:xfrm>
            <a:off x="3952727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1" name="Text 35">
            <a:extLst>
              <a:ext uri="{FF2B5EF4-FFF2-40B4-BE49-F238E27FC236}">
                <a16:creationId xmlns:a16="http://schemas.microsoft.com/office/drawing/2014/main" id="{0E14D1BD-4286-1750-95D8-C78530D45386}"/>
              </a:ext>
            </a:extLst>
          </p:cNvPr>
          <p:cNvSpPr txBox="1"/>
          <p:nvPr/>
        </p:nvSpPr>
        <p:spPr>
          <a:xfrm>
            <a:off x="3952727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07DA6479-7088-6E2E-9C68-B2F2189E6761}"/>
              </a:ext>
            </a:extLst>
          </p:cNvPr>
          <p:cNvSpPr txBox="1"/>
          <p:nvPr/>
        </p:nvSpPr>
        <p:spPr>
          <a:xfrm>
            <a:off x="5829553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3" name="Text 37">
            <a:extLst>
              <a:ext uri="{FF2B5EF4-FFF2-40B4-BE49-F238E27FC236}">
                <a16:creationId xmlns:a16="http://schemas.microsoft.com/office/drawing/2014/main" id="{A014697A-437B-C13F-04D8-61661ACEB9E6}"/>
              </a:ext>
            </a:extLst>
          </p:cNvPr>
          <p:cNvSpPr txBox="1"/>
          <p:nvPr/>
        </p:nvSpPr>
        <p:spPr>
          <a:xfrm>
            <a:off x="5829553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36">
            <a:extLst>
              <a:ext uri="{FF2B5EF4-FFF2-40B4-BE49-F238E27FC236}">
                <a16:creationId xmlns:a16="http://schemas.microsoft.com/office/drawing/2014/main" id="{727A8294-39BB-8E22-5E94-D321CEA25499}"/>
              </a:ext>
            </a:extLst>
          </p:cNvPr>
          <p:cNvSpPr txBox="1"/>
          <p:nvPr/>
        </p:nvSpPr>
        <p:spPr>
          <a:xfrm>
            <a:off x="4891140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5" name="Text 37">
            <a:extLst>
              <a:ext uri="{FF2B5EF4-FFF2-40B4-BE49-F238E27FC236}">
                <a16:creationId xmlns:a16="http://schemas.microsoft.com/office/drawing/2014/main" id="{6503C6D9-0F78-BE0D-72C6-A34DC31EF851}"/>
              </a:ext>
            </a:extLst>
          </p:cNvPr>
          <p:cNvSpPr txBox="1"/>
          <p:nvPr/>
        </p:nvSpPr>
        <p:spPr>
          <a:xfrm>
            <a:off x="4891140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58">
            <a:extLst>
              <a:ext uri="{FF2B5EF4-FFF2-40B4-BE49-F238E27FC236}">
                <a16:creationId xmlns:a16="http://schemas.microsoft.com/office/drawing/2014/main" id="{637E66A9-D4C3-0E41-6454-D009A87BC3C1}"/>
              </a:ext>
            </a:extLst>
          </p:cNvPr>
          <p:cNvSpPr/>
          <p:nvPr/>
        </p:nvSpPr>
        <p:spPr>
          <a:xfrm>
            <a:off x="1946292" y="3710300"/>
            <a:ext cx="4870416" cy="256370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1A7DC028-3DDD-ED53-6E34-C970311B9D93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751C709-A519-776C-2051-D7129E86E0C2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809D1D5-4693-BB73-329D-13816BB55BA5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6C8940EC-5726-939E-EA48-3D2928FEE5C1}"/>
              </a:ext>
            </a:extLst>
          </p:cNvPr>
          <p:cNvSpPr txBox="1"/>
          <p:nvPr/>
        </p:nvSpPr>
        <p:spPr>
          <a:xfrm>
            <a:off x="2737568" y="3807891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dirty="0">
                <a:latin typeface="+mn-ea"/>
                <a:ea typeface="+mn-ea"/>
              </a:rPr>
              <a:t>  오늘도 즐거운 </a:t>
            </a:r>
            <a:r>
              <a:rPr kumimoji="0" lang="ko-KR" altLang="en-US" sz="800" dirty="0" err="1">
                <a:latin typeface="+mn-ea"/>
                <a:ea typeface="+mn-ea"/>
              </a:rPr>
              <a:t>겜방</a:t>
            </a:r>
            <a:endParaRPr kumimoji="0" lang="en-US" sz="800" dirty="0">
              <a:latin typeface="+mn-ea"/>
              <a:ea typeface="+mn-ea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8C6887E-E319-1325-0C5A-A11DC4A339D2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r>
              <a: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A3CB90-841F-54FF-F361-7CBF5BB81647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A4398932-A154-B5D0-0A4E-A2CAB7326B2C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21B87F-DA3D-BCB6-54CA-3639B988D814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11842C2-014A-4878-1BB2-8362114CB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0839" r="1523" b="27218"/>
          <a:stretch>
            <a:fillRect/>
          </a:stretch>
        </p:blipFill>
        <p:spPr>
          <a:xfrm>
            <a:off x="1943461" y="1569685"/>
            <a:ext cx="4870737" cy="1477108"/>
          </a:xfrm>
          <a:prstGeom prst="rect">
            <a:avLst/>
          </a:prstGeom>
        </p:spPr>
      </p:pic>
      <p:sp>
        <p:nvSpPr>
          <p:cNvPr id="47" name="Shape 58">
            <a:extLst>
              <a:ext uri="{FF2B5EF4-FFF2-40B4-BE49-F238E27FC236}">
                <a16:creationId xmlns:a16="http://schemas.microsoft.com/office/drawing/2014/main" id="{07CAB748-4EF8-533E-3EFD-DE1141E7EEFD}"/>
              </a:ext>
            </a:extLst>
          </p:cNvPr>
          <p:cNvSpPr/>
          <p:nvPr/>
        </p:nvSpPr>
        <p:spPr>
          <a:xfrm>
            <a:off x="1946292" y="6328821"/>
            <a:ext cx="4870416" cy="285018"/>
          </a:xfrm>
          <a:prstGeom prst="roundRect">
            <a:avLst>
              <a:gd name="adj" fmla="val 19446"/>
            </a:avLst>
          </a:prstGeom>
          <a:solidFill>
            <a:srgbClr val="519CFF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ea typeface="+mn-ea"/>
              </a:rPr>
              <a:t>저장하기</a:t>
            </a:r>
            <a:endParaRPr lang="ko-KR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62BCA772-AAE7-1C89-766A-977F1DF6E89A}"/>
              </a:ext>
            </a:extLst>
          </p:cNvPr>
          <p:cNvSpPr txBox="1"/>
          <p:nvPr/>
        </p:nvSpPr>
        <p:spPr>
          <a:xfrm>
            <a:off x="2051769" y="552143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584FC5BF-727A-27ED-5524-FD1167D16BED}"/>
              </a:ext>
            </a:extLst>
          </p:cNvPr>
          <p:cNvSpPr txBox="1"/>
          <p:nvPr/>
        </p:nvSpPr>
        <p:spPr>
          <a:xfrm>
            <a:off x="2737568" y="5521434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C83AD6E3-70BE-75EA-9C1C-7FAF7BC58673}"/>
              </a:ext>
            </a:extLst>
          </p:cNvPr>
          <p:cNvSpPr txBox="1"/>
          <p:nvPr/>
        </p:nvSpPr>
        <p:spPr>
          <a:xfrm>
            <a:off x="2051769" y="602700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1AFB7752-7FC9-47B6-F89E-C3C6F9ECD040}"/>
              </a:ext>
            </a:extLst>
          </p:cNvPr>
          <p:cNvSpPr txBox="1"/>
          <p:nvPr/>
        </p:nvSpPr>
        <p:spPr>
          <a:xfrm>
            <a:off x="2737569" y="6027000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D23FCFE2-09F8-2757-F20F-67C579754A6E}"/>
              </a:ext>
            </a:extLst>
          </p:cNvPr>
          <p:cNvSpPr txBox="1"/>
          <p:nvPr/>
        </p:nvSpPr>
        <p:spPr>
          <a:xfrm>
            <a:off x="2053128" y="5038577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D294425D-CF5B-9501-7962-7A73135F55B7}"/>
              </a:ext>
            </a:extLst>
          </p:cNvPr>
          <p:cNvSpPr txBox="1"/>
          <p:nvPr/>
        </p:nvSpPr>
        <p:spPr>
          <a:xfrm>
            <a:off x="2730673" y="5038577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067884-4FB5-9D17-2858-52C75C82E1F1}"/>
              </a:ext>
            </a:extLst>
          </p:cNvPr>
          <p:cNvSpPr txBox="1"/>
          <p:nvPr/>
        </p:nvSpPr>
        <p:spPr>
          <a:xfrm>
            <a:off x="3800444" y="5311454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F5336F81-34B0-1C5E-7DFE-3C9279C8FA58}"/>
              </a:ext>
            </a:extLst>
          </p:cNvPr>
          <p:cNvSpPr txBox="1"/>
          <p:nvPr/>
        </p:nvSpPr>
        <p:spPr>
          <a:xfrm>
            <a:off x="2051769" y="5774217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B72137D6-02BC-317E-268B-119B03770E88}"/>
              </a:ext>
            </a:extLst>
          </p:cNvPr>
          <p:cNvSpPr txBox="1"/>
          <p:nvPr/>
        </p:nvSpPr>
        <p:spPr>
          <a:xfrm>
            <a:off x="2737569" y="5774217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6B50EE9-B524-D355-6AC1-C65ADD34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0839" r="1523" b="27218"/>
          <a:stretch>
            <a:fillRect/>
          </a:stretch>
        </p:blipFill>
        <p:spPr>
          <a:xfrm>
            <a:off x="2731258" y="5037888"/>
            <a:ext cx="1090466" cy="445354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949D347C-0815-5FDB-BD2B-A27577D9BB25}"/>
              </a:ext>
            </a:extLst>
          </p:cNvPr>
          <p:cNvGrpSpPr/>
          <p:nvPr/>
        </p:nvGrpSpPr>
        <p:grpSpPr>
          <a:xfrm>
            <a:off x="3899756" y="5035067"/>
            <a:ext cx="470806" cy="232461"/>
            <a:chOff x="5934052" y="3259326"/>
            <a:chExt cx="671637" cy="331621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F7849F6-D152-447E-D14E-753940B80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5934052" y="3267052"/>
              <a:ext cx="323895" cy="32389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33C4737-965B-231D-59C2-EABAE833C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</a:blip>
            <a:stretch>
              <a:fillRect/>
            </a:stretch>
          </p:blipFill>
          <p:spPr>
            <a:xfrm>
              <a:off x="6272267" y="3259326"/>
              <a:ext cx="333422" cy="323895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C946495-72B6-5D10-7E24-3017D4413886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748F1EC0-3FAD-C841-DBD7-ACD42773E792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4A30D959-1A8C-3766-0E77-7A9241A85FDF}"/>
              </a:ext>
            </a:extLst>
          </p:cNvPr>
          <p:cNvSpPr/>
          <p:nvPr/>
        </p:nvSpPr>
        <p:spPr>
          <a:xfrm>
            <a:off x="6097352" y="4453438"/>
            <a:ext cx="597170" cy="271815"/>
          </a:xfrm>
          <a:prstGeom prst="roundRect">
            <a:avLst>
              <a:gd name="adj" fmla="val 11715"/>
            </a:avLst>
          </a:prstGeom>
          <a:solidFill>
            <a:srgbClr val="519CFF"/>
          </a:solidFill>
          <a:ln/>
        </p:spPr>
        <p:txBody>
          <a:bodyPr wrap="none" anchor="ctr"/>
          <a:lstStyle/>
          <a:p>
            <a:pPr algn="ctr"/>
            <a:r>
              <a:rPr kumimoji="0" lang="ko-KR" altLang="en-US" sz="9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</a:t>
            </a:r>
            <a:endParaRPr kumimoji="0"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03761E8-7A62-A0DE-8D85-CC9826307335}"/>
              </a:ext>
            </a:extLst>
          </p:cNvPr>
          <p:cNvSpPr/>
          <p:nvPr/>
        </p:nvSpPr>
        <p:spPr>
          <a:xfrm>
            <a:off x="2747628" y="4778778"/>
            <a:ext cx="694200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/>
              <a:t>#</a:t>
            </a:r>
            <a:r>
              <a:rPr lang="ko-KR" altLang="en-US" sz="750" b="1" dirty="0"/>
              <a:t>엑셀방송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6E1FC38-58C7-FABA-B60F-CDC590225D32}"/>
              </a:ext>
            </a:extLst>
          </p:cNvPr>
          <p:cNvSpPr/>
          <p:nvPr/>
        </p:nvSpPr>
        <p:spPr>
          <a:xfrm>
            <a:off x="3485462" y="4778778"/>
            <a:ext cx="496426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/>
              <a:t>#</a:t>
            </a:r>
            <a:r>
              <a:rPr lang="ko-KR" altLang="en-US" sz="750" b="1" dirty="0"/>
              <a:t>먹방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A40CA2D-261B-845A-931B-CA77155039DF}"/>
              </a:ext>
            </a:extLst>
          </p:cNvPr>
          <p:cNvSpPr/>
          <p:nvPr/>
        </p:nvSpPr>
        <p:spPr>
          <a:xfrm>
            <a:off x="4025522" y="4778778"/>
            <a:ext cx="496426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/>
              <a:t>#</a:t>
            </a:r>
            <a:r>
              <a:rPr lang="ko-KR" altLang="en-US" sz="750" b="1" dirty="0"/>
              <a:t>토크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7188EF90-705E-3226-95C2-142697191133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endParaRPr lang="en-US" dirty="0"/>
          </a:p>
        </p:txBody>
      </p:sp>
      <p:graphicFrame>
        <p:nvGraphicFramePr>
          <p:cNvPr id="79" name="Group 323">
            <a:extLst>
              <a:ext uri="{FF2B5EF4-FFF2-40B4-BE49-F238E27FC236}">
                <a16:creationId xmlns:a16="http://schemas.microsoft.com/office/drawing/2014/main" id="{89D3C947-A299-F380-A1A3-478820468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34181"/>
              </p:ext>
            </p:extLst>
          </p:nvPr>
        </p:nvGraphicFramePr>
        <p:xfrm>
          <a:off x="9625013" y="575703"/>
          <a:ext cx="2519969" cy="571195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초과 입력 차단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디폴트 제목 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직전 방송 제목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없으면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라이브 방송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③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미입력시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라이브 방송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필터링 시스템 연동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└ 블랙리스트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포함시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하단에 붉은 폰트로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부적절한 표현이 포함되어 있습니다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사업팀과 협의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태그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- Enter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또는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쉼표로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생성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✕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버튼으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로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개별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삭제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최대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10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개당 최대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15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자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- 10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 이상 등록 시 비활성화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중복 불가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└ 동일 태그 입력 시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＂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이미 추가된 태그입니다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＂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필터링 시스템 연동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 └ 블랙리스트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포함시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입력창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하단에 붉은 폰트로 “부적절한 표현이 포함되어 있습니다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.”</a:t>
                      </a:r>
                      <a:endParaRPr lang="en-US" altLang="ko-KR" sz="900" dirty="0"/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썸네일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규격 초과 시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"5MB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이하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JPG · PNG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파일만 업로드할 수 있습니다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"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후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[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] [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버튼 노출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연령 제한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‘19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세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…’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저장 시 라이브 목록 카드에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’19’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배지 노출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미인증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시청자 진입 차단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방송 중 변경 시 즉시 적용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공개 상태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‘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비공개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저장 시 라이브 목록에 노출되지 않음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993498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채팅 사용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채팅 기획서 참고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104078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B96A081A-3B60-EA21-91DC-07F6C2493AED}"/>
              </a:ext>
            </a:extLst>
          </p:cNvPr>
          <p:cNvSpPr txBox="1"/>
          <p:nvPr/>
        </p:nvSpPr>
        <p:spPr>
          <a:xfrm>
            <a:off x="6295997" y="3845137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0/80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 129">
            <a:extLst>
              <a:ext uri="{FF2B5EF4-FFF2-40B4-BE49-F238E27FC236}">
                <a16:creationId xmlns:a16="http://schemas.microsoft.com/office/drawing/2014/main" id="{810435F5-AADA-D0ED-9B44-135967FA3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386087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 129">
            <a:extLst>
              <a:ext uri="{FF2B5EF4-FFF2-40B4-BE49-F238E27FC236}">
                <a16:creationId xmlns:a16="http://schemas.microsoft.com/office/drawing/2014/main" id="{ED135A79-8BD9-4EB2-26CC-B39709B40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416860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타원 129">
            <a:extLst>
              <a:ext uri="{FF2B5EF4-FFF2-40B4-BE49-F238E27FC236}">
                <a16:creationId xmlns:a16="http://schemas.microsoft.com/office/drawing/2014/main" id="{4510ADA1-1B66-62F1-8E64-D8684E38B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449979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62CDBD2-1E1D-3B17-981C-78792465C7F1}"/>
              </a:ext>
            </a:extLst>
          </p:cNvPr>
          <p:cNvSpPr txBox="1"/>
          <p:nvPr/>
        </p:nvSpPr>
        <p:spPr>
          <a:xfrm>
            <a:off x="5590053" y="4489495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타원 129">
            <a:extLst>
              <a:ext uri="{FF2B5EF4-FFF2-40B4-BE49-F238E27FC236}">
                <a16:creationId xmlns:a16="http://schemas.microsoft.com/office/drawing/2014/main" id="{6BFE816A-9263-FFFF-CCDE-BD3A75DD8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070229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타원 129">
            <a:extLst>
              <a:ext uri="{FF2B5EF4-FFF2-40B4-BE49-F238E27FC236}">
                <a16:creationId xmlns:a16="http://schemas.microsoft.com/office/drawing/2014/main" id="{7340BF76-0C12-02A6-F695-D6AB6978D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54334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129">
            <a:extLst>
              <a:ext uri="{FF2B5EF4-FFF2-40B4-BE49-F238E27FC236}">
                <a16:creationId xmlns:a16="http://schemas.microsoft.com/office/drawing/2014/main" id="{5FCA16CC-23AA-F151-EAD7-CB6687D5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79790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129">
            <a:extLst>
              <a:ext uri="{FF2B5EF4-FFF2-40B4-BE49-F238E27FC236}">
                <a16:creationId xmlns:a16="http://schemas.microsoft.com/office/drawing/2014/main" id="{C274229C-964E-4B86-B42B-D91BF089A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604308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640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2999044-1FAA-AD5E-8880-F8E7A259D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</p:spPr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</a:t>
            </a:r>
            <a:r>
              <a:rPr lang="ko-KR" altLang="en-US" dirty="0"/>
              <a:t>제재 안내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287376-7144-F567-989D-1F88080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</a:t>
            </a:r>
            <a:r>
              <a:rPr lang="ko-KR" altLang="en-US" dirty="0"/>
              <a:t>제재 안내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1479FB1F-6722-CBC2-31B0-29269BD0752D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57B2CEA2-2E43-7C63-42FC-27D4335846F1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6669738-0A2E-8529-8DF0-B6DC565454BD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4" name="Shape 58">
            <a:extLst>
              <a:ext uri="{FF2B5EF4-FFF2-40B4-BE49-F238E27FC236}">
                <a16:creationId xmlns:a16="http://schemas.microsoft.com/office/drawing/2014/main" id="{2A8B5458-AEE8-D73A-5272-9133081CFF53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5" name="Text 59">
            <a:extLst>
              <a:ext uri="{FF2B5EF4-FFF2-40B4-BE49-F238E27FC236}">
                <a16:creationId xmlns:a16="http://schemas.microsoft.com/office/drawing/2014/main" id="{5EB6B63B-59C9-9AD2-DB76-8F4FB80F4F6D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6" name="Text 60">
            <a:extLst>
              <a:ext uri="{FF2B5EF4-FFF2-40B4-BE49-F238E27FC236}">
                <a16:creationId xmlns:a16="http://schemas.microsoft.com/office/drawing/2014/main" id="{7494D467-EC4F-2025-B9F3-F818708F2A28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75">
            <a:extLst>
              <a:ext uri="{FF2B5EF4-FFF2-40B4-BE49-F238E27FC236}">
                <a16:creationId xmlns:a16="http://schemas.microsoft.com/office/drawing/2014/main" id="{5E5A2FC2-5B00-BF5A-7638-7AD0684F9335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8" name="Text 76">
            <a:extLst>
              <a:ext uri="{FF2B5EF4-FFF2-40B4-BE49-F238E27FC236}">
                <a16:creationId xmlns:a16="http://schemas.microsoft.com/office/drawing/2014/main" id="{F615042C-A74A-C1B9-E804-DD8E95B97C65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80">
            <a:extLst>
              <a:ext uri="{FF2B5EF4-FFF2-40B4-BE49-F238E27FC236}">
                <a16:creationId xmlns:a16="http://schemas.microsoft.com/office/drawing/2014/main" id="{65D5C3D7-FE3D-A077-F652-60B931264B3A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 81">
            <a:extLst>
              <a:ext uri="{FF2B5EF4-FFF2-40B4-BE49-F238E27FC236}">
                <a16:creationId xmlns:a16="http://schemas.microsoft.com/office/drawing/2014/main" id="{B7E57580-F120-1B75-FB26-4FA5AA1CDB35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82">
            <a:extLst>
              <a:ext uri="{FF2B5EF4-FFF2-40B4-BE49-F238E27FC236}">
                <a16:creationId xmlns:a16="http://schemas.microsoft.com/office/drawing/2014/main" id="{2F019848-8954-C0EC-9088-1E0864EC44BB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 84">
            <a:extLst>
              <a:ext uri="{FF2B5EF4-FFF2-40B4-BE49-F238E27FC236}">
                <a16:creationId xmlns:a16="http://schemas.microsoft.com/office/drawing/2014/main" id="{1DB1BA62-8FF4-C1A6-6ED9-D477B8220479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Text 85">
            <a:extLst>
              <a:ext uri="{FF2B5EF4-FFF2-40B4-BE49-F238E27FC236}">
                <a16:creationId xmlns:a16="http://schemas.microsoft.com/office/drawing/2014/main" id="{8B6588BE-3067-D374-9ADD-C422C2AB96A9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Text 86">
            <a:extLst>
              <a:ext uri="{FF2B5EF4-FFF2-40B4-BE49-F238E27FC236}">
                <a16:creationId xmlns:a16="http://schemas.microsoft.com/office/drawing/2014/main" id="{9720E13D-7829-95F6-7303-26B4853090D7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C827A535-96F9-E81B-0A2D-A74DAF3D4BC3}"/>
              </a:ext>
            </a:extLst>
          </p:cNvPr>
          <p:cNvSpPr/>
          <p:nvPr/>
        </p:nvSpPr>
        <p:spPr>
          <a:xfrm>
            <a:off x="1945974" y="3104964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042C12A9-E811-F9C6-88FA-D87075087D31}"/>
              </a:ext>
            </a:extLst>
          </p:cNvPr>
          <p:cNvSpPr txBox="1"/>
          <p:nvPr/>
        </p:nvSpPr>
        <p:spPr>
          <a:xfrm>
            <a:off x="2075901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33">
            <a:extLst>
              <a:ext uri="{FF2B5EF4-FFF2-40B4-BE49-F238E27FC236}">
                <a16:creationId xmlns:a16="http://schemas.microsoft.com/office/drawing/2014/main" id="{0C04AD0A-FC31-F68F-E63F-FB03576B7E4A}"/>
              </a:ext>
            </a:extLst>
          </p:cNvPr>
          <p:cNvSpPr txBox="1"/>
          <p:nvPr/>
        </p:nvSpPr>
        <p:spPr>
          <a:xfrm>
            <a:off x="3014314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35">
            <a:extLst>
              <a:ext uri="{FF2B5EF4-FFF2-40B4-BE49-F238E27FC236}">
                <a16:creationId xmlns:a16="http://schemas.microsoft.com/office/drawing/2014/main" id="{E8045497-151D-E3C3-BCF9-A352B9681A2C}"/>
              </a:ext>
            </a:extLst>
          </p:cNvPr>
          <p:cNvSpPr txBox="1"/>
          <p:nvPr/>
        </p:nvSpPr>
        <p:spPr>
          <a:xfrm>
            <a:off x="3952727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CA0856CD-09AC-EF50-D826-9919D4D6F38B}"/>
              </a:ext>
            </a:extLst>
          </p:cNvPr>
          <p:cNvSpPr txBox="1"/>
          <p:nvPr/>
        </p:nvSpPr>
        <p:spPr>
          <a:xfrm>
            <a:off x="5829553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06C6FD0-6E12-CA78-7240-0609458901E2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DE0181D-E712-48EC-8AC8-8F781A95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34" name="Text 37">
            <a:extLst>
              <a:ext uri="{FF2B5EF4-FFF2-40B4-BE49-F238E27FC236}">
                <a16:creationId xmlns:a16="http://schemas.microsoft.com/office/drawing/2014/main" id="{D7AB85E3-C41E-A057-DC2A-DA61CEF705BE}"/>
              </a:ext>
            </a:extLst>
          </p:cNvPr>
          <p:cNvSpPr txBox="1"/>
          <p:nvPr/>
        </p:nvSpPr>
        <p:spPr>
          <a:xfrm>
            <a:off x="4891140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58">
            <a:extLst>
              <a:ext uri="{FF2B5EF4-FFF2-40B4-BE49-F238E27FC236}">
                <a16:creationId xmlns:a16="http://schemas.microsoft.com/office/drawing/2014/main" id="{90B4800C-96FA-5741-E3F1-CC0D518816CC}"/>
              </a:ext>
            </a:extLst>
          </p:cNvPr>
          <p:cNvSpPr/>
          <p:nvPr/>
        </p:nvSpPr>
        <p:spPr>
          <a:xfrm>
            <a:off x="1946292" y="3708405"/>
            <a:ext cx="4870416" cy="285294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47581486-2B63-1265-09F2-E63BB7AACE55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BA31DA2-BE92-7CE0-197B-2A93FF015F28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F12B17E3-E908-51C3-173D-779FC41BB232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C9D2C91E-6BF4-1921-78C7-336FC3DE43C9}"/>
              </a:ext>
            </a:extLst>
          </p:cNvPr>
          <p:cNvSpPr txBox="1"/>
          <p:nvPr/>
        </p:nvSpPr>
        <p:spPr>
          <a:xfrm>
            <a:off x="2737568" y="3807891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 방송 제목을 입력하세요</a:t>
            </a:r>
            <a:r>
              <a:rPr kumimoji="0"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.</a:t>
            </a:r>
            <a:endParaRPr kumimoji="0" 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7E5A14FA-8FF5-335F-9564-F67E01BF9F77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en-US" sz="8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3DA3C7C-3175-C31D-1BC1-EC8F2F88B531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10</a:t>
            </a:r>
            <a:r>
              <a:rPr lang="ko-KR" altLang="en-US" dirty="0"/>
              <a:t>개까지 가능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12ED13-F081-8277-86BA-98CC53514520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18188-7A8B-DA91-1F4A-4F3731C0D3EB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E122617F-DC08-5C56-A677-B785A75524F4}"/>
              </a:ext>
            </a:extLst>
          </p:cNvPr>
          <p:cNvSpPr txBox="1"/>
          <p:nvPr/>
        </p:nvSpPr>
        <p:spPr>
          <a:xfrm>
            <a:off x="2075901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6EAB4B4A-5D02-C7B5-5D25-39C8DE4DE50B}"/>
              </a:ext>
            </a:extLst>
          </p:cNvPr>
          <p:cNvSpPr txBox="1"/>
          <p:nvPr/>
        </p:nvSpPr>
        <p:spPr>
          <a:xfrm>
            <a:off x="3014314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980D4B95-D90A-F3B1-95DF-2EE91F1CC276}"/>
              </a:ext>
            </a:extLst>
          </p:cNvPr>
          <p:cNvSpPr txBox="1"/>
          <p:nvPr/>
        </p:nvSpPr>
        <p:spPr>
          <a:xfrm>
            <a:off x="3952727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1AE5548B-6012-0E80-1CB1-372EDB709A41}"/>
              </a:ext>
            </a:extLst>
          </p:cNvPr>
          <p:cNvSpPr txBox="1"/>
          <p:nvPr/>
        </p:nvSpPr>
        <p:spPr>
          <a:xfrm>
            <a:off x="5829553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B1468ECC-F481-5F12-8D0A-E36ED6B21C40}"/>
              </a:ext>
            </a:extLst>
          </p:cNvPr>
          <p:cNvSpPr txBox="1"/>
          <p:nvPr/>
        </p:nvSpPr>
        <p:spPr>
          <a:xfrm>
            <a:off x="4891140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EF6080DC-8A1D-1D02-A368-2981589E9A86}"/>
              </a:ext>
            </a:extLst>
          </p:cNvPr>
          <p:cNvSpPr txBox="1"/>
          <p:nvPr/>
        </p:nvSpPr>
        <p:spPr>
          <a:xfrm>
            <a:off x="6095999" y="4455963"/>
            <a:ext cx="598523" cy="2718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ko-KR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9FDD8B-64AB-DEA8-6C22-41D854672481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F6F83334-4FC5-DA6B-C6A2-DE6820AED081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32B63051-5780-31FE-9593-70D6E21E1452}"/>
              </a:ext>
            </a:extLst>
          </p:cNvPr>
          <p:cNvSpPr txBox="1"/>
          <p:nvPr/>
        </p:nvSpPr>
        <p:spPr>
          <a:xfrm>
            <a:off x="2051769" y="5316013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235AC2E0-A6F9-E869-3442-BFFEFF792833}"/>
              </a:ext>
            </a:extLst>
          </p:cNvPr>
          <p:cNvSpPr txBox="1"/>
          <p:nvPr/>
        </p:nvSpPr>
        <p:spPr>
          <a:xfrm>
            <a:off x="2737568" y="5316013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1F109EA7-A0D1-745F-C3E1-F034716B9E50}"/>
              </a:ext>
            </a:extLst>
          </p:cNvPr>
          <p:cNvSpPr txBox="1"/>
          <p:nvPr/>
        </p:nvSpPr>
        <p:spPr>
          <a:xfrm>
            <a:off x="2051769" y="5821579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E68BE264-1CA9-159C-847B-090606B52FB8}"/>
              </a:ext>
            </a:extLst>
          </p:cNvPr>
          <p:cNvSpPr txBox="1"/>
          <p:nvPr/>
        </p:nvSpPr>
        <p:spPr>
          <a:xfrm>
            <a:off x="2737569" y="5821579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1D2E7E48-4305-0661-F471-3BD7665ECE34}"/>
              </a:ext>
            </a:extLst>
          </p:cNvPr>
          <p:cNvSpPr txBox="1"/>
          <p:nvPr/>
        </p:nvSpPr>
        <p:spPr>
          <a:xfrm>
            <a:off x="2053128" y="4833156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630B2EB9-1D5D-82A8-CC32-C87B726BAFA7}"/>
              </a:ext>
            </a:extLst>
          </p:cNvPr>
          <p:cNvSpPr txBox="1"/>
          <p:nvPr/>
        </p:nvSpPr>
        <p:spPr>
          <a:xfrm>
            <a:off x="2730673" y="4833156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4A9BFB-3E4B-3BA7-47B0-EA27EEE52B52}"/>
              </a:ext>
            </a:extLst>
          </p:cNvPr>
          <p:cNvSpPr txBox="1"/>
          <p:nvPr/>
        </p:nvSpPr>
        <p:spPr>
          <a:xfrm>
            <a:off x="3800444" y="5106033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9DD1F9D5-DBF0-D16F-733C-46F11890FAB9}"/>
              </a:ext>
            </a:extLst>
          </p:cNvPr>
          <p:cNvSpPr txBox="1"/>
          <p:nvPr/>
        </p:nvSpPr>
        <p:spPr>
          <a:xfrm>
            <a:off x="2051769" y="55687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64AFFC4E-A505-EB56-1BA9-7DD7BDC70BCB}"/>
              </a:ext>
            </a:extLst>
          </p:cNvPr>
          <p:cNvSpPr txBox="1"/>
          <p:nvPr/>
        </p:nvSpPr>
        <p:spPr>
          <a:xfrm>
            <a:off x="2737569" y="5568796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2E44044-4C87-453D-4E98-F6926F77D1FD}"/>
              </a:ext>
            </a:extLst>
          </p:cNvPr>
          <p:cNvSpPr/>
          <p:nvPr/>
        </p:nvSpPr>
        <p:spPr>
          <a:xfrm>
            <a:off x="1802223" y="1384208"/>
            <a:ext cx="7514524" cy="5177140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0CD9F028-2C99-7199-427A-27BF73880F71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rgbClr val="FFF4E5"/>
          </a:solidFill>
          <a:ln/>
        </p:spPr>
        <p:txBody>
          <a:bodyPr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altLang="ko-KR" sz="800" b="1" dirty="0" err="1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채널이</a:t>
            </a: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b="1" dirty="0" err="1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정지되었습니다</a:t>
            </a: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</p:txBody>
      </p:sp>
      <p:graphicFrame>
        <p:nvGraphicFramePr>
          <p:cNvPr id="78" name="Group 323">
            <a:extLst>
              <a:ext uri="{FF2B5EF4-FFF2-40B4-BE49-F238E27FC236}">
                <a16:creationId xmlns:a16="http://schemas.microsoft.com/office/drawing/2014/main" id="{A557B0AF-7D7C-8AC2-AF8B-891E3AED8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17359"/>
              </p:ext>
            </p:extLst>
          </p:nvPr>
        </p:nvGraphicFramePr>
        <p:xfrm>
          <a:off x="9625013" y="575703"/>
          <a:ext cx="2519969" cy="1813325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팝업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유저의 경우 입장 시 안내 팝업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기간은 관리자 페이지와 연동되어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셋팅 영역은 비활성화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" name="Shape 11">
            <a:extLst>
              <a:ext uri="{FF2B5EF4-FFF2-40B4-BE49-F238E27FC236}">
                <a16:creationId xmlns:a16="http://schemas.microsoft.com/office/drawing/2014/main" id="{F830E11C-FC55-E660-455E-8391CD7AF48A}"/>
              </a:ext>
            </a:extLst>
          </p:cNvPr>
          <p:cNvSpPr/>
          <p:nvPr/>
        </p:nvSpPr>
        <p:spPr>
          <a:xfrm>
            <a:off x="1946292" y="1539015"/>
            <a:ext cx="4870416" cy="1520687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0C83999C-C820-2AD5-43A6-2C0CD8523A2E}"/>
              </a:ext>
            </a:extLst>
          </p:cNvPr>
          <p:cNvSpPr txBox="1"/>
          <p:nvPr/>
        </p:nvSpPr>
        <p:spPr>
          <a:xfrm>
            <a:off x="2570896" y="2254580"/>
            <a:ext cx="3597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중에는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사용할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없습니다</a:t>
            </a:r>
            <a:endParaRPr kumimoji="1" lang="en-US" altLang="ko-KR" sz="7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90A1B22-0C30-D851-0B58-95E24F4300FA}"/>
              </a:ext>
            </a:extLst>
          </p:cNvPr>
          <p:cNvGrpSpPr/>
          <p:nvPr/>
        </p:nvGrpSpPr>
        <p:grpSpPr>
          <a:xfrm>
            <a:off x="3965105" y="2536191"/>
            <a:ext cx="2274909" cy="2821709"/>
            <a:chOff x="9744282" y="3846627"/>
            <a:chExt cx="2274909" cy="2759432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F8A9C5F-FFFF-BCE1-F1A5-5097B2FD0DE1}"/>
                </a:ext>
              </a:extLst>
            </p:cNvPr>
            <p:cNvGrpSpPr/>
            <p:nvPr/>
          </p:nvGrpSpPr>
          <p:grpSpPr>
            <a:xfrm>
              <a:off x="9744282" y="3846627"/>
              <a:ext cx="2274909" cy="2759432"/>
              <a:chOff x="3643721" y="1923194"/>
              <a:chExt cx="2274909" cy="2759432"/>
            </a:xfrm>
          </p:grpSpPr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id="{90DFE65A-2F58-808A-5277-6704B36950AE}"/>
                  </a:ext>
                </a:extLst>
              </p:cNvPr>
              <p:cNvSpPr/>
              <p:nvPr/>
            </p:nvSpPr>
            <p:spPr>
              <a:xfrm>
                <a:off x="3643721" y="1923194"/>
                <a:ext cx="2268000" cy="2750725"/>
              </a:xfrm>
              <a:prstGeom prst="roundRect">
                <a:avLst>
                  <a:gd name="adj" fmla="val 511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rtlCol="0" anchor="t"/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</a:rPr>
                  <a:t>제재 안내</a:t>
                </a:r>
              </a:p>
            </p:txBody>
          </p:sp>
          <p:sp>
            <p:nvSpPr>
              <p:cNvPr id="86" name="사각형: 둥근 위쪽 모서리 85">
                <a:extLst>
                  <a:ext uri="{FF2B5EF4-FFF2-40B4-BE49-F238E27FC236}">
                    <a16:creationId xmlns:a16="http://schemas.microsoft.com/office/drawing/2014/main" id="{5358545E-19A8-C83C-5876-2F7B9378E6EE}"/>
                  </a:ext>
                </a:extLst>
              </p:cNvPr>
              <p:cNvSpPr/>
              <p:nvPr/>
            </p:nvSpPr>
            <p:spPr>
              <a:xfrm>
                <a:off x="3650630" y="4350779"/>
                <a:ext cx="2268000" cy="331847"/>
              </a:xfrm>
              <a:prstGeom prst="round2SameRect">
                <a:avLst>
                  <a:gd name="adj1" fmla="val 0"/>
                  <a:gd name="adj2" fmla="val 37215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/>
                  <a:t>확인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6AA1FB9-260E-A879-6C41-95AE0BD5877E}"/>
                </a:ext>
              </a:extLst>
            </p:cNvPr>
            <p:cNvSpPr txBox="1"/>
            <p:nvPr/>
          </p:nvSpPr>
          <p:spPr>
            <a:xfrm>
              <a:off x="9744429" y="4121172"/>
              <a:ext cx="2267706" cy="1995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회원님은 운영정책 위반에 따라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 이용이 제한되었습니다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b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제재 사유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제재 기간</a:t>
              </a:r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0000.00.00 ~ 0000.00.00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자세한 내용은 </a:t>
              </a:r>
              <a:r>
                <a:rPr lang="ko-KR" altLang="en-US" sz="8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고객센터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문의해 주시기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바랍니다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87" name="타원 129">
            <a:extLst>
              <a:ext uri="{FF2B5EF4-FFF2-40B4-BE49-F238E27FC236}">
                <a16:creationId xmlns:a16="http://schemas.microsoft.com/office/drawing/2014/main" id="{93D97E55-9063-D9D7-68E4-1736A5E1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989" y="253956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129">
            <a:extLst>
              <a:ext uri="{FF2B5EF4-FFF2-40B4-BE49-F238E27FC236}">
                <a16:creationId xmlns:a16="http://schemas.microsoft.com/office/drawing/2014/main" id="{6D2D362A-3B96-2611-4DD1-658936693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65" y="384386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261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B277756-FBC7-C270-97E6-69AFFFEB7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설정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62EF5-0CA0-B332-4A49-EF495FC1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설정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37F3B550-C065-4978-50EF-6839F9C54F05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73623135-7B5D-BEB7-D933-49EDA0AB90CD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BC8BA482-5284-0FCA-CCDB-9E6AE2A8319E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85A1ECC6-7BD0-ABD1-490E-A7A6BC823430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58">
            <a:extLst>
              <a:ext uri="{FF2B5EF4-FFF2-40B4-BE49-F238E27FC236}">
                <a16:creationId xmlns:a16="http://schemas.microsoft.com/office/drawing/2014/main" id="{523F5A9F-34C1-14CE-AD1D-DE66CA8B7FF0}"/>
              </a:ext>
            </a:extLst>
          </p:cNvPr>
          <p:cNvSpPr/>
          <p:nvPr/>
        </p:nvSpPr>
        <p:spPr>
          <a:xfrm>
            <a:off x="1946610" y="1448780"/>
            <a:ext cx="7351942" cy="1332148"/>
          </a:xfrm>
          <a:prstGeom prst="roundRect">
            <a:avLst>
              <a:gd name="adj" fmla="val 8457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D812960-05DA-D6D0-B20C-00BB3BAC2F45}"/>
              </a:ext>
            </a:extLst>
          </p:cNvPr>
          <p:cNvSpPr txBox="1"/>
          <p:nvPr/>
        </p:nvSpPr>
        <p:spPr>
          <a:xfrm>
            <a:off x="2280312" y="1862243"/>
            <a:ext cx="575328" cy="33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주소</a:t>
            </a:r>
            <a:endParaRPr kumimoji="0" lang="en-US" sz="900" b="1" dirty="0">
              <a:latin typeface="Calibri" panose="020F0502020204030204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517CA73-E3EA-B696-E52A-1A241996246F}"/>
              </a:ext>
            </a:extLst>
          </p:cNvPr>
          <p:cNvSpPr txBox="1"/>
          <p:nvPr/>
        </p:nvSpPr>
        <p:spPr>
          <a:xfrm>
            <a:off x="2996038" y="1862243"/>
            <a:ext cx="5354917" cy="33294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rtmp://xxxxx.toon.at/xxxxxxx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5B1459E-DD50-C0EC-F17B-AEB89A21F0D4}"/>
              </a:ext>
            </a:extLst>
          </p:cNvPr>
          <p:cNvSpPr txBox="1"/>
          <p:nvPr/>
        </p:nvSpPr>
        <p:spPr>
          <a:xfrm>
            <a:off x="2280312" y="2321390"/>
            <a:ext cx="575328" cy="33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</a:t>
            </a:r>
            <a:endParaRPr kumimoji="0" lang="en-US" sz="900" b="1" dirty="0">
              <a:latin typeface="Calibri" panose="020F0502020204030204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D8D2578-F521-4308-A2DB-9FB6FE2BB3DD}"/>
              </a:ext>
            </a:extLst>
          </p:cNvPr>
          <p:cNvSpPr txBox="1"/>
          <p:nvPr/>
        </p:nvSpPr>
        <p:spPr>
          <a:xfrm>
            <a:off x="2996041" y="2321390"/>
            <a:ext cx="4603427" cy="33294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●●●●●●●●●</a:t>
            </a:r>
            <a:r>
              <a: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●●●●●●●●●●●●●●●●●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183DBF0C-3872-39B1-A7F0-FCD1CD320321}"/>
              </a:ext>
            </a:extLst>
          </p:cNvPr>
          <p:cNvSpPr/>
          <p:nvPr/>
        </p:nvSpPr>
        <p:spPr>
          <a:xfrm>
            <a:off x="8448209" y="1862242"/>
            <a:ext cx="701532" cy="325678"/>
          </a:xfrm>
          <a:prstGeom prst="roundRect">
            <a:avLst>
              <a:gd name="adj" fmla="val 16492"/>
            </a:avLst>
          </a:prstGeom>
          <a:solidFill>
            <a:srgbClr val="EBF3FF"/>
          </a:solidFill>
          <a:ln/>
        </p:spPr>
        <p:txBody>
          <a:bodyPr anchor="ctr"/>
          <a:lstStyle/>
          <a:p>
            <a:pPr algn="ctr"/>
            <a:r>
              <a:rPr kumimoji="0" lang="ko-KR" altLang="en-US" sz="900" b="1">
                <a:solidFill>
                  <a:srgbClr val="519CFF"/>
                </a:solidFill>
                <a:latin typeface="맑은 고딕" pitchFamily="34" charset="0"/>
                <a:ea typeface="맑은 고딕" pitchFamily="34" charset="-122"/>
              </a:rPr>
              <a:t>복사</a:t>
            </a:r>
            <a:endParaRPr kumimoji="0" lang="en-US" altLang="ko-KR" sz="900" b="1" dirty="0">
              <a:solidFill>
                <a:srgbClr val="519CFF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3FB94BCA-74EC-64E9-CDBA-85001E740441}"/>
              </a:ext>
            </a:extLst>
          </p:cNvPr>
          <p:cNvSpPr/>
          <p:nvPr/>
        </p:nvSpPr>
        <p:spPr>
          <a:xfrm>
            <a:off x="8448209" y="2314125"/>
            <a:ext cx="701532" cy="340204"/>
          </a:xfrm>
          <a:prstGeom prst="roundRect">
            <a:avLst>
              <a:gd name="adj" fmla="val 11715"/>
            </a:avLst>
          </a:prstGeom>
          <a:solidFill>
            <a:srgbClr val="519CFF"/>
          </a:solidFill>
          <a:ln/>
        </p:spPr>
        <p:txBody>
          <a:bodyPr wrap="none" anchor="ctr"/>
          <a:lstStyle/>
          <a:p>
            <a:pPr algn="ctr"/>
            <a:r>
              <a:rPr kumimoji="0"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재발급</a:t>
            </a:r>
            <a:endParaRPr kumimoji="0"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EE7701E3-23C8-4EA4-373A-BA07C12EF46E}"/>
              </a:ext>
            </a:extLst>
          </p:cNvPr>
          <p:cNvSpPr/>
          <p:nvPr/>
        </p:nvSpPr>
        <p:spPr>
          <a:xfrm>
            <a:off x="7701983" y="2314125"/>
            <a:ext cx="701532" cy="340204"/>
          </a:xfrm>
          <a:prstGeom prst="roundRect">
            <a:avLst>
              <a:gd name="adj" fmla="val 11715"/>
            </a:avLst>
          </a:prstGeom>
          <a:solidFill>
            <a:srgbClr val="EBF3FF"/>
          </a:solidFill>
          <a:ln/>
        </p:spPr>
        <p:txBody>
          <a:bodyPr anchor="ctr"/>
          <a:lstStyle/>
          <a:p>
            <a:pPr algn="ctr"/>
            <a:r>
              <a:rPr kumimoji="0" lang="ko-KR" altLang="en-US" sz="900" b="1" dirty="0">
                <a:solidFill>
                  <a:srgbClr val="519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</a:t>
            </a:r>
            <a:endParaRPr kumimoji="0" lang="en-US" altLang="ko-KR" sz="900" dirty="0">
              <a:solidFill>
                <a:srgbClr val="519CFF"/>
              </a:solidFill>
              <a:latin typeface="Calibri" panose="020F0502020204030204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F1BBFE63-330D-23CC-B5FC-15CBD742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4A63F90-5802-B2A7-740B-C8E5501F1ACA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1D72E6-0945-E8FE-EB3D-6CBD4391F1B5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DCE72936-8DD7-C7B3-3CFC-966E0D33CD1D}"/>
              </a:ext>
            </a:extLst>
          </p:cNvPr>
          <p:cNvSpPr/>
          <p:nvPr/>
        </p:nvSpPr>
        <p:spPr>
          <a:xfrm>
            <a:off x="302895" y="1876062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B351E466-F93B-C5FE-71E6-037A035870FE}"/>
              </a:ext>
            </a:extLst>
          </p:cNvPr>
          <p:cNvSpPr txBox="1"/>
          <p:nvPr/>
        </p:nvSpPr>
        <p:spPr>
          <a:xfrm>
            <a:off x="2071781" y="1523534"/>
            <a:ext cx="740220" cy="242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설정</a:t>
            </a:r>
            <a:endParaRPr kumimoji="0" lang="en-US" dirty="0">
              <a:latin typeface="Calibri" panose="020F0502020204030204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92544208-C11E-C3A7-0BFD-747DA5602779}"/>
              </a:ext>
            </a:extLst>
          </p:cNvPr>
          <p:cNvGrpSpPr/>
          <p:nvPr/>
        </p:nvGrpSpPr>
        <p:grpSpPr>
          <a:xfrm>
            <a:off x="1942011" y="4545689"/>
            <a:ext cx="7351942" cy="2015783"/>
            <a:chOff x="1942011" y="3313609"/>
            <a:chExt cx="7351942" cy="2015783"/>
          </a:xfrm>
        </p:grpSpPr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7AB2E55C-0A42-EFB5-3009-0CCB5D139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1250" t="-2" b="12471"/>
            <a:stretch>
              <a:fillRect/>
            </a:stretch>
          </p:blipFill>
          <p:spPr>
            <a:xfrm>
              <a:off x="1942011" y="3313609"/>
              <a:ext cx="7351942" cy="2015783"/>
            </a:xfrm>
            <a:prstGeom prst="rect">
              <a:avLst/>
            </a:prstGeom>
          </p:spPr>
        </p:pic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5F3C9C2D-70D0-E361-D130-DE5A23603BA9}"/>
                </a:ext>
              </a:extLst>
            </p:cNvPr>
            <p:cNvCxnSpPr>
              <a:cxnSpLocks/>
            </p:cNvCxnSpPr>
            <p:nvPr/>
          </p:nvCxnSpPr>
          <p:spPr>
            <a:xfrm>
              <a:off x="1965885" y="5326217"/>
              <a:ext cx="728289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C7FDD82E-03AA-067F-B8CA-00C4306191FA}"/>
              </a:ext>
            </a:extLst>
          </p:cNvPr>
          <p:cNvSpPr txBox="1"/>
          <p:nvPr/>
        </p:nvSpPr>
        <p:spPr>
          <a:xfrm>
            <a:off x="3081541" y="5078011"/>
            <a:ext cx="208915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36000" rtlCol="0" anchor="ctr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상단 메뉴 </a:t>
            </a:r>
            <a:r>
              <a:rPr lang="en-US" altLang="ko-KR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설정 → 방송</a:t>
            </a: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5021BD89-F79E-3BCF-C6F2-90CCB81D3A3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30400" y="4157024"/>
            <a:ext cx="7340600" cy="409669"/>
          </a:xfrm>
          <a:prstGeom prst="rect">
            <a:avLst/>
          </a:prstGeom>
        </p:spPr>
      </p:pic>
      <p:sp>
        <p:nvSpPr>
          <p:cNvPr id="111" name="Shape 58">
            <a:extLst>
              <a:ext uri="{FF2B5EF4-FFF2-40B4-BE49-F238E27FC236}">
                <a16:creationId xmlns:a16="http://schemas.microsoft.com/office/drawing/2014/main" id="{D8531551-6E5F-CF99-E784-427D35ED2EC4}"/>
              </a:ext>
            </a:extLst>
          </p:cNvPr>
          <p:cNvSpPr/>
          <p:nvPr/>
        </p:nvSpPr>
        <p:spPr>
          <a:xfrm>
            <a:off x="2996853" y="2318064"/>
            <a:ext cx="4597852" cy="340204"/>
          </a:xfrm>
          <a:prstGeom prst="roundRect">
            <a:avLst/>
          </a:prstGeom>
          <a:solidFill>
            <a:schemeClr val="bg1">
              <a:lumMod val="65000"/>
              <a:alpha val="96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클릭하여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  <a:ea typeface="+mn-ea"/>
              </a:rPr>
              <a:t>스트림키</a:t>
            </a: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 확인</a:t>
            </a:r>
          </a:p>
        </p:txBody>
      </p:sp>
      <p:graphicFrame>
        <p:nvGraphicFramePr>
          <p:cNvPr id="114" name="Group 323">
            <a:extLst>
              <a:ext uri="{FF2B5EF4-FFF2-40B4-BE49-F238E27FC236}">
                <a16:creationId xmlns:a16="http://schemas.microsoft.com/office/drawing/2014/main" id="{60D81A45-49CA-0BD1-95C1-0F4F6B7D3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46678"/>
              </p:ext>
            </p:extLst>
          </p:nvPr>
        </p:nvGraphicFramePr>
        <p:xfrm>
          <a:off x="9625013" y="575703"/>
          <a:ext cx="2519969" cy="2579823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주소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RTMP URL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고정값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→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복사되었습니다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→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복사되었습니다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재발급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버튼 클릭 시 팝업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en-US" altLang="ko-KR" sz="800" b="0" dirty="0" err="1"/>
                        <a:t>완료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토스트</a:t>
                      </a:r>
                      <a:r>
                        <a:rPr lang="en-US" altLang="ko-KR" sz="800" b="0" dirty="0"/>
                        <a:t> "</a:t>
                      </a:r>
                      <a:r>
                        <a:rPr lang="en-US" altLang="ko-KR" sz="800" b="0" dirty="0" err="1"/>
                        <a:t>재발급되었습니다</a:t>
                      </a:r>
                      <a:r>
                        <a:rPr lang="en-US" altLang="ko-KR" sz="800" b="0" dirty="0"/>
                        <a:t>. </a:t>
                      </a:r>
                      <a:r>
                        <a:rPr lang="en-US" altLang="ko-KR" sz="800" b="0" dirty="0" err="1"/>
                        <a:t>송출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프로그램에</a:t>
                      </a:r>
                      <a:r>
                        <a:rPr lang="en-US" altLang="ko-KR" sz="800" b="0" dirty="0"/>
                        <a:t> 새 </a:t>
                      </a:r>
                      <a:r>
                        <a:rPr lang="en-US" altLang="ko-KR" sz="800" b="0" dirty="0" err="1"/>
                        <a:t>스트림키를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입력해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주세요</a:t>
                      </a:r>
                      <a:r>
                        <a:rPr lang="en-US" altLang="ko-KR" sz="800" b="0" dirty="0"/>
                        <a:t>“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정책 정의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중에도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재발급이 가능한지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재발급 시 방송이 종료될지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방송은 계속 진행되고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다음 회차부터 재발급된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방송할 수 있는지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OBS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설정가이드 노출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536738"/>
                  </a:ext>
                </a:extLst>
              </a:tr>
            </a:tbl>
          </a:graphicData>
        </a:graphic>
      </p:graphicFrame>
      <p:sp>
        <p:nvSpPr>
          <p:cNvPr id="116" name="타원 129">
            <a:extLst>
              <a:ext uri="{FF2B5EF4-FFF2-40B4-BE49-F238E27FC236}">
                <a16:creationId xmlns:a16="http://schemas.microsoft.com/office/drawing/2014/main" id="{54999ECA-9492-65BE-35CE-417E8A42B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079" y="1938517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타원 129">
            <a:extLst>
              <a:ext uri="{FF2B5EF4-FFF2-40B4-BE49-F238E27FC236}">
                <a16:creationId xmlns:a16="http://schemas.microsoft.com/office/drawing/2014/main" id="{543CC46C-3F1C-51A2-C987-E8E1077F9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079" y="240461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7153BAD-6468-E424-35B7-5693332C6CF3}"/>
              </a:ext>
            </a:extLst>
          </p:cNvPr>
          <p:cNvGrpSpPr/>
          <p:nvPr/>
        </p:nvGrpSpPr>
        <p:grpSpPr>
          <a:xfrm>
            <a:off x="10267997" y="3284983"/>
            <a:ext cx="1865330" cy="3382427"/>
            <a:chOff x="9675620" y="2584358"/>
            <a:chExt cx="2237513" cy="4057310"/>
          </a:xfrm>
        </p:grpSpPr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5CEF6A8C-D3D6-58A1-F25B-0CE8A0A5E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78634" y="5164111"/>
              <a:ext cx="2231052" cy="1477557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7565DD81-456A-1E39-276E-3C27503B6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75620" y="3679310"/>
              <a:ext cx="2234066" cy="1450693"/>
            </a:xfrm>
            <a:prstGeom prst="rect">
              <a:avLst/>
            </a:prstGeom>
          </p:spPr>
        </p:pic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7C6C8A1D-4F7A-1A99-4A83-85CC3091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82082" y="2584358"/>
              <a:ext cx="2231051" cy="1060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14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0954FC3-882E-7F0D-9DB5-22D7652A5C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37968B-05A5-A80E-D52E-A5FEB38C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4DE7EB2-B01E-4492-0818-07D268DDD9C4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42CCCBF7-0478-8ED0-696B-F816EBBEDFF3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A54FE48-81F9-ADAB-D028-A0B3FA24F9C3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FDC654B8-0E21-ABB9-B289-7793DE8489E1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82A990E-7ABB-2CD2-4C8D-2E2909E7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A1088C-432A-8298-569C-7A4F51C53CCC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3865F1-F3A0-E327-DD5A-3DD5E87354C7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5EA0DFF9-947C-3A97-FD2D-22AF4C24212F}"/>
              </a:ext>
            </a:extLst>
          </p:cNvPr>
          <p:cNvSpPr/>
          <p:nvPr/>
        </p:nvSpPr>
        <p:spPr>
          <a:xfrm>
            <a:off x="302895" y="2111136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40" name="Shape 57">
            <a:extLst>
              <a:ext uri="{FF2B5EF4-FFF2-40B4-BE49-F238E27FC236}">
                <a16:creationId xmlns:a16="http://schemas.microsoft.com/office/drawing/2014/main" id="{54284398-93CD-DFEA-3CAB-D73745043D15}"/>
              </a:ext>
            </a:extLst>
          </p:cNvPr>
          <p:cNvSpPr/>
          <p:nvPr/>
        </p:nvSpPr>
        <p:spPr>
          <a:xfrm>
            <a:off x="1926393" y="1412776"/>
            <a:ext cx="7409968" cy="414958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755DD46-A6E4-CBCD-71A8-2BA5F9016774}"/>
              </a:ext>
            </a:extLst>
          </p:cNvPr>
          <p:cNvGrpSpPr/>
          <p:nvPr/>
        </p:nvGrpSpPr>
        <p:grpSpPr>
          <a:xfrm>
            <a:off x="1991545" y="1491816"/>
            <a:ext cx="1440160" cy="256879"/>
            <a:chOff x="1991544" y="1491816"/>
            <a:chExt cx="1728993" cy="256879"/>
          </a:xfrm>
        </p:grpSpPr>
        <p:sp>
          <p:nvSpPr>
            <p:cNvPr id="43" name="Shape 60">
              <a:extLst>
                <a:ext uri="{FF2B5EF4-FFF2-40B4-BE49-F238E27FC236}">
                  <a16:creationId xmlns:a16="http://schemas.microsoft.com/office/drawing/2014/main" id="{EB1DDFC8-26D8-4837-C8D3-51FA3824BA30}"/>
                </a:ext>
              </a:extLst>
            </p:cNvPr>
            <p:cNvSpPr/>
            <p:nvPr/>
          </p:nvSpPr>
          <p:spPr>
            <a:xfrm>
              <a:off x="1991544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44" name="Text 61">
              <a:extLst>
                <a:ext uri="{FF2B5EF4-FFF2-40B4-BE49-F238E27FC236}">
                  <a16:creationId xmlns:a16="http://schemas.microsoft.com/office/drawing/2014/main" id="{7737E7B1-43D9-47A7-4447-E38E2014C3ED}"/>
                </a:ext>
              </a:extLst>
            </p:cNvPr>
            <p:cNvSpPr txBox="1"/>
            <p:nvPr/>
          </p:nvSpPr>
          <p:spPr>
            <a:xfrm>
              <a:off x="1991544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7일</a:t>
              </a:r>
              <a:endParaRPr lang="en-US" sz="900" dirty="0"/>
            </a:p>
          </p:txBody>
        </p:sp>
        <p:sp>
          <p:nvSpPr>
            <p:cNvPr id="45" name="Shape 62">
              <a:extLst>
                <a:ext uri="{FF2B5EF4-FFF2-40B4-BE49-F238E27FC236}">
                  <a16:creationId xmlns:a16="http://schemas.microsoft.com/office/drawing/2014/main" id="{0C94D5A0-4E6C-89A0-DDC0-FB9F9B6E8AA5}"/>
                </a:ext>
              </a:extLst>
            </p:cNvPr>
            <p:cNvSpPr/>
            <p:nvPr/>
          </p:nvSpPr>
          <p:spPr>
            <a:xfrm>
              <a:off x="2584342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chemeClr val="bg1"/>
            </a:solidFill>
            <a:ln w="9525">
              <a:solidFill>
                <a:srgbClr val="519CFF"/>
              </a:solidFill>
              <a:prstDash val="solid"/>
            </a:ln>
          </p:spPr>
        </p:sp>
        <p:sp>
          <p:nvSpPr>
            <p:cNvPr id="46" name="Text 63">
              <a:extLst>
                <a:ext uri="{FF2B5EF4-FFF2-40B4-BE49-F238E27FC236}">
                  <a16:creationId xmlns:a16="http://schemas.microsoft.com/office/drawing/2014/main" id="{8549AACE-1552-AF02-E8DA-89FE9DB2FB7B}"/>
                </a:ext>
              </a:extLst>
            </p:cNvPr>
            <p:cNvSpPr txBox="1"/>
            <p:nvPr/>
          </p:nvSpPr>
          <p:spPr>
            <a:xfrm>
              <a:off x="2584342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519C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30일</a:t>
              </a:r>
              <a:endParaRPr lang="en-US" sz="900" dirty="0">
                <a:solidFill>
                  <a:srgbClr val="519CFF"/>
                </a:solidFill>
              </a:endParaRPr>
            </a:p>
          </p:txBody>
        </p:sp>
        <p:sp>
          <p:nvSpPr>
            <p:cNvPr id="47" name="Shape 64">
              <a:extLst>
                <a:ext uri="{FF2B5EF4-FFF2-40B4-BE49-F238E27FC236}">
                  <a16:creationId xmlns:a16="http://schemas.microsoft.com/office/drawing/2014/main" id="{FE5CA96B-1BDF-94E8-0156-D04A562B39A6}"/>
                </a:ext>
              </a:extLst>
            </p:cNvPr>
            <p:cNvSpPr/>
            <p:nvPr/>
          </p:nvSpPr>
          <p:spPr>
            <a:xfrm>
              <a:off x="3177139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48" name="Text 65">
              <a:extLst>
                <a:ext uri="{FF2B5EF4-FFF2-40B4-BE49-F238E27FC236}">
                  <a16:creationId xmlns:a16="http://schemas.microsoft.com/office/drawing/2014/main" id="{550F9E6E-B1E4-10BF-0C45-580F3F56A168}"/>
                </a:ext>
              </a:extLst>
            </p:cNvPr>
            <p:cNvSpPr txBox="1"/>
            <p:nvPr/>
          </p:nvSpPr>
          <p:spPr>
            <a:xfrm>
              <a:off x="3177139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60일</a:t>
              </a:r>
              <a:endParaRPr lang="en-US" sz="900" dirty="0"/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9DF47DBE-A832-F644-B186-F2D5EF390910}"/>
              </a:ext>
            </a:extLst>
          </p:cNvPr>
          <p:cNvGrpSpPr/>
          <p:nvPr/>
        </p:nvGrpSpPr>
        <p:grpSpPr>
          <a:xfrm>
            <a:off x="5509696" y="1491816"/>
            <a:ext cx="493998" cy="256879"/>
            <a:chOff x="5927775" y="1491816"/>
            <a:chExt cx="493998" cy="256879"/>
          </a:xfrm>
        </p:grpSpPr>
        <p:sp>
          <p:nvSpPr>
            <p:cNvPr id="49" name="Shape 66">
              <a:extLst>
                <a:ext uri="{FF2B5EF4-FFF2-40B4-BE49-F238E27FC236}">
                  <a16:creationId xmlns:a16="http://schemas.microsoft.com/office/drawing/2014/main" id="{7F5FD321-F913-731B-B6FB-B422E4438D18}"/>
                </a:ext>
              </a:extLst>
            </p:cNvPr>
            <p:cNvSpPr/>
            <p:nvPr/>
          </p:nvSpPr>
          <p:spPr>
            <a:xfrm>
              <a:off x="5927775" y="1491816"/>
              <a:ext cx="493998" cy="256879"/>
            </a:xfrm>
            <a:prstGeom prst="roundRect">
              <a:avLst>
                <a:gd name="adj" fmla="val 15385"/>
              </a:avLst>
            </a:prstGeom>
            <a:solidFill>
              <a:srgbClr val="519CFF"/>
            </a:solidFill>
            <a:ln/>
          </p:spPr>
        </p:sp>
        <p:sp>
          <p:nvSpPr>
            <p:cNvPr id="50" name="Text 67">
              <a:extLst>
                <a:ext uri="{FF2B5EF4-FFF2-40B4-BE49-F238E27FC236}">
                  <a16:creationId xmlns:a16="http://schemas.microsoft.com/office/drawing/2014/main" id="{2CAC283B-D2AE-284D-032A-552CA83ADD76}"/>
                </a:ext>
              </a:extLst>
            </p:cNvPr>
            <p:cNvSpPr txBox="1"/>
            <p:nvPr/>
          </p:nvSpPr>
          <p:spPr>
            <a:xfrm>
              <a:off x="5927775" y="1491816"/>
              <a:ext cx="4939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조회</a:t>
              </a:r>
              <a:endParaRPr lang="en-US" sz="900" dirty="0"/>
            </a:p>
          </p:txBody>
        </p:sp>
      </p:grpSp>
      <p:sp>
        <p:nvSpPr>
          <p:cNvPr id="51" name="Text 68">
            <a:extLst>
              <a:ext uri="{FF2B5EF4-FFF2-40B4-BE49-F238E27FC236}">
                <a16:creationId xmlns:a16="http://schemas.microsoft.com/office/drawing/2014/main" id="{BF33A5DE-D213-6768-5E7F-E95D6185193C}"/>
              </a:ext>
            </a:extLst>
          </p:cNvPr>
          <p:cNvSpPr txBox="1"/>
          <p:nvPr/>
        </p:nvSpPr>
        <p:spPr>
          <a:xfrm>
            <a:off x="6085760" y="1491816"/>
            <a:ext cx="1594416" cy="25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</a:t>
            </a:r>
            <a:r>
              <a:rPr lang="en-US" altLang="ko-KR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r>
              <a:rPr lang="ko-KR" altLang="en-US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개월까지 조회 가능합니다</a:t>
            </a:r>
            <a:r>
              <a:rPr lang="en-US" altLang="ko-KR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800" dirty="0"/>
          </a:p>
        </p:txBody>
      </p:sp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C2CA5CB-F01E-7E03-747A-B2C31FE82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57506"/>
              </p:ext>
            </p:extLst>
          </p:nvPr>
        </p:nvGraphicFramePr>
        <p:xfrm>
          <a:off x="1941091" y="1916832"/>
          <a:ext cx="7395268" cy="1080120"/>
        </p:xfrm>
        <a:graphic>
          <a:graphicData uri="http://schemas.openxmlformats.org/drawingml/2006/table">
            <a:tbl>
              <a:tblPr/>
              <a:tblGrid>
                <a:gridCol w="1848817">
                  <a:extLst>
                    <a:ext uri="{9D8B030D-6E8A-4147-A177-3AD203B41FA5}">
                      <a16:colId xmlns:a16="http://schemas.microsoft.com/office/drawing/2014/main" val="1026088283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3496974805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2155998993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121713416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진행한 방송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최고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평균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4243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총 방송 시간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38:12:05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900" b="0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캐시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86587"/>
                  </a:ext>
                </a:extLst>
              </a:tr>
            </a:tbl>
          </a:graphicData>
        </a:graphic>
      </p:graphicFrame>
      <p:pic>
        <p:nvPicPr>
          <p:cNvPr id="174" name="그림 173">
            <a:extLst>
              <a:ext uri="{FF2B5EF4-FFF2-40B4-BE49-F238E27FC236}">
                <a16:creationId xmlns:a16="http://schemas.microsoft.com/office/drawing/2014/main" id="{2899034A-1244-AEC7-C11D-57E81054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204" y="1466654"/>
            <a:ext cx="1370770" cy="301822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89EF036-C014-4F6E-7B98-BAFAC1AC6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708" y="1472766"/>
            <a:ext cx="2018362" cy="300026"/>
          </a:xfrm>
          <a:prstGeom prst="rect">
            <a:avLst/>
          </a:prstGeom>
        </p:spPr>
      </p:pic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82A60EDC-744A-4FC4-3211-7B37C8EF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438786"/>
              </p:ext>
            </p:extLst>
          </p:nvPr>
        </p:nvGraphicFramePr>
        <p:xfrm>
          <a:off x="1926907" y="3228016"/>
          <a:ext cx="7409451" cy="15316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3055">
                  <a:extLst>
                    <a:ext uri="{9D8B030D-6E8A-4147-A177-3AD203B41FA5}">
                      <a16:colId xmlns:a16="http://schemas.microsoft.com/office/drawing/2014/main" val="2969637067"/>
                    </a:ext>
                  </a:extLst>
                </a:gridCol>
                <a:gridCol w="2184427">
                  <a:extLst>
                    <a:ext uri="{9D8B030D-6E8A-4147-A177-3AD203B41FA5}">
                      <a16:colId xmlns:a16="http://schemas.microsoft.com/office/drawing/2014/main" val="2858939313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522157283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4226630376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606358781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3161525545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113154858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1389614539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231286024"/>
                    </a:ext>
                  </a:extLst>
                </a:gridCol>
              </a:tblGrid>
              <a:tr h="128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방송 일시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방송 시간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최고 동시 시청자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평균 동시 시청자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누적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시청자</a:t>
                      </a:r>
                      <a:endParaRPr lang="en-US" altLang="ko-KR" sz="80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채팅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참여자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후원 수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후원 액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060991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방송 제목 </a:t>
                      </a:r>
                      <a:r>
                        <a:rPr lang="ko-KR" altLang="en-US" sz="800" dirty="0" err="1"/>
                        <a:t>제목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 err="1"/>
                        <a:t>제목</a:t>
                      </a:r>
                      <a:r>
                        <a:rPr lang="en-US" altLang="ko-KR" sz="800" dirty="0"/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032660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제목 제목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654977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480906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02726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AA21ED8-79A5-F31E-EC17-A6987BEE8C77}"/>
              </a:ext>
            </a:extLst>
          </p:cNvPr>
          <p:cNvSpPr txBox="1"/>
          <p:nvPr/>
        </p:nvSpPr>
        <p:spPr>
          <a:xfrm>
            <a:off x="5033067" y="6348974"/>
            <a:ext cx="1167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ebdings" panose="05030102010509060703" pitchFamily="18" charset="2"/>
              </a:rPr>
              <a:t>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1 2 3 4 5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ebdings" panose="05030102010509060703" pitchFamily="18" charset="2"/>
              </a:rPr>
              <a:t>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7460B76-9286-426E-8D3D-F6C6CF636F67}"/>
              </a:ext>
            </a:extLst>
          </p:cNvPr>
          <p:cNvSpPr txBox="1"/>
          <p:nvPr/>
        </p:nvSpPr>
        <p:spPr>
          <a:xfrm>
            <a:off x="5554823" y="6184342"/>
            <a:ext cx="9621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없어요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866F695-1B19-2A16-D063-4E99C7E725F7}"/>
              </a:ext>
            </a:extLst>
          </p:cNvPr>
          <p:cNvSpPr txBox="1"/>
          <p:nvPr/>
        </p:nvSpPr>
        <p:spPr>
          <a:xfrm>
            <a:off x="5394391" y="6165304"/>
            <a:ext cx="369332" cy="22858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4" name="Group 323">
            <a:extLst>
              <a:ext uri="{FF2B5EF4-FFF2-40B4-BE49-F238E27FC236}">
                <a16:creationId xmlns:a16="http://schemas.microsoft.com/office/drawing/2014/main" id="{EAF3FB4F-0777-B43B-2152-3A27AE154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01585"/>
              </p:ext>
            </p:extLst>
          </p:nvPr>
        </p:nvGraphicFramePr>
        <p:xfrm>
          <a:off x="9625013" y="575703"/>
          <a:ext cx="2519969" cy="4926175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- 7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60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 조회를 통해 방송 기록 조회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결과를 엑셀 파일로 다운로드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최근 몇 개월까지 조회 가능한지 개발팀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9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종합 지표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조회된 방송 합계 데이터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툴팁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 방송 데이터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각 행의 제목을 클릭하면 다음 페이지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 상세 데이터 및 그래프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" name="타원 129">
            <a:extLst>
              <a:ext uri="{FF2B5EF4-FFF2-40B4-BE49-F238E27FC236}">
                <a16:creationId xmlns:a16="http://schemas.microsoft.com/office/drawing/2014/main" id="{DD24939F-CB7F-7923-8750-AC0B965DA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154146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타원 129">
            <a:extLst>
              <a:ext uri="{FF2B5EF4-FFF2-40B4-BE49-F238E27FC236}">
                <a16:creationId xmlns:a16="http://schemas.microsoft.com/office/drawing/2014/main" id="{407E9853-1A92-4620-9AD3-587EAA6D3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197555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9" name="Table 1">
            <a:extLst>
              <a:ext uri="{FF2B5EF4-FFF2-40B4-BE49-F238E27FC236}">
                <a16:creationId xmlns:a16="http://schemas.microsoft.com/office/drawing/2014/main" id="{F2095BF7-9AC4-F761-F066-0499D624B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01833"/>
              </p:ext>
            </p:extLst>
          </p:nvPr>
        </p:nvGraphicFramePr>
        <p:xfrm>
          <a:off x="9974144" y="2009564"/>
          <a:ext cx="2138085" cy="2895600"/>
        </p:xfrm>
        <a:graphic>
          <a:graphicData uri="http://schemas.openxmlformats.org/drawingml/2006/table">
            <a:tbl>
              <a:tblPr/>
              <a:tblGrid>
                <a:gridCol w="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툴팁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진행한 방송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종료된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방송 시간의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시간 가중 평균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중복을 제거한 시청자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8381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총 방송 시간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방송 시간의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962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중복을 제거한 채팅 이용자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0284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누적 후원 횟수 합계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303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누적 후원 액수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08428"/>
                  </a:ext>
                </a:extLst>
              </a:tr>
            </a:tbl>
          </a:graphicData>
        </a:graphic>
      </p:graphicFrame>
      <p:sp>
        <p:nvSpPr>
          <p:cNvPr id="190" name="타원 189">
            <a:extLst>
              <a:ext uri="{FF2B5EF4-FFF2-40B4-BE49-F238E27FC236}">
                <a16:creationId xmlns:a16="http://schemas.microsoft.com/office/drawing/2014/main" id="{0EF09737-BC27-D481-9EF0-FC7EDF58BC68}"/>
              </a:ext>
            </a:extLst>
          </p:cNvPr>
          <p:cNvSpPr/>
          <p:nvPr/>
        </p:nvSpPr>
        <p:spPr>
          <a:xfrm>
            <a:off x="3194117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C6FE23C-E7DC-F0A0-4D84-A10080B7F488}"/>
              </a:ext>
            </a:extLst>
          </p:cNvPr>
          <p:cNvSpPr/>
          <p:nvPr/>
        </p:nvSpPr>
        <p:spPr>
          <a:xfrm>
            <a:off x="5176237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DE8818A5-E277-F460-E800-74126974F6DF}"/>
              </a:ext>
            </a:extLst>
          </p:cNvPr>
          <p:cNvSpPr/>
          <p:nvPr/>
        </p:nvSpPr>
        <p:spPr>
          <a:xfrm>
            <a:off x="7040895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B752D28-193D-83DE-DD8D-E8692EE3D035}"/>
              </a:ext>
            </a:extLst>
          </p:cNvPr>
          <p:cNvSpPr/>
          <p:nvPr/>
        </p:nvSpPr>
        <p:spPr>
          <a:xfrm>
            <a:off x="8767250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7F9B1E20-5801-F075-39DF-44A598B8FD21}"/>
              </a:ext>
            </a:extLst>
          </p:cNvPr>
          <p:cNvSpPr/>
          <p:nvPr/>
        </p:nvSpPr>
        <p:spPr>
          <a:xfrm>
            <a:off x="8822854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4DC4F3B2-A388-7DBF-3D70-7C1C2DA8F3D0}"/>
              </a:ext>
            </a:extLst>
          </p:cNvPr>
          <p:cNvSpPr/>
          <p:nvPr/>
        </p:nvSpPr>
        <p:spPr>
          <a:xfrm>
            <a:off x="7040895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F8E95588-B9BA-FF6F-9719-992104DBEB2D}"/>
              </a:ext>
            </a:extLst>
          </p:cNvPr>
          <p:cNvSpPr/>
          <p:nvPr/>
        </p:nvSpPr>
        <p:spPr>
          <a:xfrm>
            <a:off x="5033644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52160F5A-B3FE-30AE-180B-5901BD784DB5}"/>
              </a:ext>
            </a:extLst>
          </p:cNvPr>
          <p:cNvSpPr/>
          <p:nvPr/>
        </p:nvSpPr>
        <p:spPr>
          <a:xfrm>
            <a:off x="3223415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8" name="타원 129">
            <a:extLst>
              <a:ext uri="{FF2B5EF4-FFF2-40B4-BE49-F238E27FC236}">
                <a16:creationId xmlns:a16="http://schemas.microsoft.com/office/drawing/2014/main" id="{ECC45DA4-CAFA-720C-0931-C91EE98B2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330926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460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9A548A-BF38-E8FF-95C0-CA0497084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</p:spPr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 </a:t>
            </a:r>
            <a:r>
              <a:rPr lang="en-US" altLang="ko-KR" dirty="0"/>
              <a:t>&gt;</a:t>
            </a:r>
            <a:r>
              <a:rPr lang="ko-KR" altLang="en-US" dirty="0"/>
              <a:t> 일별 분석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B7AC2F-98DE-392D-E50E-7411C2D5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 </a:t>
            </a:r>
            <a:r>
              <a:rPr lang="en-US" altLang="ko-KR" dirty="0"/>
              <a:t>&gt; </a:t>
            </a:r>
            <a:r>
              <a:rPr lang="ko-KR" altLang="en-US" dirty="0"/>
              <a:t>일별 분석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41494459-2E42-27CF-A4AE-58F560DED948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0A5ECC67-92B8-F099-36DB-3E37D5E7CCA9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87BAA77B-CD63-5561-2F62-498AE4B2F61A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2EA4C701-5FE0-C4CF-5581-2BFCA08FB48D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B58620-AF05-1EF5-FCB4-EC8690D9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FBDE0E-82A1-EB72-1FB9-18F1E4A3C448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33237-4E01-6E22-9256-F37BEE8FC8C3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38A8268-5287-DBDA-E63E-C3371CD5A242}"/>
              </a:ext>
            </a:extLst>
          </p:cNvPr>
          <p:cNvSpPr/>
          <p:nvPr/>
        </p:nvSpPr>
        <p:spPr>
          <a:xfrm>
            <a:off x="302895" y="2111136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31" name="Shape 57">
            <a:extLst>
              <a:ext uri="{FF2B5EF4-FFF2-40B4-BE49-F238E27FC236}">
                <a16:creationId xmlns:a16="http://schemas.microsoft.com/office/drawing/2014/main" id="{EE80C633-AE8E-40DE-10C8-57A8522D5FD7}"/>
              </a:ext>
            </a:extLst>
          </p:cNvPr>
          <p:cNvSpPr/>
          <p:nvPr/>
        </p:nvSpPr>
        <p:spPr>
          <a:xfrm>
            <a:off x="1926393" y="1412776"/>
            <a:ext cx="7409967" cy="414958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DAD383-9284-A9F0-F8C0-7093483B1989}"/>
              </a:ext>
            </a:extLst>
          </p:cNvPr>
          <p:cNvGrpSpPr/>
          <p:nvPr/>
        </p:nvGrpSpPr>
        <p:grpSpPr>
          <a:xfrm>
            <a:off x="2973710" y="1491816"/>
            <a:ext cx="493998" cy="256879"/>
            <a:chOff x="5927775" y="1491816"/>
            <a:chExt cx="493998" cy="256879"/>
          </a:xfrm>
        </p:grpSpPr>
        <p:sp>
          <p:nvSpPr>
            <p:cNvPr id="40" name="Shape 66">
              <a:extLst>
                <a:ext uri="{FF2B5EF4-FFF2-40B4-BE49-F238E27FC236}">
                  <a16:creationId xmlns:a16="http://schemas.microsoft.com/office/drawing/2014/main" id="{B707E4F1-11B7-5F9F-FF47-2BEE2106B5E1}"/>
                </a:ext>
              </a:extLst>
            </p:cNvPr>
            <p:cNvSpPr/>
            <p:nvPr/>
          </p:nvSpPr>
          <p:spPr>
            <a:xfrm>
              <a:off x="5927775" y="1491816"/>
              <a:ext cx="493998" cy="256879"/>
            </a:xfrm>
            <a:prstGeom prst="roundRect">
              <a:avLst>
                <a:gd name="adj" fmla="val 15385"/>
              </a:avLst>
            </a:prstGeom>
            <a:solidFill>
              <a:srgbClr val="519CFF"/>
            </a:solidFill>
            <a:ln/>
          </p:spPr>
        </p:sp>
        <p:sp>
          <p:nvSpPr>
            <p:cNvPr id="41" name="Text 67">
              <a:extLst>
                <a:ext uri="{FF2B5EF4-FFF2-40B4-BE49-F238E27FC236}">
                  <a16:creationId xmlns:a16="http://schemas.microsoft.com/office/drawing/2014/main" id="{A62D7DA3-B030-2B9A-10F3-00C3B2CB8070}"/>
                </a:ext>
              </a:extLst>
            </p:cNvPr>
            <p:cNvSpPr txBox="1"/>
            <p:nvPr/>
          </p:nvSpPr>
          <p:spPr>
            <a:xfrm>
              <a:off x="5927775" y="1491816"/>
              <a:ext cx="4939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조회</a:t>
              </a:r>
              <a:endParaRPr lang="en-US" sz="900" dirty="0"/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0954856C-F5EF-7077-0685-5950C9A3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90" y="1466654"/>
            <a:ext cx="1370770" cy="30182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8D4EDBF-41BB-2A38-1D5B-068AD549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449"/>
          <a:stretch>
            <a:fillRect/>
          </a:stretch>
        </p:blipFill>
        <p:spPr>
          <a:xfrm>
            <a:off x="1970152" y="1472766"/>
            <a:ext cx="979932" cy="300026"/>
          </a:xfrm>
          <a:prstGeom prst="rect">
            <a:avLst/>
          </a:prstGeom>
        </p:spPr>
      </p:pic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9B80D3B-DD4B-B1B9-F1C3-786235F61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154035"/>
              </p:ext>
            </p:extLst>
          </p:nvPr>
        </p:nvGraphicFramePr>
        <p:xfrm>
          <a:off x="1926392" y="1916832"/>
          <a:ext cx="7409451" cy="1368152"/>
        </p:xfrm>
        <a:graphic>
          <a:graphicData uri="http://schemas.openxmlformats.org/drawingml/2006/table">
            <a:tbl>
              <a:tblPr/>
              <a:tblGrid>
                <a:gridCol w="2469817">
                  <a:extLst>
                    <a:ext uri="{9D8B030D-6E8A-4147-A177-3AD203B41FA5}">
                      <a16:colId xmlns:a16="http://schemas.microsoft.com/office/drawing/2014/main" val="3496974805"/>
                    </a:ext>
                  </a:extLst>
                </a:gridCol>
                <a:gridCol w="2469817">
                  <a:extLst>
                    <a:ext uri="{9D8B030D-6E8A-4147-A177-3AD203B41FA5}">
                      <a16:colId xmlns:a16="http://schemas.microsoft.com/office/drawing/2014/main" val="2155998993"/>
                    </a:ext>
                  </a:extLst>
                </a:gridCol>
                <a:gridCol w="2469817">
                  <a:extLst>
                    <a:ext uri="{9D8B030D-6E8A-4147-A177-3AD203B41FA5}">
                      <a16:colId xmlns:a16="http://schemas.microsoft.com/office/drawing/2014/main" val="121713416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오늘도 즐거운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겜방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방송 시간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38:12:05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(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2026-09-23 17:38:11 ~ 2026-09-24 17:46:30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)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556114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최고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평균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4243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900" b="0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캐시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86587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205A4A1F-1C3B-0CF4-85C3-8E6DBA67696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893770" y="3826542"/>
            <a:ext cx="7464543" cy="2554786"/>
          </a:xfrm>
          <a:prstGeom prst="rect">
            <a:avLst/>
          </a:prstGeom>
        </p:spPr>
      </p:pic>
      <p:sp>
        <p:nvSpPr>
          <p:cNvPr id="51" name="Text 22">
            <a:extLst>
              <a:ext uri="{FF2B5EF4-FFF2-40B4-BE49-F238E27FC236}">
                <a16:creationId xmlns:a16="http://schemas.microsoft.com/office/drawing/2014/main" id="{3864BDE3-8EAC-1C97-E942-B3C7CBD9A2F3}"/>
              </a:ext>
            </a:extLst>
          </p:cNvPr>
          <p:cNvSpPr txBox="1"/>
          <p:nvPr/>
        </p:nvSpPr>
        <p:spPr>
          <a:xfrm>
            <a:off x="7965590" y="3510684"/>
            <a:ext cx="1367136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동시 시청자         ▼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0DEEEF73-B91E-CD54-8615-899B29EE3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967" y="6035724"/>
            <a:ext cx="6666369" cy="173737"/>
          </a:xfrm>
          <a:prstGeom prst="rect">
            <a:avLst/>
          </a:prstGeom>
        </p:spPr>
      </p:pic>
      <p:graphicFrame>
        <p:nvGraphicFramePr>
          <p:cNvPr id="56" name="Group 323">
            <a:extLst>
              <a:ext uri="{FF2B5EF4-FFF2-40B4-BE49-F238E27FC236}">
                <a16:creationId xmlns:a16="http://schemas.microsoft.com/office/drawing/2014/main" id="{56DECA04-4592-DA9D-58D9-19EAADE23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93413"/>
              </p:ext>
            </p:extLst>
          </p:nvPr>
        </p:nvGraphicFramePr>
        <p:xfrm>
          <a:off x="9625013" y="575703"/>
          <a:ext cx="2519969" cy="1944576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캘린더 클릭하여 일자별 방송 데이터 조회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조회된 결과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제목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방송 데이터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그래프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드롭다운 메뉴별 그래프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그래프에 마우스 오버 시 해당 시간과 데이터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타원 129">
            <a:extLst>
              <a:ext uri="{FF2B5EF4-FFF2-40B4-BE49-F238E27FC236}">
                <a16:creationId xmlns:a16="http://schemas.microsoft.com/office/drawing/2014/main" id="{7E888393-2132-4EE2-B34C-3BA9150BE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219" y="200703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타원 129">
            <a:extLst>
              <a:ext uri="{FF2B5EF4-FFF2-40B4-BE49-F238E27FC236}">
                <a16:creationId xmlns:a16="http://schemas.microsoft.com/office/drawing/2014/main" id="{3D63E9B0-718C-E991-6C3E-50287983C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207" y="153316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129">
            <a:extLst>
              <a:ext uri="{FF2B5EF4-FFF2-40B4-BE49-F238E27FC236}">
                <a16:creationId xmlns:a16="http://schemas.microsoft.com/office/drawing/2014/main" id="{9A623973-16C1-9455-EA50-659902337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219" y="3868921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74325F7-8FAF-7056-744C-1505541FE85A}"/>
              </a:ext>
            </a:extLst>
          </p:cNvPr>
          <p:cNvGrpSpPr/>
          <p:nvPr/>
        </p:nvGrpSpPr>
        <p:grpSpPr>
          <a:xfrm>
            <a:off x="9699300" y="3826542"/>
            <a:ext cx="1367136" cy="1178456"/>
            <a:chOff x="9699300" y="3510684"/>
            <a:chExt cx="1367136" cy="1178456"/>
          </a:xfrm>
        </p:grpSpPr>
        <p:sp>
          <p:nvSpPr>
            <p:cNvPr id="60" name="Text 22">
              <a:extLst>
                <a:ext uri="{FF2B5EF4-FFF2-40B4-BE49-F238E27FC236}">
                  <a16:creationId xmlns:a16="http://schemas.microsoft.com/office/drawing/2014/main" id="{FB5346D6-CFCF-F505-B77E-8E2272858565}"/>
                </a:ext>
              </a:extLst>
            </p:cNvPr>
            <p:cNvSpPr txBox="1"/>
            <p:nvPr/>
          </p:nvSpPr>
          <p:spPr>
            <a:xfrm>
              <a:off x="9699300" y="3510684"/>
              <a:ext cx="1367136" cy="2718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최고 동시 시청자         ▼</a:t>
              </a:r>
              <a:endParaRPr kumimoji="0" lang="en-US" sz="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C929937A-8589-1A59-0C07-AE24C5660675}"/>
                </a:ext>
              </a:extLst>
            </p:cNvPr>
            <p:cNvSpPr txBox="1"/>
            <p:nvPr/>
          </p:nvSpPr>
          <p:spPr>
            <a:xfrm>
              <a:off x="9699300" y="3826542"/>
              <a:ext cx="1367136" cy="8625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최고 동시 시청자</a:t>
              </a:r>
              <a:endPara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평균 동시 시청자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누적 시청자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채팅 참여자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중 후원 횟수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 </a:t>
              </a:r>
              <a:r>
                <a:rPr kumimoji="0" lang="ko-KR" altLang="en-US" sz="800" dirty="0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중 </a:t>
              </a:r>
              <a:r>
                <a:rPr kumimoji="0" lang="ko-KR" altLang="en-US" sz="800" dirty="0" err="1">
                  <a:solidFill>
                    <a:srgbClr val="1A1D28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후원액</a:t>
              </a:r>
              <a:endPara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0935622-35C1-3E59-CA06-3AC6B38A871F}"/>
              </a:ext>
            </a:extLst>
          </p:cNvPr>
          <p:cNvCxnSpPr>
            <a:cxnSpLocks/>
            <a:stCxn id="51" idx="3"/>
            <a:endCxn id="60" idx="0"/>
          </p:cNvCxnSpPr>
          <p:nvPr/>
        </p:nvCxnSpPr>
        <p:spPr>
          <a:xfrm>
            <a:off x="9332726" y="3646592"/>
            <a:ext cx="1050142" cy="179950"/>
          </a:xfrm>
          <a:prstGeom prst="bentConnector2">
            <a:avLst/>
          </a:prstGeom>
          <a:ln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5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4442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618689</TotalTime>
  <Words>1748</Words>
  <Application>Microsoft Office PowerPoint</Application>
  <PresentationFormat>와이드스크린</PresentationFormat>
  <Paragraphs>547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11</vt:i4>
      </vt:variant>
    </vt:vector>
  </HeadingPairs>
  <TitlesOfParts>
    <vt:vector size="29" baseType="lpstr">
      <vt:lpstr>-apple-system</vt:lpstr>
      <vt:lpstr>Noto Sans CJK KR Black</vt:lpstr>
      <vt:lpstr>Noto Sans CJK KR Medium</vt:lpstr>
      <vt:lpstr>Noto Sans CJK KR Regular</vt:lpstr>
      <vt:lpstr>돋움</vt:lpstr>
      <vt:lpstr>맑은 고딕</vt:lpstr>
      <vt:lpstr>Arial</vt:lpstr>
      <vt:lpstr>Calibri</vt:lpstr>
      <vt:lpstr>Cambria</vt:lpstr>
      <vt:lpstr>Montserrat ExtraBold</vt:lpstr>
      <vt:lpstr>Wingdings</vt:lpstr>
      <vt:lpstr>Wingdings 2</vt:lpstr>
      <vt:lpstr>디자인 사용자 지정</vt:lpstr>
      <vt:lpstr>3_디자인 사용자 지정</vt:lpstr>
      <vt:lpstr>1_디자인 사용자 지정</vt:lpstr>
      <vt:lpstr>4_디자인 사용자 지정</vt:lpstr>
      <vt:lpstr>2_디자인 사용자 지정</vt:lpstr>
      <vt:lpstr>5_디자인 사용자 지정</vt:lpstr>
      <vt:lpstr>투네이션 스트리밍 서비스</vt:lpstr>
      <vt:lpstr>PowerPoint 프레젠테이션</vt:lpstr>
      <vt:lpstr>PowerPoint 프레젠테이션</vt:lpstr>
      <vt:lpstr>크리에이터 스튜디오 &gt; 라이브 방송 &gt; 방송 관리 &gt; OFF AIR</vt:lpstr>
      <vt:lpstr>방송 관리 화면 분기</vt:lpstr>
      <vt:lpstr>크리에이터 스튜디오 &gt; 라이브 방송 &gt; 방송 관리 &gt; ON AIR</vt:lpstr>
      <vt:lpstr>크리에이터 스튜디오 &gt; 라이브 방송 &gt; 방송 관리 &gt; 제재 안내</vt:lpstr>
      <vt:lpstr>크리에이터 스튜디오 &gt; 라이브 방송 &gt; 방송 설정</vt:lpstr>
      <vt:lpstr>크리에이터 스튜디오 &gt; 라이브 방송 &gt; 방송 분석</vt:lpstr>
      <vt:lpstr>크리에이터 스튜디오 &gt; 라이브 방송 &gt; 방송 분석 &gt; 일별 분석</vt:lpstr>
      <vt:lpstr>PowerPoint 프레젠테이션</vt:lpstr>
    </vt:vector>
  </TitlesOfParts>
  <Company>ACG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손동명</dc:creator>
  <cp:lastModifiedBy>투네이션 주식회사</cp:lastModifiedBy>
  <cp:revision>9241</cp:revision>
  <cp:lastPrinted>2020-03-20T06:02:53Z</cp:lastPrinted>
  <dcterms:created xsi:type="dcterms:W3CDTF">2007-03-12T23:55:15Z</dcterms:created>
  <dcterms:modified xsi:type="dcterms:W3CDTF">2026-10-01T07:18:19Z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zNzUzIiwibG9nVGltZSI6IjIwMjQtMDgtMzBUMDE6MjQ6MDNaIiwicElEIjoxLCJwcm9jZXNzSWQiOjQ2MTIsInByb2Nlc3NOYW1lIjoiUE9XRVJQTlQuRVhFIiwidHJhY2VJZCI6IjlCOERENEIyNkQ4MzRCNzlBNzIyNjJGNzE2MTkzRjcxIiwidXNlckNvZGUiOiJjYXByaXNvbiJ9LCJub2RlMiI6eyJkc2QiOiIwMTAwMDAwMDAwMDAzNzUzIiwibG9nVGltZSI6IjIwMjQtMDgtMzBUMDE6MjQ6MDNaIiwicElEIjoxLCJwcm9jZXNzSWQiOjQ2MTIsInByb2Nlc3NOYW1lIjoiUE9XRVJQTlQuRVhFIiwidHJhY2VJZCI6IjlCOERENEIyNkQ4MzRCNzlBNzIyNjJGNzE2MTkzRjcxIiwidXNlckNvZGUiOiJjYXByaXNvbiJ9LCJub2RlMyI6eyJkc2QiOiIwMTAwMDAwMDAwMDAzNzUzIiwibG9nVGltZSI6IjIwMjQtMDgtMzBUMDE6MjQ6MDNaIiwicElEIjoxLCJwcm9jZXNzSWQiOjQ2MTIsInByb2Nlc3NOYW1lIjoiUE9XRVJQTlQuRVhFIiwidHJhY2VJZCI6IjlCOERENEIyNkQ4MzRCNzlBNzIyNjJGNzE2MTkzRjcxIiwidXNlckNvZGUiOiJjYXByaXNvbiJ9LCJub2RlNCI6eyJkc2QiOiIwMTAwMDAwMDAwMDAzNzUzIiwibG9nVGltZSI6IjIwMjQtMDgtMzBUMDE6MjQ6MDNaIiwicElEIjoxLCJwcm9jZXNzSWQiOjQ2MTIsInByb2Nlc3NOYW1lIjoiUE9XRVJQTlQuRVhFIiwidHJhY2VJZCI6IjlCOERENEIyNkQ4MzRCNzlBNzIyNjJGNzE2MTkzRjcxIiwidXNlckNvZGUiOiJjYXByaXNvbiJ9LCJub2RlNSI6eyJkc2QiOiIwMDAwMDAwMDAwMDAwMDAwIiwibG9nVGltZSI6IjIwMjQtMTAtMTBUMDA6NTY6MTJaIiwicElEIjoyMDQ4LCJwcm9jZXNzSWQiOjQ2MTIsInByb2Nlc3NOYW1lIjoiUE9XRVJQTlQuRVhFIiwidHJhY2VJZCI6IjZGRDcyNkU0ODU0RTQwM0Q4MkVBQkRDODc1OTZFN0I4IiwidXNlckNvZGUiOiJjYXByaXNvbiJ9LCJub2RlQ291bnQiOjIsInJvb3RUcmFjZUlkIjoiOUI4REQ0QjI2RDgzNEI3OUE3MjI2MkY3MTYxOTNGNzEifQ==</vt:lpwstr>
  </property>
</Properties>
</file>