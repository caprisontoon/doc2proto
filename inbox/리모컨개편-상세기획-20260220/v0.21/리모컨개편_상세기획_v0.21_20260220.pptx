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webextensions/taskpanes.xml" ContentType="application/vnd.ms-office.webextensiontaskpanes+xml"/>
  <Override PartName="/ppt/webextensions/webextension1.xml" ContentType="application/vnd.ms-office.webextension+xml"/>
  <Override PartName="/ppt/webextensions/webextension2.xml" ContentType="application/vnd.ms-office.webextension+xml"/>
  <Override PartName="/ppt/webextensions/webextension3.xml" ContentType="application/vnd.ms-office.webextension+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theme/theme2.xml" ContentType="application/vnd.openxmlformats-officedocument.theme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3.xml" ContentType="application/vnd.openxmlformats-officedocument.theme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4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5.xml" ContentType="application/vnd.openxmlformats-officedocument.theme+xml"/>
  <Override PartName="/ppt/slideLayouts/slideLayout25.xml" ContentType="application/vnd.openxmlformats-officedocument.presentationml.slideLayout+xml"/>
  <Override PartName="/ppt/theme/theme6.xml" ContentType="application/vnd.openxmlformats-officedocument.theme+xml"/>
  <Override PartName="/ppt/theme/theme7.xml" ContentType="application/vnd.openxmlformats-officedocument.theme+xml"/>
  <Override PartName="/ppt/theme/theme8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officeDocument/2006/relationships/officeDocument" Target="ppt/presentation.xml"/><Relationship Id="rId1" Type="http://schemas.microsoft.com/office/2011/relationships/webextensiontaskpanes" Target="ppt/webextensions/taskpanes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6" r:id="rId1"/>
    <p:sldMasterId id="2147483768" r:id="rId2"/>
    <p:sldMasterId id="2147483743" r:id="rId3"/>
    <p:sldMasterId id="2147483770" r:id="rId4"/>
    <p:sldMasterId id="2147483756" r:id="rId5"/>
    <p:sldMasterId id="2147483778" r:id="rId6"/>
  </p:sldMasterIdLst>
  <p:notesMasterIdLst>
    <p:notesMasterId r:id="rId120"/>
  </p:notesMasterIdLst>
  <p:handoutMasterIdLst>
    <p:handoutMasterId r:id="rId121"/>
  </p:handoutMasterIdLst>
  <p:sldIdLst>
    <p:sldId id="1081" r:id="rId7"/>
    <p:sldId id="1082" r:id="rId8"/>
    <p:sldId id="1378" r:id="rId9"/>
    <p:sldId id="1522" r:id="rId10"/>
    <p:sldId id="1597" r:id="rId11"/>
    <p:sldId id="1595" r:id="rId12"/>
    <p:sldId id="1596" r:id="rId13"/>
    <p:sldId id="1524" r:id="rId14"/>
    <p:sldId id="1523" r:id="rId15"/>
    <p:sldId id="1525" r:id="rId16"/>
    <p:sldId id="1541" r:id="rId17"/>
    <p:sldId id="1620" r:id="rId18"/>
    <p:sldId id="1527" r:id="rId19"/>
    <p:sldId id="1529" r:id="rId20"/>
    <p:sldId id="1531" r:id="rId21"/>
    <p:sldId id="1532" r:id="rId22"/>
    <p:sldId id="1533" r:id="rId23"/>
    <p:sldId id="1537" r:id="rId24"/>
    <p:sldId id="1536" r:id="rId25"/>
    <p:sldId id="1526" r:id="rId26"/>
    <p:sldId id="1540" r:id="rId27"/>
    <p:sldId id="1543" r:id="rId28"/>
    <p:sldId id="1545" r:id="rId29"/>
    <p:sldId id="1621" r:id="rId30"/>
    <p:sldId id="1546" r:id="rId31"/>
    <p:sldId id="1547" r:id="rId32"/>
    <p:sldId id="1550" r:id="rId33"/>
    <p:sldId id="1560" r:id="rId34"/>
    <p:sldId id="1450" r:id="rId35"/>
    <p:sldId id="1456" r:id="rId36"/>
    <p:sldId id="1451" r:id="rId37"/>
    <p:sldId id="1452" r:id="rId38"/>
    <p:sldId id="1454" r:id="rId39"/>
    <p:sldId id="1453" r:id="rId40"/>
    <p:sldId id="1493" r:id="rId41"/>
    <p:sldId id="1494" r:id="rId42"/>
    <p:sldId id="1382" r:id="rId43"/>
    <p:sldId id="1359" r:id="rId44"/>
    <p:sldId id="1386" r:id="rId45"/>
    <p:sldId id="1391" r:id="rId46"/>
    <p:sldId id="1552" r:id="rId47"/>
    <p:sldId id="1555" r:id="rId48"/>
    <p:sldId id="1556" r:id="rId49"/>
    <p:sldId id="1557" r:id="rId50"/>
    <p:sldId id="1558" r:id="rId51"/>
    <p:sldId id="1559" r:id="rId52"/>
    <p:sldId id="1561" r:id="rId53"/>
    <p:sldId id="1562" r:id="rId54"/>
    <p:sldId id="1563" r:id="rId55"/>
    <p:sldId id="1607" r:id="rId56"/>
    <p:sldId id="1608" r:id="rId57"/>
    <p:sldId id="1609" r:id="rId58"/>
    <p:sldId id="1610" r:id="rId59"/>
    <p:sldId id="1611" r:id="rId60"/>
    <p:sldId id="1612" r:id="rId61"/>
    <p:sldId id="1613" r:id="rId62"/>
    <p:sldId id="1614" r:id="rId63"/>
    <p:sldId id="1615" r:id="rId64"/>
    <p:sldId id="1616" r:id="rId65"/>
    <p:sldId id="1604" r:id="rId66"/>
    <p:sldId id="1578" r:id="rId67"/>
    <p:sldId id="1569" r:id="rId68"/>
    <p:sldId id="1372" r:id="rId69"/>
    <p:sldId id="1424" r:id="rId70"/>
    <p:sldId id="1423" r:id="rId71"/>
    <p:sldId id="1425" r:id="rId72"/>
    <p:sldId id="1426" r:id="rId73"/>
    <p:sldId id="1438" r:id="rId74"/>
    <p:sldId id="1572" r:id="rId75"/>
    <p:sldId id="1570" r:id="rId76"/>
    <p:sldId id="1435" r:id="rId77"/>
    <p:sldId id="1575" r:id="rId78"/>
    <p:sldId id="1582" r:id="rId79"/>
    <p:sldId id="1573" r:id="rId80"/>
    <p:sldId id="1566" r:id="rId81"/>
    <p:sldId id="1509" r:id="rId82"/>
    <p:sldId id="1510" r:id="rId83"/>
    <p:sldId id="1413" r:id="rId84"/>
    <p:sldId id="1598" r:id="rId85"/>
    <p:sldId id="1599" r:id="rId86"/>
    <p:sldId id="1600" r:id="rId87"/>
    <p:sldId id="1601" r:id="rId88"/>
    <p:sldId id="1602" r:id="rId89"/>
    <p:sldId id="1603" r:id="rId90"/>
    <p:sldId id="1590" r:id="rId91"/>
    <p:sldId id="1593" r:id="rId92"/>
    <p:sldId id="1622" r:id="rId93"/>
    <p:sldId id="1577" r:id="rId94"/>
    <p:sldId id="1592" r:id="rId95"/>
    <p:sldId id="1461" r:id="rId96"/>
    <p:sldId id="1462" r:id="rId97"/>
    <p:sldId id="1495" r:id="rId98"/>
    <p:sldId id="1468" r:id="rId99"/>
    <p:sldId id="1469" r:id="rId100"/>
    <p:sldId id="1472" r:id="rId101"/>
    <p:sldId id="1446" r:id="rId102"/>
    <p:sldId id="1463" r:id="rId103"/>
    <p:sldId id="1465" r:id="rId104"/>
    <p:sldId id="1498" r:id="rId105"/>
    <p:sldId id="1497" r:id="rId106"/>
    <p:sldId id="1474" r:id="rId107"/>
    <p:sldId id="1480" r:id="rId108"/>
    <p:sldId id="1479" r:id="rId109"/>
    <p:sldId id="1583" r:id="rId110"/>
    <p:sldId id="1586" r:id="rId111"/>
    <p:sldId id="1488" r:id="rId112"/>
    <p:sldId id="1496" r:id="rId113"/>
    <p:sldId id="1587" r:id="rId114"/>
    <p:sldId id="1588" r:id="rId115"/>
    <p:sldId id="1589" r:id="rId116"/>
    <p:sldId id="1617" r:id="rId117"/>
    <p:sldId id="1618" r:id="rId118"/>
    <p:sldId id="1116" r:id="rId119"/>
  </p:sldIdLst>
  <p:sldSz cx="12192000" cy="6858000"/>
  <p:notesSz cx="6797675" cy="9926638"/>
  <p:defaultTextStyle>
    <a:defPPr>
      <a:defRPr lang="ko-KR"/>
    </a:defPPr>
    <a:lvl1pPr algn="l" rtl="0" fontAlgn="base" latinLnBrk="1">
      <a:spcBef>
        <a:spcPct val="0"/>
      </a:spcBef>
      <a:spcAft>
        <a:spcPct val="0"/>
      </a:spcAft>
      <a:defRPr kumimoji="1" sz="1000" kern="1200">
        <a:solidFill>
          <a:schemeClr val="tx1"/>
        </a:solidFill>
        <a:latin typeface="돋움" pitchFamily="50" charset="-127"/>
        <a:ea typeface="돋움" pitchFamily="50" charset="-127"/>
        <a:cs typeface="+mn-cs"/>
      </a:defRPr>
    </a:lvl1pPr>
    <a:lvl2pPr marL="341313" indent="115888" algn="l" rtl="0" fontAlgn="base" latinLnBrk="1">
      <a:spcBef>
        <a:spcPct val="0"/>
      </a:spcBef>
      <a:spcAft>
        <a:spcPct val="0"/>
      </a:spcAft>
      <a:defRPr kumimoji="1" sz="1000" kern="1200">
        <a:solidFill>
          <a:schemeClr val="tx1"/>
        </a:solidFill>
        <a:latin typeface="돋움" pitchFamily="50" charset="-127"/>
        <a:ea typeface="돋움" pitchFamily="50" charset="-127"/>
        <a:cs typeface="+mn-cs"/>
      </a:defRPr>
    </a:lvl2pPr>
    <a:lvl3pPr marL="682625" indent="231775" algn="l" rtl="0" fontAlgn="base" latinLnBrk="1">
      <a:spcBef>
        <a:spcPct val="0"/>
      </a:spcBef>
      <a:spcAft>
        <a:spcPct val="0"/>
      </a:spcAft>
      <a:defRPr kumimoji="1" sz="1000" kern="1200">
        <a:solidFill>
          <a:schemeClr val="tx1"/>
        </a:solidFill>
        <a:latin typeface="돋움" pitchFamily="50" charset="-127"/>
        <a:ea typeface="돋움" pitchFamily="50" charset="-127"/>
        <a:cs typeface="+mn-cs"/>
      </a:defRPr>
    </a:lvl3pPr>
    <a:lvl4pPr marL="1025525" indent="346075" algn="l" rtl="0" fontAlgn="base" latinLnBrk="1">
      <a:spcBef>
        <a:spcPct val="0"/>
      </a:spcBef>
      <a:spcAft>
        <a:spcPct val="0"/>
      </a:spcAft>
      <a:defRPr kumimoji="1" sz="1000" kern="1200">
        <a:solidFill>
          <a:schemeClr val="tx1"/>
        </a:solidFill>
        <a:latin typeface="돋움" pitchFamily="50" charset="-127"/>
        <a:ea typeface="돋움" pitchFamily="50" charset="-127"/>
        <a:cs typeface="+mn-cs"/>
      </a:defRPr>
    </a:lvl4pPr>
    <a:lvl5pPr marL="1366838" indent="461963" algn="l" rtl="0" fontAlgn="base" latinLnBrk="1">
      <a:spcBef>
        <a:spcPct val="0"/>
      </a:spcBef>
      <a:spcAft>
        <a:spcPct val="0"/>
      </a:spcAft>
      <a:defRPr kumimoji="1" sz="1000" kern="1200">
        <a:solidFill>
          <a:schemeClr val="tx1"/>
        </a:solidFill>
        <a:latin typeface="돋움" pitchFamily="50" charset="-127"/>
        <a:ea typeface="돋움" pitchFamily="50" charset="-127"/>
        <a:cs typeface="+mn-cs"/>
      </a:defRPr>
    </a:lvl5pPr>
    <a:lvl6pPr marL="2286000" algn="l" defTabSz="914400" rtl="0" eaLnBrk="1" latinLnBrk="1" hangingPunct="1">
      <a:defRPr kumimoji="1" sz="1000" kern="1200">
        <a:solidFill>
          <a:schemeClr val="tx1"/>
        </a:solidFill>
        <a:latin typeface="돋움" pitchFamily="50" charset="-127"/>
        <a:ea typeface="돋움" pitchFamily="50" charset="-127"/>
        <a:cs typeface="+mn-cs"/>
      </a:defRPr>
    </a:lvl6pPr>
    <a:lvl7pPr marL="2743200" algn="l" defTabSz="914400" rtl="0" eaLnBrk="1" latinLnBrk="1" hangingPunct="1">
      <a:defRPr kumimoji="1" sz="1000" kern="1200">
        <a:solidFill>
          <a:schemeClr val="tx1"/>
        </a:solidFill>
        <a:latin typeface="돋움" pitchFamily="50" charset="-127"/>
        <a:ea typeface="돋움" pitchFamily="50" charset="-127"/>
        <a:cs typeface="+mn-cs"/>
      </a:defRPr>
    </a:lvl7pPr>
    <a:lvl8pPr marL="3200400" algn="l" defTabSz="914400" rtl="0" eaLnBrk="1" latinLnBrk="1" hangingPunct="1">
      <a:defRPr kumimoji="1" sz="1000" kern="1200">
        <a:solidFill>
          <a:schemeClr val="tx1"/>
        </a:solidFill>
        <a:latin typeface="돋움" pitchFamily="50" charset="-127"/>
        <a:ea typeface="돋움" pitchFamily="50" charset="-127"/>
        <a:cs typeface="+mn-cs"/>
      </a:defRPr>
    </a:lvl8pPr>
    <a:lvl9pPr marL="3657600" algn="l" defTabSz="914400" rtl="0" eaLnBrk="1" latinLnBrk="1" hangingPunct="1">
      <a:defRPr kumimoji="1" sz="1000" kern="1200">
        <a:solidFill>
          <a:schemeClr val="tx1"/>
        </a:solidFill>
        <a:latin typeface="돋움" pitchFamily="50" charset="-127"/>
        <a:ea typeface="돋움" pitchFamily="50" charset="-127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기본 구역" id="{56A4F0C7-35A9-40B9-B1B3-61D6E48A38CE}">
          <p14:sldIdLst>
            <p14:sldId id="1081"/>
            <p14:sldId id="1082"/>
          </p14:sldIdLst>
        </p14:section>
        <p14:section name="개요" id="{EAA0D4D4-C906-4494-BF03-4419DF60B622}">
          <p14:sldIdLst>
            <p14:sldId id="1378"/>
            <p14:sldId id="1522"/>
            <p14:sldId id="1597"/>
            <p14:sldId id="1595"/>
            <p14:sldId id="1596"/>
          </p14:sldIdLst>
        </p14:section>
        <p14:section name="리모컨 기본 구성" id="{DA7BD782-9DF0-4B29-AE2A-E610587AEDB5}">
          <p14:sldIdLst>
            <p14:sldId id="1524"/>
            <p14:sldId id="1523"/>
            <p14:sldId id="1525"/>
            <p14:sldId id="1541"/>
            <p14:sldId id="1620"/>
            <p14:sldId id="1527"/>
            <p14:sldId id="1529"/>
            <p14:sldId id="1531"/>
            <p14:sldId id="1532"/>
          </p14:sldIdLst>
        </p14:section>
        <p14:section name="위젯 동작" id="{6518826B-9938-4CC4-8D89-F0DC7A08B53A}">
          <p14:sldIdLst>
            <p14:sldId id="1533"/>
            <p14:sldId id="1537"/>
            <p14:sldId id="1536"/>
            <p14:sldId id="1526"/>
            <p14:sldId id="1540"/>
            <p14:sldId id="1543"/>
            <p14:sldId id="1545"/>
            <p14:sldId id="1621"/>
            <p14:sldId id="1546"/>
            <p14:sldId id="1547"/>
            <p14:sldId id="1550"/>
            <p14:sldId id="1560"/>
          </p14:sldIdLst>
        </p14:section>
        <p14:section name="기본 화면" id="{86994FA1-97E6-4361-82E5-2972151358C6}">
          <p14:sldIdLst>
            <p14:sldId id="1450"/>
            <p14:sldId id="1456"/>
            <p14:sldId id="1451"/>
            <p14:sldId id="1452"/>
            <p14:sldId id="1454"/>
            <p14:sldId id="1453"/>
            <p14:sldId id="1493"/>
            <p14:sldId id="1494"/>
          </p14:sldIdLst>
        </p14:section>
        <p14:section name="후원 리스트 위젯" id="{919CCF3D-6ADD-4190-82E5-FB18E0C6573A}">
          <p14:sldIdLst>
            <p14:sldId id="1382"/>
            <p14:sldId id="1359"/>
            <p14:sldId id="1386"/>
            <p14:sldId id="1391"/>
            <p14:sldId id="1552"/>
            <p14:sldId id="1555"/>
            <p14:sldId id="1556"/>
            <p14:sldId id="1557"/>
            <p14:sldId id="1558"/>
            <p14:sldId id="1559"/>
            <p14:sldId id="1561"/>
            <p14:sldId id="1562"/>
            <p14:sldId id="1563"/>
            <p14:sldId id="1607"/>
            <p14:sldId id="1608"/>
            <p14:sldId id="1609"/>
            <p14:sldId id="1610"/>
            <p14:sldId id="1611"/>
            <p14:sldId id="1612"/>
            <p14:sldId id="1613"/>
            <p14:sldId id="1614"/>
            <p14:sldId id="1615"/>
            <p14:sldId id="1616"/>
          </p14:sldIdLst>
        </p14:section>
        <p14:section name="기타 위젯" id="{B2501B28-FC54-4A59-B08C-460F3C8DAA57}">
          <p14:sldIdLst>
            <p14:sldId id="1604"/>
            <p14:sldId id="1578"/>
            <p14:sldId id="1569"/>
            <p14:sldId id="1372"/>
            <p14:sldId id="1424"/>
            <p14:sldId id="1423"/>
            <p14:sldId id="1425"/>
            <p14:sldId id="1426"/>
            <p14:sldId id="1438"/>
            <p14:sldId id="1572"/>
            <p14:sldId id="1570"/>
            <p14:sldId id="1435"/>
            <p14:sldId id="1575"/>
            <p14:sldId id="1582"/>
            <p14:sldId id="1573"/>
            <p14:sldId id="1566"/>
            <p14:sldId id="1509"/>
            <p14:sldId id="1510"/>
            <p14:sldId id="1413"/>
            <p14:sldId id="1598"/>
            <p14:sldId id="1599"/>
            <p14:sldId id="1600"/>
            <p14:sldId id="1601"/>
            <p14:sldId id="1602"/>
            <p14:sldId id="1603"/>
          </p14:sldIdLst>
        </p14:section>
        <p14:section name="PC 웹 UI" id="{4E48B708-ABB5-4626-B953-1115F2DF4717}">
          <p14:sldIdLst>
            <p14:sldId id="1590"/>
            <p14:sldId id="1593"/>
            <p14:sldId id="1622"/>
          </p14:sldIdLst>
        </p14:section>
        <p14:section name="모바일 웹 UI" id="{F4C2BBAD-CA9C-42AF-8C05-70BE42EBE929}">
          <p14:sldIdLst>
            <p14:sldId id="1577"/>
            <p14:sldId id="1592"/>
            <p14:sldId id="1461"/>
            <p14:sldId id="1462"/>
            <p14:sldId id="1495"/>
            <p14:sldId id="1468"/>
            <p14:sldId id="1469"/>
            <p14:sldId id="1472"/>
            <p14:sldId id="1446"/>
            <p14:sldId id="1463"/>
            <p14:sldId id="1465"/>
            <p14:sldId id="1498"/>
            <p14:sldId id="1497"/>
            <p14:sldId id="1474"/>
            <p14:sldId id="1480"/>
            <p14:sldId id="1479"/>
            <p14:sldId id="1583"/>
            <p14:sldId id="1586"/>
            <p14:sldId id="1488"/>
            <p14:sldId id="1496"/>
            <p14:sldId id="1587"/>
            <p14:sldId id="1588"/>
            <p14:sldId id="1589"/>
            <p14:sldId id="1617"/>
            <p14:sldId id="1618"/>
            <p14:sldId id="1116"/>
          </p14:sldIdLst>
        </p14:section>
      </p14:sectionLst>
    </p:ext>
    <p:ext uri="{EFAFB233-063F-42B5-8137-9DF3F51BA10A}">
      <p15:sldGuideLst xmlns:p15="http://schemas.microsoft.com/office/powerpoint/2012/main">
        <p15:guide id="4" orient="horz" pos="2160" userDrawn="1">
          <p15:clr>
            <a:srgbClr val="A4A3A4"/>
          </p15:clr>
        </p15:guide>
        <p15:guide id="6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SONDM" initials="Plan" lastIdx="1" clrIdx="0">
    <p:extLst>
      <p:ext uri="{19B8F6BF-5375-455C-9EA6-DF929625EA0E}">
        <p15:presenceInfo xmlns:p15="http://schemas.microsoft.com/office/powerpoint/2012/main" userId="SONDM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FFFF"/>
    <a:srgbClr val="0000FF"/>
    <a:srgbClr val="4D4D4D"/>
    <a:srgbClr val="000000"/>
    <a:srgbClr val="595959"/>
    <a:srgbClr val="7F7F7F"/>
    <a:srgbClr val="454545"/>
    <a:srgbClr val="F2F2F2"/>
    <a:srgbClr val="529EFF"/>
    <a:srgbClr val="FF090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0A15C55-8517-42AA-B614-E9B94910E393}" styleName="보통 스타일 2 - 강조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F5AB1C69-6EDB-4FF4-983F-18BD219EF322}" styleName="보통 스타일 2 - 강조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7DF18680-E054-41AD-8BC1-D1AEF772440D}" styleName="보통 스타일 2 - 강조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EB344D84-9AFB-497E-A393-DC336BA19D2E}" styleName="보통 스타일 3 - 강조 3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5068" autoAdjust="0"/>
    <p:restoredTop sz="96417" autoAdjust="0"/>
  </p:normalViewPr>
  <p:slideViewPr>
    <p:cSldViewPr>
      <p:cViewPr>
        <p:scale>
          <a:sx n="100" d="100"/>
          <a:sy n="100" d="100"/>
        </p:scale>
        <p:origin x="708" y="378"/>
      </p:cViewPr>
      <p:guideLst>
        <p:guide orient="horz" pos="2160"/>
        <p:guide pos="384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3" d="2"/>
        <a:sy n="3" d="2"/>
      </p:scale>
      <p:origin x="0" y="0"/>
    </p:cViewPr>
  </p:notesTextViewPr>
  <p:sorterViewPr>
    <p:cViewPr>
      <p:scale>
        <a:sx n="125" d="100"/>
        <a:sy n="125" d="100"/>
      </p:scale>
      <p:origin x="0" y="-13254"/>
    </p:cViewPr>
  </p:sorterViewPr>
  <p:notesViewPr>
    <p:cSldViewPr>
      <p:cViewPr varScale="1">
        <p:scale>
          <a:sx n="77" d="100"/>
          <a:sy n="77" d="100"/>
        </p:scale>
        <p:origin x="3978" y="102"/>
      </p:cViewPr>
      <p:guideLst/>
    </p:cSldViewPr>
  </p:notesViewPr>
  <p:gridSpacing cx="36004" cy="36004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0.xml"/><Relationship Id="rId117" Type="http://schemas.openxmlformats.org/officeDocument/2006/relationships/slide" Target="slides/slide111.xml"/><Relationship Id="rId21" Type="http://schemas.openxmlformats.org/officeDocument/2006/relationships/slide" Target="slides/slide15.xml"/><Relationship Id="rId42" Type="http://schemas.openxmlformats.org/officeDocument/2006/relationships/slide" Target="slides/slide36.xml"/><Relationship Id="rId47" Type="http://schemas.openxmlformats.org/officeDocument/2006/relationships/slide" Target="slides/slide41.xml"/><Relationship Id="rId63" Type="http://schemas.openxmlformats.org/officeDocument/2006/relationships/slide" Target="slides/slide57.xml"/><Relationship Id="rId68" Type="http://schemas.openxmlformats.org/officeDocument/2006/relationships/slide" Target="slides/slide62.xml"/><Relationship Id="rId84" Type="http://schemas.openxmlformats.org/officeDocument/2006/relationships/slide" Target="slides/slide78.xml"/><Relationship Id="rId89" Type="http://schemas.openxmlformats.org/officeDocument/2006/relationships/slide" Target="slides/slide83.xml"/><Relationship Id="rId112" Type="http://schemas.openxmlformats.org/officeDocument/2006/relationships/slide" Target="slides/slide106.xml"/><Relationship Id="rId16" Type="http://schemas.openxmlformats.org/officeDocument/2006/relationships/slide" Target="slides/slide10.xml"/><Relationship Id="rId107" Type="http://schemas.openxmlformats.org/officeDocument/2006/relationships/slide" Target="slides/slide101.xml"/><Relationship Id="rId11" Type="http://schemas.openxmlformats.org/officeDocument/2006/relationships/slide" Target="slides/slide5.xml"/><Relationship Id="rId32" Type="http://schemas.openxmlformats.org/officeDocument/2006/relationships/slide" Target="slides/slide26.xml"/><Relationship Id="rId37" Type="http://schemas.openxmlformats.org/officeDocument/2006/relationships/slide" Target="slides/slide31.xml"/><Relationship Id="rId53" Type="http://schemas.openxmlformats.org/officeDocument/2006/relationships/slide" Target="slides/slide47.xml"/><Relationship Id="rId58" Type="http://schemas.openxmlformats.org/officeDocument/2006/relationships/slide" Target="slides/slide52.xml"/><Relationship Id="rId74" Type="http://schemas.openxmlformats.org/officeDocument/2006/relationships/slide" Target="slides/slide68.xml"/><Relationship Id="rId79" Type="http://schemas.openxmlformats.org/officeDocument/2006/relationships/slide" Target="slides/slide73.xml"/><Relationship Id="rId102" Type="http://schemas.openxmlformats.org/officeDocument/2006/relationships/slide" Target="slides/slide96.xml"/><Relationship Id="rId123" Type="http://schemas.openxmlformats.org/officeDocument/2006/relationships/presProps" Target="presProps.xml"/><Relationship Id="rId5" Type="http://schemas.openxmlformats.org/officeDocument/2006/relationships/slideMaster" Target="slideMasters/slideMaster5.xml"/><Relationship Id="rId90" Type="http://schemas.openxmlformats.org/officeDocument/2006/relationships/slide" Target="slides/slide84.xml"/><Relationship Id="rId95" Type="http://schemas.openxmlformats.org/officeDocument/2006/relationships/slide" Target="slides/slide89.xml"/><Relationship Id="rId22" Type="http://schemas.openxmlformats.org/officeDocument/2006/relationships/slide" Target="slides/slide16.xml"/><Relationship Id="rId27" Type="http://schemas.openxmlformats.org/officeDocument/2006/relationships/slide" Target="slides/slide21.xml"/><Relationship Id="rId43" Type="http://schemas.openxmlformats.org/officeDocument/2006/relationships/slide" Target="slides/slide37.xml"/><Relationship Id="rId48" Type="http://schemas.openxmlformats.org/officeDocument/2006/relationships/slide" Target="slides/slide42.xml"/><Relationship Id="rId64" Type="http://schemas.openxmlformats.org/officeDocument/2006/relationships/slide" Target="slides/slide58.xml"/><Relationship Id="rId69" Type="http://schemas.openxmlformats.org/officeDocument/2006/relationships/slide" Target="slides/slide63.xml"/><Relationship Id="rId113" Type="http://schemas.openxmlformats.org/officeDocument/2006/relationships/slide" Target="slides/slide107.xml"/><Relationship Id="rId118" Type="http://schemas.openxmlformats.org/officeDocument/2006/relationships/slide" Target="slides/slide112.xml"/><Relationship Id="rId80" Type="http://schemas.openxmlformats.org/officeDocument/2006/relationships/slide" Target="slides/slide74.xml"/><Relationship Id="rId85" Type="http://schemas.openxmlformats.org/officeDocument/2006/relationships/slide" Target="slides/slide79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33" Type="http://schemas.openxmlformats.org/officeDocument/2006/relationships/slide" Target="slides/slide27.xml"/><Relationship Id="rId38" Type="http://schemas.openxmlformats.org/officeDocument/2006/relationships/slide" Target="slides/slide32.xml"/><Relationship Id="rId59" Type="http://schemas.openxmlformats.org/officeDocument/2006/relationships/slide" Target="slides/slide53.xml"/><Relationship Id="rId103" Type="http://schemas.openxmlformats.org/officeDocument/2006/relationships/slide" Target="slides/slide97.xml"/><Relationship Id="rId108" Type="http://schemas.openxmlformats.org/officeDocument/2006/relationships/slide" Target="slides/slide102.xml"/><Relationship Id="rId124" Type="http://schemas.openxmlformats.org/officeDocument/2006/relationships/viewProps" Target="viewProps.xml"/><Relationship Id="rId54" Type="http://schemas.openxmlformats.org/officeDocument/2006/relationships/slide" Target="slides/slide48.xml"/><Relationship Id="rId70" Type="http://schemas.openxmlformats.org/officeDocument/2006/relationships/slide" Target="slides/slide64.xml"/><Relationship Id="rId75" Type="http://schemas.openxmlformats.org/officeDocument/2006/relationships/slide" Target="slides/slide69.xml"/><Relationship Id="rId91" Type="http://schemas.openxmlformats.org/officeDocument/2006/relationships/slide" Target="slides/slide85.xml"/><Relationship Id="rId96" Type="http://schemas.openxmlformats.org/officeDocument/2006/relationships/slide" Target="slides/slide90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23" Type="http://schemas.openxmlformats.org/officeDocument/2006/relationships/slide" Target="slides/slide17.xml"/><Relationship Id="rId28" Type="http://schemas.openxmlformats.org/officeDocument/2006/relationships/slide" Target="slides/slide22.xml"/><Relationship Id="rId49" Type="http://schemas.openxmlformats.org/officeDocument/2006/relationships/slide" Target="slides/slide43.xml"/><Relationship Id="rId114" Type="http://schemas.openxmlformats.org/officeDocument/2006/relationships/slide" Target="slides/slide108.xml"/><Relationship Id="rId119" Type="http://schemas.openxmlformats.org/officeDocument/2006/relationships/slide" Target="slides/slide113.xml"/><Relationship Id="rId44" Type="http://schemas.openxmlformats.org/officeDocument/2006/relationships/slide" Target="slides/slide38.xml"/><Relationship Id="rId60" Type="http://schemas.openxmlformats.org/officeDocument/2006/relationships/slide" Target="slides/slide54.xml"/><Relationship Id="rId65" Type="http://schemas.openxmlformats.org/officeDocument/2006/relationships/slide" Target="slides/slide59.xml"/><Relationship Id="rId81" Type="http://schemas.openxmlformats.org/officeDocument/2006/relationships/slide" Target="slides/slide75.xml"/><Relationship Id="rId86" Type="http://schemas.openxmlformats.org/officeDocument/2006/relationships/slide" Target="slides/slide80.xml"/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39" Type="http://schemas.openxmlformats.org/officeDocument/2006/relationships/slide" Target="slides/slide33.xml"/><Relationship Id="rId109" Type="http://schemas.openxmlformats.org/officeDocument/2006/relationships/slide" Target="slides/slide103.xml"/><Relationship Id="rId34" Type="http://schemas.openxmlformats.org/officeDocument/2006/relationships/slide" Target="slides/slide28.xml"/><Relationship Id="rId50" Type="http://schemas.openxmlformats.org/officeDocument/2006/relationships/slide" Target="slides/slide44.xml"/><Relationship Id="rId55" Type="http://schemas.openxmlformats.org/officeDocument/2006/relationships/slide" Target="slides/slide49.xml"/><Relationship Id="rId76" Type="http://schemas.openxmlformats.org/officeDocument/2006/relationships/slide" Target="slides/slide70.xml"/><Relationship Id="rId97" Type="http://schemas.openxmlformats.org/officeDocument/2006/relationships/slide" Target="slides/slide91.xml"/><Relationship Id="rId104" Type="http://schemas.openxmlformats.org/officeDocument/2006/relationships/slide" Target="slides/slide98.xml"/><Relationship Id="rId120" Type="http://schemas.openxmlformats.org/officeDocument/2006/relationships/notesMaster" Target="notesMasters/notesMaster1.xml"/><Relationship Id="rId125" Type="http://schemas.openxmlformats.org/officeDocument/2006/relationships/theme" Target="theme/theme1.xml"/><Relationship Id="rId7" Type="http://schemas.openxmlformats.org/officeDocument/2006/relationships/slide" Target="slides/slide1.xml"/><Relationship Id="rId71" Type="http://schemas.openxmlformats.org/officeDocument/2006/relationships/slide" Target="slides/slide65.xml"/><Relationship Id="rId92" Type="http://schemas.openxmlformats.org/officeDocument/2006/relationships/slide" Target="slides/slide86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3.xml"/><Relationship Id="rId24" Type="http://schemas.openxmlformats.org/officeDocument/2006/relationships/slide" Target="slides/slide18.xml"/><Relationship Id="rId40" Type="http://schemas.openxmlformats.org/officeDocument/2006/relationships/slide" Target="slides/slide34.xml"/><Relationship Id="rId45" Type="http://schemas.openxmlformats.org/officeDocument/2006/relationships/slide" Target="slides/slide39.xml"/><Relationship Id="rId66" Type="http://schemas.openxmlformats.org/officeDocument/2006/relationships/slide" Target="slides/slide60.xml"/><Relationship Id="rId87" Type="http://schemas.openxmlformats.org/officeDocument/2006/relationships/slide" Target="slides/slide81.xml"/><Relationship Id="rId110" Type="http://schemas.openxmlformats.org/officeDocument/2006/relationships/slide" Target="slides/slide104.xml"/><Relationship Id="rId115" Type="http://schemas.openxmlformats.org/officeDocument/2006/relationships/slide" Target="slides/slide109.xml"/><Relationship Id="rId61" Type="http://schemas.openxmlformats.org/officeDocument/2006/relationships/slide" Target="slides/slide55.xml"/><Relationship Id="rId82" Type="http://schemas.openxmlformats.org/officeDocument/2006/relationships/slide" Target="slides/slide76.xml"/><Relationship Id="rId19" Type="http://schemas.openxmlformats.org/officeDocument/2006/relationships/slide" Target="slides/slide13.xml"/><Relationship Id="rId14" Type="http://schemas.openxmlformats.org/officeDocument/2006/relationships/slide" Target="slides/slide8.xml"/><Relationship Id="rId30" Type="http://schemas.openxmlformats.org/officeDocument/2006/relationships/slide" Target="slides/slide24.xml"/><Relationship Id="rId35" Type="http://schemas.openxmlformats.org/officeDocument/2006/relationships/slide" Target="slides/slide29.xml"/><Relationship Id="rId56" Type="http://schemas.openxmlformats.org/officeDocument/2006/relationships/slide" Target="slides/slide50.xml"/><Relationship Id="rId77" Type="http://schemas.openxmlformats.org/officeDocument/2006/relationships/slide" Target="slides/slide71.xml"/><Relationship Id="rId100" Type="http://schemas.openxmlformats.org/officeDocument/2006/relationships/slide" Target="slides/slide94.xml"/><Relationship Id="rId105" Type="http://schemas.openxmlformats.org/officeDocument/2006/relationships/slide" Target="slides/slide99.xml"/><Relationship Id="rId126" Type="http://schemas.openxmlformats.org/officeDocument/2006/relationships/tableStyles" Target="tableStyles.xml"/><Relationship Id="rId8" Type="http://schemas.openxmlformats.org/officeDocument/2006/relationships/slide" Target="slides/slide2.xml"/><Relationship Id="rId51" Type="http://schemas.openxmlformats.org/officeDocument/2006/relationships/slide" Target="slides/slide45.xml"/><Relationship Id="rId72" Type="http://schemas.openxmlformats.org/officeDocument/2006/relationships/slide" Target="slides/slide66.xml"/><Relationship Id="rId93" Type="http://schemas.openxmlformats.org/officeDocument/2006/relationships/slide" Target="slides/slide87.xml"/><Relationship Id="rId98" Type="http://schemas.openxmlformats.org/officeDocument/2006/relationships/slide" Target="slides/slide92.xml"/><Relationship Id="rId121" Type="http://schemas.openxmlformats.org/officeDocument/2006/relationships/handoutMaster" Target="handoutMasters/handoutMaster1.xml"/><Relationship Id="rId3" Type="http://schemas.openxmlformats.org/officeDocument/2006/relationships/slideMaster" Target="slideMasters/slideMaster3.xml"/><Relationship Id="rId25" Type="http://schemas.openxmlformats.org/officeDocument/2006/relationships/slide" Target="slides/slide19.xml"/><Relationship Id="rId46" Type="http://schemas.openxmlformats.org/officeDocument/2006/relationships/slide" Target="slides/slide40.xml"/><Relationship Id="rId67" Type="http://schemas.openxmlformats.org/officeDocument/2006/relationships/slide" Target="slides/slide61.xml"/><Relationship Id="rId116" Type="http://schemas.openxmlformats.org/officeDocument/2006/relationships/slide" Target="slides/slide110.xml"/><Relationship Id="rId20" Type="http://schemas.openxmlformats.org/officeDocument/2006/relationships/slide" Target="slides/slide14.xml"/><Relationship Id="rId41" Type="http://schemas.openxmlformats.org/officeDocument/2006/relationships/slide" Target="slides/slide35.xml"/><Relationship Id="rId62" Type="http://schemas.openxmlformats.org/officeDocument/2006/relationships/slide" Target="slides/slide56.xml"/><Relationship Id="rId83" Type="http://schemas.openxmlformats.org/officeDocument/2006/relationships/slide" Target="slides/slide77.xml"/><Relationship Id="rId88" Type="http://schemas.openxmlformats.org/officeDocument/2006/relationships/slide" Target="slides/slide82.xml"/><Relationship Id="rId111" Type="http://schemas.openxmlformats.org/officeDocument/2006/relationships/slide" Target="slides/slide105.xml"/><Relationship Id="rId15" Type="http://schemas.openxmlformats.org/officeDocument/2006/relationships/slide" Target="slides/slide9.xml"/><Relationship Id="rId36" Type="http://schemas.openxmlformats.org/officeDocument/2006/relationships/slide" Target="slides/slide30.xml"/><Relationship Id="rId57" Type="http://schemas.openxmlformats.org/officeDocument/2006/relationships/slide" Target="slides/slide51.xml"/><Relationship Id="rId106" Type="http://schemas.openxmlformats.org/officeDocument/2006/relationships/slide" Target="slides/slide100.xml"/><Relationship Id="rId10" Type="http://schemas.openxmlformats.org/officeDocument/2006/relationships/slide" Target="slides/slide4.xml"/><Relationship Id="rId31" Type="http://schemas.openxmlformats.org/officeDocument/2006/relationships/slide" Target="slides/slide25.xml"/><Relationship Id="rId52" Type="http://schemas.openxmlformats.org/officeDocument/2006/relationships/slide" Target="slides/slide46.xml"/><Relationship Id="rId73" Type="http://schemas.openxmlformats.org/officeDocument/2006/relationships/slide" Target="slides/slide67.xml"/><Relationship Id="rId78" Type="http://schemas.openxmlformats.org/officeDocument/2006/relationships/slide" Target="slides/slide72.xml"/><Relationship Id="rId94" Type="http://schemas.openxmlformats.org/officeDocument/2006/relationships/slide" Target="slides/slide88.xml"/><Relationship Id="rId99" Type="http://schemas.openxmlformats.org/officeDocument/2006/relationships/slide" Target="slides/slide93.xml"/><Relationship Id="rId101" Type="http://schemas.openxmlformats.org/officeDocument/2006/relationships/slide" Target="slides/slide95.xml"/><Relationship Id="rId122" Type="http://schemas.openxmlformats.org/officeDocument/2006/relationships/commentAuthors" Target="commentAuthor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3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8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6888"/>
          </a:xfrm>
          <a:prstGeom prst="rect">
            <a:avLst/>
          </a:prstGeom>
        </p:spPr>
        <p:txBody>
          <a:bodyPr vert="horz" lIns="91412" tIns="45706" rIns="91412" bIns="45706" rtlCol="0"/>
          <a:lstStyle>
            <a:lvl1pPr algn="l">
              <a:defRPr sz="1200"/>
            </a:lvl1pPr>
          </a:lstStyle>
          <a:p>
            <a:endParaRPr lang="ko-KR" altLang="en-US" dirty="0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49688" y="0"/>
            <a:ext cx="2946400" cy="496888"/>
          </a:xfrm>
          <a:prstGeom prst="rect">
            <a:avLst/>
          </a:prstGeom>
        </p:spPr>
        <p:txBody>
          <a:bodyPr vert="horz" lIns="91412" tIns="45706" rIns="91412" bIns="45706" rtlCol="0"/>
          <a:lstStyle>
            <a:lvl1pPr algn="r">
              <a:defRPr sz="1200"/>
            </a:lvl1pPr>
          </a:lstStyle>
          <a:p>
            <a:fld id="{4844957C-5EF4-452B-8E5D-B916F06B2912}" type="datetimeFigureOut">
              <a:rPr lang="ko-KR" altLang="en-US" smtClean="0"/>
              <a:t>2026-06-19</a:t>
            </a:fld>
            <a:endParaRPr lang="ko-KR" altLang="en-US" dirty="0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29751"/>
            <a:ext cx="2946400" cy="496888"/>
          </a:xfrm>
          <a:prstGeom prst="rect">
            <a:avLst/>
          </a:prstGeom>
        </p:spPr>
        <p:txBody>
          <a:bodyPr vert="horz" lIns="91412" tIns="45706" rIns="91412" bIns="45706" rtlCol="0" anchor="b"/>
          <a:lstStyle>
            <a:lvl1pPr algn="l">
              <a:defRPr sz="1200"/>
            </a:lvl1pPr>
          </a:lstStyle>
          <a:p>
            <a:endParaRPr lang="ko-KR" altLang="en-US" dirty="0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49688" y="9429751"/>
            <a:ext cx="2946400" cy="496888"/>
          </a:xfrm>
          <a:prstGeom prst="rect">
            <a:avLst/>
          </a:prstGeom>
        </p:spPr>
        <p:txBody>
          <a:bodyPr vert="horz" lIns="91412" tIns="45706" rIns="91412" bIns="45706" rtlCol="0" anchor="b"/>
          <a:lstStyle>
            <a:lvl1pPr algn="r">
              <a:defRPr sz="1200"/>
            </a:lvl1pPr>
          </a:lstStyle>
          <a:p>
            <a:fld id="{25EAF9E1-4B6D-4930-A2C9-56C80F5FB524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53808523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6888"/>
          </a:xfrm>
          <a:prstGeom prst="rect">
            <a:avLst/>
          </a:prstGeom>
        </p:spPr>
        <p:txBody>
          <a:bodyPr vert="horz" lIns="91412" tIns="45706" rIns="91412" bIns="45706" rtlCol="0"/>
          <a:lstStyle>
            <a:lvl1pPr algn="l">
              <a:defRPr sz="1200"/>
            </a:lvl1pPr>
          </a:lstStyle>
          <a:p>
            <a:endParaRPr lang="ko-KR" altLang="en-US" dirty="0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49688" y="0"/>
            <a:ext cx="2946400" cy="496888"/>
          </a:xfrm>
          <a:prstGeom prst="rect">
            <a:avLst/>
          </a:prstGeom>
        </p:spPr>
        <p:txBody>
          <a:bodyPr vert="horz" lIns="91412" tIns="45706" rIns="91412" bIns="45706" rtlCol="0"/>
          <a:lstStyle>
            <a:lvl1pPr algn="r">
              <a:defRPr sz="1200"/>
            </a:lvl1pPr>
          </a:lstStyle>
          <a:p>
            <a:fld id="{156E74EC-D393-4EE5-9F3A-C9131829234C}" type="datetimeFigureOut">
              <a:rPr lang="ko-KR" altLang="en-US" smtClean="0"/>
              <a:t>2026-06-19</a:t>
            </a:fld>
            <a:endParaRPr lang="ko-KR" altLang="en-US" dirty="0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90488" y="744538"/>
            <a:ext cx="6616700" cy="37226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12" tIns="45706" rIns="91412" bIns="45706" rtlCol="0" anchor="ctr"/>
          <a:lstStyle/>
          <a:p>
            <a:endParaRPr lang="ko-KR" altLang="en-US" dirty="0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79456" y="4714875"/>
            <a:ext cx="5438775" cy="4467225"/>
          </a:xfrm>
          <a:prstGeom prst="rect">
            <a:avLst/>
          </a:prstGeom>
        </p:spPr>
        <p:txBody>
          <a:bodyPr vert="horz" lIns="91412" tIns="45706" rIns="91412" bIns="45706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28168"/>
            <a:ext cx="2946400" cy="496887"/>
          </a:xfrm>
          <a:prstGeom prst="rect">
            <a:avLst/>
          </a:prstGeom>
        </p:spPr>
        <p:txBody>
          <a:bodyPr vert="horz" lIns="91412" tIns="45706" rIns="91412" bIns="45706" rtlCol="0" anchor="b"/>
          <a:lstStyle>
            <a:lvl1pPr algn="l">
              <a:defRPr sz="1200"/>
            </a:lvl1pPr>
          </a:lstStyle>
          <a:p>
            <a:endParaRPr lang="ko-KR" altLang="en-US" dirty="0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49688" y="9428168"/>
            <a:ext cx="2946400" cy="496887"/>
          </a:xfrm>
          <a:prstGeom prst="rect">
            <a:avLst/>
          </a:prstGeom>
        </p:spPr>
        <p:txBody>
          <a:bodyPr vert="horz" lIns="91412" tIns="45706" rIns="91412" bIns="45706" rtlCol="0" anchor="b"/>
          <a:lstStyle>
            <a:lvl1pPr algn="r">
              <a:defRPr sz="1200"/>
            </a:lvl1pPr>
          </a:lstStyle>
          <a:p>
            <a:fld id="{DE28D96F-A56B-4E47-8431-30AAB513CF9A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47003525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E28D96F-A56B-4E47-8431-30AAB513CF9A}" type="slidenum">
              <a:rPr lang="ko-KR" altLang="en-US" smtClean="0"/>
              <a:t>43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5358177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sv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투네이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래픽 6">
            <a:extLst>
              <a:ext uri="{FF2B5EF4-FFF2-40B4-BE49-F238E27FC236}">
                <a16:creationId xmlns:a16="http://schemas.microsoft.com/office/drawing/2014/main" id="{28AC3F10-D15F-4DEF-AB32-AA24FA01B5E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571720" y="1851456"/>
            <a:ext cx="2782069" cy="3153011"/>
          </a:xfrm>
          <a:prstGeom prst="rect">
            <a:avLst/>
          </a:prstGeom>
        </p:spPr>
      </p:pic>
      <p:sp>
        <p:nvSpPr>
          <p:cNvPr id="8" name="제목 1">
            <a:extLst>
              <a:ext uri="{FF2B5EF4-FFF2-40B4-BE49-F238E27FC236}">
                <a16:creationId xmlns:a16="http://schemas.microsoft.com/office/drawing/2014/main" id="{67C13EE4-7538-4E5A-B20F-9F91CABB47B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68151" y="1851456"/>
            <a:ext cx="10503948" cy="1438585"/>
          </a:xfrm>
          <a:prstGeom prst="rect">
            <a:avLst/>
          </a:prstGeom>
        </p:spPr>
        <p:txBody>
          <a:bodyPr lIns="68415" tIns="34208" rIns="68415" bIns="34208"/>
          <a:lstStyle>
            <a:lvl1pPr algn="l">
              <a:defRPr sz="44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r>
              <a:rPr lang="en-US" altLang="ko-KR" dirty="0"/>
              <a:t>(</a:t>
            </a:r>
            <a:r>
              <a:rPr lang="ko-KR" altLang="en-US" dirty="0"/>
              <a:t>프로젝트명</a:t>
            </a:r>
            <a:r>
              <a:rPr lang="en-US" altLang="ko-KR" dirty="0"/>
              <a:t>) </a:t>
            </a:r>
            <a:r>
              <a:rPr lang="ko-KR" altLang="en-US" dirty="0" err="1"/>
              <a:t>투네이션</a:t>
            </a:r>
            <a:r>
              <a:rPr lang="ko-KR" altLang="en-US" dirty="0"/>
              <a:t> </a:t>
            </a:r>
            <a:br>
              <a:rPr lang="en-US" altLang="ko-KR" dirty="0"/>
            </a:br>
            <a:r>
              <a:rPr lang="en-US" altLang="ko-KR" dirty="0"/>
              <a:t>(</a:t>
            </a:r>
            <a:r>
              <a:rPr lang="ko-KR" altLang="en-US" dirty="0"/>
              <a:t>문서내용</a:t>
            </a:r>
            <a:r>
              <a:rPr lang="en-US" altLang="ko-KR" dirty="0"/>
              <a:t>) </a:t>
            </a:r>
            <a:r>
              <a:rPr lang="ko-KR" altLang="en-US" dirty="0"/>
              <a:t>관리자</a:t>
            </a:r>
            <a:r>
              <a:rPr lang="en-US" altLang="ko-KR" dirty="0"/>
              <a:t>[Admin]</a:t>
            </a:r>
            <a:endParaRPr lang="ko-KR" altLang="en-US" dirty="0"/>
          </a:p>
        </p:txBody>
      </p:sp>
      <p:sp>
        <p:nvSpPr>
          <p:cNvPr id="10" name="내용 개체 틀 4">
            <a:extLst>
              <a:ext uri="{FF2B5EF4-FFF2-40B4-BE49-F238E27FC236}">
                <a16:creationId xmlns:a16="http://schemas.microsoft.com/office/drawing/2014/main" id="{10C6E406-8E0A-40B4-B6AA-B840752845C5}"/>
              </a:ext>
            </a:extLst>
          </p:cNvPr>
          <p:cNvSpPr>
            <a:spLocks noGrp="1"/>
          </p:cNvSpPr>
          <p:nvPr>
            <p:ph sz="quarter" idx="10" hasCustomPrompt="1"/>
          </p:nvPr>
        </p:nvSpPr>
        <p:spPr>
          <a:xfrm>
            <a:off x="768151" y="3304624"/>
            <a:ext cx="10512425" cy="4746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lvl="0"/>
            <a:r>
              <a:rPr lang="en-US" altLang="ko-KR" dirty="0"/>
              <a:t>(</a:t>
            </a:r>
            <a:r>
              <a:rPr lang="ko-KR" altLang="en-US" dirty="0" err="1"/>
              <a:t>서브텍스트</a:t>
            </a:r>
            <a:r>
              <a:rPr lang="en-US" altLang="ko-KR" dirty="0"/>
              <a:t>)</a:t>
            </a:r>
            <a:r>
              <a:rPr lang="ko-KR" altLang="en-US" dirty="0"/>
              <a:t>운영 관리</a:t>
            </a:r>
          </a:p>
        </p:txBody>
      </p:sp>
      <p:sp>
        <p:nvSpPr>
          <p:cNvPr id="11" name="내용 개체 틀 4">
            <a:extLst>
              <a:ext uri="{FF2B5EF4-FFF2-40B4-BE49-F238E27FC236}">
                <a16:creationId xmlns:a16="http://schemas.microsoft.com/office/drawing/2014/main" id="{B3472764-7B28-4531-84BE-9E21AE7EF952}"/>
              </a:ext>
            </a:extLst>
          </p:cNvPr>
          <p:cNvSpPr>
            <a:spLocks noGrp="1"/>
          </p:cNvSpPr>
          <p:nvPr>
            <p:ph sz="quarter" idx="11" hasCustomPrompt="1"/>
          </p:nvPr>
        </p:nvSpPr>
        <p:spPr>
          <a:xfrm>
            <a:off x="760417" y="5136325"/>
            <a:ext cx="10664175" cy="3449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rgbClr val="969696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algn="l">
              <a:lnSpc>
                <a:spcPct val="120000"/>
              </a:lnSpc>
            </a:pPr>
            <a:r>
              <a:rPr lang="en-US" altLang="ko-KR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(</a:t>
            </a:r>
            <a:r>
              <a:rPr lang="ko-KR" altLang="en-US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소속</a:t>
            </a:r>
            <a:r>
              <a:rPr lang="en-US" altLang="ko-KR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) </a:t>
            </a:r>
            <a:r>
              <a:rPr lang="ko-KR" altLang="en-US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국내사업본부 </a:t>
            </a:r>
            <a:r>
              <a:rPr lang="ko-KR" altLang="en-US" sz="1600" kern="0" spc="-50" baseline="0" dirty="0" err="1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크리에이터랩</a:t>
            </a:r>
            <a:endParaRPr lang="en-US" altLang="ko-KR" sz="1600" kern="0" spc="-50" baseline="0" dirty="0">
              <a:solidFill>
                <a:srgbClr val="DDDDDD"/>
              </a:solidFill>
              <a:latin typeface="Noto Sans CJK KR Medium" panose="020B0600000000000000" pitchFamily="34" charset="-127"/>
              <a:ea typeface="Noto Sans CJK KR Medium" panose="020B0600000000000000" pitchFamily="34" charset="-127"/>
            </a:endParaRPr>
          </a:p>
        </p:txBody>
      </p:sp>
      <p:sp>
        <p:nvSpPr>
          <p:cNvPr id="12" name="내용 개체 틀 4">
            <a:extLst>
              <a:ext uri="{FF2B5EF4-FFF2-40B4-BE49-F238E27FC236}">
                <a16:creationId xmlns:a16="http://schemas.microsoft.com/office/drawing/2014/main" id="{6A3BE3F2-C347-445D-BF6E-B0DF882EB2FF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760416" y="5481961"/>
            <a:ext cx="10664175" cy="3449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rgbClr val="969696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algn="l">
              <a:lnSpc>
                <a:spcPct val="120000"/>
              </a:lnSpc>
            </a:pPr>
            <a:r>
              <a:rPr lang="en-US" altLang="ko-KR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(</a:t>
            </a:r>
            <a:r>
              <a:rPr lang="ko-KR" altLang="en-US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팀</a:t>
            </a:r>
            <a:r>
              <a:rPr lang="en-US" altLang="ko-KR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, </a:t>
            </a:r>
            <a:r>
              <a:rPr lang="ko-KR" altLang="en-US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문서작성자</a:t>
            </a:r>
            <a:r>
              <a:rPr lang="en-US" altLang="ko-KR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) </a:t>
            </a:r>
            <a:r>
              <a:rPr lang="ko-KR" altLang="en-US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서비스기획팀</a:t>
            </a:r>
            <a:endParaRPr lang="en-US" altLang="ko-KR" sz="1600" kern="0" spc="-50" baseline="0" dirty="0">
              <a:solidFill>
                <a:srgbClr val="DDDDDD"/>
              </a:solidFill>
              <a:latin typeface="Noto Sans CJK KR Medium" panose="020B0600000000000000" pitchFamily="34" charset="-127"/>
              <a:ea typeface="Noto Sans CJK KR Medium" panose="020B0600000000000000" pitchFamily="34" charset="-127"/>
            </a:endParaRPr>
          </a:p>
        </p:txBody>
      </p:sp>
      <p:sp>
        <p:nvSpPr>
          <p:cNvPr id="14" name="텍스트 개체 틀 29">
            <a:extLst>
              <a:ext uri="{FF2B5EF4-FFF2-40B4-BE49-F238E27FC236}">
                <a16:creationId xmlns:a16="http://schemas.microsoft.com/office/drawing/2014/main" id="{8505D54C-4A9A-47E0-8890-FB04DFB56B2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60125" y="6112224"/>
            <a:ext cx="10593663" cy="23301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rgbClr val="969696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>
              <a:defRPr sz="1200">
                <a:latin typeface="Noto Sans CJK KR Regular" panose="020B0500000000000000" pitchFamily="34" charset="-127"/>
                <a:ea typeface="Noto Sans CJK KR Regular" panose="020B0500000000000000" pitchFamily="34" charset="-127"/>
              </a:defRPr>
            </a:lvl2pPr>
            <a:lvl3pPr>
              <a:defRPr sz="1200">
                <a:latin typeface="Noto Sans CJK KR Regular" panose="020B0500000000000000" pitchFamily="34" charset="-127"/>
                <a:ea typeface="Noto Sans CJK KR Regular" panose="020B0500000000000000" pitchFamily="34" charset="-127"/>
              </a:defRPr>
            </a:lvl3pPr>
            <a:lvl4pPr>
              <a:defRPr sz="1200">
                <a:latin typeface="Noto Sans CJK KR Regular" panose="020B0500000000000000" pitchFamily="34" charset="-127"/>
                <a:ea typeface="Noto Sans CJK KR Regular" panose="020B0500000000000000" pitchFamily="34" charset="-127"/>
              </a:defRPr>
            </a:lvl4pPr>
            <a:lvl5pPr>
              <a:defRPr sz="1200">
                <a:latin typeface="Noto Sans CJK KR Regular" panose="020B0500000000000000" pitchFamily="34" charset="-127"/>
                <a:ea typeface="Noto Sans CJK KR Regular" panose="020B0500000000000000" pitchFamily="34" charset="-127"/>
              </a:defRPr>
            </a:lvl5pPr>
          </a:lstStyle>
          <a:p>
            <a:pPr lvl="0"/>
            <a:r>
              <a:rPr lang="en-US" altLang="ko-KR" dirty="0"/>
              <a:t>(</a:t>
            </a:r>
            <a:r>
              <a:rPr lang="ko-KR" altLang="en-US" dirty="0"/>
              <a:t>버전</a:t>
            </a:r>
            <a:r>
              <a:rPr lang="en-US" altLang="ko-KR" dirty="0"/>
              <a:t>) Ver.0.1 (</a:t>
            </a:r>
            <a:r>
              <a:rPr lang="ko-KR" altLang="en-US" dirty="0"/>
              <a:t>날짜</a:t>
            </a:r>
            <a:r>
              <a:rPr lang="en-US" altLang="ko-KR" dirty="0"/>
              <a:t>) 2021-08-31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685282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스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제목 1">
            <a:extLst>
              <a:ext uri="{FF2B5EF4-FFF2-40B4-BE49-F238E27FC236}">
                <a16:creationId xmlns:a16="http://schemas.microsoft.com/office/drawing/2014/main" id="{ADF2B570-2A09-4C20-9FA3-2A6DECBC138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68151" y="1851456"/>
            <a:ext cx="10503948" cy="1438585"/>
          </a:xfrm>
          <a:prstGeom prst="rect">
            <a:avLst/>
          </a:prstGeom>
        </p:spPr>
        <p:txBody>
          <a:bodyPr lIns="68415" tIns="34208" rIns="68415" bIns="34208"/>
          <a:lstStyle>
            <a:lvl1pPr algn="l">
              <a:defRPr sz="44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r>
              <a:rPr lang="en-US" altLang="ko-KR" dirty="0"/>
              <a:t>(</a:t>
            </a:r>
            <a:r>
              <a:rPr lang="ko-KR" altLang="en-US" dirty="0"/>
              <a:t>프로젝트명</a:t>
            </a:r>
            <a:r>
              <a:rPr lang="en-US" altLang="ko-KR" dirty="0"/>
              <a:t>) </a:t>
            </a:r>
            <a:r>
              <a:rPr lang="ko-KR" altLang="en-US" dirty="0" err="1"/>
              <a:t>스플</a:t>
            </a:r>
            <a:br>
              <a:rPr lang="en-US" altLang="ko-KR" dirty="0"/>
            </a:br>
            <a:r>
              <a:rPr lang="en-US" altLang="ko-KR" dirty="0"/>
              <a:t>(</a:t>
            </a:r>
            <a:r>
              <a:rPr lang="ko-KR" altLang="en-US" dirty="0"/>
              <a:t>문서내용</a:t>
            </a:r>
            <a:r>
              <a:rPr lang="en-US" altLang="ko-KR" dirty="0"/>
              <a:t>) </a:t>
            </a:r>
            <a:r>
              <a:rPr lang="ko-KR" altLang="en-US" dirty="0"/>
              <a:t>관리자</a:t>
            </a:r>
            <a:r>
              <a:rPr lang="en-US" altLang="ko-KR" dirty="0"/>
              <a:t>[Admin]</a:t>
            </a:r>
            <a:endParaRPr lang="ko-KR" altLang="en-US" dirty="0"/>
          </a:p>
        </p:txBody>
      </p:sp>
      <p:sp>
        <p:nvSpPr>
          <p:cNvPr id="9" name="내용 개체 틀 4">
            <a:extLst>
              <a:ext uri="{FF2B5EF4-FFF2-40B4-BE49-F238E27FC236}">
                <a16:creationId xmlns:a16="http://schemas.microsoft.com/office/drawing/2014/main" id="{1C5A0537-3A88-4140-8D21-AC2F96D3F0C7}"/>
              </a:ext>
            </a:extLst>
          </p:cNvPr>
          <p:cNvSpPr>
            <a:spLocks noGrp="1"/>
          </p:cNvSpPr>
          <p:nvPr>
            <p:ph sz="quarter" idx="10" hasCustomPrompt="1"/>
          </p:nvPr>
        </p:nvSpPr>
        <p:spPr>
          <a:xfrm>
            <a:off x="768151" y="3304624"/>
            <a:ext cx="10512425" cy="4746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lvl="0"/>
            <a:r>
              <a:rPr lang="en-US" altLang="ko-KR" dirty="0"/>
              <a:t>(</a:t>
            </a:r>
            <a:r>
              <a:rPr lang="ko-KR" altLang="en-US" dirty="0" err="1"/>
              <a:t>서브텍스트</a:t>
            </a:r>
            <a:r>
              <a:rPr lang="en-US" altLang="ko-KR" dirty="0"/>
              <a:t>)</a:t>
            </a:r>
            <a:r>
              <a:rPr lang="ko-KR" altLang="en-US" dirty="0"/>
              <a:t>운영 관리</a:t>
            </a:r>
          </a:p>
        </p:txBody>
      </p:sp>
      <p:sp>
        <p:nvSpPr>
          <p:cNvPr id="10" name="내용 개체 틀 4">
            <a:extLst>
              <a:ext uri="{FF2B5EF4-FFF2-40B4-BE49-F238E27FC236}">
                <a16:creationId xmlns:a16="http://schemas.microsoft.com/office/drawing/2014/main" id="{E78BF96C-926F-418D-828E-862B269039F4}"/>
              </a:ext>
            </a:extLst>
          </p:cNvPr>
          <p:cNvSpPr>
            <a:spLocks noGrp="1"/>
          </p:cNvSpPr>
          <p:nvPr>
            <p:ph sz="quarter" idx="11" hasCustomPrompt="1"/>
          </p:nvPr>
        </p:nvSpPr>
        <p:spPr>
          <a:xfrm>
            <a:off x="760417" y="5136325"/>
            <a:ext cx="10664175" cy="3449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rgbClr val="969696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algn="l">
              <a:lnSpc>
                <a:spcPct val="120000"/>
              </a:lnSpc>
            </a:pPr>
            <a:r>
              <a:rPr lang="en-US" altLang="ko-KR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(</a:t>
            </a:r>
            <a:r>
              <a:rPr lang="ko-KR" altLang="en-US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소속</a:t>
            </a:r>
            <a:r>
              <a:rPr lang="en-US" altLang="ko-KR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) </a:t>
            </a:r>
            <a:r>
              <a:rPr lang="ko-KR" altLang="en-US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국내사업본부 </a:t>
            </a:r>
            <a:r>
              <a:rPr lang="ko-KR" altLang="en-US" sz="1600" kern="0" spc="-50" baseline="0" dirty="0" err="1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크리에이터랩</a:t>
            </a:r>
            <a:endParaRPr lang="en-US" altLang="ko-KR" sz="1600" kern="0" spc="-50" baseline="0" dirty="0">
              <a:solidFill>
                <a:srgbClr val="DDDDDD"/>
              </a:solidFill>
              <a:latin typeface="Noto Sans CJK KR Medium" panose="020B0600000000000000" pitchFamily="34" charset="-127"/>
              <a:ea typeface="Noto Sans CJK KR Medium" panose="020B0600000000000000" pitchFamily="34" charset="-127"/>
            </a:endParaRPr>
          </a:p>
        </p:txBody>
      </p:sp>
      <p:sp>
        <p:nvSpPr>
          <p:cNvPr id="11" name="내용 개체 틀 4">
            <a:extLst>
              <a:ext uri="{FF2B5EF4-FFF2-40B4-BE49-F238E27FC236}">
                <a16:creationId xmlns:a16="http://schemas.microsoft.com/office/drawing/2014/main" id="{836C0084-BF16-474E-A91D-4F9444AA5FD6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760416" y="5481961"/>
            <a:ext cx="10664175" cy="3449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rgbClr val="969696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algn="l">
              <a:lnSpc>
                <a:spcPct val="120000"/>
              </a:lnSpc>
            </a:pPr>
            <a:r>
              <a:rPr lang="en-US" altLang="ko-KR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(</a:t>
            </a:r>
            <a:r>
              <a:rPr lang="ko-KR" altLang="en-US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팀</a:t>
            </a:r>
            <a:r>
              <a:rPr lang="en-US" altLang="ko-KR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, </a:t>
            </a:r>
            <a:r>
              <a:rPr lang="ko-KR" altLang="en-US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문서작성자</a:t>
            </a:r>
            <a:r>
              <a:rPr lang="en-US" altLang="ko-KR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) </a:t>
            </a:r>
            <a:r>
              <a:rPr lang="ko-KR" altLang="en-US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서비스기획팀</a:t>
            </a:r>
            <a:endParaRPr lang="en-US" altLang="ko-KR" sz="1600" kern="0" spc="-50" baseline="0" dirty="0">
              <a:solidFill>
                <a:srgbClr val="DDDDDD"/>
              </a:solidFill>
              <a:latin typeface="Noto Sans CJK KR Medium" panose="020B0600000000000000" pitchFamily="34" charset="-127"/>
              <a:ea typeface="Noto Sans CJK KR Medium" panose="020B0600000000000000" pitchFamily="34" charset="-127"/>
            </a:endParaRPr>
          </a:p>
        </p:txBody>
      </p:sp>
      <p:sp>
        <p:nvSpPr>
          <p:cNvPr id="12" name="텍스트 개체 틀 29">
            <a:extLst>
              <a:ext uri="{FF2B5EF4-FFF2-40B4-BE49-F238E27FC236}">
                <a16:creationId xmlns:a16="http://schemas.microsoft.com/office/drawing/2014/main" id="{42693344-1E3D-4F66-9DFE-79BFDD32B82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60125" y="6112224"/>
            <a:ext cx="10593663" cy="23301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rgbClr val="969696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>
              <a:defRPr sz="1200">
                <a:latin typeface="Noto Sans CJK KR Regular" panose="020B0500000000000000" pitchFamily="34" charset="-127"/>
                <a:ea typeface="Noto Sans CJK KR Regular" panose="020B0500000000000000" pitchFamily="34" charset="-127"/>
              </a:defRPr>
            </a:lvl2pPr>
            <a:lvl3pPr>
              <a:defRPr sz="1200">
                <a:latin typeface="Noto Sans CJK KR Regular" panose="020B0500000000000000" pitchFamily="34" charset="-127"/>
                <a:ea typeface="Noto Sans CJK KR Regular" panose="020B0500000000000000" pitchFamily="34" charset="-127"/>
              </a:defRPr>
            </a:lvl3pPr>
            <a:lvl4pPr>
              <a:defRPr sz="1200">
                <a:latin typeface="Noto Sans CJK KR Regular" panose="020B0500000000000000" pitchFamily="34" charset="-127"/>
                <a:ea typeface="Noto Sans CJK KR Regular" panose="020B0500000000000000" pitchFamily="34" charset="-127"/>
              </a:defRPr>
            </a:lvl4pPr>
            <a:lvl5pPr>
              <a:defRPr sz="1200">
                <a:latin typeface="Noto Sans CJK KR Regular" panose="020B0500000000000000" pitchFamily="34" charset="-127"/>
                <a:ea typeface="Noto Sans CJK KR Regular" panose="020B0500000000000000" pitchFamily="34" charset="-127"/>
              </a:defRPr>
            </a:lvl5pPr>
          </a:lstStyle>
          <a:p>
            <a:pPr lvl="0"/>
            <a:r>
              <a:rPr lang="en-US" altLang="ko-KR" dirty="0"/>
              <a:t>(</a:t>
            </a:r>
            <a:r>
              <a:rPr lang="ko-KR" altLang="en-US" dirty="0"/>
              <a:t>버전</a:t>
            </a:r>
            <a:r>
              <a:rPr lang="en-US" altLang="ko-KR" dirty="0"/>
              <a:t>) Ver.0.1 (</a:t>
            </a:r>
            <a:r>
              <a:rPr lang="ko-KR" altLang="en-US" dirty="0"/>
              <a:t>날짜</a:t>
            </a:r>
            <a:r>
              <a:rPr lang="en-US" altLang="ko-KR" dirty="0"/>
              <a:t>) 2021-08-31</a:t>
            </a:r>
            <a:endParaRPr lang="ko-KR" altLang="en-US" dirty="0"/>
          </a:p>
        </p:txBody>
      </p:sp>
      <p:pic>
        <p:nvPicPr>
          <p:cNvPr id="14" name="그래픽 13">
            <a:extLst>
              <a:ext uri="{FF2B5EF4-FFF2-40B4-BE49-F238E27FC236}">
                <a16:creationId xmlns:a16="http://schemas.microsoft.com/office/drawing/2014/main" id="{AFBFED75-BA53-4D10-A058-422243210A9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976320" y="1848249"/>
            <a:ext cx="2169476" cy="27425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0382889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더굿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제목 1">
            <a:extLst>
              <a:ext uri="{FF2B5EF4-FFF2-40B4-BE49-F238E27FC236}">
                <a16:creationId xmlns:a16="http://schemas.microsoft.com/office/drawing/2014/main" id="{78FFAE66-4FF8-47AD-9300-8514C7B8134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68151" y="1851456"/>
            <a:ext cx="10503948" cy="1438585"/>
          </a:xfrm>
          <a:prstGeom prst="rect">
            <a:avLst/>
          </a:prstGeom>
        </p:spPr>
        <p:txBody>
          <a:bodyPr lIns="68415" tIns="34208" rIns="68415" bIns="34208"/>
          <a:lstStyle>
            <a:lvl1pPr algn="l">
              <a:defRPr sz="44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r>
              <a:rPr lang="en-US" altLang="ko-KR" dirty="0"/>
              <a:t>(</a:t>
            </a:r>
            <a:r>
              <a:rPr lang="ko-KR" altLang="en-US" dirty="0"/>
              <a:t>프로젝트명</a:t>
            </a:r>
            <a:r>
              <a:rPr lang="en-US" altLang="ko-KR" dirty="0"/>
              <a:t>) </a:t>
            </a:r>
            <a:r>
              <a:rPr lang="ko-KR" altLang="en-US" dirty="0" err="1"/>
              <a:t>더굿즈</a:t>
            </a:r>
            <a:br>
              <a:rPr lang="en-US" altLang="ko-KR" dirty="0"/>
            </a:br>
            <a:r>
              <a:rPr lang="en-US" altLang="ko-KR" dirty="0"/>
              <a:t>(</a:t>
            </a:r>
            <a:r>
              <a:rPr lang="ko-KR" altLang="en-US" dirty="0"/>
              <a:t>문서내용</a:t>
            </a:r>
            <a:r>
              <a:rPr lang="en-US" altLang="ko-KR" dirty="0"/>
              <a:t>) </a:t>
            </a:r>
            <a:r>
              <a:rPr lang="ko-KR" altLang="en-US" dirty="0"/>
              <a:t>관리자</a:t>
            </a:r>
            <a:r>
              <a:rPr lang="en-US" altLang="ko-KR" dirty="0"/>
              <a:t>[Admin]</a:t>
            </a:r>
            <a:endParaRPr lang="ko-KR" altLang="en-US" dirty="0"/>
          </a:p>
        </p:txBody>
      </p:sp>
      <p:sp>
        <p:nvSpPr>
          <p:cNvPr id="8" name="내용 개체 틀 4">
            <a:extLst>
              <a:ext uri="{FF2B5EF4-FFF2-40B4-BE49-F238E27FC236}">
                <a16:creationId xmlns:a16="http://schemas.microsoft.com/office/drawing/2014/main" id="{234CDA23-47A8-4A0A-8D57-F1C61B6201BE}"/>
              </a:ext>
            </a:extLst>
          </p:cNvPr>
          <p:cNvSpPr>
            <a:spLocks noGrp="1"/>
          </p:cNvSpPr>
          <p:nvPr>
            <p:ph sz="quarter" idx="10" hasCustomPrompt="1"/>
          </p:nvPr>
        </p:nvSpPr>
        <p:spPr>
          <a:xfrm>
            <a:off x="768151" y="3304624"/>
            <a:ext cx="10512425" cy="4746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lvl="0"/>
            <a:r>
              <a:rPr lang="en-US" altLang="ko-KR" dirty="0"/>
              <a:t>(</a:t>
            </a:r>
            <a:r>
              <a:rPr lang="ko-KR" altLang="en-US" dirty="0" err="1"/>
              <a:t>서브텍스트</a:t>
            </a:r>
            <a:r>
              <a:rPr lang="en-US" altLang="ko-KR" dirty="0"/>
              <a:t>)</a:t>
            </a:r>
            <a:r>
              <a:rPr lang="ko-KR" altLang="en-US" dirty="0"/>
              <a:t>운영 관리</a:t>
            </a:r>
          </a:p>
        </p:txBody>
      </p:sp>
      <p:sp>
        <p:nvSpPr>
          <p:cNvPr id="9" name="내용 개체 틀 4">
            <a:extLst>
              <a:ext uri="{FF2B5EF4-FFF2-40B4-BE49-F238E27FC236}">
                <a16:creationId xmlns:a16="http://schemas.microsoft.com/office/drawing/2014/main" id="{42F16476-CFFF-4F20-B258-60EFB09D589F}"/>
              </a:ext>
            </a:extLst>
          </p:cNvPr>
          <p:cNvSpPr>
            <a:spLocks noGrp="1"/>
          </p:cNvSpPr>
          <p:nvPr>
            <p:ph sz="quarter" idx="11" hasCustomPrompt="1"/>
          </p:nvPr>
        </p:nvSpPr>
        <p:spPr>
          <a:xfrm>
            <a:off x="760417" y="5136325"/>
            <a:ext cx="10664175" cy="3449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rgbClr val="969696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algn="l">
              <a:lnSpc>
                <a:spcPct val="120000"/>
              </a:lnSpc>
            </a:pPr>
            <a:r>
              <a:rPr lang="en-US" altLang="ko-KR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(</a:t>
            </a:r>
            <a:r>
              <a:rPr lang="ko-KR" altLang="en-US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소속</a:t>
            </a:r>
            <a:r>
              <a:rPr lang="en-US" altLang="ko-KR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) </a:t>
            </a:r>
            <a:r>
              <a:rPr lang="ko-KR" altLang="en-US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국내사업본부 </a:t>
            </a:r>
            <a:r>
              <a:rPr lang="ko-KR" altLang="en-US" sz="1600" kern="0" spc="-50" baseline="0" dirty="0" err="1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크리에이터랩</a:t>
            </a:r>
            <a:endParaRPr lang="en-US" altLang="ko-KR" sz="1600" kern="0" spc="-50" baseline="0" dirty="0">
              <a:solidFill>
                <a:srgbClr val="DDDDDD"/>
              </a:solidFill>
              <a:latin typeface="Noto Sans CJK KR Medium" panose="020B0600000000000000" pitchFamily="34" charset="-127"/>
              <a:ea typeface="Noto Sans CJK KR Medium" panose="020B0600000000000000" pitchFamily="34" charset="-127"/>
            </a:endParaRPr>
          </a:p>
        </p:txBody>
      </p:sp>
      <p:sp>
        <p:nvSpPr>
          <p:cNvPr id="10" name="내용 개체 틀 4">
            <a:extLst>
              <a:ext uri="{FF2B5EF4-FFF2-40B4-BE49-F238E27FC236}">
                <a16:creationId xmlns:a16="http://schemas.microsoft.com/office/drawing/2014/main" id="{462AAA3D-9BAB-4B89-80F2-2956F101EEAB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760416" y="5481961"/>
            <a:ext cx="10664175" cy="3449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rgbClr val="969696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algn="l">
              <a:lnSpc>
                <a:spcPct val="120000"/>
              </a:lnSpc>
            </a:pPr>
            <a:r>
              <a:rPr lang="en-US" altLang="ko-KR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(</a:t>
            </a:r>
            <a:r>
              <a:rPr lang="ko-KR" altLang="en-US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팀</a:t>
            </a:r>
            <a:r>
              <a:rPr lang="en-US" altLang="ko-KR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, </a:t>
            </a:r>
            <a:r>
              <a:rPr lang="ko-KR" altLang="en-US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문서작성자</a:t>
            </a:r>
            <a:r>
              <a:rPr lang="en-US" altLang="ko-KR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) </a:t>
            </a:r>
            <a:r>
              <a:rPr lang="ko-KR" altLang="en-US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기획팀</a:t>
            </a:r>
            <a:endParaRPr lang="en-US" altLang="ko-KR" sz="1600" kern="0" spc="-50" baseline="0" dirty="0">
              <a:solidFill>
                <a:srgbClr val="DDDDDD"/>
              </a:solidFill>
              <a:latin typeface="Noto Sans CJK KR Medium" panose="020B0600000000000000" pitchFamily="34" charset="-127"/>
              <a:ea typeface="Noto Sans CJK KR Medium" panose="020B0600000000000000" pitchFamily="34" charset="-127"/>
            </a:endParaRPr>
          </a:p>
        </p:txBody>
      </p:sp>
      <p:sp>
        <p:nvSpPr>
          <p:cNvPr id="11" name="텍스트 개체 틀 29">
            <a:extLst>
              <a:ext uri="{FF2B5EF4-FFF2-40B4-BE49-F238E27FC236}">
                <a16:creationId xmlns:a16="http://schemas.microsoft.com/office/drawing/2014/main" id="{ECA22345-ABD6-4703-A530-7F7878EBD2A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60125" y="6112224"/>
            <a:ext cx="10593663" cy="23301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rgbClr val="969696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>
              <a:defRPr sz="1200">
                <a:latin typeface="Noto Sans CJK KR Regular" panose="020B0500000000000000" pitchFamily="34" charset="-127"/>
                <a:ea typeface="Noto Sans CJK KR Regular" panose="020B0500000000000000" pitchFamily="34" charset="-127"/>
              </a:defRPr>
            </a:lvl2pPr>
            <a:lvl3pPr>
              <a:defRPr sz="1200">
                <a:latin typeface="Noto Sans CJK KR Regular" panose="020B0500000000000000" pitchFamily="34" charset="-127"/>
                <a:ea typeface="Noto Sans CJK KR Regular" panose="020B0500000000000000" pitchFamily="34" charset="-127"/>
              </a:defRPr>
            </a:lvl3pPr>
            <a:lvl4pPr>
              <a:defRPr sz="1200">
                <a:latin typeface="Noto Sans CJK KR Regular" panose="020B0500000000000000" pitchFamily="34" charset="-127"/>
                <a:ea typeface="Noto Sans CJK KR Regular" panose="020B0500000000000000" pitchFamily="34" charset="-127"/>
              </a:defRPr>
            </a:lvl4pPr>
            <a:lvl5pPr>
              <a:defRPr sz="1200">
                <a:latin typeface="Noto Sans CJK KR Regular" panose="020B0500000000000000" pitchFamily="34" charset="-127"/>
                <a:ea typeface="Noto Sans CJK KR Regular" panose="020B0500000000000000" pitchFamily="34" charset="-127"/>
              </a:defRPr>
            </a:lvl5pPr>
          </a:lstStyle>
          <a:p>
            <a:pPr lvl="0"/>
            <a:r>
              <a:rPr lang="en-US" altLang="ko-KR" dirty="0"/>
              <a:t>(</a:t>
            </a:r>
            <a:r>
              <a:rPr lang="ko-KR" altLang="en-US" dirty="0"/>
              <a:t>버전</a:t>
            </a:r>
            <a:r>
              <a:rPr lang="en-US" altLang="ko-KR" dirty="0"/>
              <a:t>) Ver.0.1 (</a:t>
            </a:r>
            <a:r>
              <a:rPr lang="ko-KR" altLang="en-US" dirty="0"/>
              <a:t>날짜</a:t>
            </a:r>
            <a:r>
              <a:rPr lang="en-US" altLang="ko-KR" dirty="0"/>
              <a:t>) 2021-08-31</a:t>
            </a:r>
            <a:endParaRPr lang="ko-KR" altLang="en-US" dirty="0"/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9354C2E6-546D-4908-9DBE-87C53B77C5D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52284" y="1812076"/>
            <a:ext cx="2633377" cy="298509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4233282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아이온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B31F53CF-CB93-4FF6-8626-3D9B87FD7A2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68151" y="1851456"/>
            <a:ext cx="10503948" cy="1438585"/>
          </a:xfrm>
          <a:prstGeom prst="rect">
            <a:avLst/>
          </a:prstGeom>
        </p:spPr>
        <p:txBody>
          <a:bodyPr lIns="68415" tIns="34208" rIns="68415" bIns="34208"/>
          <a:lstStyle>
            <a:lvl1pPr algn="l">
              <a:defRPr sz="44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r>
              <a:rPr lang="en-US" altLang="ko-KR" dirty="0"/>
              <a:t>(</a:t>
            </a:r>
            <a:r>
              <a:rPr lang="ko-KR" altLang="en-US" dirty="0"/>
              <a:t>프로젝트명</a:t>
            </a:r>
            <a:r>
              <a:rPr lang="en-US" altLang="ko-KR" dirty="0"/>
              <a:t>) </a:t>
            </a:r>
            <a:r>
              <a:rPr lang="ko-KR" altLang="en-US" dirty="0" err="1"/>
              <a:t>아이온</a:t>
            </a:r>
            <a:br>
              <a:rPr lang="en-US" altLang="ko-KR" dirty="0"/>
            </a:br>
            <a:r>
              <a:rPr lang="en-US" altLang="ko-KR" dirty="0"/>
              <a:t>(</a:t>
            </a:r>
            <a:r>
              <a:rPr lang="ko-KR" altLang="en-US" dirty="0"/>
              <a:t>문서내용</a:t>
            </a:r>
            <a:r>
              <a:rPr lang="en-US" altLang="ko-KR" dirty="0"/>
              <a:t>) </a:t>
            </a:r>
            <a:r>
              <a:rPr lang="ko-KR" altLang="en-US" dirty="0"/>
              <a:t>관리자</a:t>
            </a:r>
            <a:r>
              <a:rPr lang="en-US" altLang="ko-KR" dirty="0"/>
              <a:t>[Admin]</a:t>
            </a:r>
            <a:endParaRPr lang="ko-KR" altLang="en-US" dirty="0"/>
          </a:p>
        </p:txBody>
      </p:sp>
      <p:sp>
        <p:nvSpPr>
          <p:cNvPr id="10" name="내용 개체 틀 4">
            <a:extLst>
              <a:ext uri="{FF2B5EF4-FFF2-40B4-BE49-F238E27FC236}">
                <a16:creationId xmlns:a16="http://schemas.microsoft.com/office/drawing/2014/main" id="{8E2B70B3-A219-4283-8FA9-0CBF153C271E}"/>
              </a:ext>
            </a:extLst>
          </p:cNvPr>
          <p:cNvSpPr>
            <a:spLocks noGrp="1"/>
          </p:cNvSpPr>
          <p:nvPr>
            <p:ph sz="quarter" idx="10" hasCustomPrompt="1"/>
          </p:nvPr>
        </p:nvSpPr>
        <p:spPr>
          <a:xfrm>
            <a:off x="768151" y="3304624"/>
            <a:ext cx="10512425" cy="4746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lvl="0"/>
            <a:r>
              <a:rPr lang="en-US" altLang="ko-KR" dirty="0"/>
              <a:t>(</a:t>
            </a:r>
            <a:r>
              <a:rPr lang="ko-KR" altLang="en-US" dirty="0" err="1"/>
              <a:t>서브텍스트</a:t>
            </a:r>
            <a:r>
              <a:rPr lang="en-US" altLang="ko-KR" dirty="0"/>
              <a:t>)</a:t>
            </a:r>
            <a:r>
              <a:rPr lang="ko-KR" altLang="en-US" dirty="0"/>
              <a:t>운영 관리</a:t>
            </a:r>
          </a:p>
        </p:txBody>
      </p:sp>
      <p:sp>
        <p:nvSpPr>
          <p:cNvPr id="11" name="내용 개체 틀 4">
            <a:extLst>
              <a:ext uri="{FF2B5EF4-FFF2-40B4-BE49-F238E27FC236}">
                <a16:creationId xmlns:a16="http://schemas.microsoft.com/office/drawing/2014/main" id="{E3839777-2EB8-473A-897C-88D0EE984B97}"/>
              </a:ext>
            </a:extLst>
          </p:cNvPr>
          <p:cNvSpPr>
            <a:spLocks noGrp="1"/>
          </p:cNvSpPr>
          <p:nvPr>
            <p:ph sz="quarter" idx="11" hasCustomPrompt="1"/>
          </p:nvPr>
        </p:nvSpPr>
        <p:spPr>
          <a:xfrm>
            <a:off x="760417" y="5136325"/>
            <a:ext cx="10664175" cy="3449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rgbClr val="969696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algn="l">
              <a:lnSpc>
                <a:spcPct val="120000"/>
              </a:lnSpc>
            </a:pPr>
            <a:r>
              <a:rPr lang="en-US" altLang="ko-KR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(</a:t>
            </a:r>
            <a:r>
              <a:rPr lang="ko-KR" altLang="en-US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소속</a:t>
            </a:r>
            <a:r>
              <a:rPr lang="en-US" altLang="ko-KR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) </a:t>
            </a:r>
            <a:r>
              <a:rPr lang="ko-KR" altLang="en-US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국내사업본부 </a:t>
            </a:r>
            <a:r>
              <a:rPr lang="ko-KR" altLang="en-US" sz="1600" kern="0" spc="-50" baseline="0" dirty="0" err="1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크리에이터랩</a:t>
            </a:r>
            <a:endParaRPr lang="en-US" altLang="ko-KR" sz="1600" kern="0" spc="-50" baseline="0" dirty="0">
              <a:solidFill>
                <a:srgbClr val="DDDDDD"/>
              </a:solidFill>
              <a:latin typeface="Noto Sans CJK KR Medium" panose="020B0600000000000000" pitchFamily="34" charset="-127"/>
              <a:ea typeface="Noto Sans CJK KR Medium" panose="020B0600000000000000" pitchFamily="34" charset="-127"/>
            </a:endParaRPr>
          </a:p>
        </p:txBody>
      </p:sp>
      <p:sp>
        <p:nvSpPr>
          <p:cNvPr id="12" name="내용 개체 틀 4">
            <a:extLst>
              <a:ext uri="{FF2B5EF4-FFF2-40B4-BE49-F238E27FC236}">
                <a16:creationId xmlns:a16="http://schemas.microsoft.com/office/drawing/2014/main" id="{B767E482-45D3-47E1-990E-E0227FD7153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760416" y="5481961"/>
            <a:ext cx="10664175" cy="3449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rgbClr val="969696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algn="l">
              <a:lnSpc>
                <a:spcPct val="120000"/>
              </a:lnSpc>
            </a:pPr>
            <a:r>
              <a:rPr lang="en-US" altLang="ko-KR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(</a:t>
            </a:r>
            <a:r>
              <a:rPr lang="ko-KR" altLang="en-US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팀</a:t>
            </a:r>
            <a:r>
              <a:rPr lang="en-US" altLang="ko-KR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, </a:t>
            </a:r>
            <a:r>
              <a:rPr lang="ko-KR" altLang="en-US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문서작성자</a:t>
            </a:r>
            <a:r>
              <a:rPr lang="en-US" altLang="ko-KR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) </a:t>
            </a:r>
            <a:r>
              <a:rPr lang="ko-KR" altLang="en-US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기획팀</a:t>
            </a:r>
            <a:endParaRPr lang="en-US" altLang="ko-KR" sz="1600" kern="0" spc="-50" baseline="0" dirty="0">
              <a:solidFill>
                <a:srgbClr val="DDDDDD"/>
              </a:solidFill>
              <a:latin typeface="Noto Sans CJK KR Medium" panose="020B0600000000000000" pitchFamily="34" charset="-127"/>
              <a:ea typeface="Noto Sans CJK KR Medium" panose="020B0600000000000000" pitchFamily="34" charset="-127"/>
            </a:endParaRPr>
          </a:p>
        </p:txBody>
      </p:sp>
      <p:sp>
        <p:nvSpPr>
          <p:cNvPr id="13" name="텍스트 개체 틀 29">
            <a:extLst>
              <a:ext uri="{FF2B5EF4-FFF2-40B4-BE49-F238E27FC236}">
                <a16:creationId xmlns:a16="http://schemas.microsoft.com/office/drawing/2014/main" id="{01AFDEAE-E3E4-4A62-A3AB-4BCD245E973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60125" y="6112224"/>
            <a:ext cx="10593663" cy="23301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rgbClr val="969696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>
              <a:defRPr sz="1200">
                <a:latin typeface="Noto Sans CJK KR Regular" panose="020B0500000000000000" pitchFamily="34" charset="-127"/>
                <a:ea typeface="Noto Sans CJK KR Regular" panose="020B0500000000000000" pitchFamily="34" charset="-127"/>
              </a:defRPr>
            </a:lvl2pPr>
            <a:lvl3pPr>
              <a:defRPr sz="1200">
                <a:latin typeface="Noto Sans CJK KR Regular" panose="020B0500000000000000" pitchFamily="34" charset="-127"/>
                <a:ea typeface="Noto Sans CJK KR Regular" panose="020B0500000000000000" pitchFamily="34" charset="-127"/>
              </a:defRPr>
            </a:lvl3pPr>
            <a:lvl4pPr>
              <a:defRPr sz="1200">
                <a:latin typeface="Noto Sans CJK KR Regular" panose="020B0500000000000000" pitchFamily="34" charset="-127"/>
                <a:ea typeface="Noto Sans CJK KR Regular" panose="020B0500000000000000" pitchFamily="34" charset="-127"/>
              </a:defRPr>
            </a:lvl4pPr>
            <a:lvl5pPr>
              <a:defRPr sz="1200">
                <a:latin typeface="Noto Sans CJK KR Regular" panose="020B0500000000000000" pitchFamily="34" charset="-127"/>
                <a:ea typeface="Noto Sans CJK KR Regular" panose="020B0500000000000000" pitchFamily="34" charset="-127"/>
              </a:defRPr>
            </a:lvl5pPr>
          </a:lstStyle>
          <a:p>
            <a:pPr lvl="0"/>
            <a:r>
              <a:rPr lang="en-US" altLang="ko-KR" dirty="0"/>
              <a:t>(</a:t>
            </a:r>
            <a:r>
              <a:rPr lang="ko-KR" altLang="en-US" dirty="0"/>
              <a:t>버전</a:t>
            </a:r>
            <a:r>
              <a:rPr lang="en-US" altLang="ko-KR" dirty="0"/>
              <a:t>) Ver.0.1 (</a:t>
            </a:r>
            <a:r>
              <a:rPr lang="ko-KR" altLang="en-US" dirty="0"/>
              <a:t>날짜</a:t>
            </a:r>
            <a:r>
              <a:rPr lang="en-US" altLang="ko-KR" dirty="0"/>
              <a:t>) 2021-08-31</a:t>
            </a:r>
            <a:endParaRPr lang="ko-KR" altLang="en-US" dirty="0"/>
          </a:p>
        </p:txBody>
      </p:sp>
      <p:pic>
        <p:nvPicPr>
          <p:cNvPr id="15" name="그래픽 14">
            <a:extLst>
              <a:ext uri="{FF2B5EF4-FFF2-40B4-BE49-F238E27FC236}">
                <a16:creationId xmlns:a16="http://schemas.microsoft.com/office/drawing/2014/main" id="{6679DB70-EA5D-432C-B943-77481DF5096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398817" y="1835949"/>
            <a:ext cx="2868945" cy="29251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68620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제목 1">
            <a:extLst>
              <a:ext uri="{FF2B5EF4-FFF2-40B4-BE49-F238E27FC236}">
                <a16:creationId xmlns:a16="http://schemas.microsoft.com/office/drawing/2014/main" id="{E6F343F3-E8CE-4FF3-A828-782112836B8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68151" y="1851456"/>
            <a:ext cx="10503948" cy="1438585"/>
          </a:xfrm>
          <a:prstGeom prst="rect">
            <a:avLst/>
          </a:prstGeom>
        </p:spPr>
        <p:txBody>
          <a:bodyPr lIns="68415" tIns="34208" rIns="68415" bIns="34208"/>
          <a:lstStyle>
            <a:lvl1pPr algn="l">
              <a:defRPr sz="44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r>
              <a:rPr lang="en-US" altLang="ko-KR" dirty="0"/>
              <a:t>(</a:t>
            </a:r>
            <a:r>
              <a:rPr lang="ko-KR" altLang="en-US" dirty="0"/>
              <a:t>프로젝트명</a:t>
            </a:r>
            <a:r>
              <a:rPr lang="en-US" altLang="ko-KR" dirty="0"/>
              <a:t>) </a:t>
            </a:r>
            <a:r>
              <a:rPr lang="ko-KR" altLang="en-US" dirty="0" err="1"/>
              <a:t>투네이션</a:t>
            </a:r>
            <a:r>
              <a:rPr lang="ko-KR" altLang="en-US" dirty="0"/>
              <a:t> 라디오 </a:t>
            </a:r>
            <a:br>
              <a:rPr lang="en-US" altLang="ko-KR" dirty="0"/>
            </a:br>
            <a:r>
              <a:rPr lang="en-US" altLang="ko-KR" dirty="0"/>
              <a:t>(</a:t>
            </a:r>
            <a:r>
              <a:rPr lang="ko-KR" altLang="en-US" dirty="0"/>
              <a:t>문서내용</a:t>
            </a:r>
            <a:r>
              <a:rPr lang="en-US" altLang="ko-KR" dirty="0"/>
              <a:t>) </a:t>
            </a:r>
            <a:r>
              <a:rPr lang="ko-KR" altLang="en-US" dirty="0"/>
              <a:t>관리자</a:t>
            </a:r>
            <a:r>
              <a:rPr lang="en-US" altLang="ko-KR" dirty="0"/>
              <a:t>[Admin]</a:t>
            </a:r>
            <a:endParaRPr lang="ko-KR" altLang="en-US" dirty="0"/>
          </a:p>
        </p:txBody>
      </p:sp>
      <p:sp>
        <p:nvSpPr>
          <p:cNvPr id="9" name="내용 개체 틀 4">
            <a:extLst>
              <a:ext uri="{FF2B5EF4-FFF2-40B4-BE49-F238E27FC236}">
                <a16:creationId xmlns:a16="http://schemas.microsoft.com/office/drawing/2014/main" id="{20EA7295-5D26-42A2-B0EA-34638D15428A}"/>
              </a:ext>
            </a:extLst>
          </p:cNvPr>
          <p:cNvSpPr>
            <a:spLocks noGrp="1"/>
          </p:cNvSpPr>
          <p:nvPr>
            <p:ph sz="quarter" idx="10" hasCustomPrompt="1"/>
          </p:nvPr>
        </p:nvSpPr>
        <p:spPr>
          <a:xfrm>
            <a:off x="768151" y="3304624"/>
            <a:ext cx="10512425" cy="4746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lvl="0"/>
            <a:r>
              <a:rPr lang="en-US" altLang="ko-KR" dirty="0"/>
              <a:t>(</a:t>
            </a:r>
            <a:r>
              <a:rPr lang="ko-KR" altLang="en-US" dirty="0" err="1"/>
              <a:t>서브텍스트</a:t>
            </a:r>
            <a:r>
              <a:rPr lang="en-US" altLang="ko-KR" dirty="0"/>
              <a:t>)</a:t>
            </a:r>
            <a:r>
              <a:rPr lang="ko-KR" altLang="en-US" dirty="0"/>
              <a:t>운영 관리</a:t>
            </a:r>
          </a:p>
        </p:txBody>
      </p:sp>
      <p:sp>
        <p:nvSpPr>
          <p:cNvPr id="10" name="내용 개체 틀 4">
            <a:extLst>
              <a:ext uri="{FF2B5EF4-FFF2-40B4-BE49-F238E27FC236}">
                <a16:creationId xmlns:a16="http://schemas.microsoft.com/office/drawing/2014/main" id="{059CA7EA-2FC5-43B5-A575-E010405DE50A}"/>
              </a:ext>
            </a:extLst>
          </p:cNvPr>
          <p:cNvSpPr>
            <a:spLocks noGrp="1"/>
          </p:cNvSpPr>
          <p:nvPr>
            <p:ph sz="quarter" idx="11" hasCustomPrompt="1"/>
          </p:nvPr>
        </p:nvSpPr>
        <p:spPr>
          <a:xfrm>
            <a:off x="760417" y="5136325"/>
            <a:ext cx="10664175" cy="3449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rgbClr val="969696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algn="l">
              <a:lnSpc>
                <a:spcPct val="120000"/>
              </a:lnSpc>
            </a:pPr>
            <a:r>
              <a:rPr lang="en-US" altLang="ko-KR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(</a:t>
            </a:r>
            <a:r>
              <a:rPr lang="ko-KR" altLang="en-US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소속</a:t>
            </a:r>
            <a:r>
              <a:rPr lang="en-US" altLang="ko-KR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) </a:t>
            </a:r>
            <a:r>
              <a:rPr lang="ko-KR" altLang="en-US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국내사업본부 </a:t>
            </a:r>
            <a:r>
              <a:rPr lang="ko-KR" altLang="en-US" sz="1600" kern="0" spc="-50" baseline="0" dirty="0" err="1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크리에이터랩</a:t>
            </a:r>
            <a:endParaRPr lang="en-US" altLang="ko-KR" sz="1600" kern="0" spc="-50" baseline="0" dirty="0">
              <a:solidFill>
                <a:srgbClr val="DDDDDD"/>
              </a:solidFill>
              <a:latin typeface="Noto Sans CJK KR Medium" panose="020B0600000000000000" pitchFamily="34" charset="-127"/>
              <a:ea typeface="Noto Sans CJK KR Medium" panose="020B0600000000000000" pitchFamily="34" charset="-127"/>
            </a:endParaRPr>
          </a:p>
        </p:txBody>
      </p:sp>
      <p:sp>
        <p:nvSpPr>
          <p:cNvPr id="11" name="내용 개체 틀 4">
            <a:extLst>
              <a:ext uri="{FF2B5EF4-FFF2-40B4-BE49-F238E27FC236}">
                <a16:creationId xmlns:a16="http://schemas.microsoft.com/office/drawing/2014/main" id="{F8A307A0-6458-46DC-AFD4-AEDD30145398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760416" y="5481961"/>
            <a:ext cx="10664175" cy="3449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rgbClr val="969696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algn="l">
              <a:lnSpc>
                <a:spcPct val="120000"/>
              </a:lnSpc>
            </a:pPr>
            <a:r>
              <a:rPr lang="en-US" altLang="ko-KR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(</a:t>
            </a:r>
            <a:r>
              <a:rPr lang="ko-KR" altLang="en-US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팀</a:t>
            </a:r>
            <a:r>
              <a:rPr lang="en-US" altLang="ko-KR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, </a:t>
            </a:r>
            <a:r>
              <a:rPr lang="ko-KR" altLang="en-US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문서작성자</a:t>
            </a:r>
            <a:r>
              <a:rPr lang="en-US" altLang="ko-KR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) </a:t>
            </a:r>
            <a:r>
              <a:rPr lang="ko-KR" altLang="en-US" sz="1600" kern="0" spc="-50" baseline="0" dirty="0">
                <a:solidFill>
                  <a:srgbClr val="DDDDDD"/>
                </a:solidFill>
                <a:latin typeface="Noto Sans CJK KR Medium" panose="020B0600000000000000" pitchFamily="34" charset="-127"/>
                <a:ea typeface="Noto Sans CJK KR Medium" panose="020B0600000000000000" pitchFamily="34" charset="-127"/>
              </a:rPr>
              <a:t>기획팀</a:t>
            </a:r>
            <a:endParaRPr lang="en-US" altLang="ko-KR" sz="1600" kern="0" spc="-50" baseline="0" dirty="0">
              <a:solidFill>
                <a:srgbClr val="DDDDDD"/>
              </a:solidFill>
              <a:latin typeface="Noto Sans CJK KR Medium" panose="020B0600000000000000" pitchFamily="34" charset="-127"/>
              <a:ea typeface="Noto Sans CJK KR Medium" panose="020B0600000000000000" pitchFamily="34" charset="-127"/>
            </a:endParaRPr>
          </a:p>
        </p:txBody>
      </p:sp>
      <p:sp>
        <p:nvSpPr>
          <p:cNvPr id="12" name="텍스트 개체 틀 29">
            <a:extLst>
              <a:ext uri="{FF2B5EF4-FFF2-40B4-BE49-F238E27FC236}">
                <a16:creationId xmlns:a16="http://schemas.microsoft.com/office/drawing/2014/main" id="{EC408F2F-7F86-408F-B6D5-087323A4E12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60125" y="6112224"/>
            <a:ext cx="10593663" cy="23301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rgbClr val="969696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>
              <a:defRPr sz="1200">
                <a:latin typeface="Noto Sans CJK KR Regular" panose="020B0500000000000000" pitchFamily="34" charset="-127"/>
                <a:ea typeface="Noto Sans CJK KR Regular" panose="020B0500000000000000" pitchFamily="34" charset="-127"/>
              </a:defRPr>
            </a:lvl2pPr>
            <a:lvl3pPr>
              <a:defRPr sz="1200">
                <a:latin typeface="Noto Sans CJK KR Regular" panose="020B0500000000000000" pitchFamily="34" charset="-127"/>
                <a:ea typeface="Noto Sans CJK KR Regular" panose="020B0500000000000000" pitchFamily="34" charset="-127"/>
              </a:defRPr>
            </a:lvl3pPr>
            <a:lvl4pPr>
              <a:defRPr sz="1200">
                <a:latin typeface="Noto Sans CJK KR Regular" panose="020B0500000000000000" pitchFamily="34" charset="-127"/>
                <a:ea typeface="Noto Sans CJK KR Regular" panose="020B0500000000000000" pitchFamily="34" charset="-127"/>
              </a:defRPr>
            </a:lvl4pPr>
            <a:lvl5pPr>
              <a:defRPr sz="1200">
                <a:latin typeface="Noto Sans CJK KR Regular" panose="020B0500000000000000" pitchFamily="34" charset="-127"/>
                <a:ea typeface="Noto Sans CJK KR Regular" panose="020B0500000000000000" pitchFamily="34" charset="-127"/>
              </a:defRPr>
            </a:lvl5pPr>
          </a:lstStyle>
          <a:p>
            <a:pPr lvl="0"/>
            <a:r>
              <a:rPr lang="en-US" altLang="ko-KR" dirty="0"/>
              <a:t>(</a:t>
            </a:r>
            <a:r>
              <a:rPr lang="ko-KR" altLang="en-US" dirty="0"/>
              <a:t>버전</a:t>
            </a:r>
            <a:r>
              <a:rPr lang="en-US" altLang="ko-KR" dirty="0"/>
              <a:t>) Ver.0.1 (</a:t>
            </a:r>
            <a:r>
              <a:rPr lang="ko-KR" altLang="en-US" dirty="0"/>
              <a:t>날짜</a:t>
            </a:r>
            <a:r>
              <a:rPr lang="en-US" altLang="ko-KR" dirty="0"/>
              <a:t>) 2021-08-31</a:t>
            </a:r>
            <a:endParaRPr lang="ko-KR" altLang="en-US" dirty="0"/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BD8F06DB-D509-4884-BE47-73C41FFBBBA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72488" y="1613270"/>
            <a:ext cx="2781300" cy="31527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185616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간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내용 개체 틀 4">
            <a:extLst>
              <a:ext uri="{FF2B5EF4-FFF2-40B4-BE49-F238E27FC236}">
                <a16:creationId xmlns:a16="http://schemas.microsoft.com/office/drawing/2014/main" id="{74444B16-44AC-4A3A-8779-E5046B9A4C6D}"/>
              </a:ext>
            </a:extLst>
          </p:cNvPr>
          <p:cNvSpPr>
            <a:spLocks noGrp="1"/>
          </p:cNvSpPr>
          <p:nvPr>
            <p:ph sz="quarter" idx="10" hasCustomPrompt="1"/>
          </p:nvPr>
        </p:nvSpPr>
        <p:spPr>
          <a:xfrm>
            <a:off x="716651" y="2528900"/>
            <a:ext cx="9231777" cy="79903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4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lvl="0"/>
            <a:r>
              <a:rPr lang="ko-KR" altLang="en-US" dirty="0"/>
              <a:t>간지 </a:t>
            </a:r>
          </a:p>
        </p:txBody>
      </p:sp>
      <p:sp>
        <p:nvSpPr>
          <p:cNvPr id="10" name="텍스트 개체 틀 34">
            <a:extLst>
              <a:ext uri="{FF2B5EF4-FFF2-40B4-BE49-F238E27FC236}">
                <a16:creationId xmlns:a16="http://schemas.microsoft.com/office/drawing/2014/main" id="{F1BFE14A-B893-4F33-84BF-9A21A5C2148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59396" y="1186538"/>
            <a:ext cx="1713438" cy="129541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9600" b="1">
                <a:solidFill>
                  <a:schemeClr val="bg1">
                    <a:alpha val="2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lvl="0"/>
            <a:r>
              <a:rPr lang="en-US" altLang="ko-KR" dirty="0"/>
              <a:t>01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7250466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evision Histo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표 13">
            <a:extLst>
              <a:ext uri="{FF2B5EF4-FFF2-40B4-BE49-F238E27FC236}">
                <a16:creationId xmlns:a16="http://schemas.microsoft.com/office/drawing/2014/main" id="{7B5B99C1-755B-418A-AF7A-E112353631E5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467596048"/>
              </p:ext>
            </p:extLst>
          </p:nvPr>
        </p:nvGraphicFramePr>
        <p:xfrm>
          <a:off x="839414" y="1124744"/>
          <a:ext cx="10743288" cy="5220502"/>
        </p:xfrm>
        <a:graphic>
          <a:graphicData uri="http://schemas.openxmlformats.org/drawingml/2006/table">
            <a:tbl>
              <a:tblPr firstRow="1" bandRow="1">
                <a:tableStyleId>{EB344D84-9AFB-497E-A393-DC336BA19D2E}</a:tableStyleId>
              </a:tblPr>
              <a:tblGrid>
                <a:gridCol w="864098">
                  <a:extLst>
                    <a:ext uri="{9D8B030D-6E8A-4147-A177-3AD203B41FA5}">
                      <a16:colId xmlns:a16="http://schemas.microsoft.com/office/drawing/2014/main" val="2598232152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879198162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3535266955"/>
                    </a:ext>
                  </a:extLst>
                </a:gridCol>
                <a:gridCol w="6120680">
                  <a:extLst>
                    <a:ext uri="{9D8B030D-6E8A-4147-A177-3AD203B41FA5}">
                      <a16:colId xmlns:a16="http://schemas.microsoft.com/office/drawing/2014/main" val="1000969987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val="4176893632"/>
                    </a:ext>
                  </a:extLst>
                </a:gridCol>
                <a:gridCol w="1022206">
                  <a:extLst>
                    <a:ext uri="{9D8B030D-6E8A-4147-A177-3AD203B41FA5}">
                      <a16:colId xmlns:a16="http://schemas.microsoft.com/office/drawing/2014/main" val="1823104482"/>
                    </a:ext>
                  </a:extLst>
                </a:gridCol>
              </a:tblGrid>
              <a:tr h="43013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rgbClr val="393939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No.</a:t>
                      </a:r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rgbClr val="393939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Version</a:t>
                      </a:r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solidFill>
                            <a:srgbClr val="393939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변경일</a:t>
                      </a:r>
                    </a:p>
                  </a:txBody>
                  <a:tcPr anchor="ctr"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solidFill>
                            <a:srgbClr val="393939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변경내용</a:t>
                      </a:r>
                    </a:p>
                  </a:txBody>
                  <a:tcPr anchor="ctr"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solidFill>
                            <a:srgbClr val="393939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작성자</a:t>
                      </a:r>
                    </a:p>
                  </a:txBody>
                  <a:tcPr anchor="ctr"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solidFill>
                            <a:srgbClr val="393939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승인자</a:t>
                      </a:r>
                    </a:p>
                  </a:txBody>
                  <a:tcPr anchor="ctr"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4095972"/>
                  </a:ext>
                </a:extLst>
              </a:tr>
              <a:tr h="29939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rgbClr val="393939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rgbClr val="393939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0.1</a:t>
                      </a:r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2852735"/>
                  </a:ext>
                </a:extLst>
              </a:tr>
              <a:tr h="299398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3856841"/>
                  </a:ext>
                </a:extLst>
              </a:tr>
              <a:tr h="299398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3302717"/>
                  </a:ext>
                </a:extLst>
              </a:tr>
              <a:tr h="299398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5619570"/>
                  </a:ext>
                </a:extLst>
              </a:tr>
              <a:tr h="299398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408761"/>
                  </a:ext>
                </a:extLst>
              </a:tr>
              <a:tr h="299398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9052140"/>
                  </a:ext>
                </a:extLst>
              </a:tr>
              <a:tr h="299398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4605845"/>
                  </a:ext>
                </a:extLst>
              </a:tr>
              <a:tr h="299398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5158623"/>
                  </a:ext>
                </a:extLst>
              </a:tr>
              <a:tr h="299398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7452068"/>
                  </a:ext>
                </a:extLst>
              </a:tr>
              <a:tr h="299398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4061812"/>
                  </a:ext>
                </a:extLst>
              </a:tr>
              <a:tr h="299398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8869496"/>
                  </a:ext>
                </a:extLst>
              </a:tr>
              <a:tr h="299398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6365335"/>
                  </a:ext>
                </a:extLst>
              </a:tr>
              <a:tr h="299398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9517289"/>
                  </a:ext>
                </a:extLst>
              </a:tr>
              <a:tr h="299398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1672156"/>
                  </a:ext>
                </a:extLst>
              </a:tr>
              <a:tr h="299398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4494814"/>
                  </a:ext>
                </a:extLst>
              </a:tr>
              <a:tr h="299398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rgbClr val="393939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2532158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1821DA78-8A4A-4A12-B9F9-4EF034E1B41E}"/>
              </a:ext>
            </a:extLst>
          </p:cNvPr>
          <p:cNvSpPr txBox="1"/>
          <p:nvPr userDrawn="1"/>
        </p:nvSpPr>
        <p:spPr>
          <a:xfrm>
            <a:off x="745145" y="342181"/>
            <a:ext cx="622869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="1" kern="1200" noProof="0" dirty="0">
                <a:solidFill>
                  <a:schemeClr val="tx1"/>
                </a:solidFill>
                <a:latin typeface="+mj-ea"/>
                <a:ea typeface="+mj-ea"/>
                <a:cs typeface="+mj-cs"/>
              </a:rPr>
              <a:t>Revision History</a:t>
            </a:r>
            <a:endParaRPr lang="ko-KR" altLang="en-US" sz="3200" b="1" kern="1200" dirty="0">
              <a:solidFill>
                <a:schemeClr val="tx1"/>
              </a:solidFill>
              <a:latin typeface="+mj-ea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147038733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1">
            <a:extLst>
              <a:ext uri="{FF2B5EF4-FFF2-40B4-BE49-F238E27FC236}">
                <a16:creationId xmlns:a16="http://schemas.microsoft.com/office/drawing/2014/main" id="{1662C9F9-E77E-4BF7-A843-61D97FD3E83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31404" y="182543"/>
            <a:ext cx="9707848" cy="416675"/>
          </a:xfrm>
          <a:prstGeom prst="rect">
            <a:avLst/>
          </a:prstGeom>
        </p:spPr>
        <p:txBody>
          <a:bodyPr anchor="ctr"/>
          <a:lstStyle>
            <a:lvl1pPr>
              <a:defRPr kumimoji="1" lang="ko-KR" altLang="en-US" sz="1800" b="1" dirty="0" smtClean="0">
                <a:solidFill>
                  <a:schemeClr val="tx1"/>
                </a:solidFill>
                <a:latin typeface="+mj-lt"/>
                <a:ea typeface="+mj-ea"/>
                <a:cs typeface="+mn-cs"/>
              </a:defRPr>
            </a:lvl1pPr>
          </a:lstStyle>
          <a:p>
            <a:pPr marL="377999" lvl="0" indent="-377999" algn="l" rtl="0" eaLnBrk="0" fontAlgn="base" latinLnBrk="1" hangingPunct="0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buNone/>
            </a:pPr>
            <a:r>
              <a:rPr lang="ko-KR" altLang="en-US" dirty="0"/>
              <a:t>마스터 제목 스타일 편집</a:t>
            </a:r>
          </a:p>
        </p:txBody>
      </p:sp>
      <p:sp>
        <p:nvSpPr>
          <p:cNvPr id="6" name="텍스트 개체 틀 6">
            <a:extLst>
              <a:ext uri="{FF2B5EF4-FFF2-40B4-BE49-F238E27FC236}">
                <a16:creationId xmlns:a16="http://schemas.microsoft.com/office/drawing/2014/main" id="{D4AE3E2B-4E8C-4162-A5AA-5801B2E6FCC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019436" y="763574"/>
            <a:ext cx="9361040" cy="635223"/>
          </a:xfrm>
          <a:prstGeom prst="rect">
            <a:avLst/>
          </a:prstGeom>
        </p:spPr>
        <p:txBody>
          <a:bodyPr/>
          <a:lstStyle>
            <a:lvl1pPr marL="377999" indent="-377999">
              <a:lnSpc>
                <a:spcPts val="1800"/>
              </a:lnSpc>
              <a:buFont typeface="Wingdings" panose="05000000000000000000" pitchFamily="2" charset="2"/>
              <a:buChar char="l"/>
              <a:defRPr kumimoji="1" lang="ko-KR" altLang="en-US" sz="1200" b="1" kern="100" dirty="0">
                <a:solidFill>
                  <a:schemeClr val="tx1"/>
                </a:solidFill>
                <a:latin typeface="+mn-ea"/>
                <a:ea typeface="+mn-ea"/>
                <a:cs typeface="Times New Roman" panose="02020603050405020304" pitchFamily="18" charset="0"/>
              </a:defRPr>
            </a:lvl1pPr>
            <a:lvl2pPr>
              <a:lnSpc>
                <a:spcPts val="1800"/>
              </a:lnSpc>
              <a:defRPr sz="1000" b="1">
                <a:latin typeface="+mn-ea"/>
                <a:ea typeface="+mn-ea"/>
              </a:defRPr>
            </a:lvl2pPr>
          </a:lstStyle>
          <a:p>
            <a:pPr lvl="0"/>
            <a:r>
              <a:rPr lang="ko-KR" altLang="en-US" dirty="0"/>
              <a:t>마스터 텍스트 스타일을 편집합니다</a:t>
            </a:r>
            <a:endParaRPr lang="en-US" altLang="ko-KR" dirty="0"/>
          </a:p>
          <a:p>
            <a:pPr lvl="1"/>
            <a:endParaRPr lang="ko-KR" altLang="en-US" dirty="0"/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B3B61309-E2C1-4A72-B45F-5683582E6A1A}"/>
              </a:ext>
            </a:extLst>
          </p:cNvPr>
          <p:cNvCxnSpPr>
            <a:cxnSpLocks/>
          </p:cNvCxnSpPr>
          <p:nvPr userDrawn="1"/>
        </p:nvCxnSpPr>
        <p:spPr>
          <a:xfrm>
            <a:off x="731404" y="608979"/>
            <a:ext cx="10693188" cy="0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6611438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텍스트 개체 틀 2">
            <a:extLst>
              <a:ext uri="{FF2B5EF4-FFF2-40B4-BE49-F238E27FC236}">
                <a16:creationId xmlns:a16="http://schemas.microsoft.com/office/drawing/2014/main" id="{2FFAE89C-26C2-4A37-9703-B2554DC805D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40900" y="1247547"/>
            <a:ext cx="2417382" cy="336292"/>
          </a:xfrm>
          <a:prstGeom prst="rect">
            <a:avLst/>
          </a:prstGeom>
          <a:solidFill>
            <a:srgbClr val="121212"/>
          </a:solidFill>
        </p:spPr>
        <p:txBody>
          <a:bodyPr lIns="68415" tIns="34208" rIns="68415" bIns="34208" anchor="b"/>
          <a:lstStyle>
            <a:lvl1pPr marL="0" indent="0" algn="l">
              <a:buNone/>
              <a:defRPr sz="16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342077" indent="0">
              <a:buNone/>
              <a:defRPr sz="1500" b="1"/>
            </a:lvl2pPr>
            <a:lvl3pPr marL="684154" indent="0">
              <a:buNone/>
              <a:defRPr sz="1300" b="1"/>
            </a:lvl3pPr>
            <a:lvl4pPr marL="1026231" indent="0">
              <a:buNone/>
              <a:defRPr sz="1200" b="1"/>
            </a:lvl4pPr>
            <a:lvl5pPr marL="1368308" indent="0">
              <a:buNone/>
              <a:defRPr sz="1200" b="1"/>
            </a:lvl5pPr>
            <a:lvl6pPr marL="1710385" indent="0">
              <a:buNone/>
              <a:defRPr sz="1200" b="1"/>
            </a:lvl6pPr>
            <a:lvl7pPr marL="2052462" indent="0">
              <a:buNone/>
              <a:defRPr sz="1200" b="1"/>
            </a:lvl7pPr>
            <a:lvl8pPr marL="2394539" indent="0">
              <a:buNone/>
              <a:defRPr sz="1200" b="1"/>
            </a:lvl8pPr>
            <a:lvl9pPr marL="2736616" indent="0">
              <a:buNone/>
              <a:defRPr sz="1200" b="1"/>
            </a:lvl9pPr>
          </a:lstStyle>
          <a:p>
            <a:pPr lvl="0"/>
            <a:endParaRPr lang="ko-KR" altLang="en-US" dirty="0"/>
          </a:p>
        </p:txBody>
      </p:sp>
      <p:sp>
        <p:nvSpPr>
          <p:cNvPr id="8" name="내용 개체 틀 3">
            <a:extLst>
              <a:ext uri="{FF2B5EF4-FFF2-40B4-BE49-F238E27FC236}">
                <a16:creationId xmlns:a16="http://schemas.microsoft.com/office/drawing/2014/main" id="{96E08EBE-2F64-4036-98B1-F4BA03AA5CC6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762726" y="1658744"/>
            <a:ext cx="10815294" cy="258087"/>
          </a:xfrm>
          <a:prstGeom prst="rect">
            <a:avLst/>
          </a:prstGeom>
        </p:spPr>
        <p:txBody>
          <a:bodyPr lIns="68415" tIns="34208" rIns="68415" bIns="34208"/>
          <a:lstStyle>
            <a:lvl1pPr marL="171450" indent="-171450">
              <a:lnSpc>
                <a:spcPct val="120000"/>
              </a:lnSpc>
              <a:buFont typeface="Arial" panose="020B0604020202020204" pitchFamily="34" charset="0"/>
              <a:buChar char="•"/>
              <a:defRPr sz="1100"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>
              <a:defRPr sz="1500"/>
            </a:lvl2pPr>
            <a:lvl3pPr>
              <a:defRPr sz="13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endParaRPr lang="ko-KR" altLang="en-US" dirty="0"/>
          </a:p>
        </p:txBody>
      </p:sp>
      <p:sp>
        <p:nvSpPr>
          <p:cNvPr id="9" name="제목 1">
            <a:extLst>
              <a:ext uri="{FF2B5EF4-FFF2-40B4-BE49-F238E27FC236}">
                <a16:creationId xmlns:a16="http://schemas.microsoft.com/office/drawing/2014/main" id="{ABED9E1D-64CA-4CB7-A7ED-14931573D51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7407" y="404664"/>
            <a:ext cx="10815295" cy="576064"/>
          </a:xfrm>
          <a:prstGeom prst="rect">
            <a:avLst/>
          </a:prstGeom>
        </p:spPr>
        <p:txBody>
          <a:bodyPr lIns="68415" tIns="34208" rIns="68415" bIns="34208"/>
          <a:lstStyle>
            <a:lvl1pPr algn="l">
              <a:defRPr sz="3200" b="1"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endParaRPr lang="ko-KR" altLang="en-US" dirty="0"/>
          </a:p>
        </p:txBody>
      </p:sp>
      <p:sp>
        <p:nvSpPr>
          <p:cNvPr id="10" name="내용 개체 틀 3">
            <a:extLst>
              <a:ext uri="{FF2B5EF4-FFF2-40B4-BE49-F238E27FC236}">
                <a16:creationId xmlns:a16="http://schemas.microsoft.com/office/drawing/2014/main" id="{5DD97E93-B710-47CB-BFCE-00E680ED8A1C}"/>
              </a:ext>
            </a:extLst>
          </p:cNvPr>
          <p:cNvSpPr>
            <a:spLocks noGrp="1"/>
          </p:cNvSpPr>
          <p:nvPr>
            <p:ph sz="half" idx="11"/>
          </p:nvPr>
        </p:nvSpPr>
        <p:spPr>
          <a:xfrm>
            <a:off x="767407" y="2685858"/>
            <a:ext cx="10815294" cy="862693"/>
          </a:xfrm>
          <a:prstGeom prst="rect">
            <a:avLst/>
          </a:prstGeom>
        </p:spPr>
        <p:txBody>
          <a:bodyPr lIns="68415" tIns="34208" rIns="68415" bIns="34208"/>
          <a:lstStyle>
            <a:lvl1pPr marL="171450" indent="-171450">
              <a:lnSpc>
                <a:spcPct val="150000"/>
              </a:lnSpc>
              <a:buFont typeface="Arial" panose="020B0604020202020204" pitchFamily="34" charset="0"/>
              <a:buChar char="•"/>
              <a:defRPr sz="1000"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>
              <a:defRPr sz="1500"/>
            </a:lvl2pPr>
            <a:lvl3pPr>
              <a:defRPr sz="13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endParaRPr lang="en-US" altLang="ko-KR" dirty="0"/>
          </a:p>
        </p:txBody>
      </p:sp>
      <p:sp>
        <p:nvSpPr>
          <p:cNvPr id="11" name="내용 개체 틀 3">
            <a:extLst>
              <a:ext uri="{FF2B5EF4-FFF2-40B4-BE49-F238E27FC236}">
                <a16:creationId xmlns:a16="http://schemas.microsoft.com/office/drawing/2014/main" id="{6DE402A5-1D85-467E-804A-4F981AD8A330}"/>
              </a:ext>
            </a:extLst>
          </p:cNvPr>
          <p:cNvSpPr>
            <a:spLocks noGrp="1"/>
          </p:cNvSpPr>
          <p:nvPr>
            <p:ph sz="half" idx="13"/>
          </p:nvPr>
        </p:nvSpPr>
        <p:spPr>
          <a:xfrm>
            <a:off x="762727" y="4015304"/>
            <a:ext cx="10815294" cy="639536"/>
          </a:xfrm>
          <a:prstGeom prst="rect">
            <a:avLst/>
          </a:prstGeom>
        </p:spPr>
        <p:txBody>
          <a:bodyPr lIns="68415" tIns="34208" rIns="68415" bIns="34208"/>
          <a:lstStyle>
            <a:lvl1pPr marL="171450" indent="-171450">
              <a:lnSpc>
                <a:spcPct val="150000"/>
              </a:lnSpc>
              <a:buFont typeface="Arial" panose="020B0604020202020204" pitchFamily="34" charset="0"/>
              <a:buChar char="•"/>
              <a:defRPr sz="1000"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>
              <a:defRPr sz="1500"/>
            </a:lvl2pPr>
            <a:lvl3pPr>
              <a:defRPr sz="13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endParaRPr lang="en-US" altLang="ko-KR" dirty="0"/>
          </a:p>
        </p:txBody>
      </p:sp>
      <p:sp>
        <p:nvSpPr>
          <p:cNvPr id="12" name="내용 개체 틀 3">
            <a:extLst>
              <a:ext uri="{FF2B5EF4-FFF2-40B4-BE49-F238E27FC236}">
                <a16:creationId xmlns:a16="http://schemas.microsoft.com/office/drawing/2014/main" id="{37B18CFD-A4A1-4DF1-9F33-2228C8DC16B1}"/>
              </a:ext>
            </a:extLst>
          </p:cNvPr>
          <p:cNvSpPr>
            <a:spLocks noGrp="1"/>
          </p:cNvSpPr>
          <p:nvPr>
            <p:ph sz="half" idx="15"/>
          </p:nvPr>
        </p:nvSpPr>
        <p:spPr>
          <a:xfrm>
            <a:off x="762727" y="5385388"/>
            <a:ext cx="5333273" cy="639536"/>
          </a:xfrm>
          <a:prstGeom prst="rect">
            <a:avLst/>
          </a:prstGeom>
        </p:spPr>
        <p:txBody>
          <a:bodyPr lIns="68415" tIns="34208" rIns="68415" bIns="34208"/>
          <a:lstStyle>
            <a:lvl1pPr marL="171450" indent="-171450">
              <a:lnSpc>
                <a:spcPct val="150000"/>
              </a:lnSpc>
              <a:buFont typeface="Arial" panose="020B0604020202020204" pitchFamily="34" charset="0"/>
              <a:buChar char="•"/>
              <a:defRPr sz="1100"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>
              <a:defRPr sz="1500"/>
            </a:lvl2pPr>
            <a:lvl3pPr>
              <a:defRPr sz="13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endParaRPr lang="en-US" altLang="ko-KR" dirty="0"/>
          </a:p>
        </p:txBody>
      </p:sp>
      <p:sp>
        <p:nvSpPr>
          <p:cNvPr id="13" name="내용 개체 틀 3">
            <a:extLst>
              <a:ext uri="{FF2B5EF4-FFF2-40B4-BE49-F238E27FC236}">
                <a16:creationId xmlns:a16="http://schemas.microsoft.com/office/drawing/2014/main" id="{15D26BC7-8465-44E3-812E-CF519DCBE0AB}"/>
              </a:ext>
            </a:extLst>
          </p:cNvPr>
          <p:cNvSpPr>
            <a:spLocks noGrp="1"/>
          </p:cNvSpPr>
          <p:nvPr>
            <p:ph sz="half" idx="16"/>
          </p:nvPr>
        </p:nvSpPr>
        <p:spPr>
          <a:xfrm>
            <a:off x="6096000" y="5385388"/>
            <a:ext cx="5333273" cy="639536"/>
          </a:xfrm>
          <a:prstGeom prst="rect">
            <a:avLst/>
          </a:prstGeom>
        </p:spPr>
        <p:txBody>
          <a:bodyPr lIns="68415" tIns="34208" rIns="68415" bIns="34208"/>
          <a:lstStyle>
            <a:lvl1pPr marL="171450" indent="-171450">
              <a:lnSpc>
                <a:spcPct val="150000"/>
              </a:lnSpc>
              <a:buFont typeface="Arial" panose="020B0604020202020204" pitchFamily="34" charset="0"/>
              <a:buChar char="•"/>
              <a:defRPr sz="1100"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>
              <a:defRPr sz="1500"/>
            </a:lvl2pPr>
            <a:lvl3pPr>
              <a:defRPr sz="13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endParaRPr lang="en-US" altLang="ko-KR" dirty="0"/>
          </a:p>
        </p:txBody>
      </p:sp>
      <p:sp>
        <p:nvSpPr>
          <p:cNvPr id="14" name="텍스트 개체 틀 2">
            <a:extLst>
              <a:ext uri="{FF2B5EF4-FFF2-40B4-BE49-F238E27FC236}">
                <a16:creationId xmlns:a16="http://schemas.microsoft.com/office/drawing/2014/main" id="{0675D0C7-74F0-4E24-B5CD-9E41D747A518}"/>
              </a:ext>
            </a:extLst>
          </p:cNvPr>
          <p:cNvSpPr>
            <a:spLocks noGrp="1"/>
          </p:cNvSpPr>
          <p:nvPr>
            <p:ph type="body" idx="17"/>
          </p:nvPr>
        </p:nvSpPr>
        <p:spPr>
          <a:xfrm>
            <a:off x="840899" y="2258555"/>
            <a:ext cx="2417383" cy="336292"/>
          </a:xfrm>
          <a:prstGeom prst="rect">
            <a:avLst/>
          </a:prstGeom>
          <a:solidFill>
            <a:srgbClr val="121212"/>
          </a:solidFill>
        </p:spPr>
        <p:txBody>
          <a:bodyPr lIns="68415" tIns="34208" rIns="68415" bIns="34208" anchor="b"/>
          <a:lstStyle>
            <a:lvl1pPr marL="0" indent="0" algn="l">
              <a:buNone/>
              <a:defRPr sz="16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342077" indent="0">
              <a:buNone/>
              <a:defRPr sz="1500" b="1"/>
            </a:lvl2pPr>
            <a:lvl3pPr marL="684154" indent="0">
              <a:buNone/>
              <a:defRPr sz="1300" b="1"/>
            </a:lvl3pPr>
            <a:lvl4pPr marL="1026231" indent="0">
              <a:buNone/>
              <a:defRPr sz="1200" b="1"/>
            </a:lvl4pPr>
            <a:lvl5pPr marL="1368308" indent="0">
              <a:buNone/>
              <a:defRPr sz="1200" b="1"/>
            </a:lvl5pPr>
            <a:lvl6pPr marL="1710385" indent="0">
              <a:buNone/>
              <a:defRPr sz="1200" b="1"/>
            </a:lvl6pPr>
            <a:lvl7pPr marL="2052462" indent="0">
              <a:buNone/>
              <a:defRPr sz="1200" b="1"/>
            </a:lvl7pPr>
            <a:lvl8pPr marL="2394539" indent="0">
              <a:buNone/>
              <a:defRPr sz="1200" b="1"/>
            </a:lvl8pPr>
            <a:lvl9pPr marL="2736616" indent="0">
              <a:buNone/>
              <a:defRPr sz="1200" b="1"/>
            </a:lvl9pPr>
          </a:lstStyle>
          <a:p>
            <a:pPr lvl="0"/>
            <a:endParaRPr lang="ko-KR" altLang="en-US" dirty="0"/>
          </a:p>
        </p:txBody>
      </p:sp>
      <p:sp>
        <p:nvSpPr>
          <p:cNvPr id="15" name="텍스트 개체 틀 2">
            <a:extLst>
              <a:ext uri="{FF2B5EF4-FFF2-40B4-BE49-F238E27FC236}">
                <a16:creationId xmlns:a16="http://schemas.microsoft.com/office/drawing/2014/main" id="{B9546058-31E6-4BFA-A53A-87FBEE9B9A20}"/>
              </a:ext>
            </a:extLst>
          </p:cNvPr>
          <p:cNvSpPr>
            <a:spLocks noGrp="1"/>
          </p:cNvSpPr>
          <p:nvPr>
            <p:ph type="body" idx="18"/>
          </p:nvPr>
        </p:nvSpPr>
        <p:spPr>
          <a:xfrm>
            <a:off x="840899" y="3613782"/>
            <a:ext cx="2417384" cy="336292"/>
          </a:xfrm>
          <a:prstGeom prst="rect">
            <a:avLst/>
          </a:prstGeom>
          <a:solidFill>
            <a:srgbClr val="121212"/>
          </a:solidFill>
        </p:spPr>
        <p:txBody>
          <a:bodyPr lIns="68415" tIns="34208" rIns="68415" bIns="34208" anchor="b"/>
          <a:lstStyle>
            <a:lvl1pPr marL="0" indent="0" algn="l">
              <a:buNone/>
              <a:defRPr sz="16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342077" indent="0">
              <a:buNone/>
              <a:defRPr sz="1500" b="1"/>
            </a:lvl2pPr>
            <a:lvl3pPr marL="684154" indent="0">
              <a:buNone/>
              <a:defRPr sz="1300" b="1"/>
            </a:lvl3pPr>
            <a:lvl4pPr marL="1026231" indent="0">
              <a:buNone/>
              <a:defRPr sz="1200" b="1"/>
            </a:lvl4pPr>
            <a:lvl5pPr marL="1368308" indent="0">
              <a:buNone/>
              <a:defRPr sz="1200" b="1"/>
            </a:lvl5pPr>
            <a:lvl6pPr marL="1710385" indent="0">
              <a:buNone/>
              <a:defRPr sz="1200" b="1"/>
            </a:lvl6pPr>
            <a:lvl7pPr marL="2052462" indent="0">
              <a:buNone/>
              <a:defRPr sz="1200" b="1"/>
            </a:lvl7pPr>
            <a:lvl8pPr marL="2394539" indent="0">
              <a:buNone/>
              <a:defRPr sz="1200" b="1"/>
            </a:lvl8pPr>
            <a:lvl9pPr marL="2736616" indent="0">
              <a:buNone/>
              <a:defRPr sz="1200" b="1"/>
            </a:lvl9pPr>
          </a:lstStyle>
          <a:p>
            <a:pPr lvl="0"/>
            <a:endParaRPr lang="ko-KR" altLang="en-US" dirty="0"/>
          </a:p>
        </p:txBody>
      </p:sp>
      <p:sp>
        <p:nvSpPr>
          <p:cNvPr id="16" name="텍스트 개체 틀 2">
            <a:extLst>
              <a:ext uri="{FF2B5EF4-FFF2-40B4-BE49-F238E27FC236}">
                <a16:creationId xmlns:a16="http://schemas.microsoft.com/office/drawing/2014/main" id="{BA82B758-C36F-4C38-946D-1DE2884F54DE}"/>
              </a:ext>
            </a:extLst>
          </p:cNvPr>
          <p:cNvSpPr>
            <a:spLocks noGrp="1"/>
          </p:cNvSpPr>
          <p:nvPr>
            <p:ph type="body" idx="19"/>
          </p:nvPr>
        </p:nvSpPr>
        <p:spPr>
          <a:xfrm>
            <a:off x="837494" y="4913593"/>
            <a:ext cx="2420789" cy="336292"/>
          </a:xfrm>
          <a:prstGeom prst="rect">
            <a:avLst/>
          </a:prstGeom>
          <a:solidFill>
            <a:srgbClr val="121212"/>
          </a:solidFill>
        </p:spPr>
        <p:txBody>
          <a:bodyPr lIns="68415" tIns="34208" rIns="68415" bIns="34208" anchor="b"/>
          <a:lstStyle>
            <a:lvl1pPr marL="0" indent="0" algn="l">
              <a:buNone/>
              <a:defRPr sz="16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342077" indent="0">
              <a:buNone/>
              <a:defRPr sz="1500" b="1"/>
            </a:lvl2pPr>
            <a:lvl3pPr marL="684154" indent="0">
              <a:buNone/>
              <a:defRPr sz="1300" b="1"/>
            </a:lvl3pPr>
            <a:lvl4pPr marL="1026231" indent="0">
              <a:buNone/>
              <a:defRPr sz="1200" b="1"/>
            </a:lvl4pPr>
            <a:lvl5pPr marL="1368308" indent="0">
              <a:buNone/>
              <a:defRPr sz="1200" b="1"/>
            </a:lvl5pPr>
            <a:lvl6pPr marL="1710385" indent="0">
              <a:buNone/>
              <a:defRPr sz="1200" b="1"/>
            </a:lvl6pPr>
            <a:lvl7pPr marL="2052462" indent="0">
              <a:buNone/>
              <a:defRPr sz="1200" b="1"/>
            </a:lvl7pPr>
            <a:lvl8pPr marL="2394539" indent="0">
              <a:buNone/>
              <a:defRPr sz="1200" b="1"/>
            </a:lvl8pPr>
            <a:lvl9pPr marL="2736616" indent="0">
              <a:buNone/>
              <a:defRPr sz="1200" b="1"/>
            </a:lvl9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7925712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텍스트 개체 틀 2">
            <a:extLst>
              <a:ext uri="{FF2B5EF4-FFF2-40B4-BE49-F238E27FC236}">
                <a16:creationId xmlns:a16="http://schemas.microsoft.com/office/drawing/2014/main" id="{E78587AB-5770-4348-BEE8-0D7014F528F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47973" y="2147161"/>
            <a:ext cx="2403710" cy="336292"/>
          </a:xfrm>
          <a:prstGeom prst="rect">
            <a:avLst/>
          </a:prstGeom>
          <a:noFill/>
        </p:spPr>
        <p:txBody>
          <a:bodyPr lIns="68415" tIns="34208" rIns="68415" bIns="34208" anchor="b"/>
          <a:lstStyle>
            <a:lvl1pPr marL="0" indent="0" algn="ctr">
              <a:buNone/>
              <a:defRPr sz="1600" b="1">
                <a:solidFill>
                  <a:srgbClr val="121212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342077" indent="0">
              <a:buNone/>
              <a:defRPr sz="1500" b="1"/>
            </a:lvl2pPr>
            <a:lvl3pPr marL="684154" indent="0">
              <a:buNone/>
              <a:defRPr sz="1300" b="1"/>
            </a:lvl3pPr>
            <a:lvl4pPr marL="1026231" indent="0">
              <a:buNone/>
              <a:defRPr sz="1200" b="1"/>
            </a:lvl4pPr>
            <a:lvl5pPr marL="1368308" indent="0">
              <a:buNone/>
              <a:defRPr sz="1200" b="1"/>
            </a:lvl5pPr>
            <a:lvl6pPr marL="1710385" indent="0">
              <a:buNone/>
              <a:defRPr sz="1200" b="1"/>
            </a:lvl6pPr>
            <a:lvl7pPr marL="2052462" indent="0">
              <a:buNone/>
              <a:defRPr sz="1200" b="1"/>
            </a:lvl7pPr>
            <a:lvl8pPr marL="2394539" indent="0">
              <a:buNone/>
              <a:defRPr sz="1200" b="1"/>
            </a:lvl8pPr>
            <a:lvl9pPr marL="2736616" indent="0">
              <a:buNone/>
              <a:defRPr sz="1200" b="1"/>
            </a:lvl9pPr>
          </a:lstStyle>
          <a:p>
            <a:pPr lvl="0"/>
            <a:endParaRPr lang="ko-KR" altLang="en-US" dirty="0"/>
          </a:p>
        </p:txBody>
      </p:sp>
      <p:sp>
        <p:nvSpPr>
          <p:cNvPr id="8" name="내용 개체 틀 3">
            <a:extLst>
              <a:ext uri="{FF2B5EF4-FFF2-40B4-BE49-F238E27FC236}">
                <a16:creationId xmlns:a16="http://schemas.microsoft.com/office/drawing/2014/main" id="{77389F80-B845-4958-B8DD-4E07D70F380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47974" y="2790373"/>
            <a:ext cx="2403710" cy="3020062"/>
          </a:xfrm>
          <a:prstGeom prst="rect">
            <a:avLst/>
          </a:prstGeom>
        </p:spPr>
        <p:txBody>
          <a:bodyPr lIns="68415" tIns="34208" rIns="68415" bIns="34208"/>
          <a:lstStyle>
            <a:lvl1pPr marL="171450" indent="-171450">
              <a:lnSpc>
                <a:spcPct val="120000"/>
              </a:lnSpc>
              <a:buFont typeface="Arial" panose="020B0604020202020204" pitchFamily="34" charset="0"/>
              <a:buChar char="•"/>
              <a:defRPr sz="1100" b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>
              <a:defRPr sz="1500"/>
            </a:lvl2pPr>
            <a:lvl3pPr>
              <a:defRPr sz="13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endParaRPr lang="ko-KR" altLang="en-US" dirty="0"/>
          </a:p>
        </p:txBody>
      </p:sp>
      <p:sp>
        <p:nvSpPr>
          <p:cNvPr id="9" name="제목 1">
            <a:extLst>
              <a:ext uri="{FF2B5EF4-FFF2-40B4-BE49-F238E27FC236}">
                <a16:creationId xmlns:a16="http://schemas.microsoft.com/office/drawing/2014/main" id="{23248DF7-D6D4-4F8F-8D70-ACCD03D84E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7407" y="404664"/>
            <a:ext cx="10815295" cy="576064"/>
          </a:xfrm>
          <a:prstGeom prst="rect">
            <a:avLst/>
          </a:prstGeom>
        </p:spPr>
        <p:txBody>
          <a:bodyPr lIns="68415" tIns="34208" rIns="68415" bIns="34208"/>
          <a:lstStyle>
            <a:lvl1pPr algn="l">
              <a:defRPr sz="3200" b="1"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endParaRPr lang="ko-KR" altLang="en-US" dirty="0"/>
          </a:p>
        </p:txBody>
      </p:sp>
      <p:sp>
        <p:nvSpPr>
          <p:cNvPr id="10" name="내용 개체 틀 3">
            <a:extLst>
              <a:ext uri="{FF2B5EF4-FFF2-40B4-BE49-F238E27FC236}">
                <a16:creationId xmlns:a16="http://schemas.microsoft.com/office/drawing/2014/main" id="{81F1EDFC-76D6-4E99-A218-D8E85DBD30F4}"/>
              </a:ext>
            </a:extLst>
          </p:cNvPr>
          <p:cNvSpPr>
            <a:spLocks noGrp="1"/>
          </p:cNvSpPr>
          <p:nvPr>
            <p:ph sz="half" idx="11"/>
          </p:nvPr>
        </p:nvSpPr>
        <p:spPr>
          <a:xfrm>
            <a:off x="3535142" y="2790373"/>
            <a:ext cx="2403710" cy="3020064"/>
          </a:xfrm>
          <a:prstGeom prst="rect">
            <a:avLst/>
          </a:prstGeom>
        </p:spPr>
        <p:txBody>
          <a:bodyPr lIns="68415" tIns="34208" rIns="68415" bIns="34208"/>
          <a:lstStyle>
            <a:lvl1pPr marL="171450" indent="-171450">
              <a:lnSpc>
                <a:spcPct val="150000"/>
              </a:lnSpc>
              <a:buFont typeface="Arial" panose="020B0604020202020204" pitchFamily="34" charset="0"/>
              <a:buChar char="•"/>
              <a:defRPr sz="1000" b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>
              <a:defRPr sz="1500"/>
            </a:lvl2pPr>
            <a:lvl3pPr>
              <a:defRPr sz="13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endParaRPr lang="en-US" altLang="ko-KR" dirty="0"/>
          </a:p>
        </p:txBody>
      </p:sp>
      <p:sp>
        <p:nvSpPr>
          <p:cNvPr id="11" name="내용 개체 틀 3">
            <a:extLst>
              <a:ext uri="{FF2B5EF4-FFF2-40B4-BE49-F238E27FC236}">
                <a16:creationId xmlns:a16="http://schemas.microsoft.com/office/drawing/2014/main" id="{441B36D0-6772-4C75-8313-42F1623872F2}"/>
              </a:ext>
            </a:extLst>
          </p:cNvPr>
          <p:cNvSpPr>
            <a:spLocks noGrp="1"/>
          </p:cNvSpPr>
          <p:nvPr>
            <p:ph sz="half" idx="13"/>
          </p:nvPr>
        </p:nvSpPr>
        <p:spPr>
          <a:xfrm>
            <a:off x="6256794" y="2790373"/>
            <a:ext cx="2403710" cy="3020064"/>
          </a:xfrm>
          <a:prstGeom prst="rect">
            <a:avLst/>
          </a:prstGeom>
        </p:spPr>
        <p:txBody>
          <a:bodyPr lIns="68415" tIns="34208" rIns="68415" bIns="34208"/>
          <a:lstStyle>
            <a:lvl1pPr marL="171450" indent="-171450">
              <a:lnSpc>
                <a:spcPct val="150000"/>
              </a:lnSpc>
              <a:buFont typeface="Arial" panose="020B0604020202020204" pitchFamily="34" charset="0"/>
              <a:buChar char="•"/>
              <a:defRPr sz="1000" b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>
              <a:defRPr sz="1500"/>
            </a:lvl2pPr>
            <a:lvl3pPr>
              <a:defRPr sz="13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endParaRPr lang="en-US" altLang="ko-KR" dirty="0"/>
          </a:p>
        </p:txBody>
      </p:sp>
      <p:sp>
        <p:nvSpPr>
          <p:cNvPr id="12" name="내용 개체 틀 3">
            <a:extLst>
              <a:ext uri="{FF2B5EF4-FFF2-40B4-BE49-F238E27FC236}">
                <a16:creationId xmlns:a16="http://schemas.microsoft.com/office/drawing/2014/main" id="{CDA65BD1-CC03-4940-84E6-7935312C7316}"/>
              </a:ext>
            </a:extLst>
          </p:cNvPr>
          <p:cNvSpPr>
            <a:spLocks noGrp="1"/>
          </p:cNvSpPr>
          <p:nvPr>
            <p:ph sz="half" idx="15"/>
          </p:nvPr>
        </p:nvSpPr>
        <p:spPr>
          <a:xfrm>
            <a:off x="8940316" y="2790372"/>
            <a:ext cx="2403710" cy="3020065"/>
          </a:xfrm>
          <a:prstGeom prst="rect">
            <a:avLst/>
          </a:prstGeom>
        </p:spPr>
        <p:txBody>
          <a:bodyPr lIns="68415" tIns="34208" rIns="68415" bIns="34208"/>
          <a:lstStyle>
            <a:lvl1pPr marL="171450" indent="-171450">
              <a:lnSpc>
                <a:spcPct val="150000"/>
              </a:lnSpc>
              <a:buFont typeface="Arial" panose="020B0604020202020204" pitchFamily="34" charset="0"/>
              <a:buChar char="•"/>
              <a:defRPr sz="1100" b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>
              <a:defRPr sz="1500"/>
            </a:lvl2pPr>
            <a:lvl3pPr>
              <a:defRPr sz="13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endParaRPr lang="en-US" altLang="ko-KR" dirty="0"/>
          </a:p>
        </p:txBody>
      </p:sp>
      <p:sp>
        <p:nvSpPr>
          <p:cNvPr id="13" name="텍스트 개체 틀 2">
            <a:extLst>
              <a:ext uri="{FF2B5EF4-FFF2-40B4-BE49-F238E27FC236}">
                <a16:creationId xmlns:a16="http://schemas.microsoft.com/office/drawing/2014/main" id="{8ED74EE4-7B4D-4879-8C22-661E78387330}"/>
              </a:ext>
            </a:extLst>
          </p:cNvPr>
          <p:cNvSpPr>
            <a:spLocks noGrp="1"/>
          </p:cNvSpPr>
          <p:nvPr>
            <p:ph type="body" idx="17"/>
          </p:nvPr>
        </p:nvSpPr>
        <p:spPr>
          <a:xfrm>
            <a:off x="3531496" y="2147161"/>
            <a:ext cx="2403712" cy="336292"/>
          </a:xfrm>
          <a:prstGeom prst="rect">
            <a:avLst/>
          </a:prstGeom>
          <a:noFill/>
        </p:spPr>
        <p:txBody>
          <a:bodyPr lIns="68415" tIns="34208" rIns="68415" bIns="34208" anchor="b"/>
          <a:lstStyle>
            <a:lvl1pPr marL="0" indent="0" algn="ctr">
              <a:buNone/>
              <a:defRPr sz="1600" b="1">
                <a:solidFill>
                  <a:srgbClr val="121212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342077" indent="0">
              <a:buNone/>
              <a:defRPr sz="1500" b="1"/>
            </a:lvl2pPr>
            <a:lvl3pPr marL="684154" indent="0">
              <a:buNone/>
              <a:defRPr sz="1300" b="1"/>
            </a:lvl3pPr>
            <a:lvl4pPr marL="1026231" indent="0">
              <a:buNone/>
              <a:defRPr sz="1200" b="1"/>
            </a:lvl4pPr>
            <a:lvl5pPr marL="1368308" indent="0">
              <a:buNone/>
              <a:defRPr sz="1200" b="1"/>
            </a:lvl5pPr>
            <a:lvl6pPr marL="1710385" indent="0">
              <a:buNone/>
              <a:defRPr sz="1200" b="1"/>
            </a:lvl6pPr>
            <a:lvl7pPr marL="2052462" indent="0">
              <a:buNone/>
              <a:defRPr sz="1200" b="1"/>
            </a:lvl7pPr>
            <a:lvl8pPr marL="2394539" indent="0">
              <a:buNone/>
              <a:defRPr sz="1200" b="1"/>
            </a:lvl8pPr>
            <a:lvl9pPr marL="2736616" indent="0">
              <a:buNone/>
              <a:defRPr sz="1200" b="1"/>
            </a:lvl9pPr>
          </a:lstStyle>
          <a:p>
            <a:pPr lvl="0"/>
            <a:endParaRPr lang="ko-KR" altLang="en-US" dirty="0"/>
          </a:p>
        </p:txBody>
      </p:sp>
      <p:sp>
        <p:nvSpPr>
          <p:cNvPr id="14" name="텍스트 개체 틀 2">
            <a:extLst>
              <a:ext uri="{FF2B5EF4-FFF2-40B4-BE49-F238E27FC236}">
                <a16:creationId xmlns:a16="http://schemas.microsoft.com/office/drawing/2014/main" id="{E44D078F-D20D-4923-AD68-FB0A14D62660}"/>
              </a:ext>
            </a:extLst>
          </p:cNvPr>
          <p:cNvSpPr>
            <a:spLocks noGrp="1"/>
          </p:cNvSpPr>
          <p:nvPr>
            <p:ph type="body" idx="18"/>
          </p:nvPr>
        </p:nvSpPr>
        <p:spPr>
          <a:xfrm>
            <a:off x="6256794" y="2147161"/>
            <a:ext cx="2403710" cy="336292"/>
          </a:xfrm>
          <a:prstGeom prst="rect">
            <a:avLst/>
          </a:prstGeom>
          <a:noFill/>
        </p:spPr>
        <p:txBody>
          <a:bodyPr lIns="68415" tIns="34208" rIns="68415" bIns="34208" anchor="b"/>
          <a:lstStyle>
            <a:lvl1pPr marL="0" indent="0" algn="ctr">
              <a:buNone/>
              <a:defRPr sz="1600" b="1">
                <a:solidFill>
                  <a:srgbClr val="121212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342077" indent="0">
              <a:buNone/>
              <a:defRPr sz="1500" b="1"/>
            </a:lvl2pPr>
            <a:lvl3pPr marL="684154" indent="0">
              <a:buNone/>
              <a:defRPr sz="1300" b="1"/>
            </a:lvl3pPr>
            <a:lvl4pPr marL="1026231" indent="0">
              <a:buNone/>
              <a:defRPr sz="1200" b="1"/>
            </a:lvl4pPr>
            <a:lvl5pPr marL="1368308" indent="0">
              <a:buNone/>
              <a:defRPr sz="1200" b="1"/>
            </a:lvl5pPr>
            <a:lvl6pPr marL="1710385" indent="0">
              <a:buNone/>
              <a:defRPr sz="1200" b="1"/>
            </a:lvl6pPr>
            <a:lvl7pPr marL="2052462" indent="0">
              <a:buNone/>
              <a:defRPr sz="1200" b="1"/>
            </a:lvl7pPr>
            <a:lvl8pPr marL="2394539" indent="0">
              <a:buNone/>
              <a:defRPr sz="1200" b="1"/>
            </a:lvl8pPr>
            <a:lvl9pPr marL="2736616" indent="0">
              <a:buNone/>
              <a:defRPr sz="1200" b="1"/>
            </a:lvl9pPr>
          </a:lstStyle>
          <a:p>
            <a:pPr lvl="0"/>
            <a:endParaRPr lang="ko-KR" altLang="en-US" dirty="0"/>
          </a:p>
        </p:txBody>
      </p:sp>
      <p:sp>
        <p:nvSpPr>
          <p:cNvPr id="15" name="텍스트 개체 틀 2">
            <a:extLst>
              <a:ext uri="{FF2B5EF4-FFF2-40B4-BE49-F238E27FC236}">
                <a16:creationId xmlns:a16="http://schemas.microsoft.com/office/drawing/2014/main" id="{E2D1E237-2CDF-42AA-9676-9428D1707D40}"/>
              </a:ext>
            </a:extLst>
          </p:cNvPr>
          <p:cNvSpPr>
            <a:spLocks noGrp="1"/>
          </p:cNvSpPr>
          <p:nvPr>
            <p:ph type="body" idx="19"/>
          </p:nvPr>
        </p:nvSpPr>
        <p:spPr>
          <a:xfrm>
            <a:off x="8940316" y="2147161"/>
            <a:ext cx="2403710" cy="336292"/>
          </a:xfrm>
          <a:prstGeom prst="rect">
            <a:avLst/>
          </a:prstGeom>
          <a:noFill/>
        </p:spPr>
        <p:txBody>
          <a:bodyPr lIns="68415" tIns="34208" rIns="68415" bIns="34208" anchor="b"/>
          <a:lstStyle>
            <a:lvl1pPr marL="0" indent="0" algn="ctr">
              <a:buNone/>
              <a:defRPr sz="1600" b="1">
                <a:solidFill>
                  <a:srgbClr val="121212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342077" indent="0">
              <a:buNone/>
              <a:defRPr sz="1500" b="1"/>
            </a:lvl2pPr>
            <a:lvl3pPr marL="684154" indent="0">
              <a:buNone/>
              <a:defRPr sz="1300" b="1"/>
            </a:lvl3pPr>
            <a:lvl4pPr marL="1026231" indent="0">
              <a:buNone/>
              <a:defRPr sz="1200" b="1"/>
            </a:lvl4pPr>
            <a:lvl5pPr marL="1368308" indent="0">
              <a:buNone/>
              <a:defRPr sz="1200" b="1"/>
            </a:lvl5pPr>
            <a:lvl6pPr marL="1710385" indent="0">
              <a:buNone/>
              <a:defRPr sz="1200" b="1"/>
            </a:lvl6pPr>
            <a:lvl7pPr marL="2052462" indent="0">
              <a:buNone/>
              <a:defRPr sz="1200" b="1"/>
            </a:lvl7pPr>
            <a:lvl8pPr marL="2394539" indent="0">
              <a:buNone/>
              <a:defRPr sz="1200" b="1"/>
            </a:lvl8pPr>
            <a:lvl9pPr marL="2736616" indent="0">
              <a:buNone/>
              <a:defRPr sz="1200" b="1"/>
            </a:lvl9pPr>
          </a:lstStyle>
          <a:p>
            <a:pPr lvl="0"/>
            <a:endParaRPr lang="ko-KR" altLang="en-US" dirty="0"/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6BE35CA5-5996-46C3-B34E-E5CCCB574C19}"/>
              </a:ext>
            </a:extLst>
          </p:cNvPr>
          <p:cNvCxnSpPr/>
          <p:nvPr userDrawn="1"/>
        </p:nvCxnSpPr>
        <p:spPr bwMode="auto">
          <a:xfrm>
            <a:off x="847974" y="2636912"/>
            <a:ext cx="2403710" cy="0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63C39B7D-98B4-46AE-80F7-73CFC9193500}"/>
              </a:ext>
            </a:extLst>
          </p:cNvPr>
          <p:cNvCxnSpPr/>
          <p:nvPr userDrawn="1"/>
        </p:nvCxnSpPr>
        <p:spPr bwMode="auto">
          <a:xfrm>
            <a:off x="3545421" y="2636912"/>
            <a:ext cx="2403710" cy="0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00FB8ADE-B5C4-4FC1-975D-393A59B12515}"/>
              </a:ext>
            </a:extLst>
          </p:cNvPr>
          <p:cNvCxnSpPr/>
          <p:nvPr userDrawn="1"/>
        </p:nvCxnSpPr>
        <p:spPr bwMode="auto">
          <a:xfrm>
            <a:off x="6242868" y="2636912"/>
            <a:ext cx="2403710" cy="0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652D6394-1AD7-4D7A-86DD-9CDDAAE6908B}"/>
              </a:ext>
            </a:extLst>
          </p:cNvPr>
          <p:cNvCxnSpPr/>
          <p:nvPr userDrawn="1"/>
        </p:nvCxnSpPr>
        <p:spPr bwMode="auto">
          <a:xfrm>
            <a:off x="8940316" y="2631266"/>
            <a:ext cx="2403710" cy="0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65034142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62A1774E-E425-43E9-B72D-999EE3A962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7407" y="404664"/>
            <a:ext cx="10815295" cy="576064"/>
          </a:xfrm>
          <a:prstGeom prst="rect">
            <a:avLst/>
          </a:prstGeom>
        </p:spPr>
        <p:txBody>
          <a:bodyPr lIns="68415" tIns="34208" rIns="68415" bIns="34208"/>
          <a:lstStyle>
            <a:lvl1pPr algn="l">
              <a:defRPr sz="3200" b="1"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1998923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3">
            <a:extLst>
              <a:ext uri="{FF2B5EF4-FFF2-40B4-BE49-F238E27FC236}">
                <a16:creationId xmlns:a16="http://schemas.microsoft.com/office/drawing/2014/main" id="{A2547EB0-3659-1B95-4773-78F38A57A927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5340" y="411980"/>
            <a:ext cx="9436335" cy="4247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buNone/>
              <a:defRPr kumimoji="1" lang="ko-KR" altLang="en-US" sz="2400" b="1" dirty="0"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lvl="0" fontAlgn="base">
              <a:spcBef>
                <a:spcPct val="0"/>
              </a:spcBef>
              <a:spcAft>
                <a:spcPct val="0"/>
              </a:spcAft>
            </a:pPr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4" name="제목 3">
            <a:extLst>
              <a:ext uri="{FF2B5EF4-FFF2-40B4-BE49-F238E27FC236}">
                <a16:creationId xmlns:a16="http://schemas.microsoft.com/office/drawing/2014/main" id="{62522564-8278-7D7D-228C-E9E5AC41D9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95500" y="134050"/>
            <a:ext cx="5797860" cy="191396"/>
          </a:xfrm>
          <a:prstGeom prst="rect">
            <a:avLst/>
          </a:prstGeom>
        </p:spPr>
        <p:txBody>
          <a:bodyPr/>
          <a:lstStyle>
            <a:lvl1pPr>
              <a:defRPr lang="ko-KR" altLang="en-US" sz="800">
                <a:latin typeface="+mn-ea"/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Font typeface="Arial" panose="020B0604020202020204" pitchFamily="34" charset="0"/>
            </a:pPr>
            <a:r>
              <a:rPr lang="ko-KR" altLang="en-US" dirty="0"/>
              <a:t>마스터 제목 스타일 편집</a:t>
            </a: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E4D1BC07-5CCE-F0DE-35DF-DB61BED3129A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9619854" y="358599"/>
            <a:ext cx="2520000" cy="21590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Noto Sans CJK KR Bold" panose="020B0800000000000000" pitchFamily="34" charset="-127"/>
              </a:rPr>
              <a:t>Description</a:t>
            </a:r>
          </a:p>
        </p:txBody>
      </p:sp>
      <p:sp>
        <p:nvSpPr>
          <p:cNvPr id="6" name="Rectangle 30">
            <a:extLst>
              <a:ext uri="{FF2B5EF4-FFF2-40B4-BE49-F238E27FC236}">
                <a16:creationId xmlns:a16="http://schemas.microsoft.com/office/drawing/2014/main" id="{9A54BA25-51B9-AD8E-E4ED-8F13124661CA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9619854" y="574500"/>
            <a:ext cx="2520000" cy="6094588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18000" rIns="18000"/>
          <a:lstStyle/>
          <a:p>
            <a:pPr marL="190500" marR="0" lvl="0" indent="-190500" defTabSz="91440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Noto Sans CJK KR Regular" panose="020B0500000000000000" pitchFamily="34" charset="-127"/>
              <a:ea typeface="Noto Sans CJK KR Regular" panose="020B0500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15523530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3">
            <a:extLst>
              <a:ext uri="{FF2B5EF4-FFF2-40B4-BE49-F238E27FC236}">
                <a16:creationId xmlns:a16="http://schemas.microsoft.com/office/drawing/2014/main" id="{96E04349-9913-4672-8033-1D329B8505C4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83332" y="5697252"/>
            <a:ext cx="12061340" cy="215900"/>
          </a:xfrm>
          <a:prstGeom prst="rect">
            <a:avLst/>
          </a:prstGeom>
          <a:solidFill>
            <a:srgbClr val="000000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Noto Sans CJK KR Bold" panose="020B0800000000000000" pitchFamily="34" charset="-127"/>
              </a:rPr>
              <a:t>Description</a:t>
            </a:r>
          </a:p>
        </p:txBody>
      </p:sp>
      <p:sp>
        <p:nvSpPr>
          <p:cNvPr id="10" name="Rectangle 30">
            <a:extLst>
              <a:ext uri="{FF2B5EF4-FFF2-40B4-BE49-F238E27FC236}">
                <a16:creationId xmlns:a16="http://schemas.microsoft.com/office/drawing/2014/main" id="{AE8E236D-5BF6-4129-812E-212CC8620B0D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83332" y="5913152"/>
            <a:ext cx="12061512" cy="755936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rgbClr val="969696"/>
            </a:solidFill>
            <a:miter lim="800000"/>
            <a:headEnd/>
            <a:tailEnd/>
          </a:ln>
        </p:spPr>
        <p:txBody>
          <a:bodyPr lIns="18000" rIns="18000"/>
          <a:lstStyle/>
          <a:p>
            <a:pPr marL="190500" marR="0" lvl="0" indent="-190500" defTabSz="91440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Noto Sans CJK KR Regular" panose="020B0500000000000000" pitchFamily="34" charset="-127"/>
              <a:ea typeface="Noto Sans CJK KR Regular" panose="020B0500000000000000" pitchFamily="34" charset="-127"/>
            </a:endParaRPr>
          </a:p>
        </p:txBody>
      </p:sp>
      <p:sp>
        <p:nvSpPr>
          <p:cNvPr id="5" name="제목 3">
            <a:extLst>
              <a:ext uri="{FF2B5EF4-FFF2-40B4-BE49-F238E27FC236}">
                <a16:creationId xmlns:a16="http://schemas.microsoft.com/office/drawing/2014/main" id="{46496B94-50A9-44E0-983D-2A5B7DD7B6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95500" y="134050"/>
            <a:ext cx="5797860" cy="191396"/>
          </a:xfrm>
          <a:prstGeom prst="rect">
            <a:avLst/>
          </a:prstGeom>
        </p:spPr>
        <p:txBody>
          <a:bodyPr/>
          <a:lstStyle>
            <a:lvl1pPr>
              <a:defRPr lang="ko-KR" altLang="en-US" sz="800">
                <a:latin typeface="+mn-ea"/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Font typeface="Arial" panose="020B0604020202020204" pitchFamily="34" charset="0"/>
            </a:pPr>
            <a:r>
              <a:rPr lang="ko-KR" altLang="en-US"/>
              <a:t>마스터 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306300703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3">
            <a:extLst>
              <a:ext uri="{FF2B5EF4-FFF2-40B4-BE49-F238E27FC236}">
                <a16:creationId xmlns:a16="http://schemas.microsoft.com/office/drawing/2014/main" id="{49928AEF-070D-4FA2-914F-02A332F4C964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9619854" y="358599"/>
            <a:ext cx="2520000" cy="21590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Noto Sans CJK KR Bold" panose="020B0800000000000000" pitchFamily="34" charset="-127"/>
              </a:rPr>
              <a:t>Description</a:t>
            </a:r>
          </a:p>
        </p:txBody>
      </p:sp>
      <p:sp>
        <p:nvSpPr>
          <p:cNvPr id="12" name="Rectangle 30">
            <a:extLst>
              <a:ext uri="{FF2B5EF4-FFF2-40B4-BE49-F238E27FC236}">
                <a16:creationId xmlns:a16="http://schemas.microsoft.com/office/drawing/2014/main" id="{99C53D33-D8E3-401B-864E-5F415930A2BF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9619854" y="574500"/>
            <a:ext cx="2520000" cy="6094588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18000" rIns="18000"/>
          <a:lstStyle/>
          <a:p>
            <a:pPr marL="190500" marR="0" lvl="0" indent="-190500" defTabSz="91440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Noto Sans CJK KR Regular" panose="020B0500000000000000" pitchFamily="34" charset="-127"/>
              <a:ea typeface="Noto Sans CJK KR Regular" panose="020B0500000000000000" pitchFamily="34" charset="-127"/>
            </a:endParaRPr>
          </a:p>
        </p:txBody>
      </p:sp>
      <p:sp>
        <p:nvSpPr>
          <p:cNvPr id="4" name="제목 3">
            <a:extLst>
              <a:ext uri="{FF2B5EF4-FFF2-40B4-BE49-F238E27FC236}">
                <a16:creationId xmlns:a16="http://schemas.microsoft.com/office/drawing/2014/main" id="{C08444F5-C798-498E-A546-65829383699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95500" y="134050"/>
            <a:ext cx="5797860" cy="191396"/>
          </a:xfrm>
          <a:prstGeom prst="rect">
            <a:avLst/>
          </a:prstGeom>
        </p:spPr>
        <p:txBody>
          <a:bodyPr/>
          <a:lstStyle>
            <a:lvl1pPr>
              <a:defRPr lang="ko-KR" altLang="en-US" sz="800">
                <a:latin typeface="+mn-ea"/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Font typeface="Arial" panose="020B0604020202020204" pitchFamily="34" charset="0"/>
            </a:pPr>
            <a:r>
              <a:rPr lang="ko-KR" altLang="en-US" dirty="0"/>
              <a:t>마스터 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3400585894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간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내용 개체 틀 4">
            <a:extLst>
              <a:ext uri="{FF2B5EF4-FFF2-40B4-BE49-F238E27FC236}">
                <a16:creationId xmlns:a16="http://schemas.microsoft.com/office/drawing/2014/main" id="{74444B16-44AC-4A3A-8779-E5046B9A4C6D}"/>
              </a:ext>
            </a:extLst>
          </p:cNvPr>
          <p:cNvSpPr>
            <a:spLocks noGrp="1"/>
          </p:cNvSpPr>
          <p:nvPr>
            <p:ph sz="quarter" idx="10" hasCustomPrompt="1"/>
          </p:nvPr>
        </p:nvSpPr>
        <p:spPr>
          <a:xfrm>
            <a:off x="716651" y="2528900"/>
            <a:ext cx="9231777" cy="79903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4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lvl="0"/>
            <a:r>
              <a:rPr lang="ko-KR" altLang="en-US" dirty="0"/>
              <a:t>간지 </a:t>
            </a:r>
          </a:p>
        </p:txBody>
      </p:sp>
      <p:sp>
        <p:nvSpPr>
          <p:cNvPr id="10" name="텍스트 개체 틀 34">
            <a:extLst>
              <a:ext uri="{FF2B5EF4-FFF2-40B4-BE49-F238E27FC236}">
                <a16:creationId xmlns:a16="http://schemas.microsoft.com/office/drawing/2014/main" id="{F1BFE14A-B893-4F33-84BF-9A21A5C2148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59396" y="1186538"/>
            <a:ext cx="1713438" cy="129541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9600" b="1">
                <a:solidFill>
                  <a:schemeClr val="bg1">
                    <a:alpha val="2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lvl="0"/>
            <a:r>
              <a:rPr lang="en-US" altLang="ko-KR" dirty="0"/>
              <a:t>01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490819096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3">
            <a:extLst>
              <a:ext uri="{FF2B5EF4-FFF2-40B4-BE49-F238E27FC236}">
                <a16:creationId xmlns:a16="http://schemas.microsoft.com/office/drawing/2014/main" id="{DF6DF5C2-2957-488C-9EB2-478C41CD554D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5340" y="411980"/>
            <a:ext cx="9436335" cy="4247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>
              <a:defRPr kumimoji="1" lang="ko-KR" altLang="en-US" sz="2400" b="1" dirty="0"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marL="0" lvl="0" indent="0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4" name="제목 3">
            <a:extLst>
              <a:ext uri="{FF2B5EF4-FFF2-40B4-BE49-F238E27FC236}">
                <a16:creationId xmlns:a16="http://schemas.microsoft.com/office/drawing/2014/main" id="{0E67DB4B-E592-4196-8C94-AFFFB6C603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95500" y="134050"/>
            <a:ext cx="5797860" cy="191396"/>
          </a:xfrm>
          <a:prstGeom prst="rect">
            <a:avLst/>
          </a:prstGeom>
        </p:spPr>
        <p:txBody>
          <a:bodyPr/>
          <a:lstStyle>
            <a:lvl1pPr>
              <a:defRPr lang="ko-KR" altLang="en-US" sz="800">
                <a:latin typeface="+mn-ea"/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Font typeface="Arial" panose="020B0604020202020204" pitchFamily="34" charset="0"/>
            </a:pPr>
            <a:r>
              <a:rPr lang="ko-KR" altLang="en-US"/>
              <a:t>마스터 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2334915479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3">
            <a:extLst>
              <a:ext uri="{FF2B5EF4-FFF2-40B4-BE49-F238E27FC236}">
                <a16:creationId xmlns:a16="http://schemas.microsoft.com/office/drawing/2014/main" id="{49928AEF-070D-4FA2-914F-02A332F4C964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9619854" y="358599"/>
            <a:ext cx="2520000" cy="21590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Noto Sans CJK KR Bold" panose="020B0800000000000000" pitchFamily="34" charset="-127"/>
              </a:rPr>
              <a:t>Description</a:t>
            </a:r>
          </a:p>
        </p:txBody>
      </p:sp>
      <p:sp>
        <p:nvSpPr>
          <p:cNvPr id="12" name="Rectangle 30">
            <a:extLst>
              <a:ext uri="{FF2B5EF4-FFF2-40B4-BE49-F238E27FC236}">
                <a16:creationId xmlns:a16="http://schemas.microsoft.com/office/drawing/2014/main" id="{99C53D33-D8E3-401B-864E-5F415930A2BF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9619854" y="574500"/>
            <a:ext cx="2520000" cy="6094588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18000" rIns="18000"/>
          <a:lstStyle/>
          <a:p>
            <a:pPr marL="190500" marR="0" lvl="0" indent="-190500" defTabSz="91440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Noto Sans CJK KR Regular" panose="020B0500000000000000" pitchFamily="34" charset="-127"/>
              <a:ea typeface="Noto Sans CJK KR Regular" panose="020B0500000000000000" pitchFamily="34" charset="-127"/>
            </a:endParaRPr>
          </a:p>
        </p:txBody>
      </p:sp>
      <p:sp>
        <p:nvSpPr>
          <p:cNvPr id="4" name="제목 3">
            <a:extLst>
              <a:ext uri="{FF2B5EF4-FFF2-40B4-BE49-F238E27FC236}">
                <a16:creationId xmlns:a16="http://schemas.microsoft.com/office/drawing/2014/main" id="{C08444F5-C798-498E-A546-65829383699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95500" y="134050"/>
            <a:ext cx="5797860" cy="191396"/>
          </a:xfrm>
          <a:prstGeom prst="rect">
            <a:avLst/>
          </a:prstGeom>
        </p:spPr>
        <p:txBody>
          <a:bodyPr/>
          <a:lstStyle>
            <a:lvl1pPr>
              <a:defRPr lang="ko-KR" altLang="en-US" sz="800">
                <a:latin typeface="+mn-ea"/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Font typeface="Arial" panose="020B0604020202020204" pitchFamily="34" charset="0"/>
            </a:pPr>
            <a:r>
              <a:rPr lang="ko-KR" altLang="en-US" dirty="0"/>
              <a:t>마스터 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136673335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3">
            <a:extLst>
              <a:ext uri="{FF2B5EF4-FFF2-40B4-BE49-F238E27FC236}">
                <a16:creationId xmlns:a16="http://schemas.microsoft.com/office/drawing/2014/main" id="{A81F42EB-2C01-4027-B5AC-D3FA0BF19A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95500" y="134050"/>
            <a:ext cx="5797860" cy="191396"/>
          </a:xfrm>
          <a:prstGeom prst="rect">
            <a:avLst/>
          </a:prstGeom>
        </p:spPr>
        <p:txBody>
          <a:bodyPr/>
          <a:lstStyle>
            <a:lvl1pPr>
              <a:defRPr lang="ko-KR" altLang="en-US" sz="800">
                <a:latin typeface="+mn-ea"/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Font typeface="Arial" panose="020B0604020202020204" pitchFamily="34" charset="0"/>
            </a:pPr>
            <a:r>
              <a:rPr lang="ko-KR" altLang="en-US"/>
              <a:t>마스터 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109303601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3">
            <a:extLst>
              <a:ext uri="{FF2B5EF4-FFF2-40B4-BE49-F238E27FC236}">
                <a16:creationId xmlns:a16="http://schemas.microsoft.com/office/drawing/2014/main" id="{A2547EB0-3659-1B95-4773-78F38A57A927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5340" y="411980"/>
            <a:ext cx="9436335" cy="4247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buNone/>
              <a:defRPr kumimoji="1" lang="ko-KR" altLang="en-US" sz="2400" b="1" dirty="0"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lvl="0" fontAlgn="base">
              <a:spcBef>
                <a:spcPct val="0"/>
              </a:spcBef>
              <a:spcAft>
                <a:spcPct val="0"/>
              </a:spcAft>
            </a:pPr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4" name="제목 3">
            <a:extLst>
              <a:ext uri="{FF2B5EF4-FFF2-40B4-BE49-F238E27FC236}">
                <a16:creationId xmlns:a16="http://schemas.microsoft.com/office/drawing/2014/main" id="{62522564-8278-7D7D-228C-E9E5AC41D9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95500" y="134050"/>
            <a:ext cx="5797860" cy="191396"/>
          </a:xfrm>
          <a:prstGeom prst="rect">
            <a:avLst/>
          </a:prstGeom>
        </p:spPr>
        <p:txBody>
          <a:bodyPr/>
          <a:lstStyle>
            <a:lvl1pPr>
              <a:defRPr lang="ko-KR" altLang="en-US" sz="800">
                <a:latin typeface="+mn-ea"/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Font typeface="Arial" panose="020B0604020202020204" pitchFamily="34" charset="0"/>
            </a:pPr>
            <a:r>
              <a:rPr lang="ko-KR" altLang="en-US" dirty="0"/>
              <a:t>마스터 제목 스타일 편집</a:t>
            </a: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E4D1BC07-5CCE-F0DE-35DF-DB61BED3129A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9619854" y="358599"/>
            <a:ext cx="2520000" cy="215900"/>
          </a:xfrm>
          <a:prstGeom prst="rect">
            <a:avLst/>
          </a:prstGeom>
          <a:solidFill>
            <a:srgbClr val="000000"/>
          </a:solidFill>
          <a:ln w="63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Noto Sans CJK KR Bold" panose="020B0800000000000000" pitchFamily="34" charset="-127"/>
              </a:rPr>
              <a:t>Description</a:t>
            </a:r>
          </a:p>
        </p:txBody>
      </p:sp>
      <p:sp>
        <p:nvSpPr>
          <p:cNvPr id="6" name="Rectangle 30">
            <a:extLst>
              <a:ext uri="{FF2B5EF4-FFF2-40B4-BE49-F238E27FC236}">
                <a16:creationId xmlns:a16="http://schemas.microsoft.com/office/drawing/2014/main" id="{9A54BA25-51B9-AD8E-E4ED-8F13124661CA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9619854" y="574500"/>
            <a:ext cx="2520000" cy="6094588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18000" rIns="18000"/>
          <a:lstStyle/>
          <a:p>
            <a:pPr marL="190500" marR="0" lvl="0" indent="-190500" defTabSz="91440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Noto Sans CJK KR Regular" panose="020B0500000000000000" pitchFamily="34" charset="-127"/>
              <a:ea typeface="Noto Sans CJK KR Regular" panose="020B0500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21955797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3">
            <a:extLst>
              <a:ext uri="{FF2B5EF4-FFF2-40B4-BE49-F238E27FC236}">
                <a16:creationId xmlns:a16="http://schemas.microsoft.com/office/drawing/2014/main" id="{DF6DF5C2-2957-488C-9EB2-478C41CD554D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5340" y="411980"/>
            <a:ext cx="9436335" cy="4247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>
              <a:defRPr kumimoji="1" lang="ko-KR" altLang="en-US" sz="2400" b="1" dirty="0"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marL="0" lvl="0" indent="0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4" name="제목 3">
            <a:extLst>
              <a:ext uri="{FF2B5EF4-FFF2-40B4-BE49-F238E27FC236}">
                <a16:creationId xmlns:a16="http://schemas.microsoft.com/office/drawing/2014/main" id="{0E67DB4B-E592-4196-8C94-AFFFB6C603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95500" y="134050"/>
            <a:ext cx="5797860" cy="191396"/>
          </a:xfrm>
          <a:prstGeom prst="rect">
            <a:avLst/>
          </a:prstGeom>
        </p:spPr>
        <p:txBody>
          <a:bodyPr/>
          <a:lstStyle>
            <a:lvl1pPr>
              <a:defRPr lang="ko-KR" altLang="en-US" sz="800">
                <a:latin typeface="+mn-ea"/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Font typeface="Arial" panose="020B0604020202020204" pitchFamily="34" charset="0"/>
            </a:pPr>
            <a:r>
              <a:rPr lang="ko-KR" altLang="en-US"/>
              <a:t>마스터 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2470902741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3">
            <a:extLst>
              <a:ext uri="{FF2B5EF4-FFF2-40B4-BE49-F238E27FC236}">
                <a16:creationId xmlns:a16="http://schemas.microsoft.com/office/drawing/2014/main" id="{96E04349-9913-4672-8033-1D329B8505C4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83332" y="5697252"/>
            <a:ext cx="12061340" cy="215900"/>
          </a:xfrm>
          <a:prstGeom prst="rect">
            <a:avLst/>
          </a:prstGeom>
          <a:solidFill>
            <a:srgbClr val="000000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Noto Sans CJK KR Bold" panose="020B0800000000000000" pitchFamily="34" charset="-127"/>
              </a:rPr>
              <a:t>Description</a:t>
            </a:r>
          </a:p>
        </p:txBody>
      </p:sp>
      <p:sp>
        <p:nvSpPr>
          <p:cNvPr id="10" name="Rectangle 30">
            <a:extLst>
              <a:ext uri="{FF2B5EF4-FFF2-40B4-BE49-F238E27FC236}">
                <a16:creationId xmlns:a16="http://schemas.microsoft.com/office/drawing/2014/main" id="{AE8E236D-5BF6-4129-812E-212CC8620B0D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83332" y="5913152"/>
            <a:ext cx="12061512" cy="755936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rgbClr val="969696"/>
            </a:solidFill>
            <a:miter lim="800000"/>
            <a:headEnd/>
            <a:tailEnd/>
          </a:ln>
        </p:spPr>
        <p:txBody>
          <a:bodyPr lIns="18000" rIns="18000"/>
          <a:lstStyle/>
          <a:p>
            <a:pPr marL="190500" marR="0" lvl="0" indent="-190500" defTabSz="91440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Noto Sans CJK KR Regular" panose="020B0500000000000000" pitchFamily="34" charset="-127"/>
              <a:ea typeface="Noto Sans CJK KR Regular" panose="020B0500000000000000" pitchFamily="34" charset="-127"/>
            </a:endParaRPr>
          </a:p>
        </p:txBody>
      </p:sp>
      <p:sp>
        <p:nvSpPr>
          <p:cNvPr id="5" name="제목 3">
            <a:extLst>
              <a:ext uri="{FF2B5EF4-FFF2-40B4-BE49-F238E27FC236}">
                <a16:creationId xmlns:a16="http://schemas.microsoft.com/office/drawing/2014/main" id="{46496B94-50A9-44E0-983D-2A5B7DD7B6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95500" y="134050"/>
            <a:ext cx="5797860" cy="191396"/>
          </a:xfrm>
          <a:prstGeom prst="rect">
            <a:avLst/>
          </a:prstGeom>
        </p:spPr>
        <p:txBody>
          <a:bodyPr/>
          <a:lstStyle>
            <a:lvl1pPr>
              <a:defRPr lang="ko-KR" altLang="en-US" sz="800">
                <a:latin typeface="+mn-ea"/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Font typeface="Arial" panose="020B0604020202020204" pitchFamily="34" charset="0"/>
            </a:pPr>
            <a:r>
              <a:rPr lang="ko-KR" altLang="en-US"/>
              <a:t>마스터 제목 스타일 편집</a:t>
            </a:r>
          </a:p>
        </p:txBody>
      </p:sp>
      <p:sp>
        <p:nvSpPr>
          <p:cNvPr id="2" name="텍스트 개체 틀 3">
            <a:extLst>
              <a:ext uri="{FF2B5EF4-FFF2-40B4-BE49-F238E27FC236}">
                <a16:creationId xmlns:a16="http://schemas.microsoft.com/office/drawing/2014/main" id="{F4B99386-2366-681E-91FF-281196B33803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5340" y="411980"/>
            <a:ext cx="9436335" cy="4247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>
              <a:defRPr kumimoji="1" lang="ko-KR" altLang="en-US" sz="2400" b="1" dirty="0"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marL="0" lvl="0" indent="0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ko-KR" altLang="en-US" dirty="0"/>
              <a:t>마스터 텍스트 스타일을 편집하려면 클릭</a:t>
            </a:r>
          </a:p>
        </p:txBody>
      </p:sp>
    </p:spTree>
    <p:extLst>
      <p:ext uri="{BB962C8B-B14F-4D97-AF65-F5344CB8AC3E}">
        <p14:creationId xmlns:p14="http://schemas.microsoft.com/office/powerpoint/2010/main" val="2672859594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C2AB3B99-282F-4432-9446-316555E9B24D}"/>
              </a:ext>
            </a:extLst>
          </p:cNvPr>
          <p:cNvCxnSpPr>
            <a:cxnSpLocks/>
          </p:cNvCxnSpPr>
          <p:nvPr userDrawn="1"/>
        </p:nvCxnSpPr>
        <p:spPr>
          <a:xfrm>
            <a:off x="1703512" y="731916"/>
            <a:ext cx="0" cy="5937172"/>
          </a:xfrm>
          <a:prstGeom prst="line">
            <a:avLst/>
          </a:prstGeom>
          <a:noFill/>
          <a:ln w="9525" cap="flat" cmpd="sng" algn="ctr">
            <a:solidFill>
              <a:srgbClr val="FFFFFF">
                <a:lumMod val="75000"/>
              </a:srgbClr>
            </a:solidFill>
            <a:prstDash val="solid"/>
          </a:ln>
          <a:effectLst/>
        </p:spPr>
      </p:cxnSp>
      <p:cxnSp>
        <p:nvCxnSpPr>
          <p:cNvPr id="22" name="Shape 150">
            <a:extLst>
              <a:ext uri="{FF2B5EF4-FFF2-40B4-BE49-F238E27FC236}">
                <a16:creationId xmlns:a16="http://schemas.microsoft.com/office/drawing/2014/main" id="{31A099EB-BBC7-4FA7-8275-4EB08188CB22}"/>
              </a:ext>
            </a:extLst>
          </p:cNvPr>
          <p:cNvCxnSpPr>
            <a:cxnSpLocks/>
          </p:cNvCxnSpPr>
          <p:nvPr userDrawn="1"/>
        </p:nvCxnSpPr>
        <p:spPr>
          <a:xfrm>
            <a:off x="119336" y="720445"/>
            <a:ext cx="9286582" cy="0"/>
          </a:xfrm>
          <a:prstGeom prst="straightConnector1">
            <a:avLst/>
          </a:prstGeom>
          <a:solidFill>
            <a:schemeClr val="accent1"/>
          </a:solidFill>
          <a:ln w="9525" cap="flat" cmpd="sng">
            <a:solidFill>
              <a:srgbClr val="7F7F7F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23" name="Shape 152">
            <a:extLst>
              <a:ext uri="{FF2B5EF4-FFF2-40B4-BE49-F238E27FC236}">
                <a16:creationId xmlns:a16="http://schemas.microsoft.com/office/drawing/2014/main" id="{3C52B3C2-3283-4911-8A36-6A439DFDA55D}"/>
              </a:ext>
            </a:extLst>
          </p:cNvPr>
          <p:cNvSpPr txBox="1"/>
          <p:nvPr userDrawn="1"/>
        </p:nvSpPr>
        <p:spPr>
          <a:xfrm>
            <a:off x="7752184" y="469543"/>
            <a:ext cx="1653734" cy="200054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 anchor="t" anchorCtr="0">
            <a:noAutofit/>
          </a:bodyPr>
          <a:lstStyle/>
          <a:p>
            <a:pPr marL="0" marR="0" lvl="0" indent="0" algn="r" rtl="0">
              <a:spcBef>
                <a:spcPts val="0"/>
              </a:spcBef>
              <a:buSzPct val="25000"/>
              <a:buNone/>
            </a:pPr>
            <a:r>
              <a:rPr lang="ko-KR" altLang="en-US" sz="800" b="0" i="0" u="none" strike="noStrike" kern="1200" cap="none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  <a:cs typeface="Arial"/>
                <a:sym typeface="Arial"/>
              </a:rPr>
              <a:t>내 정보</a:t>
            </a:r>
            <a:r>
              <a:rPr lang="ko-KR" altLang="en-US" sz="800" dirty="0">
                <a:solidFill>
                  <a:srgbClr val="FF0000"/>
                </a:solidFill>
                <a:latin typeface="+mn-ea"/>
                <a:ea typeface="+mn-ea"/>
                <a:cs typeface="Arial"/>
                <a:sym typeface="Arial"/>
              </a:rPr>
              <a:t>          </a:t>
            </a:r>
            <a:r>
              <a:rPr lang="ko-KR" sz="800" dirty="0">
                <a:solidFill>
                  <a:srgbClr val="FF0000"/>
                </a:solidFill>
                <a:latin typeface="+mn-ea"/>
                <a:ea typeface="+mn-ea"/>
                <a:cs typeface="Arial"/>
                <a:sym typeface="Arial"/>
              </a:rPr>
              <a:t>로그아웃</a:t>
            </a:r>
          </a:p>
        </p:txBody>
      </p:sp>
      <p:sp>
        <p:nvSpPr>
          <p:cNvPr id="24" name="Shape 151">
            <a:extLst>
              <a:ext uri="{FF2B5EF4-FFF2-40B4-BE49-F238E27FC236}">
                <a16:creationId xmlns:a16="http://schemas.microsoft.com/office/drawing/2014/main" id="{24F040E7-595D-43B1-B343-ADEEEC8046EB}"/>
              </a:ext>
            </a:extLst>
          </p:cNvPr>
          <p:cNvSpPr txBox="1"/>
          <p:nvPr userDrawn="1"/>
        </p:nvSpPr>
        <p:spPr>
          <a:xfrm>
            <a:off x="373460" y="431073"/>
            <a:ext cx="1353760" cy="276998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buSzPct val="25000"/>
              <a:buNone/>
            </a:pPr>
            <a:r>
              <a:rPr lang="ko-KR" altLang="en-US" sz="1200" b="1" dirty="0">
                <a:solidFill>
                  <a:schemeClr val="dk1"/>
                </a:solidFill>
                <a:latin typeface="+mj-ea"/>
                <a:ea typeface="+mj-ea"/>
                <a:cs typeface="Arial"/>
                <a:sym typeface="Arial"/>
              </a:rPr>
              <a:t>관리자</a:t>
            </a:r>
            <a:endParaRPr lang="ko-KR" sz="1000" b="0" dirty="0">
              <a:solidFill>
                <a:schemeClr val="dk1"/>
              </a:solidFill>
              <a:latin typeface="+mj-ea"/>
              <a:ea typeface="+mj-ea"/>
              <a:cs typeface="Arial"/>
              <a:sym typeface="Arial"/>
            </a:endParaRPr>
          </a:p>
        </p:txBody>
      </p:sp>
      <p:sp>
        <p:nvSpPr>
          <p:cNvPr id="25" name="내용 개체 틀 2">
            <a:extLst>
              <a:ext uri="{FF2B5EF4-FFF2-40B4-BE49-F238E27FC236}">
                <a16:creationId xmlns:a16="http://schemas.microsoft.com/office/drawing/2014/main" id="{B2D8B714-3826-4235-A274-B371A86496AC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155339" y="808790"/>
            <a:ext cx="1571879" cy="20901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 b="1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defRPr>
            </a:lvl1pPr>
          </a:lstStyle>
          <a:p>
            <a:pPr lvl="0"/>
            <a:endParaRPr lang="ko-KR" altLang="en-US" dirty="0"/>
          </a:p>
        </p:txBody>
      </p:sp>
      <p:sp>
        <p:nvSpPr>
          <p:cNvPr id="26" name="내용 개체 틀 2">
            <a:extLst>
              <a:ext uri="{FF2B5EF4-FFF2-40B4-BE49-F238E27FC236}">
                <a16:creationId xmlns:a16="http://schemas.microsoft.com/office/drawing/2014/main" id="{F3FFBB85-3D49-478E-8A0A-4190E79615B8}"/>
              </a:ext>
            </a:extLst>
          </p:cNvPr>
          <p:cNvSpPr>
            <a:spLocks noGrp="1"/>
          </p:cNvSpPr>
          <p:nvPr>
            <p:ph sz="quarter" idx="18"/>
          </p:nvPr>
        </p:nvSpPr>
        <p:spPr>
          <a:xfrm>
            <a:off x="320906" y="1065070"/>
            <a:ext cx="1406314" cy="20901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9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defRPr>
            </a:lvl1pPr>
          </a:lstStyle>
          <a:p>
            <a:pPr lvl="0"/>
            <a:endParaRPr lang="ko-KR" altLang="en-US" dirty="0"/>
          </a:p>
        </p:txBody>
      </p:sp>
      <p:sp>
        <p:nvSpPr>
          <p:cNvPr id="15" name="Rectangle 3">
            <a:extLst>
              <a:ext uri="{FF2B5EF4-FFF2-40B4-BE49-F238E27FC236}">
                <a16:creationId xmlns:a16="http://schemas.microsoft.com/office/drawing/2014/main" id="{FFCFE054-0ECC-4302-AC88-9F4FB17796FE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9619854" y="358599"/>
            <a:ext cx="2520000" cy="215900"/>
          </a:xfrm>
          <a:prstGeom prst="rect">
            <a:avLst/>
          </a:prstGeom>
          <a:solidFill>
            <a:srgbClr val="000000"/>
          </a:solidFill>
          <a:ln w="6350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+mn-ea"/>
              </a:rPr>
              <a:t>Description</a:t>
            </a:r>
          </a:p>
        </p:txBody>
      </p:sp>
      <p:sp>
        <p:nvSpPr>
          <p:cNvPr id="16" name="Rectangle 30">
            <a:extLst>
              <a:ext uri="{FF2B5EF4-FFF2-40B4-BE49-F238E27FC236}">
                <a16:creationId xmlns:a16="http://schemas.microsoft.com/office/drawing/2014/main" id="{2E5BA5BB-C182-41DB-8951-996905828343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9619854" y="574500"/>
            <a:ext cx="2520000" cy="6094588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18000" rIns="18000"/>
          <a:lstStyle/>
          <a:p>
            <a:pPr marL="190500" marR="0" lvl="0" indent="-190500" defTabSz="91440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Noto Sans CJK KR Regular" panose="020B0500000000000000" pitchFamily="34" charset="-127"/>
              <a:ea typeface="Noto Sans CJK KR Regular" panose="020B0500000000000000" pitchFamily="34" charset="-127"/>
            </a:endParaRPr>
          </a:p>
        </p:txBody>
      </p:sp>
      <p:sp>
        <p:nvSpPr>
          <p:cNvPr id="12" name="제목 3">
            <a:extLst>
              <a:ext uri="{FF2B5EF4-FFF2-40B4-BE49-F238E27FC236}">
                <a16:creationId xmlns:a16="http://schemas.microsoft.com/office/drawing/2014/main" id="{A5FAEA02-93C1-4975-8F3C-41659756A2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95500" y="134050"/>
            <a:ext cx="5797860" cy="191396"/>
          </a:xfrm>
          <a:prstGeom prst="rect">
            <a:avLst/>
          </a:prstGeom>
        </p:spPr>
        <p:txBody>
          <a:bodyPr/>
          <a:lstStyle>
            <a:lvl1pPr>
              <a:defRPr lang="ko-KR" altLang="en-US" sz="800">
                <a:latin typeface="+mn-ea"/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Font typeface="Arial" panose="020B0604020202020204" pitchFamily="34" charset="0"/>
            </a:pPr>
            <a:r>
              <a:rPr lang="ko-KR" altLang="en-US"/>
              <a:t>마스터 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242098706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내용 개체 틀 2">
            <a:extLst>
              <a:ext uri="{FF2B5EF4-FFF2-40B4-BE49-F238E27FC236}">
                <a16:creationId xmlns:a16="http://schemas.microsoft.com/office/drawing/2014/main" id="{74075621-C8CC-4F8A-8E6B-C71CD4F344FE}"/>
              </a:ext>
            </a:extLst>
          </p:cNvPr>
          <p:cNvSpPr>
            <a:spLocks noGrp="1"/>
          </p:cNvSpPr>
          <p:nvPr>
            <p:ph sz="quarter" idx="11"/>
          </p:nvPr>
        </p:nvSpPr>
        <p:spPr>
          <a:xfrm>
            <a:off x="1631504" y="134250"/>
            <a:ext cx="4716524" cy="19139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>
                <a:latin typeface="+mn-ea"/>
                <a:ea typeface="+mn-ea"/>
              </a:defRPr>
            </a:lvl1pPr>
          </a:lstStyle>
          <a:p>
            <a:pPr lvl="0"/>
            <a:endParaRPr lang="ko-KR" altLang="en-US" dirty="0"/>
          </a:p>
        </p:txBody>
      </p:sp>
      <p:sp>
        <p:nvSpPr>
          <p:cNvPr id="8" name="내용 개체 틀 2">
            <a:extLst>
              <a:ext uri="{FF2B5EF4-FFF2-40B4-BE49-F238E27FC236}">
                <a16:creationId xmlns:a16="http://schemas.microsoft.com/office/drawing/2014/main" id="{86871D33-3ABF-460D-8BF7-350CE83F6ABC}"/>
              </a:ext>
            </a:extLst>
          </p:cNvPr>
          <p:cNvSpPr>
            <a:spLocks noGrp="1"/>
          </p:cNvSpPr>
          <p:nvPr>
            <p:ph sz="quarter" idx="12"/>
          </p:nvPr>
        </p:nvSpPr>
        <p:spPr>
          <a:xfrm>
            <a:off x="1631504" y="350274"/>
            <a:ext cx="4716524" cy="19139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>
                <a:latin typeface="+mn-ea"/>
                <a:ea typeface="+mn-ea"/>
              </a:defRPr>
            </a:lvl1pPr>
          </a:lstStyle>
          <a:p>
            <a:pPr lvl="0"/>
            <a:endParaRPr lang="ko-KR" altLang="en-US" dirty="0"/>
          </a:p>
        </p:txBody>
      </p:sp>
      <p:sp>
        <p:nvSpPr>
          <p:cNvPr id="9" name="내용 개체 틀 2">
            <a:extLst>
              <a:ext uri="{FF2B5EF4-FFF2-40B4-BE49-F238E27FC236}">
                <a16:creationId xmlns:a16="http://schemas.microsoft.com/office/drawing/2014/main" id="{01D8848F-6271-4F9A-820F-3833086784EC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1631504" y="566299"/>
            <a:ext cx="4716524" cy="1813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>
                <a:latin typeface="+mn-ea"/>
                <a:ea typeface="+mn-ea"/>
              </a:defRPr>
            </a:lvl1pPr>
          </a:lstStyle>
          <a:p>
            <a:pPr lvl="0"/>
            <a:endParaRPr lang="ko-KR" altLang="en-US" dirty="0"/>
          </a:p>
        </p:txBody>
      </p:sp>
      <p:sp>
        <p:nvSpPr>
          <p:cNvPr id="10" name="내용 개체 틀 2">
            <a:extLst>
              <a:ext uri="{FF2B5EF4-FFF2-40B4-BE49-F238E27FC236}">
                <a16:creationId xmlns:a16="http://schemas.microsoft.com/office/drawing/2014/main" id="{D624A110-63E5-4953-8E44-DE1FC01A5521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7968208" y="116632"/>
            <a:ext cx="2088233" cy="20901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>
                <a:latin typeface="+mn-ea"/>
                <a:ea typeface="+mn-ea"/>
              </a:defRPr>
            </a:lvl1pPr>
          </a:lstStyle>
          <a:p>
            <a:pPr lvl="0"/>
            <a:endParaRPr lang="ko-KR" altLang="en-US" dirty="0"/>
          </a:p>
        </p:txBody>
      </p:sp>
      <p:sp>
        <p:nvSpPr>
          <p:cNvPr id="11" name="내용 개체 틀 2">
            <a:extLst>
              <a:ext uri="{FF2B5EF4-FFF2-40B4-BE49-F238E27FC236}">
                <a16:creationId xmlns:a16="http://schemas.microsoft.com/office/drawing/2014/main" id="{0CC34DEB-4287-4967-9547-87C363BC55B9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7968208" y="341464"/>
            <a:ext cx="2088233" cy="20901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>
                <a:latin typeface="+mn-ea"/>
                <a:ea typeface="+mn-ea"/>
              </a:defRPr>
            </a:lvl1pPr>
          </a:lstStyle>
          <a:p>
            <a:pPr lvl="0"/>
            <a:endParaRPr lang="ko-KR" altLang="en-US" dirty="0"/>
          </a:p>
        </p:txBody>
      </p:sp>
      <p:sp>
        <p:nvSpPr>
          <p:cNvPr id="12" name="내용 개체 틀 2">
            <a:extLst>
              <a:ext uri="{FF2B5EF4-FFF2-40B4-BE49-F238E27FC236}">
                <a16:creationId xmlns:a16="http://schemas.microsoft.com/office/drawing/2014/main" id="{320021F2-4856-4BDF-A4BA-EC1AC94ADDD9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7968208" y="543342"/>
            <a:ext cx="2088233" cy="20901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>
                <a:latin typeface="+mn-ea"/>
                <a:ea typeface="+mn-ea"/>
              </a:defRPr>
            </a:lvl1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8051426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EFEEC407-B1BA-4908-8319-AE741334BFEF}"/>
              </a:ext>
            </a:extLst>
          </p:cNvPr>
          <p:cNvCxnSpPr>
            <a:cxnSpLocks/>
          </p:cNvCxnSpPr>
          <p:nvPr userDrawn="1"/>
        </p:nvCxnSpPr>
        <p:spPr>
          <a:xfrm>
            <a:off x="1559496" y="1127960"/>
            <a:ext cx="0" cy="5577404"/>
          </a:xfrm>
          <a:prstGeom prst="line">
            <a:avLst/>
          </a:prstGeom>
          <a:noFill/>
          <a:ln w="9525" cap="flat" cmpd="sng" algn="ctr">
            <a:solidFill>
              <a:srgbClr val="FFFFFF">
                <a:lumMod val="75000"/>
              </a:srgbClr>
            </a:solidFill>
            <a:prstDash val="solid"/>
          </a:ln>
          <a:effectLst/>
        </p:spPr>
      </p:cxnSp>
      <p:pic>
        <p:nvPicPr>
          <p:cNvPr id="9" name="그림 8">
            <a:extLst>
              <a:ext uri="{FF2B5EF4-FFF2-40B4-BE49-F238E27FC236}">
                <a16:creationId xmlns:a16="http://schemas.microsoft.com/office/drawing/2014/main" id="{FB03B96E-0EE1-4078-8996-DA2B60EDDC8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4700"/>
                    </a14:imgEffect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5400000" flipV="1">
            <a:off x="1256794" y="1269762"/>
            <a:ext cx="61759" cy="61759"/>
          </a:xfrm>
          <a:prstGeom prst="rect">
            <a:avLst/>
          </a:prstGeom>
        </p:spPr>
      </p:pic>
      <p:cxnSp>
        <p:nvCxnSpPr>
          <p:cNvPr id="11" name="Shape 150">
            <a:extLst>
              <a:ext uri="{FF2B5EF4-FFF2-40B4-BE49-F238E27FC236}">
                <a16:creationId xmlns:a16="http://schemas.microsoft.com/office/drawing/2014/main" id="{A00C0042-810B-4753-9057-7D65FCBF3409}"/>
              </a:ext>
            </a:extLst>
          </p:cNvPr>
          <p:cNvCxnSpPr>
            <a:cxnSpLocks/>
          </p:cNvCxnSpPr>
          <p:nvPr userDrawn="1"/>
        </p:nvCxnSpPr>
        <p:spPr>
          <a:xfrm>
            <a:off x="119336" y="1116489"/>
            <a:ext cx="9937105" cy="0"/>
          </a:xfrm>
          <a:prstGeom prst="straightConnector1">
            <a:avLst/>
          </a:prstGeom>
          <a:solidFill>
            <a:schemeClr val="accent1"/>
          </a:solidFill>
          <a:ln w="9525" cap="flat" cmpd="sng">
            <a:solidFill>
              <a:srgbClr val="7F7F7F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2" name="Shape 152">
            <a:extLst>
              <a:ext uri="{FF2B5EF4-FFF2-40B4-BE49-F238E27FC236}">
                <a16:creationId xmlns:a16="http://schemas.microsoft.com/office/drawing/2014/main" id="{2B814782-4AF7-48A9-AF9A-E66F6B54BDCD}"/>
              </a:ext>
            </a:extLst>
          </p:cNvPr>
          <p:cNvSpPr txBox="1"/>
          <p:nvPr userDrawn="1"/>
        </p:nvSpPr>
        <p:spPr>
          <a:xfrm>
            <a:off x="8402706" y="865587"/>
            <a:ext cx="1653734" cy="200054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 anchor="t" anchorCtr="0">
            <a:noAutofit/>
          </a:bodyPr>
          <a:lstStyle/>
          <a:p>
            <a:pPr marL="0" marR="0" lvl="0" indent="0" algn="r" rtl="0">
              <a:spcBef>
                <a:spcPts val="0"/>
              </a:spcBef>
              <a:buSzPct val="25000"/>
              <a:buNone/>
            </a:pPr>
            <a:r>
              <a:rPr lang="ko-KR" altLang="en-US" sz="800" b="0" i="0" u="none" strike="noStrike" kern="1200" cap="none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  <a:cs typeface="Arial"/>
                <a:sym typeface="Arial"/>
              </a:rPr>
              <a:t>내 정보</a:t>
            </a:r>
            <a:r>
              <a:rPr lang="ko-KR" altLang="en-US" sz="800" dirty="0">
                <a:solidFill>
                  <a:srgbClr val="FF0000"/>
                </a:solidFill>
                <a:latin typeface="+mn-ea"/>
                <a:ea typeface="+mn-ea"/>
                <a:cs typeface="Arial"/>
                <a:sym typeface="Arial"/>
              </a:rPr>
              <a:t>          </a:t>
            </a:r>
            <a:r>
              <a:rPr lang="ko-KR" sz="800" dirty="0">
                <a:solidFill>
                  <a:srgbClr val="FF0000"/>
                </a:solidFill>
                <a:latin typeface="+mn-ea"/>
                <a:ea typeface="+mn-ea"/>
                <a:cs typeface="Arial"/>
                <a:sym typeface="Arial"/>
              </a:rPr>
              <a:t>로그아웃</a:t>
            </a:r>
          </a:p>
        </p:txBody>
      </p:sp>
      <p:sp>
        <p:nvSpPr>
          <p:cNvPr id="13" name="Shape 151">
            <a:extLst>
              <a:ext uri="{FF2B5EF4-FFF2-40B4-BE49-F238E27FC236}">
                <a16:creationId xmlns:a16="http://schemas.microsoft.com/office/drawing/2014/main" id="{C31813A7-069D-4E10-9146-BB9F72984203}"/>
              </a:ext>
            </a:extLst>
          </p:cNvPr>
          <p:cNvSpPr txBox="1"/>
          <p:nvPr userDrawn="1"/>
        </p:nvSpPr>
        <p:spPr>
          <a:xfrm>
            <a:off x="373460" y="827117"/>
            <a:ext cx="1353760" cy="276998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buSzPct val="25000"/>
              <a:buNone/>
            </a:pPr>
            <a:r>
              <a:rPr lang="ko-KR" altLang="en-US" sz="1200" b="1" dirty="0">
                <a:solidFill>
                  <a:schemeClr val="dk1"/>
                </a:solidFill>
                <a:latin typeface="+mn-ea"/>
                <a:ea typeface="+mn-ea"/>
                <a:cs typeface="Arial"/>
                <a:sym typeface="Arial"/>
              </a:rPr>
              <a:t>관리자</a:t>
            </a:r>
            <a:endParaRPr lang="ko-KR" sz="1000" b="0" dirty="0">
              <a:solidFill>
                <a:schemeClr val="dk1"/>
              </a:solidFill>
              <a:latin typeface="+mn-ea"/>
              <a:ea typeface="+mn-ea"/>
              <a:cs typeface="Arial"/>
              <a:sym typeface="Arial"/>
            </a:endParaRPr>
          </a:p>
        </p:txBody>
      </p:sp>
      <p:sp>
        <p:nvSpPr>
          <p:cNvPr id="22" name="내용 개체 틀 2">
            <a:extLst>
              <a:ext uri="{FF2B5EF4-FFF2-40B4-BE49-F238E27FC236}">
                <a16:creationId xmlns:a16="http://schemas.microsoft.com/office/drawing/2014/main" id="{C14F0D94-7541-4D11-B362-58ADA5A2AB0D}"/>
              </a:ext>
            </a:extLst>
          </p:cNvPr>
          <p:cNvSpPr>
            <a:spLocks noGrp="1"/>
          </p:cNvSpPr>
          <p:nvPr>
            <p:ph sz="quarter" idx="11"/>
          </p:nvPr>
        </p:nvSpPr>
        <p:spPr>
          <a:xfrm>
            <a:off x="1631504" y="134250"/>
            <a:ext cx="4716524" cy="19139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>
                <a:latin typeface="Noto Sans CJK KR Regular" panose="020B0500000000000000" pitchFamily="34" charset="-127"/>
                <a:ea typeface="Noto Sans CJK KR Regular" panose="020B0500000000000000" pitchFamily="34" charset="-127"/>
              </a:defRPr>
            </a:lvl1pPr>
          </a:lstStyle>
          <a:p>
            <a:pPr lvl="0"/>
            <a:endParaRPr lang="ko-KR" altLang="en-US" dirty="0"/>
          </a:p>
        </p:txBody>
      </p:sp>
      <p:sp>
        <p:nvSpPr>
          <p:cNvPr id="23" name="내용 개체 틀 2">
            <a:extLst>
              <a:ext uri="{FF2B5EF4-FFF2-40B4-BE49-F238E27FC236}">
                <a16:creationId xmlns:a16="http://schemas.microsoft.com/office/drawing/2014/main" id="{11AA27BD-7B4F-4830-A709-8D8521736B32}"/>
              </a:ext>
            </a:extLst>
          </p:cNvPr>
          <p:cNvSpPr>
            <a:spLocks noGrp="1"/>
          </p:cNvSpPr>
          <p:nvPr>
            <p:ph sz="quarter" idx="12"/>
          </p:nvPr>
        </p:nvSpPr>
        <p:spPr>
          <a:xfrm>
            <a:off x="1631504" y="350274"/>
            <a:ext cx="4716524" cy="19139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>
                <a:latin typeface="Noto Sans CJK KR Regular" panose="020B0500000000000000" pitchFamily="34" charset="-127"/>
                <a:ea typeface="Noto Sans CJK KR Regular" panose="020B0500000000000000" pitchFamily="34" charset="-127"/>
              </a:defRPr>
            </a:lvl1pPr>
          </a:lstStyle>
          <a:p>
            <a:pPr lvl="0"/>
            <a:endParaRPr lang="ko-KR" altLang="en-US" dirty="0"/>
          </a:p>
        </p:txBody>
      </p:sp>
      <p:sp>
        <p:nvSpPr>
          <p:cNvPr id="24" name="내용 개체 틀 2">
            <a:extLst>
              <a:ext uri="{FF2B5EF4-FFF2-40B4-BE49-F238E27FC236}">
                <a16:creationId xmlns:a16="http://schemas.microsoft.com/office/drawing/2014/main" id="{74D4EB2C-2217-4113-8475-BA6DC183B556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1631504" y="566299"/>
            <a:ext cx="4716524" cy="1813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>
                <a:latin typeface="Noto Sans CJK KR Regular" panose="020B0500000000000000" pitchFamily="34" charset="-127"/>
                <a:ea typeface="Noto Sans CJK KR Regular" panose="020B0500000000000000" pitchFamily="34" charset="-127"/>
              </a:defRPr>
            </a:lvl1pPr>
          </a:lstStyle>
          <a:p>
            <a:pPr lvl="0"/>
            <a:endParaRPr lang="ko-KR" altLang="en-US" dirty="0"/>
          </a:p>
        </p:txBody>
      </p:sp>
      <p:sp>
        <p:nvSpPr>
          <p:cNvPr id="25" name="내용 개체 틀 2">
            <a:extLst>
              <a:ext uri="{FF2B5EF4-FFF2-40B4-BE49-F238E27FC236}">
                <a16:creationId xmlns:a16="http://schemas.microsoft.com/office/drawing/2014/main" id="{10BA991B-9DE3-4BA6-A82D-AAAD5944FB1D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7968208" y="116632"/>
            <a:ext cx="2088233" cy="20901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>
                <a:latin typeface="Noto Sans CJK KR Regular" panose="020B0500000000000000" pitchFamily="34" charset="-127"/>
                <a:ea typeface="Noto Sans CJK KR Regular" panose="020B0500000000000000" pitchFamily="34" charset="-127"/>
              </a:defRPr>
            </a:lvl1pPr>
          </a:lstStyle>
          <a:p>
            <a:pPr lvl="0"/>
            <a:endParaRPr lang="ko-KR" altLang="en-US" dirty="0"/>
          </a:p>
        </p:txBody>
      </p:sp>
      <p:sp>
        <p:nvSpPr>
          <p:cNvPr id="26" name="내용 개체 틀 2">
            <a:extLst>
              <a:ext uri="{FF2B5EF4-FFF2-40B4-BE49-F238E27FC236}">
                <a16:creationId xmlns:a16="http://schemas.microsoft.com/office/drawing/2014/main" id="{371E2156-5B63-41E6-BC82-C70067336D80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7968208" y="341464"/>
            <a:ext cx="2088233" cy="20901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>
                <a:latin typeface="Noto Sans CJK KR Regular" panose="020B0500000000000000" pitchFamily="34" charset="-127"/>
                <a:ea typeface="Noto Sans CJK KR Regular" panose="020B0500000000000000" pitchFamily="34" charset="-127"/>
              </a:defRPr>
            </a:lvl1pPr>
          </a:lstStyle>
          <a:p>
            <a:pPr lvl="0"/>
            <a:endParaRPr lang="ko-KR" altLang="en-US" dirty="0"/>
          </a:p>
        </p:txBody>
      </p:sp>
      <p:sp>
        <p:nvSpPr>
          <p:cNvPr id="27" name="내용 개체 틀 2">
            <a:extLst>
              <a:ext uri="{FF2B5EF4-FFF2-40B4-BE49-F238E27FC236}">
                <a16:creationId xmlns:a16="http://schemas.microsoft.com/office/drawing/2014/main" id="{2C122C07-68A4-4E85-A833-DE60517A3060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7968208" y="543342"/>
            <a:ext cx="2088233" cy="20901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>
                <a:latin typeface="Noto Sans CJK KR Regular" panose="020B0500000000000000" pitchFamily="34" charset="-127"/>
                <a:ea typeface="Noto Sans CJK KR Regular" panose="020B0500000000000000" pitchFamily="34" charset="-127"/>
              </a:defRPr>
            </a:lvl1pPr>
          </a:lstStyle>
          <a:p>
            <a:pPr lvl="0"/>
            <a:endParaRPr lang="ko-KR" altLang="en-US" dirty="0"/>
          </a:p>
        </p:txBody>
      </p:sp>
      <p:sp>
        <p:nvSpPr>
          <p:cNvPr id="15" name="내용 개체 틀 2">
            <a:extLst>
              <a:ext uri="{FF2B5EF4-FFF2-40B4-BE49-F238E27FC236}">
                <a16:creationId xmlns:a16="http://schemas.microsoft.com/office/drawing/2014/main" id="{E00C3773-94AB-4EAB-B140-7BC5CEEB8D4F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155340" y="1204834"/>
            <a:ext cx="883334" cy="20901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defRPr>
            </a:lvl1pPr>
          </a:lstStyle>
          <a:p>
            <a:pPr lvl="0"/>
            <a:endParaRPr lang="ko-KR" altLang="en-US" dirty="0"/>
          </a:p>
        </p:txBody>
      </p:sp>
      <p:sp>
        <p:nvSpPr>
          <p:cNvPr id="16" name="내용 개체 틀 2">
            <a:extLst>
              <a:ext uri="{FF2B5EF4-FFF2-40B4-BE49-F238E27FC236}">
                <a16:creationId xmlns:a16="http://schemas.microsoft.com/office/drawing/2014/main" id="{4559F9D6-638B-43CD-8C6D-85734348F6EF}"/>
              </a:ext>
            </a:extLst>
          </p:cNvPr>
          <p:cNvSpPr>
            <a:spLocks noGrp="1"/>
          </p:cNvSpPr>
          <p:nvPr>
            <p:ph sz="quarter" idx="18"/>
          </p:nvPr>
        </p:nvSpPr>
        <p:spPr>
          <a:xfrm>
            <a:off x="320906" y="1461114"/>
            <a:ext cx="1104824" cy="20901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9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defRPr>
            </a:lvl1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3033095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709067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svg"/><Relationship Id="rId3" Type="http://schemas.openxmlformats.org/officeDocument/2006/relationships/slideLayout" Target="../slideLayouts/slideLayout3.xml"/><Relationship Id="rId7" Type="http://schemas.openxmlformats.org/officeDocument/2006/relationships/image" Target="../media/image1.png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3.png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12.png"/><Relationship Id="rId4" Type="http://schemas.openxmlformats.org/officeDocument/2006/relationships/image" Target="../media/image2.svg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.xml"/><Relationship Id="rId3" Type="http://schemas.openxmlformats.org/officeDocument/2006/relationships/slideLayout" Target="../slideLayouts/slideLayout9.xml"/><Relationship Id="rId7" Type="http://schemas.openxmlformats.org/officeDocument/2006/relationships/slideLayout" Target="../slideLayouts/slideLayout13.xml"/><Relationship Id="rId12" Type="http://schemas.openxmlformats.org/officeDocument/2006/relationships/image" Target="../media/image3.png"/><Relationship Id="rId2" Type="http://schemas.openxmlformats.org/officeDocument/2006/relationships/slideLayout" Target="../slideLayouts/slideLayout8.xml"/><Relationship Id="rId1" Type="http://schemas.openxmlformats.org/officeDocument/2006/relationships/slideLayout" Target="../slideLayouts/slideLayout7.xml"/><Relationship Id="rId6" Type="http://schemas.openxmlformats.org/officeDocument/2006/relationships/slideLayout" Target="../slideLayouts/slideLayout12.xml"/><Relationship Id="rId11" Type="http://schemas.openxmlformats.org/officeDocument/2006/relationships/theme" Target="../theme/theme3.xml"/><Relationship Id="rId5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6.xml"/><Relationship Id="rId4" Type="http://schemas.openxmlformats.org/officeDocument/2006/relationships/slideLayout" Target="../slideLayouts/slideLayout10.xml"/><Relationship Id="rId9" Type="http://schemas.openxmlformats.org/officeDocument/2006/relationships/slideLayout" Target="../slideLayouts/slideLayout15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openxmlformats.org/officeDocument/2006/relationships/slideLayout" Target="../slideLayouts/slideLayout19.xml"/><Relationship Id="rId7" Type="http://schemas.openxmlformats.org/officeDocument/2006/relationships/theme" Target="../theme/theme4.xml"/><Relationship Id="rId2" Type="http://schemas.openxmlformats.org/officeDocument/2006/relationships/slideLayout" Target="../slideLayouts/slideLayout18.xml"/><Relationship Id="rId1" Type="http://schemas.openxmlformats.org/officeDocument/2006/relationships/slideLayout" Target="../slideLayouts/slideLayout17.xml"/><Relationship Id="rId6" Type="http://schemas.openxmlformats.org/officeDocument/2006/relationships/slideLayout" Target="../slideLayouts/slideLayout22.xml"/><Relationship Id="rId5" Type="http://schemas.openxmlformats.org/officeDocument/2006/relationships/slideLayout" Target="../slideLayouts/slideLayout21.xml"/><Relationship Id="rId4" Type="http://schemas.openxmlformats.org/officeDocument/2006/relationships/slideLayout" Target="../slideLayouts/slideLayout20.xml"/></Relationships>
</file>

<file path=ppt/slideMasters/_rels/slideMaster5.xml.rels><?xml version="1.0" encoding="UTF-8" standalone="yes"?>
<Relationships xmlns="http://schemas.openxmlformats.org/package/2006/relationships"><Relationship Id="rId3" Type="http://schemas.openxmlformats.org/officeDocument/2006/relationships/theme" Target="../theme/theme5.xml"/><Relationship Id="rId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23.xml"/><Relationship Id="rId4" Type="http://schemas.openxmlformats.org/officeDocument/2006/relationships/image" Target="../media/image3.png"/></Relationships>
</file>

<file path=ppt/slideMasters/_rels/slideMaster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theme" Target="../theme/theme6.xml"/><Relationship Id="rId1" Type="http://schemas.openxmlformats.org/officeDocument/2006/relationships/slideLayout" Target="../slideLayouts/slideLayout25.xml"/><Relationship Id="rId5" Type="http://schemas.openxmlformats.org/officeDocument/2006/relationships/image" Target="../media/image2.svg"/><Relationship Id="rId4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39393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래픽 1">
            <a:extLst>
              <a:ext uri="{FF2B5EF4-FFF2-40B4-BE49-F238E27FC236}">
                <a16:creationId xmlns:a16="http://schemas.microsoft.com/office/drawing/2014/main" id="{8867D394-6BBD-4C14-C338-366FD4E90E16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760125" y="512762"/>
            <a:ext cx="1000784" cy="117501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BF6C1181-D904-8123-8AA6-7A9BB98909B4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90975" y="474684"/>
            <a:ext cx="3133616" cy="2865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366606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7" r:id="rId1"/>
    <p:sldLayoutId id="2147483739" r:id="rId2"/>
    <p:sldLayoutId id="2147483742" r:id="rId3"/>
    <p:sldLayoutId id="2147483740" r:id="rId4"/>
    <p:sldLayoutId id="2147483738" r:id="rId5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13131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래픽 1">
            <a:extLst>
              <a:ext uri="{FF2B5EF4-FFF2-40B4-BE49-F238E27FC236}">
                <a16:creationId xmlns:a16="http://schemas.microsoft.com/office/drawing/2014/main" id="{E9522DD6-8036-0357-5A8C-4C1F8269B43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39416" y="6210238"/>
            <a:ext cx="1000784" cy="117501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1A793A2-C065-17D4-D6AF-5C61681A2B7B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201005" y="692696"/>
            <a:ext cx="274344" cy="57977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37010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9" r:id="rId1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5">
            <a:extLst>
              <a:ext uri="{FF2B5EF4-FFF2-40B4-BE49-F238E27FC236}">
                <a16:creationId xmlns:a16="http://schemas.microsoft.com/office/drawing/2014/main" id="{6EB1DE36-CC80-4EA8-BA53-BA2B824457CD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11872772" y="6696583"/>
            <a:ext cx="263952" cy="1594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17987" tIns="17987" rIns="17987" bIns="17987" anchor="ctr">
            <a:spAutoFit/>
          </a:bodyPr>
          <a:lstStyle/>
          <a:p>
            <a:pPr algn="r" defTabSz="914581">
              <a:defRPr/>
            </a:pPr>
            <a:fld id="{47234B63-C68F-4032-AC0C-95FA31D64F75}" type="slidenum">
              <a:rPr lang="en-US" altLang="ko-KR" sz="800">
                <a:solidFill>
                  <a:srgbClr val="969696"/>
                </a:solidFill>
                <a:latin typeface="Noto Sans CJK KR Black" panose="020B0A00000000000000" pitchFamily="34" charset="-127"/>
                <a:ea typeface="Noto Sans CJK KR Black" panose="020B0A00000000000000" pitchFamily="34" charset="-127"/>
              </a:rPr>
              <a:pPr algn="r" defTabSz="914581">
                <a:defRPr/>
              </a:pPr>
              <a:t>‹#›</a:t>
            </a:fld>
            <a:r>
              <a:rPr lang="en-US" altLang="ko-KR" sz="800" dirty="0">
                <a:solidFill>
                  <a:srgbClr val="969696"/>
                </a:solidFill>
                <a:latin typeface="Noto Sans CJK KR Black" panose="020B0A00000000000000" pitchFamily="34" charset="-127"/>
                <a:ea typeface="Noto Sans CJK KR Black" panose="020B0A00000000000000" pitchFamily="34" charset="-127"/>
              </a:rPr>
              <a:t> P</a:t>
            </a:r>
          </a:p>
        </p:txBody>
      </p:sp>
      <p:sp>
        <p:nvSpPr>
          <p:cNvPr id="8" name="Rectangle 12">
            <a:extLst>
              <a:ext uri="{FF2B5EF4-FFF2-40B4-BE49-F238E27FC236}">
                <a16:creationId xmlns:a16="http://schemas.microsoft.com/office/drawing/2014/main" id="{3AC9A696-4914-4603-B107-D817A64E58D6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10128448" y="6696583"/>
            <a:ext cx="1744324" cy="1614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68415" tIns="34208" rIns="68415" bIns="34208">
            <a:spAutoFit/>
          </a:bodyPr>
          <a:lstStyle/>
          <a:p>
            <a:pPr algn="r">
              <a:spcBef>
                <a:spcPct val="50000"/>
              </a:spcBef>
              <a:defRPr/>
            </a:pPr>
            <a:r>
              <a:rPr kumimoji="1" lang="en-US" altLang="ko-KR" sz="600" kern="1200" dirty="0">
                <a:solidFill>
                  <a:srgbClr val="969696"/>
                </a:solidFill>
                <a:latin typeface="Noto Sans CJK KR Regular" panose="020B0500000000000000" pitchFamily="34" charset="-127"/>
                <a:ea typeface="Noto Sans CJK KR Regular" panose="020B0500000000000000" pitchFamily="34" charset="-127"/>
                <a:cs typeface="+mn-cs"/>
              </a:rPr>
              <a:t>© </a:t>
            </a:r>
            <a:r>
              <a:rPr kumimoji="1" lang="en-US" altLang="ko-KR" sz="600" kern="1200" dirty="0" err="1">
                <a:solidFill>
                  <a:srgbClr val="969696"/>
                </a:solidFill>
                <a:latin typeface="Noto Sans CJK KR Regular" panose="020B0500000000000000" pitchFamily="34" charset="-127"/>
                <a:ea typeface="Noto Sans CJK KR Regular" panose="020B0500000000000000" pitchFamily="34" charset="-127"/>
                <a:cs typeface="+mn-cs"/>
              </a:rPr>
              <a:t>Toonation</a:t>
            </a:r>
            <a:r>
              <a:rPr kumimoji="1" lang="en-US" altLang="ko-KR" sz="600" kern="1200" dirty="0">
                <a:solidFill>
                  <a:srgbClr val="969696"/>
                </a:solidFill>
                <a:latin typeface="Noto Sans CJK KR Regular" panose="020B0500000000000000" pitchFamily="34" charset="-127"/>
                <a:ea typeface="Noto Sans CJK KR Regular" panose="020B0500000000000000" pitchFamily="34" charset="-127"/>
                <a:cs typeface="+mn-cs"/>
              </a:rPr>
              <a:t> Co., Ltd. All rights reserved.</a:t>
            </a:r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BDCB3F2C-96FD-4C2D-A509-18F1957D5D26}"/>
              </a:ext>
            </a:extLst>
          </p:cNvPr>
          <p:cNvPicPr>
            <a:picLocks noChangeAspect="1"/>
          </p:cNvPicPr>
          <p:nvPr userDrawn="1"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276" y="6696583"/>
            <a:ext cx="2017493" cy="18447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30292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6" r:id="rId1"/>
    <p:sldLayoutId id="2147483748" r:id="rId2"/>
    <p:sldLayoutId id="2147483744" r:id="rId3"/>
    <p:sldLayoutId id="2147483745" r:id="rId4"/>
    <p:sldLayoutId id="2147483747" r:id="rId5"/>
    <p:sldLayoutId id="2147483807" r:id="rId6"/>
    <p:sldLayoutId id="2147483808" r:id="rId7"/>
    <p:sldLayoutId id="2147483809" r:id="rId8"/>
    <p:sldLayoutId id="2147483810" r:id="rId9"/>
    <p:sldLayoutId id="2147483811" r:id="rId10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Group 549">
            <a:extLst>
              <a:ext uri="{FF2B5EF4-FFF2-40B4-BE49-F238E27FC236}">
                <a16:creationId xmlns:a16="http://schemas.microsoft.com/office/drawing/2014/main" id="{510E24F9-855F-4E48-A8E2-19F4A2FCF6A4}"/>
              </a:ext>
            </a:extLst>
          </p:cNvPr>
          <p:cNvGraphicFramePr>
            <a:graphicFrameLocks/>
          </p:cNvGraphicFramePr>
          <p:nvPr userDrawn="1">
            <p:extLst>
              <p:ext uri="{D42A27DB-BD31-4B8C-83A1-F6EECF244321}">
                <p14:modId xmlns:p14="http://schemas.microsoft.com/office/powerpoint/2010/main" val="2533973800"/>
              </p:ext>
            </p:extLst>
          </p:nvPr>
        </p:nvGraphicFramePr>
        <p:xfrm>
          <a:off x="144103" y="119789"/>
          <a:ext cx="12000569" cy="219760"/>
        </p:xfrm>
        <a:graphic>
          <a:graphicData uri="http://schemas.openxmlformats.org/drawingml/2006/table">
            <a:tbl>
              <a:tblPr/>
              <a:tblGrid>
                <a:gridCol w="14233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487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5202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76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393939"/>
                          </a:solidFill>
                          <a:effectLst/>
                          <a:latin typeface="+mj-lt"/>
                          <a:ea typeface="+mn-ea"/>
                        </a:rPr>
                        <a:t>Page Name</a:t>
                      </a:r>
                    </a:p>
                  </a:txBody>
                  <a:tcPr marL="18000" marR="18000" marT="18000" marB="1800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13131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342077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393939"/>
                        </a:solidFill>
                        <a:effectLst/>
                        <a:latin typeface="+mj-lt"/>
                        <a:ea typeface="+mn-ea"/>
                      </a:endParaRPr>
                    </a:p>
                  </a:txBody>
                  <a:tcPr marL="18000" marR="18000" marT="18000" marB="18000" anchor="ctr" horzOverflow="overflow">
                    <a:lnL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13131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393939"/>
                          </a:solidFill>
                          <a:effectLst/>
                          <a:latin typeface="+mj-lt"/>
                          <a:ea typeface="+mn-ea"/>
                        </a:rPr>
                        <a:t>Project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393939"/>
                        </a:solidFill>
                        <a:effectLst/>
                        <a:latin typeface="+mj-lt"/>
                        <a:ea typeface="+mn-ea"/>
                      </a:endParaRPr>
                    </a:p>
                  </a:txBody>
                  <a:tcPr marL="18000" marR="18000" marT="18000" marB="18000" anchor="ctr" horzOverflow="overflow">
                    <a:lnL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13131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342077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393939"/>
                        </a:solidFill>
                        <a:effectLst/>
                        <a:latin typeface="+mj-lt"/>
                        <a:ea typeface="+mn-ea"/>
                      </a:endParaRPr>
                    </a:p>
                  </a:txBody>
                  <a:tcPr marL="18000" marR="18000" marT="18000" marB="18000" anchor="ctr" horzOverflow="overflow">
                    <a:lnL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13131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0" name="Rectangle 5">
            <a:extLst>
              <a:ext uri="{FF2B5EF4-FFF2-40B4-BE49-F238E27FC236}">
                <a16:creationId xmlns:a16="http://schemas.microsoft.com/office/drawing/2014/main" id="{A776E1B4-E3CA-41FB-AFE1-32E9AECB39FE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11872772" y="6696583"/>
            <a:ext cx="263952" cy="1594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17987" tIns="17987" rIns="17987" bIns="17987" anchor="ctr">
            <a:spAutoFit/>
          </a:bodyPr>
          <a:lstStyle/>
          <a:p>
            <a:pPr algn="r" defTabSz="914581">
              <a:defRPr/>
            </a:pPr>
            <a:fld id="{47234B63-C68F-4032-AC0C-95FA31D64F75}" type="slidenum">
              <a:rPr lang="en-US" altLang="ko-KR" sz="800">
                <a:solidFill>
                  <a:srgbClr val="969696"/>
                </a:solidFill>
                <a:latin typeface="Noto Sans CJK KR Black" panose="020B0A00000000000000" pitchFamily="34" charset="-127"/>
                <a:ea typeface="Noto Sans CJK KR Black" panose="020B0A00000000000000" pitchFamily="34" charset="-127"/>
              </a:rPr>
              <a:pPr algn="r" defTabSz="914581">
                <a:defRPr/>
              </a:pPr>
              <a:t>‹#›</a:t>
            </a:fld>
            <a:r>
              <a:rPr lang="en-US" altLang="ko-KR" sz="800" dirty="0">
                <a:solidFill>
                  <a:srgbClr val="969696"/>
                </a:solidFill>
                <a:latin typeface="Noto Sans CJK KR Black" panose="020B0A00000000000000" pitchFamily="34" charset="-127"/>
                <a:ea typeface="Noto Sans CJK KR Black" panose="020B0A00000000000000" pitchFamily="34" charset="-127"/>
              </a:rPr>
              <a:t> P</a:t>
            </a: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C0658C5B-FEDB-4CC2-848E-D718EEB4B6EE}"/>
              </a:ext>
            </a:extLst>
          </p:cNvPr>
          <p:cNvPicPr>
            <a:picLocks noChangeAspect="1"/>
          </p:cNvPicPr>
          <p:nvPr userDrawn="1"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276" y="6696583"/>
            <a:ext cx="2017493" cy="18447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CE1F065A-F145-4DF5-8199-BCBDC6326A40}"/>
              </a:ext>
            </a:extLst>
          </p:cNvPr>
          <p:cNvSpPr txBox="1"/>
          <p:nvPr userDrawn="1"/>
        </p:nvSpPr>
        <p:spPr>
          <a:xfrm>
            <a:off x="9642514" y="125608"/>
            <a:ext cx="118173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+mn-ea"/>
                <a:ea typeface="+mn-ea"/>
              </a:rPr>
              <a:t>투네이션 리모컨 개편</a:t>
            </a:r>
          </a:p>
        </p:txBody>
      </p:sp>
      <p:sp>
        <p:nvSpPr>
          <p:cNvPr id="2" name="Rectangle 12">
            <a:extLst>
              <a:ext uri="{FF2B5EF4-FFF2-40B4-BE49-F238E27FC236}">
                <a16:creationId xmlns:a16="http://schemas.microsoft.com/office/drawing/2014/main" id="{D6C96E3D-DFF9-0F3C-188E-B429D2FFD8E0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10128448" y="6696583"/>
            <a:ext cx="1744324" cy="1614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68415" tIns="34208" rIns="68415" bIns="34208">
            <a:spAutoFit/>
          </a:bodyPr>
          <a:lstStyle/>
          <a:p>
            <a:pPr algn="r">
              <a:spcBef>
                <a:spcPct val="50000"/>
              </a:spcBef>
              <a:defRPr/>
            </a:pPr>
            <a:r>
              <a:rPr lang="en-US" altLang="ko-KR" sz="600" dirty="0">
                <a:solidFill>
                  <a:srgbClr val="969696"/>
                </a:solidFill>
                <a:latin typeface="Noto Sans CJK KR Regular" panose="020B0500000000000000" pitchFamily="34" charset="-127"/>
                <a:ea typeface="Noto Sans CJK KR Regular" panose="020B0500000000000000" pitchFamily="34" charset="-127"/>
              </a:rPr>
              <a:t>© </a:t>
            </a:r>
            <a:r>
              <a:rPr lang="en-US" altLang="ko-KR" sz="600" dirty="0" err="1">
                <a:solidFill>
                  <a:srgbClr val="969696"/>
                </a:solidFill>
                <a:latin typeface="Noto Sans CJK KR Regular" panose="020B0500000000000000" pitchFamily="34" charset="-127"/>
                <a:ea typeface="Noto Sans CJK KR Regular" panose="020B0500000000000000" pitchFamily="34" charset="-127"/>
              </a:rPr>
              <a:t>Toonation</a:t>
            </a:r>
            <a:r>
              <a:rPr lang="en-US" altLang="ko-KR" sz="600" dirty="0">
                <a:solidFill>
                  <a:srgbClr val="969696"/>
                </a:solidFill>
                <a:latin typeface="Noto Sans CJK KR Regular" panose="020B0500000000000000" pitchFamily="34" charset="-127"/>
                <a:ea typeface="Noto Sans CJK KR Regular" panose="020B0500000000000000" pitchFamily="34" charset="-127"/>
              </a:rPr>
              <a:t> Co., Ltd.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2048539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1" r:id="rId1"/>
    <p:sldLayoutId id="2147483773" r:id="rId2"/>
    <p:sldLayoutId id="2147483806" r:id="rId3"/>
    <p:sldLayoutId id="2147483777" r:id="rId4"/>
    <p:sldLayoutId id="2147483772" r:id="rId5"/>
    <p:sldLayoutId id="2147483775" r:id="rId6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Group 549">
            <a:extLst>
              <a:ext uri="{FF2B5EF4-FFF2-40B4-BE49-F238E27FC236}">
                <a16:creationId xmlns:a16="http://schemas.microsoft.com/office/drawing/2014/main" id="{456A41FA-2756-48B1-955C-A9B209F21139}"/>
              </a:ext>
            </a:extLst>
          </p:cNvPr>
          <p:cNvGraphicFramePr>
            <a:graphicFrameLocks/>
          </p:cNvGraphicFramePr>
          <p:nvPr userDrawn="1">
            <p:extLst>
              <p:ext uri="{D42A27DB-BD31-4B8C-83A1-F6EECF244321}">
                <p14:modId xmlns:p14="http://schemas.microsoft.com/office/powerpoint/2010/main" val="3891659835"/>
              </p:ext>
            </p:extLst>
          </p:nvPr>
        </p:nvGraphicFramePr>
        <p:xfrm>
          <a:off x="144103" y="119789"/>
          <a:ext cx="9912338" cy="627829"/>
        </p:xfrm>
        <a:graphic>
          <a:graphicData uri="http://schemas.openxmlformats.org/drawingml/2006/table">
            <a:tbl>
              <a:tblPr/>
              <a:tblGrid>
                <a:gridCol w="14233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894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4316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509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76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393939"/>
                          </a:solidFill>
                          <a:effectLst/>
                          <a:latin typeface="+mj-ea"/>
                          <a:ea typeface="+mj-ea"/>
                        </a:rPr>
                        <a:t>Screen ID</a:t>
                      </a:r>
                    </a:p>
                  </a:txBody>
                  <a:tcPr marL="18000" marR="18000" marT="18000" marB="1800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13131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342077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393939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18000" marR="18000" marT="18000" marB="18000" anchor="ctr" horzOverflow="overflow">
                    <a:lnL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13131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393939"/>
                          </a:solidFill>
                          <a:effectLst/>
                          <a:latin typeface="+mj-ea"/>
                          <a:ea typeface="+mj-ea"/>
                        </a:rPr>
                        <a:t>System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393939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18000" marR="18000" marT="18000" marB="18000" anchor="ctr" horzOverflow="overflow">
                    <a:lnL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13131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342077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393939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18000" marR="18000" marT="18000" marB="18000" anchor="ctr" horzOverflow="overflow">
                    <a:lnL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13131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12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393939"/>
                          </a:solidFill>
                          <a:effectLst/>
                          <a:latin typeface="+mj-ea"/>
                          <a:ea typeface="+mj-ea"/>
                        </a:rPr>
                        <a:t>경로</a:t>
                      </a:r>
                    </a:p>
                  </a:txBody>
                  <a:tcPr marL="18000" marR="18000" marT="18000" marB="1800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342077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393939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18000" marR="18000" marT="18000" marB="18000" anchor="ctr" horzOverflow="overflow">
                    <a:lnL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393939"/>
                          </a:solidFill>
                          <a:effectLst/>
                          <a:latin typeface="+mj-ea"/>
                          <a:ea typeface="+mj-ea"/>
                        </a:rPr>
                        <a:t>작성자</a:t>
                      </a:r>
                    </a:p>
                  </a:txBody>
                  <a:tcPr marL="18000" marR="18000" marT="18000" marB="18000" anchor="ctr" horzOverflow="overflow">
                    <a:lnL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342077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393939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18000" marR="18000" marT="18000" marB="18000" anchor="ctr" horzOverflow="overflow">
                    <a:lnL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694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393939"/>
                          </a:solidFill>
                          <a:effectLst/>
                          <a:latin typeface="+mj-ea"/>
                          <a:ea typeface="+mj-ea"/>
                        </a:rPr>
                        <a:t>페이지 설명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393939"/>
                          </a:solidFill>
                          <a:effectLst/>
                          <a:latin typeface="+mj-ea"/>
                          <a:ea typeface="+mj-ea"/>
                        </a:rPr>
                        <a:t>(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393939"/>
                          </a:solidFill>
                          <a:effectLst/>
                          <a:latin typeface="+mj-ea"/>
                          <a:ea typeface="+mj-ea"/>
                        </a:rPr>
                        <a:t>수정사항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393939"/>
                          </a:solidFill>
                          <a:effectLst/>
                          <a:latin typeface="+mj-ea"/>
                          <a:ea typeface="+mj-ea"/>
                        </a:rPr>
                        <a:t>)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393939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18000" marR="18000" marT="18000" marB="1800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342077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393939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18000" marR="18000" marT="18000" marB="18000" anchor="ctr" horzOverflow="overflow">
                    <a:lnL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393939"/>
                          </a:solidFill>
                          <a:effectLst/>
                          <a:latin typeface="+mj-ea"/>
                          <a:ea typeface="+mj-ea"/>
                        </a:rPr>
                        <a:t>작성일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393939"/>
                          </a:solidFill>
                          <a:effectLst/>
                          <a:latin typeface="+mj-ea"/>
                          <a:ea typeface="+mj-ea"/>
                        </a:rPr>
                        <a:t>/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393939"/>
                          </a:solidFill>
                          <a:effectLst/>
                          <a:latin typeface="+mj-ea"/>
                          <a:ea typeface="+mj-ea"/>
                        </a:rPr>
                        <a:t>버전</a:t>
                      </a:r>
                    </a:p>
                  </a:txBody>
                  <a:tcPr marL="18000" marR="18000" marT="18000" marB="18000" anchor="ctr" horzOverflow="overflow">
                    <a:lnL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342077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393939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18000" marR="18000" marT="18000" marB="18000" anchor="ctr" horzOverflow="overflow">
                    <a:lnL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>
                          <a:lumMod val="65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8" name="Rectangle 3">
            <a:extLst>
              <a:ext uri="{FF2B5EF4-FFF2-40B4-BE49-F238E27FC236}">
                <a16:creationId xmlns:a16="http://schemas.microsoft.com/office/drawing/2014/main" id="{F191E0DB-7277-41D0-BCF4-B74530CADA90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10154860" y="101901"/>
            <a:ext cx="1992931" cy="215900"/>
          </a:xfrm>
          <a:prstGeom prst="rect">
            <a:avLst/>
          </a:prstGeom>
          <a:solidFill>
            <a:srgbClr val="000000"/>
          </a:solidFill>
          <a:ln w="6350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</a:pPr>
            <a:r>
              <a:rPr kumimoji="1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Description</a:t>
            </a:r>
          </a:p>
        </p:txBody>
      </p:sp>
      <p:sp>
        <p:nvSpPr>
          <p:cNvPr id="9" name="Rectangle 30">
            <a:extLst>
              <a:ext uri="{FF2B5EF4-FFF2-40B4-BE49-F238E27FC236}">
                <a16:creationId xmlns:a16="http://schemas.microsoft.com/office/drawing/2014/main" id="{B014AFA6-4984-46E9-86E6-872BC27BF6E4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10154860" y="317800"/>
            <a:ext cx="1989984" cy="635128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rgbClr val="969696"/>
            </a:solidFill>
            <a:miter lim="800000"/>
            <a:headEnd/>
            <a:tailEnd/>
          </a:ln>
        </p:spPr>
        <p:txBody>
          <a:bodyPr lIns="18000" rIns="18000"/>
          <a:lstStyle/>
          <a:p>
            <a:pPr marL="190500" marR="0" lvl="0" indent="-190500" defTabSz="91440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7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Noto Sans CJK KR Regular" panose="020B0500000000000000" pitchFamily="34" charset="-127"/>
              <a:ea typeface="Noto Sans CJK KR Regular" panose="020B0500000000000000" pitchFamily="34" charset="-127"/>
            </a:endParaRPr>
          </a:p>
        </p:txBody>
      </p:sp>
      <p:sp>
        <p:nvSpPr>
          <p:cNvPr id="14" name="Rectangle 5">
            <a:extLst>
              <a:ext uri="{FF2B5EF4-FFF2-40B4-BE49-F238E27FC236}">
                <a16:creationId xmlns:a16="http://schemas.microsoft.com/office/drawing/2014/main" id="{A9843BCF-3D38-4A96-BDFD-4C3AD1DE59F2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11872772" y="6696583"/>
            <a:ext cx="263952" cy="1594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17987" tIns="17987" rIns="17987" bIns="17987" anchor="ctr">
            <a:spAutoFit/>
          </a:bodyPr>
          <a:lstStyle/>
          <a:p>
            <a:pPr algn="r" defTabSz="914581">
              <a:defRPr/>
            </a:pPr>
            <a:fld id="{47234B63-C68F-4032-AC0C-95FA31D64F75}" type="slidenum">
              <a:rPr lang="en-US" altLang="ko-KR" sz="800">
                <a:solidFill>
                  <a:srgbClr val="969696"/>
                </a:solidFill>
                <a:latin typeface="Noto Sans CJK KR Black" panose="020B0A00000000000000" pitchFamily="34" charset="-127"/>
                <a:ea typeface="Noto Sans CJK KR Black" panose="020B0A00000000000000" pitchFamily="34" charset="-127"/>
              </a:rPr>
              <a:pPr algn="r" defTabSz="914581">
                <a:defRPr/>
              </a:pPr>
              <a:t>‹#›</a:t>
            </a:fld>
            <a:r>
              <a:rPr lang="en-US" altLang="ko-KR" sz="800" dirty="0">
                <a:solidFill>
                  <a:srgbClr val="969696"/>
                </a:solidFill>
                <a:latin typeface="Noto Sans CJK KR Black" panose="020B0A00000000000000" pitchFamily="34" charset="-127"/>
                <a:ea typeface="Noto Sans CJK KR Black" panose="020B0A00000000000000" pitchFamily="34" charset="-127"/>
              </a:rPr>
              <a:t> P</a:t>
            </a:r>
          </a:p>
        </p:txBody>
      </p:sp>
      <p:pic>
        <p:nvPicPr>
          <p:cNvPr id="16" name="그림 15">
            <a:extLst>
              <a:ext uri="{FF2B5EF4-FFF2-40B4-BE49-F238E27FC236}">
                <a16:creationId xmlns:a16="http://schemas.microsoft.com/office/drawing/2014/main" id="{BC310CE9-4709-47D4-9850-5A2A37A6376D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276" y="6696583"/>
            <a:ext cx="2017493" cy="184479"/>
          </a:xfrm>
          <a:prstGeom prst="rect">
            <a:avLst/>
          </a:prstGeom>
        </p:spPr>
      </p:pic>
      <p:sp>
        <p:nvSpPr>
          <p:cNvPr id="2" name="Rectangle 12">
            <a:extLst>
              <a:ext uri="{FF2B5EF4-FFF2-40B4-BE49-F238E27FC236}">
                <a16:creationId xmlns:a16="http://schemas.microsoft.com/office/drawing/2014/main" id="{BF1C5698-D9D0-2C1D-508E-7C2E66F70C85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10128448" y="6696583"/>
            <a:ext cx="1744324" cy="1614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68415" tIns="34208" rIns="68415" bIns="34208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altLang="ko-KR" sz="600" dirty="0">
                <a:solidFill>
                  <a:srgbClr val="969696"/>
                </a:solidFill>
                <a:latin typeface="Noto Sans CJK KR Regular" panose="020B0500000000000000" pitchFamily="34" charset="-127"/>
                <a:ea typeface="Noto Sans CJK KR Regular" panose="020B0500000000000000" pitchFamily="34" charset="-127"/>
              </a:rPr>
              <a:t>Copyright @ </a:t>
            </a:r>
            <a:r>
              <a:rPr lang="en-US" altLang="ko-KR" sz="600" dirty="0">
                <a:solidFill>
                  <a:srgbClr val="969696"/>
                </a:solidFill>
                <a:latin typeface="Noto Sans CJK KR Black" panose="020B0A00000000000000" pitchFamily="34" charset="-127"/>
                <a:ea typeface="Noto Sans CJK KR Black" panose="020B0A00000000000000" pitchFamily="34" charset="-127"/>
              </a:rPr>
              <a:t>Toonation.  </a:t>
            </a:r>
            <a:r>
              <a:rPr lang="en-US" altLang="ko-KR" sz="600" dirty="0">
                <a:solidFill>
                  <a:srgbClr val="969696"/>
                </a:solidFill>
                <a:latin typeface="Noto Sans CJK KR Regular" panose="020B0500000000000000" pitchFamily="34" charset="-127"/>
                <a:ea typeface="Noto Sans CJK KR Regular" panose="020B0500000000000000" pitchFamily="34" charset="-127"/>
              </a:rPr>
              <a:t>All Rights Reserved</a:t>
            </a:r>
          </a:p>
        </p:txBody>
      </p:sp>
    </p:spTree>
    <p:extLst>
      <p:ext uri="{BB962C8B-B14F-4D97-AF65-F5344CB8AC3E}">
        <p14:creationId xmlns:p14="http://schemas.microsoft.com/office/powerpoint/2010/main" val="34045359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7" r:id="rId1"/>
    <p:sldLayoutId id="2147483758" r:id="rId2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39393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CD4F21E7-C2FE-E7BC-DEE4-72665C45E2E9}"/>
              </a:ext>
            </a:extLst>
          </p:cNvPr>
          <p:cNvSpPr txBox="1"/>
          <p:nvPr userDrawn="1"/>
        </p:nvSpPr>
        <p:spPr>
          <a:xfrm>
            <a:off x="3357079" y="2492896"/>
            <a:ext cx="547784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800" spc="300" dirty="0">
                <a:solidFill>
                  <a:srgbClr val="EAEAEA"/>
                </a:solidFill>
                <a:latin typeface="Montserrat ExtraBold" panose="00000900000000000000" pitchFamily="2" charset="0"/>
              </a:rPr>
              <a:t>THANK YOU</a:t>
            </a:r>
            <a:endParaRPr lang="ko-KR" altLang="en-US" sz="4800" spc="300" dirty="0">
              <a:solidFill>
                <a:srgbClr val="EAEAEA"/>
              </a:solidFill>
              <a:latin typeface="Montserrat ExtraBold" panose="00000900000000000000" pitchFamily="2" charset="0"/>
            </a:endParaRP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7F03EC9B-960B-C51D-4154-3842B8BA3AE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75902" y="3285731"/>
            <a:ext cx="4316342" cy="286537"/>
          </a:xfrm>
          <a:prstGeom prst="rect">
            <a:avLst/>
          </a:prstGeom>
        </p:spPr>
      </p:pic>
      <p:pic>
        <p:nvPicPr>
          <p:cNvPr id="9" name="그래픽 8">
            <a:extLst>
              <a:ext uri="{FF2B5EF4-FFF2-40B4-BE49-F238E27FC236}">
                <a16:creationId xmlns:a16="http://schemas.microsoft.com/office/drawing/2014/main" id="{552975B1-159A-CEDD-B79B-FD08DF9C5975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595608" y="3732433"/>
            <a:ext cx="1000784" cy="1175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171843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8" r:id="rId1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7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13" Type="http://schemas.openxmlformats.org/officeDocument/2006/relationships/image" Target="../media/image29.png"/><Relationship Id="rId3" Type="http://schemas.openxmlformats.org/officeDocument/2006/relationships/image" Target="../media/image19.png"/><Relationship Id="rId7" Type="http://schemas.openxmlformats.org/officeDocument/2006/relationships/image" Target="../media/image23.png"/><Relationship Id="rId12" Type="http://schemas.openxmlformats.org/officeDocument/2006/relationships/image" Target="../media/image28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22.png"/><Relationship Id="rId11" Type="http://schemas.openxmlformats.org/officeDocument/2006/relationships/image" Target="../media/image27.png"/><Relationship Id="rId5" Type="http://schemas.openxmlformats.org/officeDocument/2006/relationships/image" Target="../media/image21.png"/><Relationship Id="rId15" Type="http://schemas.openxmlformats.org/officeDocument/2006/relationships/image" Target="../media/image31.png"/><Relationship Id="rId10" Type="http://schemas.openxmlformats.org/officeDocument/2006/relationships/image" Target="../media/image26.png"/><Relationship Id="rId4" Type="http://schemas.openxmlformats.org/officeDocument/2006/relationships/image" Target="../media/image20.png"/><Relationship Id="rId9" Type="http://schemas.openxmlformats.org/officeDocument/2006/relationships/image" Target="../media/image25.png"/><Relationship Id="rId14" Type="http://schemas.openxmlformats.org/officeDocument/2006/relationships/image" Target="../media/image30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3" Type="http://schemas.openxmlformats.org/officeDocument/2006/relationships/image" Target="../media/image33.png"/><Relationship Id="rId7" Type="http://schemas.openxmlformats.org/officeDocument/2006/relationships/image" Target="../media/image37.pn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36.png"/><Relationship Id="rId5" Type="http://schemas.openxmlformats.org/officeDocument/2006/relationships/image" Target="../media/image35.png"/><Relationship Id="rId4" Type="http://schemas.openxmlformats.org/officeDocument/2006/relationships/image" Target="../media/image34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png"/><Relationship Id="rId3" Type="http://schemas.openxmlformats.org/officeDocument/2006/relationships/image" Target="../media/image40.png"/><Relationship Id="rId7" Type="http://schemas.openxmlformats.org/officeDocument/2006/relationships/image" Target="../media/image44.png"/><Relationship Id="rId12" Type="http://schemas.openxmlformats.org/officeDocument/2006/relationships/image" Target="../media/image47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43.png"/><Relationship Id="rId11" Type="http://schemas.microsoft.com/office/2007/relationships/hdphoto" Target="../media/hdphoto2.wdp"/><Relationship Id="rId5" Type="http://schemas.openxmlformats.org/officeDocument/2006/relationships/image" Target="../media/image42.png"/><Relationship Id="rId10" Type="http://schemas.openxmlformats.org/officeDocument/2006/relationships/image" Target="../media/image46.png"/><Relationship Id="rId4" Type="http://schemas.openxmlformats.org/officeDocument/2006/relationships/image" Target="../media/image41.png"/><Relationship Id="rId9" Type="http://schemas.openxmlformats.org/officeDocument/2006/relationships/image" Target="../media/image45.png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13" Type="http://schemas.openxmlformats.org/officeDocument/2006/relationships/image" Target="../media/image55.png"/><Relationship Id="rId18" Type="http://schemas.openxmlformats.org/officeDocument/2006/relationships/image" Target="../media/image60.svg"/><Relationship Id="rId3" Type="http://schemas.openxmlformats.org/officeDocument/2006/relationships/image" Target="../media/image48.png"/><Relationship Id="rId7" Type="http://schemas.openxmlformats.org/officeDocument/2006/relationships/image" Target="../media/image46.png"/><Relationship Id="rId12" Type="http://schemas.openxmlformats.org/officeDocument/2006/relationships/image" Target="../media/image54.png"/><Relationship Id="rId17" Type="http://schemas.openxmlformats.org/officeDocument/2006/relationships/image" Target="../media/image59.png"/><Relationship Id="rId2" Type="http://schemas.openxmlformats.org/officeDocument/2006/relationships/image" Target="../media/image47.png"/><Relationship Id="rId16" Type="http://schemas.openxmlformats.org/officeDocument/2006/relationships/image" Target="../media/image58.png"/><Relationship Id="rId20" Type="http://schemas.microsoft.com/office/2007/relationships/hdphoto" Target="../media/hdphoto4.wdp"/><Relationship Id="rId1" Type="http://schemas.openxmlformats.org/officeDocument/2006/relationships/slideLayout" Target="../slideLayouts/slideLayout20.xml"/><Relationship Id="rId6" Type="http://schemas.openxmlformats.org/officeDocument/2006/relationships/image" Target="../media/image51.svg"/><Relationship Id="rId11" Type="http://schemas.openxmlformats.org/officeDocument/2006/relationships/image" Target="../media/image53.png"/><Relationship Id="rId5" Type="http://schemas.openxmlformats.org/officeDocument/2006/relationships/image" Target="../media/image50.png"/><Relationship Id="rId15" Type="http://schemas.openxmlformats.org/officeDocument/2006/relationships/image" Target="../media/image57.png"/><Relationship Id="rId10" Type="http://schemas.microsoft.com/office/2007/relationships/hdphoto" Target="../media/hdphoto3.wdp"/><Relationship Id="rId19" Type="http://schemas.openxmlformats.org/officeDocument/2006/relationships/image" Target="../media/image61.png"/><Relationship Id="rId4" Type="http://schemas.openxmlformats.org/officeDocument/2006/relationships/image" Target="../media/image49.svg"/><Relationship Id="rId9" Type="http://schemas.openxmlformats.org/officeDocument/2006/relationships/image" Target="../media/image52.png"/><Relationship Id="rId14" Type="http://schemas.openxmlformats.org/officeDocument/2006/relationships/image" Target="../media/image56.png"/></Relationships>
</file>

<file path=ppt/slides/_rels/slide10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13" Type="http://schemas.openxmlformats.org/officeDocument/2006/relationships/image" Target="../media/image55.png"/><Relationship Id="rId18" Type="http://schemas.openxmlformats.org/officeDocument/2006/relationships/image" Target="../media/image60.svg"/><Relationship Id="rId3" Type="http://schemas.openxmlformats.org/officeDocument/2006/relationships/image" Target="../media/image48.png"/><Relationship Id="rId21" Type="http://schemas.openxmlformats.org/officeDocument/2006/relationships/image" Target="../media/image62.svg"/><Relationship Id="rId7" Type="http://schemas.openxmlformats.org/officeDocument/2006/relationships/image" Target="../media/image46.png"/><Relationship Id="rId12" Type="http://schemas.openxmlformats.org/officeDocument/2006/relationships/image" Target="../media/image54.png"/><Relationship Id="rId17" Type="http://schemas.openxmlformats.org/officeDocument/2006/relationships/image" Target="../media/image59.png"/><Relationship Id="rId2" Type="http://schemas.openxmlformats.org/officeDocument/2006/relationships/image" Target="../media/image47.png"/><Relationship Id="rId16" Type="http://schemas.openxmlformats.org/officeDocument/2006/relationships/image" Target="../media/image58.png"/><Relationship Id="rId20" Type="http://schemas.microsoft.com/office/2007/relationships/hdphoto" Target="../media/hdphoto4.wdp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51.svg"/><Relationship Id="rId11" Type="http://schemas.openxmlformats.org/officeDocument/2006/relationships/image" Target="../media/image53.png"/><Relationship Id="rId5" Type="http://schemas.openxmlformats.org/officeDocument/2006/relationships/image" Target="../media/image50.png"/><Relationship Id="rId15" Type="http://schemas.openxmlformats.org/officeDocument/2006/relationships/image" Target="../media/image57.png"/><Relationship Id="rId10" Type="http://schemas.microsoft.com/office/2007/relationships/hdphoto" Target="../media/hdphoto3.wdp"/><Relationship Id="rId19" Type="http://schemas.openxmlformats.org/officeDocument/2006/relationships/image" Target="../media/image61.png"/><Relationship Id="rId4" Type="http://schemas.openxmlformats.org/officeDocument/2006/relationships/image" Target="../media/image49.svg"/><Relationship Id="rId9" Type="http://schemas.openxmlformats.org/officeDocument/2006/relationships/image" Target="../media/image52.png"/><Relationship Id="rId14" Type="http://schemas.openxmlformats.org/officeDocument/2006/relationships/image" Target="../media/image56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0.xml"/><Relationship Id="rId4" Type="http://schemas.microsoft.com/office/2007/relationships/hdphoto" Target="../media/hdphoto5.wdp"/></Relationships>
</file>

<file path=ppt/slides/_rels/slide12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13" Type="http://schemas.openxmlformats.org/officeDocument/2006/relationships/image" Target="../media/image55.png"/><Relationship Id="rId18" Type="http://schemas.openxmlformats.org/officeDocument/2006/relationships/image" Target="../media/image60.svg"/><Relationship Id="rId26" Type="http://schemas.microsoft.com/office/2007/relationships/hdphoto" Target="../media/hdphoto6.wdp"/><Relationship Id="rId3" Type="http://schemas.openxmlformats.org/officeDocument/2006/relationships/image" Target="../media/image48.png"/><Relationship Id="rId21" Type="http://schemas.openxmlformats.org/officeDocument/2006/relationships/image" Target="../media/image64.png"/><Relationship Id="rId7" Type="http://schemas.openxmlformats.org/officeDocument/2006/relationships/image" Target="../media/image46.png"/><Relationship Id="rId12" Type="http://schemas.openxmlformats.org/officeDocument/2006/relationships/image" Target="../media/image54.png"/><Relationship Id="rId17" Type="http://schemas.openxmlformats.org/officeDocument/2006/relationships/image" Target="../media/image59.png"/><Relationship Id="rId25" Type="http://schemas.openxmlformats.org/officeDocument/2006/relationships/image" Target="../media/image67.png"/><Relationship Id="rId2" Type="http://schemas.openxmlformats.org/officeDocument/2006/relationships/image" Target="../media/image47.png"/><Relationship Id="rId16" Type="http://schemas.openxmlformats.org/officeDocument/2006/relationships/image" Target="../media/image58.png"/><Relationship Id="rId20" Type="http://schemas.microsoft.com/office/2007/relationships/hdphoto" Target="../media/hdphoto4.wdp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51.svg"/><Relationship Id="rId11" Type="http://schemas.openxmlformats.org/officeDocument/2006/relationships/image" Target="../media/image53.png"/><Relationship Id="rId24" Type="http://schemas.openxmlformats.org/officeDocument/2006/relationships/image" Target="../media/image66.svg"/><Relationship Id="rId5" Type="http://schemas.openxmlformats.org/officeDocument/2006/relationships/image" Target="../media/image50.png"/><Relationship Id="rId15" Type="http://schemas.openxmlformats.org/officeDocument/2006/relationships/image" Target="../media/image57.png"/><Relationship Id="rId23" Type="http://schemas.openxmlformats.org/officeDocument/2006/relationships/image" Target="../media/image65.png"/><Relationship Id="rId10" Type="http://schemas.microsoft.com/office/2007/relationships/hdphoto" Target="../media/hdphoto3.wdp"/><Relationship Id="rId19" Type="http://schemas.openxmlformats.org/officeDocument/2006/relationships/image" Target="../media/image61.png"/><Relationship Id="rId4" Type="http://schemas.openxmlformats.org/officeDocument/2006/relationships/image" Target="../media/image49.svg"/><Relationship Id="rId9" Type="http://schemas.openxmlformats.org/officeDocument/2006/relationships/image" Target="../media/image52.png"/><Relationship Id="rId14" Type="http://schemas.openxmlformats.org/officeDocument/2006/relationships/image" Target="../media/image56.png"/><Relationship Id="rId22" Type="http://schemas.microsoft.com/office/2007/relationships/hdphoto" Target="../media/hdphoto5.wdp"/></Relationships>
</file>

<file path=ppt/slides/_rels/slide13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13" Type="http://schemas.openxmlformats.org/officeDocument/2006/relationships/image" Target="../media/image55.png"/><Relationship Id="rId18" Type="http://schemas.openxmlformats.org/officeDocument/2006/relationships/image" Target="../media/image60.svg"/><Relationship Id="rId3" Type="http://schemas.openxmlformats.org/officeDocument/2006/relationships/image" Target="../media/image48.png"/><Relationship Id="rId21" Type="http://schemas.openxmlformats.org/officeDocument/2006/relationships/image" Target="../media/image64.png"/><Relationship Id="rId7" Type="http://schemas.openxmlformats.org/officeDocument/2006/relationships/image" Target="../media/image46.png"/><Relationship Id="rId12" Type="http://schemas.openxmlformats.org/officeDocument/2006/relationships/image" Target="../media/image54.png"/><Relationship Id="rId17" Type="http://schemas.openxmlformats.org/officeDocument/2006/relationships/image" Target="../media/image59.png"/><Relationship Id="rId2" Type="http://schemas.openxmlformats.org/officeDocument/2006/relationships/image" Target="../media/image47.png"/><Relationship Id="rId16" Type="http://schemas.openxmlformats.org/officeDocument/2006/relationships/image" Target="../media/image58.png"/><Relationship Id="rId20" Type="http://schemas.microsoft.com/office/2007/relationships/hdphoto" Target="../media/hdphoto4.wdp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51.svg"/><Relationship Id="rId11" Type="http://schemas.openxmlformats.org/officeDocument/2006/relationships/image" Target="../media/image53.png"/><Relationship Id="rId5" Type="http://schemas.openxmlformats.org/officeDocument/2006/relationships/image" Target="../media/image50.png"/><Relationship Id="rId15" Type="http://schemas.openxmlformats.org/officeDocument/2006/relationships/image" Target="../media/image57.png"/><Relationship Id="rId23" Type="http://schemas.openxmlformats.org/officeDocument/2006/relationships/image" Target="../media/image68.png"/><Relationship Id="rId10" Type="http://schemas.microsoft.com/office/2007/relationships/hdphoto" Target="../media/hdphoto3.wdp"/><Relationship Id="rId19" Type="http://schemas.openxmlformats.org/officeDocument/2006/relationships/image" Target="../media/image61.png"/><Relationship Id="rId4" Type="http://schemas.openxmlformats.org/officeDocument/2006/relationships/image" Target="../media/image49.svg"/><Relationship Id="rId9" Type="http://schemas.openxmlformats.org/officeDocument/2006/relationships/image" Target="../media/image52.png"/><Relationship Id="rId14" Type="http://schemas.openxmlformats.org/officeDocument/2006/relationships/image" Target="../media/image56.png"/><Relationship Id="rId22" Type="http://schemas.microsoft.com/office/2007/relationships/hdphoto" Target="../media/hdphoto5.wdp"/></Relationships>
</file>

<file path=ppt/slides/_rels/slide14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13" Type="http://schemas.openxmlformats.org/officeDocument/2006/relationships/image" Target="../media/image55.png"/><Relationship Id="rId18" Type="http://schemas.openxmlformats.org/officeDocument/2006/relationships/image" Target="../media/image60.svg"/><Relationship Id="rId3" Type="http://schemas.openxmlformats.org/officeDocument/2006/relationships/image" Target="../media/image48.png"/><Relationship Id="rId21" Type="http://schemas.openxmlformats.org/officeDocument/2006/relationships/image" Target="../media/image64.png"/><Relationship Id="rId7" Type="http://schemas.openxmlformats.org/officeDocument/2006/relationships/image" Target="../media/image46.png"/><Relationship Id="rId12" Type="http://schemas.openxmlformats.org/officeDocument/2006/relationships/image" Target="../media/image54.png"/><Relationship Id="rId17" Type="http://schemas.openxmlformats.org/officeDocument/2006/relationships/image" Target="../media/image59.png"/><Relationship Id="rId2" Type="http://schemas.openxmlformats.org/officeDocument/2006/relationships/image" Target="../media/image47.png"/><Relationship Id="rId16" Type="http://schemas.openxmlformats.org/officeDocument/2006/relationships/image" Target="../media/image58.png"/><Relationship Id="rId20" Type="http://schemas.microsoft.com/office/2007/relationships/hdphoto" Target="../media/hdphoto4.wdp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51.svg"/><Relationship Id="rId11" Type="http://schemas.openxmlformats.org/officeDocument/2006/relationships/image" Target="../media/image53.png"/><Relationship Id="rId5" Type="http://schemas.openxmlformats.org/officeDocument/2006/relationships/image" Target="../media/image50.png"/><Relationship Id="rId15" Type="http://schemas.openxmlformats.org/officeDocument/2006/relationships/image" Target="../media/image57.png"/><Relationship Id="rId10" Type="http://schemas.microsoft.com/office/2007/relationships/hdphoto" Target="../media/hdphoto3.wdp"/><Relationship Id="rId19" Type="http://schemas.openxmlformats.org/officeDocument/2006/relationships/image" Target="../media/image61.png"/><Relationship Id="rId4" Type="http://schemas.openxmlformats.org/officeDocument/2006/relationships/image" Target="../media/image49.svg"/><Relationship Id="rId9" Type="http://schemas.openxmlformats.org/officeDocument/2006/relationships/image" Target="../media/image52.png"/><Relationship Id="rId14" Type="http://schemas.openxmlformats.org/officeDocument/2006/relationships/image" Target="../media/image56.png"/><Relationship Id="rId22" Type="http://schemas.microsoft.com/office/2007/relationships/hdphoto" Target="../media/hdphoto5.wdp"/></Relationships>
</file>

<file path=ppt/slides/_rels/slide15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13" Type="http://schemas.openxmlformats.org/officeDocument/2006/relationships/image" Target="../media/image55.png"/><Relationship Id="rId18" Type="http://schemas.openxmlformats.org/officeDocument/2006/relationships/image" Target="../media/image60.svg"/><Relationship Id="rId3" Type="http://schemas.openxmlformats.org/officeDocument/2006/relationships/image" Target="../media/image48.png"/><Relationship Id="rId21" Type="http://schemas.openxmlformats.org/officeDocument/2006/relationships/image" Target="../media/image64.png"/><Relationship Id="rId7" Type="http://schemas.openxmlformats.org/officeDocument/2006/relationships/image" Target="../media/image46.png"/><Relationship Id="rId12" Type="http://schemas.openxmlformats.org/officeDocument/2006/relationships/image" Target="../media/image54.png"/><Relationship Id="rId17" Type="http://schemas.openxmlformats.org/officeDocument/2006/relationships/image" Target="../media/image59.png"/><Relationship Id="rId2" Type="http://schemas.openxmlformats.org/officeDocument/2006/relationships/image" Target="../media/image47.png"/><Relationship Id="rId16" Type="http://schemas.openxmlformats.org/officeDocument/2006/relationships/image" Target="../media/image58.png"/><Relationship Id="rId20" Type="http://schemas.microsoft.com/office/2007/relationships/hdphoto" Target="../media/hdphoto4.wdp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51.svg"/><Relationship Id="rId11" Type="http://schemas.openxmlformats.org/officeDocument/2006/relationships/image" Target="../media/image53.png"/><Relationship Id="rId5" Type="http://schemas.openxmlformats.org/officeDocument/2006/relationships/image" Target="../media/image50.png"/><Relationship Id="rId15" Type="http://schemas.openxmlformats.org/officeDocument/2006/relationships/image" Target="../media/image57.png"/><Relationship Id="rId10" Type="http://schemas.microsoft.com/office/2007/relationships/hdphoto" Target="../media/hdphoto3.wdp"/><Relationship Id="rId19" Type="http://schemas.openxmlformats.org/officeDocument/2006/relationships/image" Target="../media/image61.png"/><Relationship Id="rId4" Type="http://schemas.openxmlformats.org/officeDocument/2006/relationships/image" Target="../media/image49.svg"/><Relationship Id="rId9" Type="http://schemas.openxmlformats.org/officeDocument/2006/relationships/image" Target="../media/image52.png"/><Relationship Id="rId14" Type="http://schemas.openxmlformats.org/officeDocument/2006/relationships/image" Target="../media/image56.png"/><Relationship Id="rId22" Type="http://schemas.microsoft.com/office/2007/relationships/hdphoto" Target="../media/hdphoto5.wdp"/></Relationships>
</file>

<file path=ppt/slides/_rels/slide16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13" Type="http://schemas.openxmlformats.org/officeDocument/2006/relationships/image" Target="../media/image55.png"/><Relationship Id="rId18" Type="http://schemas.openxmlformats.org/officeDocument/2006/relationships/image" Target="../media/image60.svg"/><Relationship Id="rId3" Type="http://schemas.openxmlformats.org/officeDocument/2006/relationships/image" Target="../media/image48.png"/><Relationship Id="rId21" Type="http://schemas.openxmlformats.org/officeDocument/2006/relationships/image" Target="../media/image64.png"/><Relationship Id="rId7" Type="http://schemas.openxmlformats.org/officeDocument/2006/relationships/image" Target="../media/image46.png"/><Relationship Id="rId12" Type="http://schemas.openxmlformats.org/officeDocument/2006/relationships/image" Target="../media/image54.png"/><Relationship Id="rId17" Type="http://schemas.openxmlformats.org/officeDocument/2006/relationships/image" Target="../media/image59.png"/><Relationship Id="rId2" Type="http://schemas.openxmlformats.org/officeDocument/2006/relationships/image" Target="../media/image47.png"/><Relationship Id="rId16" Type="http://schemas.openxmlformats.org/officeDocument/2006/relationships/image" Target="../media/image58.png"/><Relationship Id="rId20" Type="http://schemas.microsoft.com/office/2007/relationships/hdphoto" Target="../media/hdphoto4.wdp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51.svg"/><Relationship Id="rId11" Type="http://schemas.openxmlformats.org/officeDocument/2006/relationships/image" Target="../media/image53.png"/><Relationship Id="rId5" Type="http://schemas.openxmlformats.org/officeDocument/2006/relationships/image" Target="../media/image50.png"/><Relationship Id="rId15" Type="http://schemas.openxmlformats.org/officeDocument/2006/relationships/image" Target="../media/image57.png"/><Relationship Id="rId23" Type="http://schemas.openxmlformats.org/officeDocument/2006/relationships/image" Target="../media/image69.png"/><Relationship Id="rId10" Type="http://schemas.microsoft.com/office/2007/relationships/hdphoto" Target="../media/hdphoto3.wdp"/><Relationship Id="rId19" Type="http://schemas.openxmlformats.org/officeDocument/2006/relationships/image" Target="../media/image61.png"/><Relationship Id="rId4" Type="http://schemas.openxmlformats.org/officeDocument/2006/relationships/image" Target="../media/image49.svg"/><Relationship Id="rId9" Type="http://schemas.openxmlformats.org/officeDocument/2006/relationships/image" Target="../media/image52.png"/><Relationship Id="rId14" Type="http://schemas.openxmlformats.org/officeDocument/2006/relationships/image" Target="../media/image56.png"/><Relationship Id="rId22" Type="http://schemas.microsoft.com/office/2007/relationships/hdphoto" Target="../media/hdphoto5.wdp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svg"/><Relationship Id="rId13" Type="http://schemas.openxmlformats.org/officeDocument/2006/relationships/image" Target="../media/image38.png"/><Relationship Id="rId3" Type="http://schemas.openxmlformats.org/officeDocument/2006/relationships/image" Target="../media/image50.png"/><Relationship Id="rId7" Type="http://schemas.openxmlformats.org/officeDocument/2006/relationships/image" Target="../media/image48.png"/><Relationship Id="rId12" Type="http://schemas.microsoft.com/office/2007/relationships/hdphoto" Target="../media/hdphoto3.wdp"/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36.png"/><Relationship Id="rId11" Type="http://schemas.openxmlformats.org/officeDocument/2006/relationships/image" Target="../media/image52.png"/><Relationship Id="rId5" Type="http://schemas.openxmlformats.org/officeDocument/2006/relationships/image" Target="../media/image71.png"/><Relationship Id="rId10" Type="http://schemas.microsoft.com/office/2007/relationships/hdphoto" Target="../media/hdphoto2.wdp"/><Relationship Id="rId4" Type="http://schemas.openxmlformats.org/officeDocument/2006/relationships/image" Target="../media/image51.svg"/><Relationship Id="rId9" Type="http://schemas.openxmlformats.org/officeDocument/2006/relationships/image" Target="../media/image46.png"/></Relationships>
</file>

<file path=ppt/slides/_rels/slide21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13" Type="http://schemas.openxmlformats.org/officeDocument/2006/relationships/image" Target="../media/image73.png"/><Relationship Id="rId18" Type="http://schemas.microsoft.com/office/2007/relationships/hdphoto" Target="../media/hdphoto10.wdp"/><Relationship Id="rId26" Type="http://schemas.openxmlformats.org/officeDocument/2006/relationships/image" Target="../media/image78.png"/><Relationship Id="rId3" Type="http://schemas.openxmlformats.org/officeDocument/2006/relationships/image" Target="../media/image50.png"/><Relationship Id="rId21" Type="http://schemas.openxmlformats.org/officeDocument/2006/relationships/image" Target="../media/image77.png"/><Relationship Id="rId7" Type="http://schemas.openxmlformats.org/officeDocument/2006/relationships/image" Target="../media/image52.png"/><Relationship Id="rId12" Type="http://schemas.microsoft.com/office/2007/relationships/hdphoto" Target="../media/hdphoto7.wdp"/><Relationship Id="rId17" Type="http://schemas.openxmlformats.org/officeDocument/2006/relationships/image" Target="../media/image75.png"/><Relationship Id="rId25" Type="http://schemas.openxmlformats.org/officeDocument/2006/relationships/image" Target="../media/image22.png"/><Relationship Id="rId2" Type="http://schemas.openxmlformats.org/officeDocument/2006/relationships/image" Target="../media/image47.png"/><Relationship Id="rId16" Type="http://schemas.microsoft.com/office/2007/relationships/hdphoto" Target="../media/hdphoto9.wdp"/><Relationship Id="rId20" Type="http://schemas.microsoft.com/office/2007/relationships/hdphoto" Target="../media/hdphoto11.wdp"/><Relationship Id="rId29" Type="http://schemas.openxmlformats.org/officeDocument/2006/relationships/image" Target="../media/image79.png"/><Relationship Id="rId1" Type="http://schemas.openxmlformats.org/officeDocument/2006/relationships/slideLayout" Target="../slideLayouts/slideLayout19.xml"/><Relationship Id="rId6" Type="http://schemas.microsoft.com/office/2007/relationships/hdphoto" Target="../media/hdphoto2.wdp"/><Relationship Id="rId11" Type="http://schemas.openxmlformats.org/officeDocument/2006/relationships/image" Target="../media/image72.png"/><Relationship Id="rId24" Type="http://schemas.openxmlformats.org/officeDocument/2006/relationships/image" Target="../media/image62.svg"/><Relationship Id="rId5" Type="http://schemas.openxmlformats.org/officeDocument/2006/relationships/image" Target="../media/image46.png"/><Relationship Id="rId15" Type="http://schemas.openxmlformats.org/officeDocument/2006/relationships/image" Target="../media/image74.png"/><Relationship Id="rId23" Type="http://schemas.openxmlformats.org/officeDocument/2006/relationships/image" Target="../media/image59.png"/><Relationship Id="rId28" Type="http://schemas.microsoft.com/office/2007/relationships/hdphoto" Target="../media/hdphoto4.wdp"/><Relationship Id="rId10" Type="http://schemas.openxmlformats.org/officeDocument/2006/relationships/image" Target="../media/image49.svg"/><Relationship Id="rId19" Type="http://schemas.openxmlformats.org/officeDocument/2006/relationships/image" Target="../media/image76.png"/><Relationship Id="rId4" Type="http://schemas.openxmlformats.org/officeDocument/2006/relationships/image" Target="../media/image51.svg"/><Relationship Id="rId9" Type="http://schemas.openxmlformats.org/officeDocument/2006/relationships/image" Target="../media/image48.png"/><Relationship Id="rId14" Type="http://schemas.microsoft.com/office/2007/relationships/hdphoto" Target="../media/hdphoto8.wdp"/><Relationship Id="rId22" Type="http://schemas.microsoft.com/office/2007/relationships/hdphoto" Target="../media/hdphoto12.wdp"/><Relationship Id="rId27" Type="http://schemas.openxmlformats.org/officeDocument/2006/relationships/image" Target="../media/image61.png"/><Relationship Id="rId30" Type="http://schemas.microsoft.com/office/2007/relationships/hdphoto" Target="../media/hdphoto13.wdp"/></Relationships>
</file>

<file path=ppt/slides/_rels/slide22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13" Type="http://schemas.openxmlformats.org/officeDocument/2006/relationships/image" Target="../media/image55.png"/><Relationship Id="rId3" Type="http://schemas.openxmlformats.org/officeDocument/2006/relationships/image" Target="../media/image48.png"/><Relationship Id="rId7" Type="http://schemas.openxmlformats.org/officeDocument/2006/relationships/image" Target="../media/image46.png"/><Relationship Id="rId12" Type="http://schemas.openxmlformats.org/officeDocument/2006/relationships/image" Target="../media/image54.png"/><Relationship Id="rId17" Type="http://schemas.openxmlformats.org/officeDocument/2006/relationships/image" Target="../media/image80.png"/><Relationship Id="rId2" Type="http://schemas.openxmlformats.org/officeDocument/2006/relationships/image" Target="../media/image47.png"/><Relationship Id="rId16" Type="http://schemas.openxmlformats.org/officeDocument/2006/relationships/image" Target="../media/image58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51.svg"/><Relationship Id="rId11" Type="http://schemas.openxmlformats.org/officeDocument/2006/relationships/image" Target="../media/image53.png"/><Relationship Id="rId5" Type="http://schemas.openxmlformats.org/officeDocument/2006/relationships/image" Target="../media/image50.png"/><Relationship Id="rId15" Type="http://schemas.openxmlformats.org/officeDocument/2006/relationships/image" Target="../media/image57.png"/><Relationship Id="rId10" Type="http://schemas.microsoft.com/office/2007/relationships/hdphoto" Target="../media/hdphoto3.wdp"/><Relationship Id="rId4" Type="http://schemas.openxmlformats.org/officeDocument/2006/relationships/image" Target="../media/image49.svg"/><Relationship Id="rId9" Type="http://schemas.openxmlformats.org/officeDocument/2006/relationships/image" Target="../media/image52.png"/><Relationship Id="rId14" Type="http://schemas.openxmlformats.org/officeDocument/2006/relationships/image" Target="../media/image56.png"/></Relationships>
</file>

<file path=ppt/slides/_rels/slide23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13" Type="http://schemas.openxmlformats.org/officeDocument/2006/relationships/image" Target="../media/image21.png"/><Relationship Id="rId18" Type="http://schemas.openxmlformats.org/officeDocument/2006/relationships/image" Target="../media/image85.png"/><Relationship Id="rId3" Type="http://schemas.openxmlformats.org/officeDocument/2006/relationships/image" Target="../media/image48.png"/><Relationship Id="rId7" Type="http://schemas.openxmlformats.org/officeDocument/2006/relationships/image" Target="../media/image46.png"/><Relationship Id="rId12" Type="http://schemas.microsoft.com/office/2007/relationships/hdphoto" Target="../media/hdphoto14.wdp"/><Relationship Id="rId17" Type="http://schemas.openxmlformats.org/officeDocument/2006/relationships/image" Target="../media/image38.png"/><Relationship Id="rId2" Type="http://schemas.openxmlformats.org/officeDocument/2006/relationships/image" Target="../media/image47.png"/><Relationship Id="rId16" Type="http://schemas.openxmlformats.org/officeDocument/2006/relationships/image" Target="../media/image84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51.svg"/><Relationship Id="rId11" Type="http://schemas.openxmlformats.org/officeDocument/2006/relationships/image" Target="../media/image81.png"/><Relationship Id="rId5" Type="http://schemas.openxmlformats.org/officeDocument/2006/relationships/image" Target="../media/image50.png"/><Relationship Id="rId15" Type="http://schemas.openxmlformats.org/officeDocument/2006/relationships/image" Target="../media/image83.png"/><Relationship Id="rId10" Type="http://schemas.microsoft.com/office/2007/relationships/hdphoto" Target="../media/hdphoto3.wdp"/><Relationship Id="rId19" Type="http://schemas.microsoft.com/office/2007/relationships/hdphoto" Target="../media/hdphoto13.wdp"/><Relationship Id="rId4" Type="http://schemas.openxmlformats.org/officeDocument/2006/relationships/image" Target="../media/image49.svg"/><Relationship Id="rId9" Type="http://schemas.openxmlformats.org/officeDocument/2006/relationships/image" Target="../media/image52.png"/><Relationship Id="rId14" Type="http://schemas.openxmlformats.org/officeDocument/2006/relationships/image" Target="../media/image82.png"/></Relationships>
</file>

<file path=ppt/slides/_rels/slide24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13" Type="http://schemas.openxmlformats.org/officeDocument/2006/relationships/image" Target="../media/image56.png"/><Relationship Id="rId18" Type="http://schemas.openxmlformats.org/officeDocument/2006/relationships/image" Target="../media/image83.png"/><Relationship Id="rId3" Type="http://schemas.openxmlformats.org/officeDocument/2006/relationships/image" Target="../media/image48.png"/><Relationship Id="rId7" Type="http://schemas.openxmlformats.org/officeDocument/2006/relationships/image" Target="../media/image46.png"/><Relationship Id="rId12" Type="http://schemas.openxmlformats.org/officeDocument/2006/relationships/image" Target="../media/image54.png"/><Relationship Id="rId17" Type="http://schemas.openxmlformats.org/officeDocument/2006/relationships/image" Target="../media/image87.png"/><Relationship Id="rId2" Type="http://schemas.openxmlformats.org/officeDocument/2006/relationships/image" Target="../media/image47.png"/><Relationship Id="rId16" Type="http://schemas.openxmlformats.org/officeDocument/2006/relationships/image" Target="../media/image86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51.svg"/><Relationship Id="rId11" Type="http://schemas.openxmlformats.org/officeDocument/2006/relationships/image" Target="../media/image53.png"/><Relationship Id="rId5" Type="http://schemas.openxmlformats.org/officeDocument/2006/relationships/image" Target="../media/image50.png"/><Relationship Id="rId15" Type="http://schemas.openxmlformats.org/officeDocument/2006/relationships/image" Target="../media/image58.png"/><Relationship Id="rId10" Type="http://schemas.microsoft.com/office/2007/relationships/hdphoto" Target="../media/hdphoto3.wdp"/><Relationship Id="rId19" Type="http://schemas.openxmlformats.org/officeDocument/2006/relationships/image" Target="../media/image80.png"/><Relationship Id="rId4" Type="http://schemas.openxmlformats.org/officeDocument/2006/relationships/image" Target="../media/image49.svg"/><Relationship Id="rId9" Type="http://schemas.openxmlformats.org/officeDocument/2006/relationships/image" Target="../media/image52.png"/><Relationship Id="rId14" Type="http://schemas.openxmlformats.org/officeDocument/2006/relationships/image" Target="../media/image57.png"/></Relationships>
</file>

<file path=ppt/slides/_rels/slide25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13" Type="http://schemas.openxmlformats.org/officeDocument/2006/relationships/image" Target="../media/image55.png"/><Relationship Id="rId3" Type="http://schemas.openxmlformats.org/officeDocument/2006/relationships/image" Target="../media/image48.png"/><Relationship Id="rId7" Type="http://schemas.openxmlformats.org/officeDocument/2006/relationships/image" Target="../media/image46.png"/><Relationship Id="rId12" Type="http://schemas.openxmlformats.org/officeDocument/2006/relationships/image" Target="../media/image54.png"/><Relationship Id="rId2" Type="http://schemas.openxmlformats.org/officeDocument/2006/relationships/image" Target="../media/image47.png"/><Relationship Id="rId16" Type="http://schemas.openxmlformats.org/officeDocument/2006/relationships/image" Target="../media/image80.png"/><Relationship Id="rId1" Type="http://schemas.openxmlformats.org/officeDocument/2006/relationships/slideLayout" Target="../slideLayouts/slideLayout20.xml"/><Relationship Id="rId6" Type="http://schemas.openxmlformats.org/officeDocument/2006/relationships/image" Target="../media/image51.svg"/><Relationship Id="rId11" Type="http://schemas.openxmlformats.org/officeDocument/2006/relationships/image" Target="../media/image53.png"/><Relationship Id="rId5" Type="http://schemas.openxmlformats.org/officeDocument/2006/relationships/image" Target="../media/image50.png"/><Relationship Id="rId15" Type="http://schemas.openxmlformats.org/officeDocument/2006/relationships/image" Target="../media/image58.png"/><Relationship Id="rId10" Type="http://schemas.microsoft.com/office/2007/relationships/hdphoto" Target="../media/hdphoto3.wdp"/><Relationship Id="rId4" Type="http://schemas.openxmlformats.org/officeDocument/2006/relationships/image" Target="../media/image49.svg"/><Relationship Id="rId9" Type="http://schemas.openxmlformats.org/officeDocument/2006/relationships/image" Target="../media/image52.png"/><Relationship Id="rId14" Type="http://schemas.openxmlformats.org/officeDocument/2006/relationships/image" Target="../media/image56.png"/></Relationships>
</file>

<file path=ppt/slides/_rels/slide26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13" Type="http://schemas.openxmlformats.org/officeDocument/2006/relationships/image" Target="../media/image55.png"/><Relationship Id="rId18" Type="http://schemas.openxmlformats.org/officeDocument/2006/relationships/image" Target="../media/image88.png"/><Relationship Id="rId26" Type="http://schemas.openxmlformats.org/officeDocument/2006/relationships/image" Target="../media/image61.png"/><Relationship Id="rId3" Type="http://schemas.openxmlformats.org/officeDocument/2006/relationships/image" Target="../media/image48.png"/><Relationship Id="rId21" Type="http://schemas.openxmlformats.org/officeDocument/2006/relationships/image" Target="../media/image83.png"/><Relationship Id="rId7" Type="http://schemas.openxmlformats.org/officeDocument/2006/relationships/image" Target="../media/image46.png"/><Relationship Id="rId12" Type="http://schemas.openxmlformats.org/officeDocument/2006/relationships/image" Target="../media/image54.png"/><Relationship Id="rId17" Type="http://schemas.openxmlformats.org/officeDocument/2006/relationships/image" Target="../media/image21.png"/><Relationship Id="rId25" Type="http://schemas.openxmlformats.org/officeDocument/2006/relationships/image" Target="../media/image60.svg"/><Relationship Id="rId2" Type="http://schemas.openxmlformats.org/officeDocument/2006/relationships/image" Target="../media/image47.png"/><Relationship Id="rId16" Type="http://schemas.openxmlformats.org/officeDocument/2006/relationships/image" Target="../media/image58.png"/><Relationship Id="rId20" Type="http://schemas.openxmlformats.org/officeDocument/2006/relationships/image" Target="../media/image89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51.svg"/><Relationship Id="rId11" Type="http://schemas.openxmlformats.org/officeDocument/2006/relationships/image" Target="../media/image53.png"/><Relationship Id="rId24" Type="http://schemas.openxmlformats.org/officeDocument/2006/relationships/image" Target="../media/image59.png"/><Relationship Id="rId5" Type="http://schemas.openxmlformats.org/officeDocument/2006/relationships/image" Target="../media/image50.png"/><Relationship Id="rId15" Type="http://schemas.openxmlformats.org/officeDocument/2006/relationships/image" Target="../media/image57.png"/><Relationship Id="rId23" Type="http://schemas.openxmlformats.org/officeDocument/2006/relationships/image" Target="../media/image80.png"/><Relationship Id="rId10" Type="http://schemas.microsoft.com/office/2007/relationships/hdphoto" Target="../media/hdphoto3.wdp"/><Relationship Id="rId19" Type="http://schemas.microsoft.com/office/2007/relationships/hdphoto" Target="../media/hdphoto15.wdp"/><Relationship Id="rId4" Type="http://schemas.openxmlformats.org/officeDocument/2006/relationships/image" Target="../media/image49.svg"/><Relationship Id="rId9" Type="http://schemas.openxmlformats.org/officeDocument/2006/relationships/image" Target="../media/image52.png"/><Relationship Id="rId14" Type="http://schemas.openxmlformats.org/officeDocument/2006/relationships/image" Target="../media/image56.png"/><Relationship Id="rId22" Type="http://schemas.openxmlformats.org/officeDocument/2006/relationships/image" Target="../media/image84.png"/><Relationship Id="rId27" Type="http://schemas.microsoft.com/office/2007/relationships/hdphoto" Target="../media/hdphoto4.wdp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.png"/><Relationship Id="rId3" Type="http://schemas.openxmlformats.org/officeDocument/2006/relationships/image" Target="../media/image91.png"/><Relationship Id="rId7" Type="http://schemas.openxmlformats.org/officeDocument/2006/relationships/image" Target="../media/image95.png"/><Relationship Id="rId2" Type="http://schemas.openxmlformats.org/officeDocument/2006/relationships/image" Target="../media/image90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94.png"/><Relationship Id="rId5" Type="http://schemas.openxmlformats.org/officeDocument/2006/relationships/image" Target="../media/image93.png"/><Relationship Id="rId4" Type="http://schemas.openxmlformats.org/officeDocument/2006/relationships/image" Target="../media/image92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svg"/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99.svg"/><Relationship Id="rId5" Type="http://schemas.openxmlformats.org/officeDocument/2006/relationships/image" Target="../media/image98.png"/><Relationship Id="rId4" Type="http://schemas.openxmlformats.org/officeDocument/2006/relationships/image" Target="../media/image97.png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51.sv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01.png"/><Relationship Id="rId5" Type="http://schemas.openxmlformats.org/officeDocument/2006/relationships/image" Target="../media/image100.png"/><Relationship Id="rId4" Type="http://schemas.openxmlformats.org/officeDocument/2006/relationships/image" Target="../media/image51.sv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4.png"/><Relationship Id="rId3" Type="http://schemas.openxmlformats.org/officeDocument/2006/relationships/image" Target="../media/image50.png"/><Relationship Id="rId7" Type="http://schemas.openxmlformats.org/officeDocument/2006/relationships/image" Target="../media/image103.svg"/><Relationship Id="rId12" Type="http://schemas.openxmlformats.org/officeDocument/2006/relationships/image" Target="../media/image108.pn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02.png"/><Relationship Id="rId11" Type="http://schemas.openxmlformats.org/officeDocument/2006/relationships/image" Target="../media/image107.png"/><Relationship Id="rId5" Type="http://schemas.openxmlformats.org/officeDocument/2006/relationships/image" Target="../media/image101.png"/><Relationship Id="rId10" Type="http://schemas.openxmlformats.org/officeDocument/2006/relationships/image" Target="../media/image106.png"/><Relationship Id="rId4" Type="http://schemas.openxmlformats.org/officeDocument/2006/relationships/image" Target="../media/image51.svg"/><Relationship Id="rId9" Type="http://schemas.openxmlformats.org/officeDocument/2006/relationships/image" Target="../media/image105.svg"/></Relationships>
</file>

<file path=ppt/slides/_rels/slide33.xml.rels><?xml version="1.0" encoding="UTF-8" standalone="yes"?>
<Relationships xmlns="http://schemas.openxmlformats.org/package/2006/relationships"><Relationship Id="rId3" Type="http://schemas.microsoft.com/office/2007/relationships/hdphoto" Target="../media/hdphoto16.wdp"/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19.xml"/><Relationship Id="rId5" Type="http://schemas.openxmlformats.org/officeDocument/2006/relationships/image" Target="../media/image111.svg"/><Relationship Id="rId4" Type="http://schemas.openxmlformats.org/officeDocument/2006/relationships/image" Target="../media/image110.png"/></Relationships>
</file>

<file path=ppt/slides/_rels/slide34.xml.rels><?xml version="1.0" encoding="UTF-8" standalone="yes"?>
<Relationships xmlns="http://schemas.openxmlformats.org/package/2006/relationships"><Relationship Id="rId3" Type="http://schemas.microsoft.com/office/2007/relationships/hdphoto" Target="../media/hdphoto16.wdp"/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112.png"/></Relationships>
</file>

<file path=ppt/slides/_rels/slide35.xml.rels><?xml version="1.0" encoding="UTF-8" standalone="yes"?>
<Relationships xmlns="http://schemas.openxmlformats.org/package/2006/relationships"><Relationship Id="rId3" Type="http://schemas.microsoft.com/office/2007/relationships/hdphoto" Target="../media/hdphoto16.wdp"/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113.png"/></Relationships>
</file>

<file path=ppt/slides/_rels/slide36.xml.rels><?xml version="1.0" encoding="UTF-8" standalone="yes"?>
<Relationships xmlns="http://schemas.openxmlformats.org/package/2006/relationships"><Relationship Id="rId3" Type="http://schemas.microsoft.com/office/2007/relationships/hdphoto" Target="../media/hdphoto16.wdp"/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19.xml"/><Relationship Id="rId5" Type="http://schemas.openxmlformats.org/officeDocument/2006/relationships/image" Target="../media/image115.png"/><Relationship Id="rId4" Type="http://schemas.openxmlformats.org/officeDocument/2006/relationships/image" Target="../media/image114.png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2.png"/><Relationship Id="rId13" Type="http://schemas.openxmlformats.org/officeDocument/2006/relationships/image" Target="../media/image127.svg"/><Relationship Id="rId3" Type="http://schemas.openxmlformats.org/officeDocument/2006/relationships/image" Target="../media/image117.png"/><Relationship Id="rId7" Type="http://schemas.openxmlformats.org/officeDocument/2006/relationships/image" Target="../media/image121.svg"/><Relationship Id="rId12" Type="http://schemas.openxmlformats.org/officeDocument/2006/relationships/image" Target="../media/image126.png"/><Relationship Id="rId2" Type="http://schemas.openxmlformats.org/officeDocument/2006/relationships/image" Target="../media/image116.png"/><Relationship Id="rId1" Type="http://schemas.openxmlformats.org/officeDocument/2006/relationships/slideLayout" Target="../slideLayouts/slideLayout20.xml"/><Relationship Id="rId6" Type="http://schemas.openxmlformats.org/officeDocument/2006/relationships/image" Target="../media/image120.png"/><Relationship Id="rId11" Type="http://schemas.openxmlformats.org/officeDocument/2006/relationships/image" Target="../media/image125.svg"/><Relationship Id="rId5" Type="http://schemas.openxmlformats.org/officeDocument/2006/relationships/image" Target="../media/image119.svg"/><Relationship Id="rId10" Type="http://schemas.openxmlformats.org/officeDocument/2006/relationships/image" Target="../media/image124.png"/><Relationship Id="rId4" Type="http://schemas.openxmlformats.org/officeDocument/2006/relationships/image" Target="../media/image118.png"/><Relationship Id="rId9" Type="http://schemas.openxmlformats.org/officeDocument/2006/relationships/image" Target="../media/image123.svg"/><Relationship Id="rId14" Type="http://schemas.openxmlformats.org/officeDocument/2006/relationships/image" Target="../media/image128.png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1.xml.rels><?xml version="1.0" encoding="UTF-8" standalone="yes"?>
<Relationships xmlns="http://schemas.openxmlformats.org/package/2006/relationships"><Relationship Id="rId8" Type="http://schemas.microsoft.com/office/2007/relationships/hdphoto" Target="../media/hdphoto18.wdp"/><Relationship Id="rId3" Type="http://schemas.openxmlformats.org/officeDocument/2006/relationships/image" Target="../media/image117.png"/><Relationship Id="rId7" Type="http://schemas.openxmlformats.org/officeDocument/2006/relationships/image" Target="../media/image130.png"/><Relationship Id="rId2" Type="http://schemas.openxmlformats.org/officeDocument/2006/relationships/image" Target="../media/image116.png"/><Relationship Id="rId1" Type="http://schemas.openxmlformats.org/officeDocument/2006/relationships/slideLayout" Target="../slideLayouts/slideLayout19.xml"/><Relationship Id="rId6" Type="http://schemas.microsoft.com/office/2007/relationships/hdphoto" Target="../media/hdphoto17.wdp"/><Relationship Id="rId5" Type="http://schemas.openxmlformats.org/officeDocument/2006/relationships/image" Target="../media/image129.png"/><Relationship Id="rId4" Type="http://schemas.openxmlformats.org/officeDocument/2006/relationships/slide" Target="slide39.xm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2.png"/><Relationship Id="rId3" Type="http://schemas.microsoft.com/office/2007/relationships/hdphoto" Target="../media/hdphoto19.wdp"/><Relationship Id="rId7" Type="http://schemas.microsoft.com/office/2007/relationships/hdphoto" Target="../media/hdphoto18.wdp"/><Relationship Id="rId2" Type="http://schemas.openxmlformats.org/officeDocument/2006/relationships/image" Target="../media/image131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30.png"/><Relationship Id="rId5" Type="http://schemas.openxmlformats.org/officeDocument/2006/relationships/image" Target="../media/image116.png"/><Relationship Id="rId4" Type="http://schemas.openxmlformats.org/officeDocument/2006/relationships/image" Target="../media/image117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7" Type="http://schemas.microsoft.com/office/2007/relationships/hdphoto" Target="../media/hdphoto20.wdp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34.png"/><Relationship Id="rId5" Type="http://schemas.openxmlformats.org/officeDocument/2006/relationships/image" Target="../media/image133.png"/><Relationship Id="rId4" Type="http://schemas.openxmlformats.org/officeDocument/2006/relationships/image" Target="../media/image117.png"/></Relationships>
</file>

<file path=ppt/slides/_rels/slide44.xml.rels><?xml version="1.0" encoding="UTF-8" standalone="yes"?>
<Relationships xmlns="http://schemas.openxmlformats.org/package/2006/relationships"><Relationship Id="rId3" Type="http://schemas.microsoft.com/office/2007/relationships/hdphoto" Target="../media/hdphoto17.wdp"/><Relationship Id="rId2" Type="http://schemas.openxmlformats.org/officeDocument/2006/relationships/image" Target="../media/image129.png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116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2" Type="http://schemas.openxmlformats.org/officeDocument/2006/relationships/image" Target="../media/image135.png"/><Relationship Id="rId1" Type="http://schemas.openxmlformats.org/officeDocument/2006/relationships/slideLayout" Target="../slideLayouts/slideLayout19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116.png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51.svg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6.png"/><Relationship Id="rId1" Type="http://schemas.openxmlformats.org/officeDocument/2006/relationships/slideLayout" Target="../slideLayouts/slideLayout19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19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6.png"/><Relationship Id="rId1" Type="http://schemas.openxmlformats.org/officeDocument/2006/relationships/slideLayout" Target="../slideLayouts/slideLayout19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3.svg"/><Relationship Id="rId13" Type="http://schemas.openxmlformats.org/officeDocument/2006/relationships/image" Target="../media/image140.png"/><Relationship Id="rId3" Type="http://schemas.openxmlformats.org/officeDocument/2006/relationships/image" Target="../media/image118.png"/><Relationship Id="rId7" Type="http://schemas.openxmlformats.org/officeDocument/2006/relationships/image" Target="../media/image122.png"/><Relationship Id="rId12" Type="http://schemas.openxmlformats.org/officeDocument/2006/relationships/image" Target="../media/image127.svg"/><Relationship Id="rId2" Type="http://schemas.openxmlformats.org/officeDocument/2006/relationships/image" Target="../media/image117.png"/><Relationship Id="rId16" Type="http://schemas.openxmlformats.org/officeDocument/2006/relationships/image" Target="../media/image116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39.svg"/><Relationship Id="rId11" Type="http://schemas.openxmlformats.org/officeDocument/2006/relationships/image" Target="../media/image126.png"/><Relationship Id="rId5" Type="http://schemas.openxmlformats.org/officeDocument/2006/relationships/image" Target="../media/image138.png"/><Relationship Id="rId15" Type="http://schemas.openxmlformats.org/officeDocument/2006/relationships/image" Target="../media/image121.svg"/><Relationship Id="rId10" Type="http://schemas.openxmlformats.org/officeDocument/2006/relationships/image" Target="../media/image125.svg"/><Relationship Id="rId4" Type="http://schemas.openxmlformats.org/officeDocument/2006/relationships/image" Target="../media/image119.svg"/><Relationship Id="rId9" Type="http://schemas.openxmlformats.org/officeDocument/2006/relationships/image" Target="../media/image124.png"/><Relationship Id="rId14" Type="http://schemas.openxmlformats.org/officeDocument/2006/relationships/image" Target="../media/image120.pn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5.svg"/><Relationship Id="rId13" Type="http://schemas.openxmlformats.org/officeDocument/2006/relationships/image" Target="../media/image121.svg"/><Relationship Id="rId3" Type="http://schemas.openxmlformats.org/officeDocument/2006/relationships/image" Target="../media/image118.png"/><Relationship Id="rId7" Type="http://schemas.openxmlformats.org/officeDocument/2006/relationships/image" Target="../media/image124.png"/><Relationship Id="rId12" Type="http://schemas.openxmlformats.org/officeDocument/2006/relationships/image" Target="../media/image120.png"/><Relationship Id="rId2" Type="http://schemas.openxmlformats.org/officeDocument/2006/relationships/image" Target="../media/image117.png"/><Relationship Id="rId16" Type="http://schemas.openxmlformats.org/officeDocument/2006/relationships/image" Target="../media/image139.sv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23.svg"/><Relationship Id="rId11" Type="http://schemas.openxmlformats.org/officeDocument/2006/relationships/image" Target="../media/image140.png"/><Relationship Id="rId5" Type="http://schemas.openxmlformats.org/officeDocument/2006/relationships/image" Target="../media/image122.png"/><Relationship Id="rId15" Type="http://schemas.openxmlformats.org/officeDocument/2006/relationships/image" Target="../media/image138.png"/><Relationship Id="rId10" Type="http://schemas.openxmlformats.org/officeDocument/2006/relationships/image" Target="../media/image127.svg"/><Relationship Id="rId4" Type="http://schemas.openxmlformats.org/officeDocument/2006/relationships/image" Target="../media/image119.svg"/><Relationship Id="rId9" Type="http://schemas.openxmlformats.org/officeDocument/2006/relationships/image" Target="../media/image126.png"/><Relationship Id="rId14" Type="http://schemas.openxmlformats.org/officeDocument/2006/relationships/image" Target="../media/image116.pn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3.svg"/><Relationship Id="rId13" Type="http://schemas.openxmlformats.org/officeDocument/2006/relationships/image" Target="../media/image140.png"/><Relationship Id="rId3" Type="http://schemas.openxmlformats.org/officeDocument/2006/relationships/image" Target="../media/image118.png"/><Relationship Id="rId7" Type="http://schemas.openxmlformats.org/officeDocument/2006/relationships/image" Target="../media/image122.png"/><Relationship Id="rId12" Type="http://schemas.openxmlformats.org/officeDocument/2006/relationships/image" Target="../media/image127.svg"/><Relationship Id="rId2" Type="http://schemas.openxmlformats.org/officeDocument/2006/relationships/image" Target="../media/image117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21.svg"/><Relationship Id="rId11" Type="http://schemas.openxmlformats.org/officeDocument/2006/relationships/image" Target="../media/image126.png"/><Relationship Id="rId5" Type="http://schemas.openxmlformats.org/officeDocument/2006/relationships/image" Target="../media/image120.png"/><Relationship Id="rId15" Type="http://schemas.openxmlformats.org/officeDocument/2006/relationships/image" Target="../media/image141.png"/><Relationship Id="rId10" Type="http://schemas.openxmlformats.org/officeDocument/2006/relationships/image" Target="../media/image125.svg"/><Relationship Id="rId4" Type="http://schemas.openxmlformats.org/officeDocument/2006/relationships/image" Target="../media/image119.svg"/><Relationship Id="rId9" Type="http://schemas.openxmlformats.org/officeDocument/2006/relationships/image" Target="../media/image124.png"/><Relationship Id="rId14" Type="http://schemas.openxmlformats.org/officeDocument/2006/relationships/image" Target="../media/image116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png"/><Relationship Id="rId2" Type="http://schemas.openxmlformats.org/officeDocument/2006/relationships/image" Target="../media/image140.png"/><Relationship Id="rId1" Type="http://schemas.openxmlformats.org/officeDocument/2006/relationships/slideLayout" Target="../slideLayouts/slideLayout19.xml"/><Relationship Id="rId5" Type="http://schemas.openxmlformats.org/officeDocument/2006/relationships/image" Target="../media/image116.png"/><Relationship Id="rId4" Type="http://schemas.openxmlformats.org/officeDocument/2006/relationships/image" Target="../media/image143.sv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7.png"/><Relationship Id="rId3" Type="http://schemas.openxmlformats.org/officeDocument/2006/relationships/image" Target="../media/image138.png"/><Relationship Id="rId7" Type="http://schemas.openxmlformats.org/officeDocument/2006/relationships/image" Target="../media/image116.png"/><Relationship Id="rId2" Type="http://schemas.openxmlformats.org/officeDocument/2006/relationships/image" Target="../media/image144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46.png"/><Relationship Id="rId5" Type="http://schemas.openxmlformats.org/officeDocument/2006/relationships/image" Target="../media/image145.png"/><Relationship Id="rId4" Type="http://schemas.openxmlformats.org/officeDocument/2006/relationships/image" Target="../media/image139.svg"/><Relationship Id="rId9" Type="http://schemas.microsoft.com/office/2007/relationships/hdphoto" Target="../media/hdphoto21.wdp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8.png"/><Relationship Id="rId3" Type="http://schemas.openxmlformats.org/officeDocument/2006/relationships/image" Target="../media/image138.png"/><Relationship Id="rId7" Type="http://schemas.openxmlformats.org/officeDocument/2006/relationships/image" Target="../media/image146.png"/><Relationship Id="rId2" Type="http://schemas.openxmlformats.org/officeDocument/2006/relationships/image" Target="../media/image144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16.png"/><Relationship Id="rId5" Type="http://schemas.openxmlformats.org/officeDocument/2006/relationships/image" Target="../media/image145.png"/><Relationship Id="rId10" Type="http://schemas.microsoft.com/office/2007/relationships/hdphoto" Target="../media/hdphoto22.wdp"/><Relationship Id="rId4" Type="http://schemas.openxmlformats.org/officeDocument/2006/relationships/image" Target="../media/image139.svg"/><Relationship Id="rId9" Type="http://schemas.openxmlformats.org/officeDocument/2006/relationships/image" Target="../media/image149.png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png"/><Relationship Id="rId3" Type="http://schemas.openxmlformats.org/officeDocument/2006/relationships/image" Target="../media/image138.png"/><Relationship Id="rId7" Type="http://schemas.openxmlformats.org/officeDocument/2006/relationships/image" Target="../media/image146.png"/><Relationship Id="rId2" Type="http://schemas.openxmlformats.org/officeDocument/2006/relationships/image" Target="../media/image144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16.png"/><Relationship Id="rId5" Type="http://schemas.openxmlformats.org/officeDocument/2006/relationships/image" Target="../media/image145.png"/><Relationship Id="rId4" Type="http://schemas.openxmlformats.org/officeDocument/2006/relationships/image" Target="../media/image139.svg"/><Relationship Id="rId9" Type="http://schemas.openxmlformats.org/officeDocument/2006/relationships/image" Target="../media/image51.svg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.png"/><Relationship Id="rId3" Type="http://schemas.openxmlformats.org/officeDocument/2006/relationships/image" Target="../media/image138.png"/><Relationship Id="rId7" Type="http://schemas.openxmlformats.org/officeDocument/2006/relationships/image" Target="../media/image146.png"/><Relationship Id="rId2" Type="http://schemas.openxmlformats.org/officeDocument/2006/relationships/image" Target="../media/image144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16.png"/><Relationship Id="rId5" Type="http://schemas.openxmlformats.org/officeDocument/2006/relationships/image" Target="../media/image145.png"/><Relationship Id="rId10" Type="http://schemas.openxmlformats.org/officeDocument/2006/relationships/image" Target="../media/image151.svg"/><Relationship Id="rId4" Type="http://schemas.openxmlformats.org/officeDocument/2006/relationships/image" Target="../media/image139.svg"/><Relationship Id="rId9" Type="http://schemas.openxmlformats.org/officeDocument/2006/relationships/image" Target="../media/image150.png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svg"/><Relationship Id="rId13" Type="http://schemas.openxmlformats.org/officeDocument/2006/relationships/image" Target="../media/image160.png"/><Relationship Id="rId3" Type="http://schemas.microsoft.com/office/2007/relationships/hdphoto" Target="../media/hdphoto23.wdp"/><Relationship Id="rId7" Type="http://schemas.openxmlformats.org/officeDocument/2006/relationships/image" Target="../media/image156.png"/><Relationship Id="rId12" Type="http://schemas.openxmlformats.org/officeDocument/2006/relationships/image" Target="../media/image117.png"/><Relationship Id="rId2" Type="http://schemas.openxmlformats.org/officeDocument/2006/relationships/image" Target="../media/image152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55.svg"/><Relationship Id="rId11" Type="http://schemas.openxmlformats.org/officeDocument/2006/relationships/image" Target="../media/image159.png"/><Relationship Id="rId5" Type="http://schemas.openxmlformats.org/officeDocument/2006/relationships/image" Target="../media/image154.png"/><Relationship Id="rId15" Type="http://schemas.openxmlformats.org/officeDocument/2006/relationships/image" Target="../media/image151.svg"/><Relationship Id="rId10" Type="http://schemas.openxmlformats.org/officeDocument/2006/relationships/image" Target="../media/image158.png"/><Relationship Id="rId4" Type="http://schemas.openxmlformats.org/officeDocument/2006/relationships/image" Target="../media/image153.png"/><Relationship Id="rId9" Type="http://schemas.openxmlformats.org/officeDocument/2006/relationships/image" Target="../media/image148.png"/><Relationship Id="rId14" Type="http://schemas.openxmlformats.org/officeDocument/2006/relationships/image" Target="../media/image150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0.png"/><Relationship Id="rId7" Type="http://schemas.openxmlformats.org/officeDocument/2006/relationships/image" Target="../media/image145.png"/><Relationship Id="rId2" Type="http://schemas.openxmlformats.org/officeDocument/2006/relationships/image" Target="../media/image117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16.png"/><Relationship Id="rId5" Type="http://schemas.openxmlformats.org/officeDocument/2006/relationships/image" Target="../media/image144.png"/><Relationship Id="rId4" Type="http://schemas.openxmlformats.org/officeDocument/2006/relationships/image" Target="../media/image151.svg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3.svg"/><Relationship Id="rId3" Type="http://schemas.openxmlformats.org/officeDocument/2006/relationships/image" Target="../media/image50.png"/><Relationship Id="rId7" Type="http://schemas.openxmlformats.org/officeDocument/2006/relationships/image" Target="../media/image162.png"/><Relationship Id="rId2" Type="http://schemas.openxmlformats.org/officeDocument/2006/relationships/image" Target="../media/image161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62.svg"/><Relationship Id="rId5" Type="http://schemas.openxmlformats.org/officeDocument/2006/relationships/image" Target="../media/image59.png"/><Relationship Id="rId4" Type="http://schemas.openxmlformats.org/officeDocument/2006/relationships/image" Target="../media/image51.sv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image" Target="../media/image164.png"/><Relationship Id="rId1" Type="http://schemas.openxmlformats.org/officeDocument/2006/relationships/slideLayout" Target="../slideLayouts/slideLayout20.xml"/><Relationship Id="rId6" Type="http://schemas.openxmlformats.org/officeDocument/2006/relationships/image" Target="../media/image51.svg"/><Relationship Id="rId5" Type="http://schemas.openxmlformats.org/officeDocument/2006/relationships/image" Target="../media/image50.png"/><Relationship Id="rId4" Type="http://schemas.openxmlformats.org/officeDocument/2006/relationships/image" Target="../media/image166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6.png"/><Relationship Id="rId2" Type="http://schemas.openxmlformats.org/officeDocument/2006/relationships/image" Target="../media/image164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67.png"/><Relationship Id="rId5" Type="http://schemas.openxmlformats.org/officeDocument/2006/relationships/image" Target="../media/image51.svg"/><Relationship Id="rId4" Type="http://schemas.openxmlformats.org/officeDocument/2006/relationships/image" Target="../media/image50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6.png"/><Relationship Id="rId2" Type="http://schemas.openxmlformats.org/officeDocument/2006/relationships/image" Target="../media/image168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51.svg"/><Relationship Id="rId5" Type="http://schemas.openxmlformats.org/officeDocument/2006/relationships/image" Target="../media/image50.png"/><Relationship Id="rId4" Type="http://schemas.openxmlformats.org/officeDocument/2006/relationships/image" Target="../media/image169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170.png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51.sv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171.png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51.sv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9.xml"/><Relationship Id="rId5" Type="http://schemas.openxmlformats.org/officeDocument/2006/relationships/image" Target="../media/image51.svg"/><Relationship Id="rId4" Type="http://schemas.openxmlformats.org/officeDocument/2006/relationships/image" Target="../media/image50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173.png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51.sv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svg"/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20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19.xml"/><Relationship Id="rId5" Type="http://schemas.openxmlformats.org/officeDocument/2006/relationships/image" Target="../media/image51.svg"/><Relationship Id="rId4" Type="http://schemas.openxmlformats.org/officeDocument/2006/relationships/image" Target="../media/image50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.pn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19.xml"/><Relationship Id="rId5" Type="http://schemas.openxmlformats.org/officeDocument/2006/relationships/image" Target="../media/image51.svg"/><Relationship Id="rId4" Type="http://schemas.openxmlformats.org/officeDocument/2006/relationships/image" Target="../media/image50.pn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51.sv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177.png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51.sv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9.png"/><Relationship Id="rId2" Type="http://schemas.openxmlformats.org/officeDocument/2006/relationships/image" Target="../media/image178.png"/><Relationship Id="rId1" Type="http://schemas.openxmlformats.org/officeDocument/2006/relationships/slideLayout" Target="../slideLayouts/slideLayout20.xml"/><Relationship Id="rId5" Type="http://schemas.openxmlformats.org/officeDocument/2006/relationships/image" Target="../media/image181.png"/><Relationship Id="rId4" Type="http://schemas.openxmlformats.org/officeDocument/2006/relationships/image" Target="../media/image180.png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1.png"/><Relationship Id="rId3" Type="http://schemas.openxmlformats.org/officeDocument/2006/relationships/image" Target="../media/image50.png"/><Relationship Id="rId7" Type="http://schemas.openxmlformats.org/officeDocument/2006/relationships/image" Target="../media/image83.png"/><Relationship Id="rId2" Type="http://schemas.openxmlformats.org/officeDocument/2006/relationships/image" Target="../media/image182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84.svg"/><Relationship Id="rId5" Type="http://schemas.openxmlformats.org/officeDocument/2006/relationships/image" Target="../media/image183.png"/><Relationship Id="rId4" Type="http://schemas.openxmlformats.org/officeDocument/2006/relationships/image" Target="../media/image51.svg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png"/><Relationship Id="rId3" Type="http://schemas.openxmlformats.org/officeDocument/2006/relationships/image" Target="../media/image186.png"/><Relationship Id="rId7" Type="http://schemas.openxmlformats.org/officeDocument/2006/relationships/slide" Target="slide78.xml"/><Relationship Id="rId2" Type="http://schemas.openxmlformats.org/officeDocument/2006/relationships/image" Target="../media/image185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58.png"/><Relationship Id="rId5" Type="http://schemas.openxmlformats.org/officeDocument/2006/relationships/image" Target="../media/image157.svg"/><Relationship Id="rId4" Type="http://schemas.openxmlformats.org/officeDocument/2006/relationships/image" Target="../media/image156.png"/><Relationship Id="rId9" Type="http://schemas.openxmlformats.org/officeDocument/2006/relationships/image" Target="../media/image51.sv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svg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51.svg"/><Relationship Id="rId5" Type="http://schemas.openxmlformats.org/officeDocument/2006/relationships/image" Target="../media/image50.png"/><Relationship Id="rId4" Type="http://schemas.openxmlformats.org/officeDocument/2006/relationships/image" Target="../media/image187.png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png"/><Relationship Id="rId2" Type="http://schemas.openxmlformats.org/officeDocument/2006/relationships/image" Target="../media/image188.png"/><Relationship Id="rId1" Type="http://schemas.openxmlformats.org/officeDocument/2006/relationships/slideLayout" Target="../slideLayouts/slideLayout19.xml"/><Relationship Id="rId5" Type="http://schemas.openxmlformats.org/officeDocument/2006/relationships/image" Target="../media/image51.svg"/><Relationship Id="rId4" Type="http://schemas.openxmlformats.org/officeDocument/2006/relationships/image" Target="../media/image50.pn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83.png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51.sv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svg"/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20.xml"/></Relationships>
</file>

<file path=ppt/slides/_rels/slide82.xml.rels><?xml version="1.0" encoding="UTF-8" standalone="yes"?>
<Relationships xmlns="http://schemas.openxmlformats.org/package/2006/relationships"><Relationship Id="rId3" Type="http://schemas.microsoft.com/office/2007/relationships/hdphoto" Target="../media/hdphoto18.wdp"/><Relationship Id="rId2" Type="http://schemas.openxmlformats.org/officeDocument/2006/relationships/image" Target="../media/image130.png"/><Relationship Id="rId1" Type="http://schemas.openxmlformats.org/officeDocument/2006/relationships/slideLayout" Target="../slideLayouts/slideLayout19.xml"/><Relationship Id="rId5" Type="http://schemas.openxmlformats.org/officeDocument/2006/relationships/image" Target="../media/image51.svg"/><Relationship Id="rId4" Type="http://schemas.openxmlformats.org/officeDocument/2006/relationships/image" Target="../media/image50.png"/></Relationships>
</file>

<file path=ppt/slides/_rels/slide83.xml.rels><?xml version="1.0" encoding="UTF-8" standalone="yes"?>
<Relationships xmlns="http://schemas.openxmlformats.org/package/2006/relationships"><Relationship Id="rId3" Type="http://schemas.microsoft.com/office/2007/relationships/hdphoto" Target="../media/hdphoto18.wdp"/><Relationship Id="rId2" Type="http://schemas.openxmlformats.org/officeDocument/2006/relationships/image" Target="../media/image130.png"/><Relationship Id="rId1" Type="http://schemas.openxmlformats.org/officeDocument/2006/relationships/slideLayout" Target="../slideLayouts/slideLayout19.xml"/><Relationship Id="rId5" Type="http://schemas.openxmlformats.org/officeDocument/2006/relationships/image" Target="../media/image51.svg"/><Relationship Id="rId4" Type="http://schemas.openxmlformats.org/officeDocument/2006/relationships/image" Target="../media/image50.png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189.png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51.svg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0.pn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20.xml"/><Relationship Id="rId5" Type="http://schemas.openxmlformats.org/officeDocument/2006/relationships/image" Target="../media/image35.png"/><Relationship Id="rId4" Type="http://schemas.openxmlformats.org/officeDocument/2006/relationships/image" Target="../media/image34.pn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1.pn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20.xml"/><Relationship Id="rId4" Type="http://schemas.microsoft.com/office/2007/relationships/hdphoto" Target="../media/hdphoto24.wdp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png"/><Relationship Id="rId13" Type="http://schemas.openxmlformats.org/officeDocument/2006/relationships/image" Target="../media/image129.png"/><Relationship Id="rId3" Type="http://schemas.openxmlformats.org/officeDocument/2006/relationships/image" Target="../media/image40.png"/><Relationship Id="rId7" Type="http://schemas.openxmlformats.org/officeDocument/2006/relationships/image" Target="../media/image44.png"/><Relationship Id="rId12" Type="http://schemas.openxmlformats.org/officeDocument/2006/relationships/image" Target="../media/image47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43.png"/><Relationship Id="rId11" Type="http://schemas.microsoft.com/office/2007/relationships/hdphoto" Target="../media/hdphoto2.wdp"/><Relationship Id="rId5" Type="http://schemas.openxmlformats.org/officeDocument/2006/relationships/image" Target="../media/image42.png"/><Relationship Id="rId10" Type="http://schemas.openxmlformats.org/officeDocument/2006/relationships/image" Target="../media/image46.png"/><Relationship Id="rId4" Type="http://schemas.openxmlformats.org/officeDocument/2006/relationships/image" Target="../media/image41.png"/><Relationship Id="rId9" Type="http://schemas.openxmlformats.org/officeDocument/2006/relationships/image" Target="../media/image45.png"/><Relationship Id="rId14" Type="http://schemas.microsoft.com/office/2007/relationships/hdphoto" Target="../media/hdphoto17.wdp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.png"/><Relationship Id="rId3" Type="http://schemas.openxmlformats.org/officeDocument/2006/relationships/image" Target="../media/image100.png"/><Relationship Id="rId7" Type="http://schemas.openxmlformats.org/officeDocument/2006/relationships/image" Target="../media/image105.svg"/><Relationship Id="rId2" Type="http://schemas.openxmlformats.org/officeDocument/2006/relationships/image" Target="../media/image101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04.png"/><Relationship Id="rId5" Type="http://schemas.openxmlformats.org/officeDocument/2006/relationships/image" Target="../media/image103.svg"/><Relationship Id="rId10" Type="http://schemas.openxmlformats.org/officeDocument/2006/relationships/image" Target="../media/image108.png"/><Relationship Id="rId4" Type="http://schemas.openxmlformats.org/officeDocument/2006/relationships/image" Target="../media/image102.png"/><Relationship Id="rId9" Type="http://schemas.openxmlformats.org/officeDocument/2006/relationships/image" Target="../media/image107.png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3.png"/><Relationship Id="rId3" Type="http://schemas.microsoft.com/office/2007/relationships/hdphoto" Target="../media/hdphoto25.wdp"/><Relationship Id="rId7" Type="http://schemas.openxmlformats.org/officeDocument/2006/relationships/image" Target="../media/image113.png"/><Relationship Id="rId2" Type="http://schemas.openxmlformats.org/officeDocument/2006/relationships/image" Target="../media/image192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12.png"/><Relationship Id="rId5" Type="http://schemas.openxmlformats.org/officeDocument/2006/relationships/image" Target="../media/image111.svg"/><Relationship Id="rId4" Type="http://schemas.openxmlformats.org/officeDocument/2006/relationships/image" Target="../media/image110.png"/><Relationship Id="rId9" Type="http://schemas.microsoft.com/office/2007/relationships/hdphoto" Target="../media/hdphoto26.wdp"/></Relationships>
</file>

<file path=ppt/slides/_rels/slide92.xml.rels><?xml version="1.0" encoding="UTF-8" standalone="yes"?>
<Relationships xmlns="http://schemas.openxmlformats.org/package/2006/relationships"><Relationship Id="rId3" Type="http://schemas.microsoft.com/office/2007/relationships/hdphoto" Target="../media/hdphoto25.wdp"/><Relationship Id="rId2" Type="http://schemas.openxmlformats.org/officeDocument/2006/relationships/image" Target="../media/image192.png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114.png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3.svg"/><Relationship Id="rId13" Type="http://schemas.openxmlformats.org/officeDocument/2006/relationships/image" Target="../media/image140.png"/><Relationship Id="rId18" Type="http://schemas.openxmlformats.org/officeDocument/2006/relationships/image" Target="../media/image195.png"/><Relationship Id="rId26" Type="http://schemas.openxmlformats.org/officeDocument/2006/relationships/image" Target="../media/image46.png"/><Relationship Id="rId3" Type="http://schemas.openxmlformats.org/officeDocument/2006/relationships/image" Target="../media/image118.png"/><Relationship Id="rId21" Type="http://schemas.openxmlformats.org/officeDocument/2006/relationships/image" Target="../media/image198.png"/><Relationship Id="rId7" Type="http://schemas.openxmlformats.org/officeDocument/2006/relationships/image" Target="../media/image122.png"/><Relationship Id="rId12" Type="http://schemas.openxmlformats.org/officeDocument/2006/relationships/image" Target="../media/image127.svg"/><Relationship Id="rId17" Type="http://schemas.openxmlformats.org/officeDocument/2006/relationships/image" Target="../media/image116.png"/><Relationship Id="rId25" Type="http://schemas.openxmlformats.org/officeDocument/2006/relationships/image" Target="../media/image49.svg"/><Relationship Id="rId2" Type="http://schemas.openxmlformats.org/officeDocument/2006/relationships/image" Target="../media/image117.png"/><Relationship Id="rId16" Type="http://schemas.openxmlformats.org/officeDocument/2006/relationships/image" Target="../media/image47.png"/><Relationship Id="rId20" Type="http://schemas.openxmlformats.org/officeDocument/2006/relationships/image" Target="../media/image197.png"/><Relationship Id="rId29" Type="http://schemas.microsoft.com/office/2007/relationships/hdphoto" Target="../media/hdphoto17.wdp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21.svg"/><Relationship Id="rId11" Type="http://schemas.openxmlformats.org/officeDocument/2006/relationships/image" Target="../media/image126.png"/><Relationship Id="rId24" Type="http://schemas.openxmlformats.org/officeDocument/2006/relationships/image" Target="../media/image48.png"/><Relationship Id="rId5" Type="http://schemas.openxmlformats.org/officeDocument/2006/relationships/image" Target="../media/image120.png"/><Relationship Id="rId15" Type="http://schemas.microsoft.com/office/2007/relationships/hdphoto" Target="../media/hdphoto27.wdp"/><Relationship Id="rId23" Type="http://schemas.openxmlformats.org/officeDocument/2006/relationships/image" Target="../media/image200.png"/><Relationship Id="rId28" Type="http://schemas.openxmlformats.org/officeDocument/2006/relationships/image" Target="../media/image129.png"/><Relationship Id="rId10" Type="http://schemas.openxmlformats.org/officeDocument/2006/relationships/image" Target="../media/image125.svg"/><Relationship Id="rId19" Type="http://schemas.openxmlformats.org/officeDocument/2006/relationships/image" Target="../media/image196.svg"/><Relationship Id="rId4" Type="http://schemas.openxmlformats.org/officeDocument/2006/relationships/image" Target="../media/image119.svg"/><Relationship Id="rId9" Type="http://schemas.openxmlformats.org/officeDocument/2006/relationships/image" Target="../media/image124.png"/><Relationship Id="rId14" Type="http://schemas.openxmlformats.org/officeDocument/2006/relationships/image" Target="../media/image194.png"/><Relationship Id="rId22" Type="http://schemas.openxmlformats.org/officeDocument/2006/relationships/image" Target="../media/image199.png"/><Relationship Id="rId27" Type="http://schemas.microsoft.com/office/2007/relationships/hdphoto" Target="../media/hdphoto2.wdp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3.svg"/><Relationship Id="rId13" Type="http://schemas.openxmlformats.org/officeDocument/2006/relationships/image" Target="../media/image140.png"/><Relationship Id="rId18" Type="http://schemas.openxmlformats.org/officeDocument/2006/relationships/image" Target="../media/image198.png"/><Relationship Id="rId26" Type="http://schemas.openxmlformats.org/officeDocument/2006/relationships/image" Target="../media/image46.png"/><Relationship Id="rId3" Type="http://schemas.openxmlformats.org/officeDocument/2006/relationships/image" Target="../media/image118.png"/><Relationship Id="rId21" Type="http://schemas.openxmlformats.org/officeDocument/2006/relationships/image" Target="../media/image48.png"/><Relationship Id="rId7" Type="http://schemas.openxmlformats.org/officeDocument/2006/relationships/image" Target="../media/image122.png"/><Relationship Id="rId12" Type="http://schemas.openxmlformats.org/officeDocument/2006/relationships/image" Target="../media/image127.svg"/><Relationship Id="rId17" Type="http://schemas.openxmlformats.org/officeDocument/2006/relationships/image" Target="../media/image197.png"/><Relationship Id="rId25" Type="http://schemas.openxmlformats.org/officeDocument/2006/relationships/image" Target="../media/image47.png"/><Relationship Id="rId2" Type="http://schemas.openxmlformats.org/officeDocument/2006/relationships/image" Target="../media/image117.png"/><Relationship Id="rId16" Type="http://schemas.openxmlformats.org/officeDocument/2006/relationships/image" Target="../media/image196.svg"/><Relationship Id="rId20" Type="http://schemas.openxmlformats.org/officeDocument/2006/relationships/image" Target="../media/image200.png"/><Relationship Id="rId29" Type="http://schemas.microsoft.com/office/2007/relationships/hdphoto" Target="../media/hdphoto17.wdp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21.svg"/><Relationship Id="rId11" Type="http://schemas.openxmlformats.org/officeDocument/2006/relationships/image" Target="../media/image126.png"/><Relationship Id="rId24" Type="http://schemas.microsoft.com/office/2007/relationships/hdphoto" Target="../media/hdphoto27.wdp"/><Relationship Id="rId5" Type="http://schemas.openxmlformats.org/officeDocument/2006/relationships/image" Target="../media/image120.png"/><Relationship Id="rId15" Type="http://schemas.openxmlformats.org/officeDocument/2006/relationships/image" Target="../media/image195.png"/><Relationship Id="rId23" Type="http://schemas.openxmlformats.org/officeDocument/2006/relationships/image" Target="../media/image194.png"/><Relationship Id="rId28" Type="http://schemas.openxmlformats.org/officeDocument/2006/relationships/image" Target="../media/image129.png"/><Relationship Id="rId10" Type="http://schemas.openxmlformats.org/officeDocument/2006/relationships/image" Target="../media/image125.svg"/><Relationship Id="rId19" Type="http://schemas.openxmlformats.org/officeDocument/2006/relationships/image" Target="../media/image199.png"/><Relationship Id="rId4" Type="http://schemas.openxmlformats.org/officeDocument/2006/relationships/image" Target="../media/image119.svg"/><Relationship Id="rId9" Type="http://schemas.openxmlformats.org/officeDocument/2006/relationships/image" Target="../media/image124.png"/><Relationship Id="rId14" Type="http://schemas.openxmlformats.org/officeDocument/2006/relationships/image" Target="../media/image116.png"/><Relationship Id="rId22" Type="http://schemas.openxmlformats.org/officeDocument/2006/relationships/image" Target="../media/image49.svg"/><Relationship Id="rId27" Type="http://schemas.microsoft.com/office/2007/relationships/hdphoto" Target="../media/hdphoto2.wdp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5.svg"/><Relationship Id="rId13" Type="http://schemas.openxmlformats.org/officeDocument/2006/relationships/image" Target="../media/image140.png"/><Relationship Id="rId18" Type="http://schemas.openxmlformats.org/officeDocument/2006/relationships/image" Target="../media/image48.png"/><Relationship Id="rId26" Type="http://schemas.microsoft.com/office/2007/relationships/hdphoto" Target="../media/hdphoto17.wdp"/><Relationship Id="rId3" Type="http://schemas.openxmlformats.org/officeDocument/2006/relationships/image" Target="../media/image118.png"/><Relationship Id="rId21" Type="http://schemas.microsoft.com/office/2007/relationships/hdphoto" Target="../media/hdphoto27.wdp"/><Relationship Id="rId7" Type="http://schemas.openxmlformats.org/officeDocument/2006/relationships/image" Target="../media/image124.png"/><Relationship Id="rId12" Type="http://schemas.openxmlformats.org/officeDocument/2006/relationships/image" Target="../media/image121.svg"/><Relationship Id="rId17" Type="http://schemas.openxmlformats.org/officeDocument/2006/relationships/image" Target="../media/image200.png"/><Relationship Id="rId25" Type="http://schemas.openxmlformats.org/officeDocument/2006/relationships/image" Target="../media/image129.png"/><Relationship Id="rId2" Type="http://schemas.openxmlformats.org/officeDocument/2006/relationships/image" Target="../media/image117.png"/><Relationship Id="rId16" Type="http://schemas.openxmlformats.org/officeDocument/2006/relationships/image" Target="../media/image199.png"/><Relationship Id="rId20" Type="http://schemas.openxmlformats.org/officeDocument/2006/relationships/image" Target="../media/image194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23.svg"/><Relationship Id="rId11" Type="http://schemas.openxmlformats.org/officeDocument/2006/relationships/image" Target="../media/image120.png"/><Relationship Id="rId24" Type="http://schemas.microsoft.com/office/2007/relationships/hdphoto" Target="../media/hdphoto2.wdp"/><Relationship Id="rId5" Type="http://schemas.openxmlformats.org/officeDocument/2006/relationships/image" Target="../media/image122.png"/><Relationship Id="rId15" Type="http://schemas.openxmlformats.org/officeDocument/2006/relationships/image" Target="../media/image198.png"/><Relationship Id="rId23" Type="http://schemas.openxmlformats.org/officeDocument/2006/relationships/image" Target="../media/image46.png"/><Relationship Id="rId10" Type="http://schemas.openxmlformats.org/officeDocument/2006/relationships/image" Target="../media/image127.svg"/><Relationship Id="rId19" Type="http://schemas.openxmlformats.org/officeDocument/2006/relationships/image" Target="../media/image49.svg"/><Relationship Id="rId4" Type="http://schemas.openxmlformats.org/officeDocument/2006/relationships/image" Target="../media/image119.svg"/><Relationship Id="rId9" Type="http://schemas.openxmlformats.org/officeDocument/2006/relationships/image" Target="../media/image126.png"/><Relationship Id="rId14" Type="http://schemas.openxmlformats.org/officeDocument/2006/relationships/image" Target="../media/image116.png"/><Relationship Id="rId22" Type="http://schemas.openxmlformats.org/officeDocument/2006/relationships/image" Target="../media/image47.png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3.svg"/><Relationship Id="rId13" Type="http://schemas.openxmlformats.org/officeDocument/2006/relationships/image" Target="../media/image140.png"/><Relationship Id="rId18" Type="http://schemas.openxmlformats.org/officeDocument/2006/relationships/image" Target="../media/image200.png"/><Relationship Id="rId26" Type="http://schemas.openxmlformats.org/officeDocument/2006/relationships/image" Target="../media/image129.png"/><Relationship Id="rId3" Type="http://schemas.openxmlformats.org/officeDocument/2006/relationships/image" Target="../media/image118.png"/><Relationship Id="rId21" Type="http://schemas.openxmlformats.org/officeDocument/2006/relationships/image" Target="../media/image194.png"/><Relationship Id="rId7" Type="http://schemas.openxmlformats.org/officeDocument/2006/relationships/image" Target="../media/image122.png"/><Relationship Id="rId12" Type="http://schemas.openxmlformats.org/officeDocument/2006/relationships/image" Target="../media/image127.svg"/><Relationship Id="rId17" Type="http://schemas.openxmlformats.org/officeDocument/2006/relationships/image" Target="../media/image199.png"/><Relationship Id="rId25" Type="http://schemas.microsoft.com/office/2007/relationships/hdphoto" Target="../media/hdphoto2.wdp"/><Relationship Id="rId2" Type="http://schemas.openxmlformats.org/officeDocument/2006/relationships/image" Target="../media/image117.png"/><Relationship Id="rId16" Type="http://schemas.openxmlformats.org/officeDocument/2006/relationships/image" Target="../media/image198.png"/><Relationship Id="rId20" Type="http://schemas.openxmlformats.org/officeDocument/2006/relationships/image" Target="../media/image49.sv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21.svg"/><Relationship Id="rId11" Type="http://schemas.openxmlformats.org/officeDocument/2006/relationships/image" Target="../media/image126.png"/><Relationship Id="rId24" Type="http://schemas.openxmlformats.org/officeDocument/2006/relationships/image" Target="../media/image46.png"/><Relationship Id="rId5" Type="http://schemas.openxmlformats.org/officeDocument/2006/relationships/image" Target="../media/image120.png"/><Relationship Id="rId15" Type="http://schemas.openxmlformats.org/officeDocument/2006/relationships/image" Target="../media/image141.png"/><Relationship Id="rId23" Type="http://schemas.openxmlformats.org/officeDocument/2006/relationships/image" Target="../media/image47.png"/><Relationship Id="rId10" Type="http://schemas.openxmlformats.org/officeDocument/2006/relationships/image" Target="../media/image125.svg"/><Relationship Id="rId19" Type="http://schemas.openxmlformats.org/officeDocument/2006/relationships/image" Target="../media/image48.png"/><Relationship Id="rId4" Type="http://schemas.openxmlformats.org/officeDocument/2006/relationships/image" Target="../media/image119.svg"/><Relationship Id="rId9" Type="http://schemas.openxmlformats.org/officeDocument/2006/relationships/image" Target="../media/image124.png"/><Relationship Id="rId14" Type="http://schemas.openxmlformats.org/officeDocument/2006/relationships/image" Target="../media/image116.png"/><Relationship Id="rId22" Type="http://schemas.microsoft.com/office/2007/relationships/hdphoto" Target="../media/hdphoto27.wdp"/><Relationship Id="rId27" Type="http://schemas.microsoft.com/office/2007/relationships/hdphoto" Target="../media/hdphoto17.wdp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0.png"/><Relationship Id="rId13" Type="http://schemas.openxmlformats.org/officeDocument/2006/relationships/image" Target="../media/image47.png"/><Relationship Id="rId3" Type="http://schemas.openxmlformats.org/officeDocument/2006/relationships/image" Target="../media/image142.png"/><Relationship Id="rId7" Type="http://schemas.openxmlformats.org/officeDocument/2006/relationships/image" Target="../media/image199.png"/><Relationship Id="rId12" Type="http://schemas.microsoft.com/office/2007/relationships/hdphoto" Target="../media/hdphoto27.wdp"/><Relationship Id="rId17" Type="http://schemas.microsoft.com/office/2007/relationships/hdphoto" Target="../media/hdphoto17.wdp"/><Relationship Id="rId2" Type="http://schemas.openxmlformats.org/officeDocument/2006/relationships/image" Target="../media/image140.png"/><Relationship Id="rId16" Type="http://schemas.openxmlformats.org/officeDocument/2006/relationships/image" Target="../media/image129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98.png"/><Relationship Id="rId11" Type="http://schemas.openxmlformats.org/officeDocument/2006/relationships/image" Target="../media/image194.png"/><Relationship Id="rId5" Type="http://schemas.openxmlformats.org/officeDocument/2006/relationships/image" Target="../media/image116.png"/><Relationship Id="rId15" Type="http://schemas.microsoft.com/office/2007/relationships/hdphoto" Target="../media/hdphoto2.wdp"/><Relationship Id="rId10" Type="http://schemas.openxmlformats.org/officeDocument/2006/relationships/image" Target="../media/image49.svg"/><Relationship Id="rId4" Type="http://schemas.openxmlformats.org/officeDocument/2006/relationships/image" Target="../media/image143.svg"/><Relationship Id="rId9" Type="http://schemas.openxmlformats.org/officeDocument/2006/relationships/image" Target="../media/image48.png"/><Relationship Id="rId14" Type="http://schemas.openxmlformats.org/officeDocument/2006/relationships/image" Target="../media/image46.png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9.png"/><Relationship Id="rId13" Type="http://schemas.microsoft.com/office/2007/relationships/hdphoto" Target="../media/hdphoto27.wdp"/><Relationship Id="rId18" Type="http://schemas.microsoft.com/office/2007/relationships/hdphoto" Target="../media/hdphoto17.wdp"/><Relationship Id="rId3" Type="http://schemas.openxmlformats.org/officeDocument/2006/relationships/image" Target="../media/image138.png"/><Relationship Id="rId7" Type="http://schemas.openxmlformats.org/officeDocument/2006/relationships/image" Target="../media/image198.png"/><Relationship Id="rId12" Type="http://schemas.openxmlformats.org/officeDocument/2006/relationships/image" Target="../media/image194.png"/><Relationship Id="rId17" Type="http://schemas.openxmlformats.org/officeDocument/2006/relationships/image" Target="../media/image129.png"/><Relationship Id="rId2" Type="http://schemas.openxmlformats.org/officeDocument/2006/relationships/image" Target="../media/image144.png"/><Relationship Id="rId16" Type="http://schemas.microsoft.com/office/2007/relationships/hdphoto" Target="../media/hdphoto2.wdp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16.png"/><Relationship Id="rId11" Type="http://schemas.openxmlformats.org/officeDocument/2006/relationships/image" Target="../media/image49.svg"/><Relationship Id="rId5" Type="http://schemas.openxmlformats.org/officeDocument/2006/relationships/image" Target="../media/image146.png"/><Relationship Id="rId15" Type="http://schemas.openxmlformats.org/officeDocument/2006/relationships/image" Target="../media/image46.png"/><Relationship Id="rId10" Type="http://schemas.openxmlformats.org/officeDocument/2006/relationships/image" Target="../media/image48.png"/><Relationship Id="rId4" Type="http://schemas.openxmlformats.org/officeDocument/2006/relationships/image" Target="../media/image139.svg"/><Relationship Id="rId9" Type="http://schemas.openxmlformats.org/officeDocument/2006/relationships/image" Target="../media/image200.png"/><Relationship Id="rId14" Type="http://schemas.openxmlformats.org/officeDocument/2006/relationships/image" Target="../media/image47.png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9.png"/><Relationship Id="rId13" Type="http://schemas.openxmlformats.org/officeDocument/2006/relationships/image" Target="../media/image48.png"/><Relationship Id="rId18" Type="http://schemas.openxmlformats.org/officeDocument/2006/relationships/image" Target="../media/image46.png"/><Relationship Id="rId3" Type="http://schemas.openxmlformats.org/officeDocument/2006/relationships/image" Target="../media/image138.png"/><Relationship Id="rId21" Type="http://schemas.microsoft.com/office/2007/relationships/hdphoto" Target="../media/hdphoto17.wdp"/><Relationship Id="rId7" Type="http://schemas.openxmlformats.org/officeDocument/2006/relationships/image" Target="../media/image148.png"/><Relationship Id="rId12" Type="http://schemas.openxmlformats.org/officeDocument/2006/relationships/image" Target="../media/image200.png"/><Relationship Id="rId17" Type="http://schemas.openxmlformats.org/officeDocument/2006/relationships/image" Target="../media/image47.png"/><Relationship Id="rId2" Type="http://schemas.openxmlformats.org/officeDocument/2006/relationships/image" Target="../media/image144.png"/><Relationship Id="rId16" Type="http://schemas.microsoft.com/office/2007/relationships/hdphoto" Target="../media/hdphoto27.wdp"/><Relationship Id="rId20" Type="http://schemas.openxmlformats.org/officeDocument/2006/relationships/image" Target="../media/image129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46.png"/><Relationship Id="rId11" Type="http://schemas.openxmlformats.org/officeDocument/2006/relationships/image" Target="../media/image199.png"/><Relationship Id="rId5" Type="http://schemas.openxmlformats.org/officeDocument/2006/relationships/image" Target="../media/image116.png"/><Relationship Id="rId15" Type="http://schemas.openxmlformats.org/officeDocument/2006/relationships/image" Target="../media/image194.png"/><Relationship Id="rId10" Type="http://schemas.openxmlformats.org/officeDocument/2006/relationships/image" Target="../media/image198.png"/><Relationship Id="rId19" Type="http://schemas.microsoft.com/office/2007/relationships/hdphoto" Target="../media/hdphoto2.wdp"/><Relationship Id="rId4" Type="http://schemas.openxmlformats.org/officeDocument/2006/relationships/image" Target="../media/image139.svg"/><Relationship Id="rId9" Type="http://schemas.microsoft.com/office/2007/relationships/hdphoto" Target="../media/hdphoto22.wdp"/><Relationship Id="rId14" Type="http://schemas.openxmlformats.org/officeDocument/2006/relationships/image" Target="../media/image49.svg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9.png"/><Relationship Id="rId13" Type="http://schemas.microsoft.com/office/2007/relationships/hdphoto" Target="../media/hdphoto27.wdp"/><Relationship Id="rId18" Type="http://schemas.microsoft.com/office/2007/relationships/hdphoto" Target="../media/hdphoto17.wdp"/><Relationship Id="rId3" Type="http://schemas.openxmlformats.org/officeDocument/2006/relationships/image" Target="../media/image138.png"/><Relationship Id="rId7" Type="http://schemas.openxmlformats.org/officeDocument/2006/relationships/image" Target="../media/image198.png"/><Relationship Id="rId12" Type="http://schemas.openxmlformats.org/officeDocument/2006/relationships/image" Target="../media/image194.png"/><Relationship Id="rId17" Type="http://schemas.openxmlformats.org/officeDocument/2006/relationships/image" Target="../media/image129.png"/><Relationship Id="rId2" Type="http://schemas.openxmlformats.org/officeDocument/2006/relationships/image" Target="../media/image144.png"/><Relationship Id="rId16" Type="http://schemas.microsoft.com/office/2007/relationships/hdphoto" Target="../media/hdphoto2.wdp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46.png"/><Relationship Id="rId11" Type="http://schemas.openxmlformats.org/officeDocument/2006/relationships/image" Target="../media/image49.svg"/><Relationship Id="rId5" Type="http://schemas.openxmlformats.org/officeDocument/2006/relationships/image" Target="../media/image116.png"/><Relationship Id="rId15" Type="http://schemas.openxmlformats.org/officeDocument/2006/relationships/image" Target="../media/image46.png"/><Relationship Id="rId10" Type="http://schemas.openxmlformats.org/officeDocument/2006/relationships/image" Target="../media/image48.png"/><Relationship Id="rId4" Type="http://schemas.openxmlformats.org/officeDocument/2006/relationships/image" Target="../media/image139.svg"/><Relationship Id="rId9" Type="http://schemas.openxmlformats.org/officeDocument/2006/relationships/image" Target="../media/image200.png"/><Relationship Id="rId14" Type="http://schemas.openxmlformats.org/officeDocument/2006/relationships/image" Target="../media/image47.png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0.png"/><Relationship Id="rId13" Type="http://schemas.openxmlformats.org/officeDocument/2006/relationships/image" Target="../media/image48.png"/><Relationship Id="rId18" Type="http://schemas.openxmlformats.org/officeDocument/2006/relationships/image" Target="../media/image46.png"/><Relationship Id="rId3" Type="http://schemas.openxmlformats.org/officeDocument/2006/relationships/image" Target="../media/image138.png"/><Relationship Id="rId21" Type="http://schemas.microsoft.com/office/2007/relationships/hdphoto" Target="../media/hdphoto17.wdp"/><Relationship Id="rId7" Type="http://schemas.openxmlformats.org/officeDocument/2006/relationships/image" Target="../media/image117.png"/><Relationship Id="rId12" Type="http://schemas.openxmlformats.org/officeDocument/2006/relationships/image" Target="../media/image200.png"/><Relationship Id="rId17" Type="http://schemas.openxmlformats.org/officeDocument/2006/relationships/image" Target="../media/image47.png"/><Relationship Id="rId2" Type="http://schemas.openxmlformats.org/officeDocument/2006/relationships/image" Target="../media/image144.png"/><Relationship Id="rId16" Type="http://schemas.microsoft.com/office/2007/relationships/hdphoto" Target="../media/hdphoto27.wdp"/><Relationship Id="rId20" Type="http://schemas.openxmlformats.org/officeDocument/2006/relationships/image" Target="../media/image129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46.png"/><Relationship Id="rId11" Type="http://schemas.openxmlformats.org/officeDocument/2006/relationships/image" Target="../media/image199.png"/><Relationship Id="rId5" Type="http://schemas.openxmlformats.org/officeDocument/2006/relationships/image" Target="../media/image116.png"/><Relationship Id="rId15" Type="http://schemas.openxmlformats.org/officeDocument/2006/relationships/image" Target="../media/image194.png"/><Relationship Id="rId10" Type="http://schemas.openxmlformats.org/officeDocument/2006/relationships/image" Target="../media/image198.png"/><Relationship Id="rId19" Type="http://schemas.microsoft.com/office/2007/relationships/hdphoto" Target="../media/hdphoto2.wdp"/><Relationship Id="rId4" Type="http://schemas.openxmlformats.org/officeDocument/2006/relationships/image" Target="../media/image139.svg"/><Relationship Id="rId9" Type="http://schemas.openxmlformats.org/officeDocument/2006/relationships/image" Target="../media/image151.svg"/><Relationship Id="rId14" Type="http://schemas.openxmlformats.org/officeDocument/2006/relationships/image" Target="../media/image49.svg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svg"/><Relationship Id="rId13" Type="http://schemas.openxmlformats.org/officeDocument/2006/relationships/image" Target="../media/image160.png"/><Relationship Id="rId18" Type="http://schemas.openxmlformats.org/officeDocument/2006/relationships/image" Target="../media/image200.png"/><Relationship Id="rId3" Type="http://schemas.microsoft.com/office/2007/relationships/hdphoto" Target="../media/hdphoto23.wdp"/><Relationship Id="rId7" Type="http://schemas.openxmlformats.org/officeDocument/2006/relationships/image" Target="../media/image156.png"/><Relationship Id="rId12" Type="http://schemas.openxmlformats.org/officeDocument/2006/relationships/image" Target="../media/image117.png"/><Relationship Id="rId17" Type="http://schemas.openxmlformats.org/officeDocument/2006/relationships/image" Target="../media/image199.png"/><Relationship Id="rId2" Type="http://schemas.openxmlformats.org/officeDocument/2006/relationships/image" Target="../media/image152.png"/><Relationship Id="rId16" Type="http://schemas.openxmlformats.org/officeDocument/2006/relationships/image" Target="../media/image198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55.svg"/><Relationship Id="rId11" Type="http://schemas.openxmlformats.org/officeDocument/2006/relationships/image" Target="../media/image159.png"/><Relationship Id="rId5" Type="http://schemas.openxmlformats.org/officeDocument/2006/relationships/image" Target="../media/image154.png"/><Relationship Id="rId15" Type="http://schemas.openxmlformats.org/officeDocument/2006/relationships/image" Target="../media/image151.svg"/><Relationship Id="rId10" Type="http://schemas.openxmlformats.org/officeDocument/2006/relationships/image" Target="../media/image158.png"/><Relationship Id="rId4" Type="http://schemas.openxmlformats.org/officeDocument/2006/relationships/image" Target="../media/image153.png"/><Relationship Id="rId9" Type="http://schemas.openxmlformats.org/officeDocument/2006/relationships/image" Target="../media/image148.png"/><Relationship Id="rId14" Type="http://schemas.openxmlformats.org/officeDocument/2006/relationships/image" Target="../media/image150.png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1.png"/><Relationship Id="rId13" Type="http://schemas.openxmlformats.org/officeDocument/2006/relationships/image" Target="../media/image200.png"/><Relationship Id="rId3" Type="http://schemas.openxmlformats.org/officeDocument/2006/relationships/image" Target="../media/image144.png"/><Relationship Id="rId7" Type="http://schemas.openxmlformats.org/officeDocument/2006/relationships/image" Target="../media/image145.png"/><Relationship Id="rId12" Type="http://schemas.openxmlformats.org/officeDocument/2006/relationships/image" Target="../media/image199.png"/><Relationship Id="rId2" Type="http://schemas.openxmlformats.org/officeDocument/2006/relationships/image" Target="../media/image117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39.svg"/><Relationship Id="rId11" Type="http://schemas.openxmlformats.org/officeDocument/2006/relationships/image" Target="../media/image198.png"/><Relationship Id="rId5" Type="http://schemas.openxmlformats.org/officeDocument/2006/relationships/image" Target="../media/image138.png"/><Relationship Id="rId10" Type="http://schemas.openxmlformats.org/officeDocument/2006/relationships/image" Target="../media/image151.svg"/><Relationship Id="rId4" Type="http://schemas.openxmlformats.org/officeDocument/2006/relationships/image" Target="../media/image116.png"/><Relationship Id="rId9" Type="http://schemas.openxmlformats.org/officeDocument/2006/relationships/image" Target="../media/image150.png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2.png"/><Relationship Id="rId13" Type="http://schemas.openxmlformats.org/officeDocument/2006/relationships/image" Target="../media/image127.svg"/><Relationship Id="rId18" Type="http://schemas.openxmlformats.org/officeDocument/2006/relationships/image" Target="../media/image203.png"/><Relationship Id="rId26" Type="http://schemas.microsoft.com/office/2007/relationships/hdphoto" Target="../media/hdphoto27.wdp"/><Relationship Id="rId3" Type="http://schemas.openxmlformats.org/officeDocument/2006/relationships/image" Target="../media/image117.png"/><Relationship Id="rId21" Type="http://schemas.openxmlformats.org/officeDocument/2006/relationships/image" Target="../media/image184.svg"/><Relationship Id="rId7" Type="http://schemas.openxmlformats.org/officeDocument/2006/relationships/image" Target="../media/image121.svg"/><Relationship Id="rId12" Type="http://schemas.openxmlformats.org/officeDocument/2006/relationships/image" Target="../media/image126.png"/><Relationship Id="rId17" Type="http://schemas.openxmlformats.org/officeDocument/2006/relationships/image" Target="../media/image49.svg"/><Relationship Id="rId25" Type="http://schemas.openxmlformats.org/officeDocument/2006/relationships/image" Target="../media/image194.png"/><Relationship Id="rId2" Type="http://schemas.openxmlformats.org/officeDocument/2006/relationships/image" Target="../media/image202.png"/><Relationship Id="rId16" Type="http://schemas.openxmlformats.org/officeDocument/2006/relationships/image" Target="../media/image48.png"/><Relationship Id="rId20" Type="http://schemas.openxmlformats.org/officeDocument/2006/relationships/image" Target="../media/image183.png"/><Relationship Id="rId29" Type="http://schemas.microsoft.com/office/2007/relationships/hdphoto" Target="../media/hdphoto2.wdp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20.png"/><Relationship Id="rId11" Type="http://schemas.openxmlformats.org/officeDocument/2006/relationships/image" Target="../media/image125.svg"/><Relationship Id="rId24" Type="http://schemas.openxmlformats.org/officeDocument/2006/relationships/image" Target="../media/image200.png"/><Relationship Id="rId32" Type="http://schemas.openxmlformats.org/officeDocument/2006/relationships/image" Target="../media/image205.png"/><Relationship Id="rId5" Type="http://schemas.openxmlformats.org/officeDocument/2006/relationships/image" Target="../media/image119.svg"/><Relationship Id="rId15" Type="http://schemas.openxmlformats.org/officeDocument/2006/relationships/image" Target="../media/image116.png"/><Relationship Id="rId23" Type="http://schemas.openxmlformats.org/officeDocument/2006/relationships/image" Target="../media/image199.png"/><Relationship Id="rId28" Type="http://schemas.openxmlformats.org/officeDocument/2006/relationships/image" Target="../media/image46.png"/><Relationship Id="rId10" Type="http://schemas.openxmlformats.org/officeDocument/2006/relationships/image" Target="../media/image124.png"/><Relationship Id="rId19" Type="http://schemas.openxmlformats.org/officeDocument/2006/relationships/image" Target="../media/image204.svg"/><Relationship Id="rId31" Type="http://schemas.microsoft.com/office/2007/relationships/hdphoto" Target="../media/hdphoto17.wdp"/><Relationship Id="rId4" Type="http://schemas.openxmlformats.org/officeDocument/2006/relationships/image" Target="../media/image118.png"/><Relationship Id="rId9" Type="http://schemas.openxmlformats.org/officeDocument/2006/relationships/image" Target="../media/image123.svg"/><Relationship Id="rId14" Type="http://schemas.openxmlformats.org/officeDocument/2006/relationships/image" Target="../media/image140.png"/><Relationship Id="rId22" Type="http://schemas.openxmlformats.org/officeDocument/2006/relationships/image" Target="../media/image198.png"/><Relationship Id="rId27" Type="http://schemas.openxmlformats.org/officeDocument/2006/relationships/image" Target="../media/image47.png"/><Relationship Id="rId30" Type="http://schemas.openxmlformats.org/officeDocument/2006/relationships/image" Target="../media/image129.png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3.png"/><Relationship Id="rId3" Type="http://schemas.openxmlformats.org/officeDocument/2006/relationships/image" Target="../media/image204.svg"/><Relationship Id="rId7" Type="http://schemas.openxmlformats.org/officeDocument/2006/relationships/image" Target="../media/image103.svg"/><Relationship Id="rId2" Type="http://schemas.openxmlformats.org/officeDocument/2006/relationships/image" Target="../media/image203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02.png"/><Relationship Id="rId5" Type="http://schemas.openxmlformats.org/officeDocument/2006/relationships/image" Target="../media/image207.svg"/><Relationship Id="rId10" Type="http://schemas.openxmlformats.org/officeDocument/2006/relationships/image" Target="../media/image208.png"/><Relationship Id="rId4" Type="http://schemas.openxmlformats.org/officeDocument/2006/relationships/image" Target="../media/image206.png"/><Relationship Id="rId9" Type="http://schemas.openxmlformats.org/officeDocument/2006/relationships/image" Target="../media/image184.svg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1.svg"/><Relationship Id="rId13" Type="http://schemas.openxmlformats.org/officeDocument/2006/relationships/image" Target="../media/image126.png"/><Relationship Id="rId18" Type="http://schemas.openxmlformats.org/officeDocument/2006/relationships/image" Target="../media/image210.png"/><Relationship Id="rId26" Type="http://schemas.microsoft.com/office/2007/relationships/hdphoto" Target="../media/hdphoto2.wdp"/><Relationship Id="rId3" Type="http://schemas.openxmlformats.org/officeDocument/2006/relationships/image" Target="../media/image204.svg"/><Relationship Id="rId21" Type="http://schemas.openxmlformats.org/officeDocument/2006/relationships/image" Target="../media/image199.png"/><Relationship Id="rId7" Type="http://schemas.openxmlformats.org/officeDocument/2006/relationships/image" Target="../media/image120.png"/><Relationship Id="rId12" Type="http://schemas.openxmlformats.org/officeDocument/2006/relationships/image" Target="../media/image125.svg"/><Relationship Id="rId17" Type="http://schemas.openxmlformats.org/officeDocument/2006/relationships/image" Target="../media/image209.png"/><Relationship Id="rId25" Type="http://schemas.openxmlformats.org/officeDocument/2006/relationships/image" Target="../media/image46.png"/><Relationship Id="rId2" Type="http://schemas.openxmlformats.org/officeDocument/2006/relationships/image" Target="../media/image203.png"/><Relationship Id="rId16" Type="http://schemas.openxmlformats.org/officeDocument/2006/relationships/image" Target="../media/image116.png"/><Relationship Id="rId20" Type="http://schemas.openxmlformats.org/officeDocument/2006/relationships/image" Target="../media/image198.png"/><Relationship Id="rId29" Type="http://schemas.openxmlformats.org/officeDocument/2006/relationships/image" Target="../media/image47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19.svg"/><Relationship Id="rId11" Type="http://schemas.openxmlformats.org/officeDocument/2006/relationships/image" Target="../media/image124.png"/><Relationship Id="rId24" Type="http://schemas.microsoft.com/office/2007/relationships/hdphoto" Target="../media/hdphoto27.wdp"/><Relationship Id="rId5" Type="http://schemas.openxmlformats.org/officeDocument/2006/relationships/image" Target="../media/image118.png"/><Relationship Id="rId15" Type="http://schemas.openxmlformats.org/officeDocument/2006/relationships/image" Target="../media/image140.png"/><Relationship Id="rId23" Type="http://schemas.openxmlformats.org/officeDocument/2006/relationships/image" Target="../media/image194.png"/><Relationship Id="rId28" Type="http://schemas.openxmlformats.org/officeDocument/2006/relationships/image" Target="../media/image49.svg"/><Relationship Id="rId10" Type="http://schemas.openxmlformats.org/officeDocument/2006/relationships/image" Target="../media/image123.svg"/><Relationship Id="rId19" Type="http://schemas.openxmlformats.org/officeDocument/2006/relationships/image" Target="../media/image211.svg"/><Relationship Id="rId31" Type="http://schemas.microsoft.com/office/2007/relationships/hdphoto" Target="../media/hdphoto17.wdp"/><Relationship Id="rId4" Type="http://schemas.openxmlformats.org/officeDocument/2006/relationships/image" Target="../media/image117.png"/><Relationship Id="rId9" Type="http://schemas.openxmlformats.org/officeDocument/2006/relationships/image" Target="../media/image122.png"/><Relationship Id="rId14" Type="http://schemas.openxmlformats.org/officeDocument/2006/relationships/image" Target="../media/image127.svg"/><Relationship Id="rId22" Type="http://schemas.openxmlformats.org/officeDocument/2006/relationships/image" Target="../media/image200.png"/><Relationship Id="rId27" Type="http://schemas.openxmlformats.org/officeDocument/2006/relationships/image" Target="../media/image48.png"/><Relationship Id="rId30" Type="http://schemas.openxmlformats.org/officeDocument/2006/relationships/image" Target="../media/image129.png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1.svg"/><Relationship Id="rId13" Type="http://schemas.openxmlformats.org/officeDocument/2006/relationships/image" Target="../media/image126.png"/><Relationship Id="rId18" Type="http://schemas.openxmlformats.org/officeDocument/2006/relationships/image" Target="../media/image157.svg"/><Relationship Id="rId26" Type="http://schemas.openxmlformats.org/officeDocument/2006/relationships/image" Target="../media/image48.png"/><Relationship Id="rId3" Type="http://schemas.microsoft.com/office/2007/relationships/hdphoto" Target="../media/hdphoto28.wdp"/><Relationship Id="rId21" Type="http://schemas.openxmlformats.org/officeDocument/2006/relationships/image" Target="../media/image200.png"/><Relationship Id="rId7" Type="http://schemas.openxmlformats.org/officeDocument/2006/relationships/image" Target="../media/image120.png"/><Relationship Id="rId12" Type="http://schemas.openxmlformats.org/officeDocument/2006/relationships/image" Target="../media/image125.svg"/><Relationship Id="rId17" Type="http://schemas.openxmlformats.org/officeDocument/2006/relationships/image" Target="../media/image156.png"/><Relationship Id="rId25" Type="http://schemas.microsoft.com/office/2007/relationships/hdphoto" Target="../media/hdphoto2.wdp"/><Relationship Id="rId2" Type="http://schemas.openxmlformats.org/officeDocument/2006/relationships/image" Target="../media/image212.png"/><Relationship Id="rId16" Type="http://schemas.openxmlformats.org/officeDocument/2006/relationships/image" Target="../media/image116.png"/><Relationship Id="rId20" Type="http://schemas.openxmlformats.org/officeDocument/2006/relationships/image" Target="../media/image199.png"/><Relationship Id="rId29" Type="http://schemas.microsoft.com/office/2007/relationships/hdphoto" Target="../media/hdphoto29.wdp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19.svg"/><Relationship Id="rId11" Type="http://schemas.openxmlformats.org/officeDocument/2006/relationships/image" Target="../media/image124.png"/><Relationship Id="rId24" Type="http://schemas.openxmlformats.org/officeDocument/2006/relationships/image" Target="../media/image46.png"/><Relationship Id="rId32" Type="http://schemas.microsoft.com/office/2007/relationships/hdphoto" Target="../media/hdphoto17.wdp"/><Relationship Id="rId5" Type="http://schemas.openxmlformats.org/officeDocument/2006/relationships/image" Target="../media/image118.png"/><Relationship Id="rId15" Type="http://schemas.openxmlformats.org/officeDocument/2006/relationships/image" Target="../media/image140.png"/><Relationship Id="rId23" Type="http://schemas.microsoft.com/office/2007/relationships/hdphoto" Target="../media/hdphoto27.wdp"/><Relationship Id="rId28" Type="http://schemas.openxmlformats.org/officeDocument/2006/relationships/image" Target="../media/image213.png"/><Relationship Id="rId10" Type="http://schemas.openxmlformats.org/officeDocument/2006/relationships/image" Target="../media/image123.svg"/><Relationship Id="rId19" Type="http://schemas.openxmlformats.org/officeDocument/2006/relationships/image" Target="../media/image198.png"/><Relationship Id="rId31" Type="http://schemas.openxmlformats.org/officeDocument/2006/relationships/image" Target="../media/image129.png"/><Relationship Id="rId4" Type="http://schemas.openxmlformats.org/officeDocument/2006/relationships/image" Target="../media/image117.png"/><Relationship Id="rId9" Type="http://schemas.openxmlformats.org/officeDocument/2006/relationships/image" Target="../media/image122.png"/><Relationship Id="rId14" Type="http://schemas.openxmlformats.org/officeDocument/2006/relationships/image" Target="../media/image127.svg"/><Relationship Id="rId22" Type="http://schemas.openxmlformats.org/officeDocument/2006/relationships/image" Target="../media/image194.png"/><Relationship Id="rId27" Type="http://schemas.openxmlformats.org/officeDocument/2006/relationships/image" Target="../media/image49.svg"/><Relationship Id="rId30" Type="http://schemas.openxmlformats.org/officeDocument/2006/relationships/image" Target="../media/image47.png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5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19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svg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19.xml"/><Relationship Id="rId5" Type="http://schemas.openxmlformats.org/officeDocument/2006/relationships/image" Target="../media/image83.png"/><Relationship Id="rId4" Type="http://schemas.openxmlformats.org/officeDocument/2006/relationships/image" Target="../media/image216.png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3.png"/><Relationship Id="rId1" Type="http://schemas.openxmlformats.org/officeDocument/2006/relationships/slideLayout" Target="../slideLayouts/slideLayout20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9.png"/><Relationship Id="rId2" Type="http://schemas.openxmlformats.org/officeDocument/2006/relationships/image" Target="../media/image217.png"/><Relationship Id="rId1" Type="http://schemas.openxmlformats.org/officeDocument/2006/relationships/slideLayout" Target="../slideLayouts/slideLayout19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제목 26">
            <a:extLst>
              <a:ext uri="{FF2B5EF4-FFF2-40B4-BE49-F238E27FC236}">
                <a16:creationId xmlns:a16="http://schemas.microsoft.com/office/drawing/2014/main" id="{A5BCB3C8-8883-4771-8176-8A65EC6FC6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리모컨 개편</a:t>
            </a:r>
            <a:r>
              <a:rPr lang="en-US" altLang="ko-KR" dirty="0"/>
              <a:t>_</a:t>
            </a:r>
            <a:r>
              <a:rPr lang="ko-KR" altLang="en-US" dirty="0"/>
              <a:t>상세기획</a:t>
            </a:r>
          </a:p>
        </p:txBody>
      </p:sp>
      <p:sp>
        <p:nvSpPr>
          <p:cNvPr id="29" name="내용 개체 틀 28">
            <a:extLst>
              <a:ext uri="{FF2B5EF4-FFF2-40B4-BE49-F238E27FC236}">
                <a16:creationId xmlns:a16="http://schemas.microsoft.com/office/drawing/2014/main" id="{7EA06A42-3296-472D-9EA4-7BF46436466A}"/>
              </a:ext>
            </a:extLst>
          </p:cNvPr>
          <p:cNvSpPr>
            <a:spLocks noGrp="1"/>
          </p:cNvSpPr>
          <p:nvPr>
            <p:ph sz="quarter" idx="11"/>
          </p:nvPr>
        </p:nvSpPr>
        <p:spPr/>
        <p:txBody>
          <a:bodyPr/>
          <a:lstStyle/>
          <a:p>
            <a:r>
              <a:rPr lang="ko-KR" altLang="en-US" dirty="0"/>
              <a:t>국내사업본부 크리에이터랩</a:t>
            </a:r>
          </a:p>
        </p:txBody>
      </p:sp>
      <p:sp>
        <p:nvSpPr>
          <p:cNvPr id="30" name="내용 개체 틀 29">
            <a:extLst>
              <a:ext uri="{FF2B5EF4-FFF2-40B4-BE49-F238E27FC236}">
                <a16:creationId xmlns:a16="http://schemas.microsoft.com/office/drawing/2014/main" id="{FE77C7E4-9CFD-4704-AA4F-4B83D24C53FA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760417" y="5481961"/>
            <a:ext cx="10664175" cy="344903"/>
          </a:xfrm>
        </p:spPr>
        <p:txBody>
          <a:bodyPr/>
          <a:lstStyle/>
          <a:p>
            <a:r>
              <a:rPr lang="ko-KR" altLang="en-US" dirty="0"/>
              <a:t>서비스기획팀 손동명</a:t>
            </a:r>
          </a:p>
        </p:txBody>
      </p:sp>
      <p:sp>
        <p:nvSpPr>
          <p:cNvPr id="31" name="텍스트 개체 틀 30">
            <a:extLst>
              <a:ext uri="{FF2B5EF4-FFF2-40B4-BE49-F238E27FC236}">
                <a16:creationId xmlns:a16="http://schemas.microsoft.com/office/drawing/2014/main" id="{522B0536-ADF8-4F80-B6A1-9DA18A6749D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버전 </a:t>
            </a:r>
            <a:r>
              <a:rPr lang="en-US" altLang="ko-KR" dirty="0"/>
              <a:t>0.2  2026-01-12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9695950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3">
            <a:extLst>
              <a:ext uri="{FF2B5EF4-FFF2-40B4-BE49-F238E27FC236}">
                <a16:creationId xmlns:a16="http://schemas.microsoft.com/office/drawing/2014/main" id="{7AB72FEA-6106-477F-8EED-CAD15F0F57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282603"/>
              </p:ext>
            </p:extLst>
          </p:nvPr>
        </p:nvGraphicFramePr>
        <p:xfrm>
          <a:off x="839414" y="1124744"/>
          <a:ext cx="10743288" cy="3003762"/>
        </p:xfrm>
        <a:graphic>
          <a:graphicData uri="http://schemas.openxmlformats.org/drawingml/2006/table">
            <a:tbl>
              <a:tblPr firstRow="1" bandRow="1">
                <a:tableStyleId>{EB344D84-9AFB-497E-A393-DC336BA19D2E}</a:tableStyleId>
              </a:tblPr>
              <a:tblGrid>
                <a:gridCol w="864098">
                  <a:extLst>
                    <a:ext uri="{9D8B030D-6E8A-4147-A177-3AD203B41FA5}">
                      <a16:colId xmlns:a16="http://schemas.microsoft.com/office/drawing/2014/main" val="2598232152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879198162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3535266955"/>
                    </a:ext>
                  </a:extLst>
                </a:gridCol>
                <a:gridCol w="6120680">
                  <a:extLst>
                    <a:ext uri="{9D8B030D-6E8A-4147-A177-3AD203B41FA5}">
                      <a16:colId xmlns:a16="http://schemas.microsoft.com/office/drawing/2014/main" val="1000969987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val="4176893632"/>
                    </a:ext>
                  </a:extLst>
                </a:gridCol>
                <a:gridCol w="1022206">
                  <a:extLst>
                    <a:ext uri="{9D8B030D-6E8A-4147-A177-3AD203B41FA5}">
                      <a16:colId xmlns:a16="http://schemas.microsoft.com/office/drawing/2014/main" val="1823104482"/>
                    </a:ext>
                  </a:extLst>
                </a:gridCol>
              </a:tblGrid>
              <a:tr h="43013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10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Version</a:t>
                      </a:r>
                      <a:endParaRPr lang="ko-KR" altLang="en-US" sz="10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변경일</a:t>
                      </a:r>
                    </a:p>
                  </a:txBody>
                  <a:tcPr anchor="ctr"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변경내용</a:t>
                      </a:r>
                    </a:p>
                  </a:txBody>
                  <a:tcPr anchor="ctr"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anchor="ctr"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승인자</a:t>
                      </a:r>
                    </a:p>
                  </a:txBody>
                  <a:tcPr anchor="ctr"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4095972"/>
                  </a:ext>
                </a:extLst>
              </a:tr>
              <a:tr h="29939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0.20</a:t>
                      </a:r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2026-01-12</a:t>
                      </a:r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최초 작성 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손동명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28527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0.21</a:t>
                      </a:r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2026-06-22</a:t>
                      </a:r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p12 : </a:t>
                      </a:r>
                      <a:r>
                        <a:rPr lang="ko-KR" altLang="en-US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현재 상태 </a:t>
                      </a:r>
                      <a:r>
                        <a:rPr lang="en-US" altLang="ko-KR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lang="ko-KR" altLang="en-US" sz="900" dirty="0" err="1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리프레시</a:t>
                      </a:r>
                      <a:r>
                        <a:rPr lang="ko-KR" altLang="en-US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 버튼 삭제</a:t>
                      </a:r>
                    </a:p>
                    <a:p>
                      <a:pPr algn="l" latinLnBrk="1"/>
                      <a:r>
                        <a:rPr lang="en-US" altLang="ko-KR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p13, 106 : </a:t>
                      </a:r>
                      <a:r>
                        <a:rPr lang="ko-KR" altLang="en-US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알림 모두 보기 삭제</a:t>
                      </a:r>
                    </a:p>
                    <a:p>
                      <a:pPr algn="l" latinLnBrk="1"/>
                      <a:r>
                        <a:rPr lang="en-US" altLang="ko-KR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p38 : </a:t>
                      </a:r>
                      <a:r>
                        <a:rPr lang="ko-KR" altLang="en-US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셀 넓이 조절 기능 추가</a:t>
                      </a:r>
                    </a:p>
                    <a:p>
                      <a:pPr algn="l" latinLnBrk="1"/>
                      <a:r>
                        <a:rPr lang="en-US" altLang="ko-KR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p43 : </a:t>
                      </a:r>
                      <a:r>
                        <a:rPr lang="ko-KR" altLang="en-US" sz="900" dirty="0" err="1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버튼명</a:t>
                      </a:r>
                      <a:r>
                        <a:rPr lang="ko-KR" altLang="en-US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 변경 </a:t>
                      </a:r>
                      <a:r>
                        <a:rPr lang="en-US" altLang="ko-KR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기존</a:t>
                      </a:r>
                      <a:r>
                        <a:rPr lang="en-US" altLang="ko-KR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] </a:t>
                      </a:r>
                      <a:r>
                        <a:rPr lang="ko-KR" altLang="en-US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재생 후원 → </a:t>
                      </a:r>
                      <a:r>
                        <a:rPr lang="en-US" altLang="ko-KR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변경</a:t>
                      </a:r>
                      <a:r>
                        <a:rPr lang="en-US" altLang="ko-KR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] </a:t>
                      </a:r>
                      <a:r>
                        <a:rPr lang="ko-KR" altLang="en-US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재생 중인 후원</a:t>
                      </a:r>
                    </a:p>
                    <a:p>
                      <a:pPr algn="l" latinLnBrk="1"/>
                      <a:r>
                        <a:rPr lang="en-US" altLang="ko-KR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p104 : </a:t>
                      </a:r>
                      <a:r>
                        <a:rPr lang="ko-KR" altLang="en-US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벽지 버튼 위치 변경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dirty="0">
                          <a:solidFill>
                            <a:srgbClr val="393939"/>
                          </a:solidFill>
                          <a:latin typeface="+mn-ea"/>
                          <a:ea typeface="+mn-ea"/>
                        </a:rPr>
                        <a:t>손동명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3856841"/>
                  </a:ext>
                </a:extLst>
              </a:tr>
              <a:tr h="299398"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5158623"/>
                  </a:ext>
                </a:extLst>
              </a:tr>
              <a:tr h="299398"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7452068"/>
                  </a:ext>
                </a:extLst>
              </a:tr>
              <a:tr h="299398"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4061812"/>
                  </a:ext>
                </a:extLst>
              </a:tr>
              <a:tr h="299398"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4494814"/>
                  </a:ext>
                </a:extLst>
              </a:tr>
              <a:tr h="299398"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rgbClr val="393939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25321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3438882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E517A02A-BFAA-EE67-8EBE-65A751D99C2C}"/>
              </a:ext>
            </a:extLst>
          </p:cNvPr>
          <p:cNvSpPr>
            <a:spLocks noGrp="1"/>
          </p:cNvSpPr>
          <p:nvPr>
            <p:ph sz="quarter" idx="10"/>
          </p:nvPr>
        </p:nvSpPr>
        <p:spPr/>
        <p:txBody>
          <a:bodyPr/>
          <a:lstStyle/>
          <a:p>
            <a:r>
              <a:rPr lang="ko-KR" altLang="en-US" dirty="0"/>
              <a:t>개요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F38A1835-FBE3-B891-C0E8-2998BA1A3EC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01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6319930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E516FFF-84CD-2B15-77CE-225E3A2572B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벤치마킹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35A674F5-3CEA-AD50-32DF-5B20547E172B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019436" y="763574"/>
            <a:ext cx="3312368" cy="635223"/>
          </a:xfrm>
        </p:spPr>
        <p:txBody>
          <a:bodyPr/>
          <a:lstStyle/>
          <a:p>
            <a:r>
              <a:rPr lang="ko-KR" altLang="en-US" dirty="0"/>
              <a:t>벤치마킹 대상 및 핵심 가치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C8FEC0D8-B322-1573-BCCD-31ADEB4A5B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8305952"/>
              </p:ext>
            </p:extLst>
          </p:nvPr>
        </p:nvGraphicFramePr>
        <p:xfrm>
          <a:off x="1501159" y="1124744"/>
          <a:ext cx="7619174" cy="1404156"/>
        </p:xfrm>
        <a:graphic>
          <a:graphicData uri="http://schemas.openxmlformats.org/drawingml/2006/table">
            <a:tbl>
              <a:tblPr/>
              <a:tblGrid>
                <a:gridCol w="1322640">
                  <a:extLst>
                    <a:ext uri="{9D8B030D-6E8A-4147-A177-3AD203B41FA5}">
                      <a16:colId xmlns:a16="http://schemas.microsoft.com/office/drawing/2014/main" val="897092183"/>
                    </a:ext>
                  </a:extLst>
                </a:gridCol>
                <a:gridCol w="2909809">
                  <a:extLst>
                    <a:ext uri="{9D8B030D-6E8A-4147-A177-3AD203B41FA5}">
                      <a16:colId xmlns:a16="http://schemas.microsoft.com/office/drawing/2014/main" val="2472001045"/>
                    </a:ext>
                  </a:extLst>
                </a:gridCol>
                <a:gridCol w="3386725">
                  <a:extLst>
                    <a:ext uri="{9D8B030D-6E8A-4147-A177-3AD203B41FA5}">
                      <a16:colId xmlns:a16="http://schemas.microsoft.com/office/drawing/2014/main" val="1832233827"/>
                    </a:ext>
                  </a:extLst>
                </a:gridCol>
              </a:tblGrid>
              <a:tr h="324036">
                <a:tc>
                  <a:txBody>
                    <a:bodyPr/>
                    <a:lstStyle/>
                    <a:p>
                      <a:pPr algn="ctr" rtl="0">
                        <a:buNone/>
                      </a:pPr>
                      <a:r>
                        <a:rPr lang="ko-KR" altLang="en-US" sz="1000" b="1" dirty="0">
                          <a:solidFill>
                            <a:srgbClr val="1F1F1F"/>
                          </a:solidFill>
                          <a:effectLst/>
                          <a:latin typeface="Google Sans Text"/>
                        </a:rPr>
                        <a:t>프로그램</a:t>
                      </a:r>
                      <a:endParaRPr lang="ko-KR" altLang="en-US" sz="1000" dirty="0">
                        <a:solidFill>
                          <a:srgbClr val="1F1F1F"/>
                        </a:solidFill>
                        <a:effectLst/>
                        <a:latin typeface="Google Sans Text"/>
                      </a:endParaRPr>
                    </a:p>
                  </a:txBody>
                  <a:tcPr marL="114300" marR="114300" marT="76200" marB="76200" anchor="ctr">
                    <a:lnL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>
                        <a:buNone/>
                      </a:pPr>
                      <a:r>
                        <a:rPr lang="ko-KR" altLang="en-US" sz="1000" b="1" dirty="0">
                          <a:solidFill>
                            <a:srgbClr val="1F1F1F"/>
                          </a:solidFill>
                          <a:effectLst/>
                          <a:latin typeface="Google Sans Text"/>
                        </a:rPr>
                        <a:t>주요 특징 </a:t>
                      </a:r>
                      <a:r>
                        <a:rPr lang="en-US" altLang="ko-KR" sz="1000" b="1" dirty="0">
                          <a:solidFill>
                            <a:srgbClr val="1F1F1F"/>
                          </a:solidFill>
                          <a:effectLst/>
                          <a:latin typeface="Google Sans Text"/>
                        </a:rPr>
                        <a:t>(</a:t>
                      </a:r>
                      <a:r>
                        <a:rPr lang="en-US" sz="1000" b="1" dirty="0">
                          <a:solidFill>
                            <a:srgbClr val="1F1F1F"/>
                          </a:solidFill>
                          <a:effectLst/>
                          <a:latin typeface="Google Sans Text"/>
                        </a:rPr>
                        <a:t>Core Function)</a:t>
                      </a:r>
                      <a:endParaRPr lang="en-US" sz="1000" dirty="0">
                        <a:solidFill>
                          <a:srgbClr val="1F1F1F"/>
                        </a:solidFill>
                        <a:effectLst/>
                        <a:latin typeface="Google Sans Text"/>
                      </a:endParaRPr>
                    </a:p>
                  </a:txBody>
                  <a:tcPr marL="114300" marR="114300" marT="76200" marB="7620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>
                        <a:buNone/>
                      </a:pPr>
                      <a:r>
                        <a:rPr lang="ko-KR" altLang="en-US" sz="1000" b="1" dirty="0">
                          <a:solidFill>
                            <a:srgbClr val="1F1F1F"/>
                          </a:solidFill>
                          <a:effectLst/>
                          <a:latin typeface="Google Sans Text"/>
                        </a:rPr>
                        <a:t>리모컨 프로그램 시사점</a:t>
                      </a:r>
                      <a:endParaRPr lang="ko-KR" altLang="en-US" sz="1000" dirty="0">
                        <a:solidFill>
                          <a:srgbClr val="1F1F1F"/>
                        </a:solidFill>
                        <a:effectLst/>
                        <a:latin typeface="Google Sans Text"/>
                      </a:endParaRPr>
                    </a:p>
                  </a:txBody>
                  <a:tcPr marL="114300" marR="114300" marT="76200" marB="7620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496922"/>
                  </a:ext>
                </a:extLst>
              </a:tr>
              <a:tr h="360040">
                <a:tc>
                  <a:txBody>
                    <a:bodyPr/>
                    <a:lstStyle/>
                    <a:p>
                      <a:pPr algn="ctr" rtl="0">
                        <a:buNone/>
                      </a:pPr>
                      <a:r>
                        <a:rPr lang="en-US" sz="1000" b="1" dirty="0" err="1">
                          <a:solidFill>
                            <a:srgbClr val="1F1F1F"/>
                          </a:solidFill>
                          <a:effectLst/>
                          <a:latin typeface="Google Sans Text"/>
                        </a:rPr>
                        <a:t>Webull</a:t>
                      </a:r>
                      <a:endParaRPr lang="en-US" sz="1000" dirty="0">
                        <a:solidFill>
                          <a:srgbClr val="1F1F1F"/>
                        </a:solidFill>
                        <a:effectLst/>
                        <a:latin typeface="Google Sans Text"/>
                      </a:endParaRPr>
                    </a:p>
                  </a:txBody>
                  <a:tcPr marL="114300" marR="114300" marT="76200" marB="76200" anchor="ctr">
                    <a:lnL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>
                        <a:buNone/>
                      </a:pPr>
                      <a:r>
                        <a:rPr lang="ko-KR" altLang="en-US" sz="900" dirty="0">
                          <a:solidFill>
                            <a:srgbClr val="1F1F1F"/>
                          </a:solidFill>
                          <a:effectLst/>
                          <a:latin typeface="Google Sans Text"/>
                        </a:rPr>
                        <a:t>고밀도 데이터 도킹 및 탭 그룹화 시스템</a:t>
                      </a:r>
                    </a:p>
                  </a:txBody>
                  <a:tcPr marL="114300" marR="114300" marT="76200" marB="7620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>
                        <a:buNone/>
                      </a:pPr>
                      <a:r>
                        <a:rPr lang="ko-KR" altLang="en-US" sz="900">
                          <a:solidFill>
                            <a:srgbClr val="1F1F1F"/>
                          </a:solidFill>
                          <a:effectLst/>
                          <a:latin typeface="Google Sans Text"/>
                        </a:rPr>
                        <a:t>다량의 채널</a:t>
                      </a:r>
                      <a:r>
                        <a:rPr lang="en-US" altLang="ko-KR" sz="900">
                          <a:solidFill>
                            <a:srgbClr val="1F1F1F"/>
                          </a:solidFill>
                          <a:effectLst/>
                          <a:latin typeface="Google Sans Text"/>
                        </a:rPr>
                        <a:t>/</a:t>
                      </a:r>
                      <a:r>
                        <a:rPr lang="ko-KR" altLang="en-US" sz="900">
                          <a:solidFill>
                            <a:srgbClr val="1F1F1F"/>
                          </a:solidFill>
                          <a:effectLst/>
                          <a:latin typeface="Google Sans Text"/>
                        </a:rPr>
                        <a:t>기기 정보를 효율적으로 배치</a:t>
                      </a:r>
                    </a:p>
                  </a:txBody>
                  <a:tcPr marL="114300" marR="114300" marT="76200" marB="7620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4037198"/>
                  </a:ext>
                </a:extLst>
              </a:tr>
              <a:tr h="360040">
                <a:tc>
                  <a:txBody>
                    <a:bodyPr/>
                    <a:lstStyle/>
                    <a:p>
                      <a:pPr algn="ctr" rtl="0">
                        <a:buNone/>
                      </a:pPr>
                      <a:r>
                        <a:rPr lang="en-US" sz="1000" b="1" dirty="0">
                          <a:solidFill>
                            <a:srgbClr val="1F1F1F"/>
                          </a:solidFill>
                          <a:effectLst/>
                          <a:latin typeface="Google Sans Text"/>
                        </a:rPr>
                        <a:t>Ground Control</a:t>
                      </a:r>
                      <a:endParaRPr lang="en-US" sz="1000" dirty="0">
                        <a:solidFill>
                          <a:srgbClr val="1F1F1F"/>
                        </a:solidFill>
                        <a:effectLst/>
                        <a:latin typeface="Google Sans Text"/>
                      </a:endParaRPr>
                    </a:p>
                  </a:txBody>
                  <a:tcPr marL="114300" marR="114300" marT="76200" marB="76200" anchor="ctr">
                    <a:lnL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>
                        <a:buNone/>
                      </a:pPr>
                      <a:r>
                        <a:rPr lang="ko-KR" altLang="en-US" sz="900" dirty="0">
                          <a:solidFill>
                            <a:srgbClr val="1F1F1F"/>
                          </a:solidFill>
                          <a:effectLst/>
                          <a:latin typeface="Google Sans Text"/>
                        </a:rPr>
                        <a:t>드래그 앤 드롭 기반의 스마트 밀어내기</a:t>
                      </a:r>
                      <a:r>
                        <a:rPr lang="en-US" altLang="ko-KR" sz="900" dirty="0">
                          <a:solidFill>
                            <a:srgbClr val="1F1F1F"/>
                          </a:solidFill>
                          <a:effectLst/>
                          <a:latin typeface="Google Sans Text"/>
                        </a:rPr>
                        <a:t>(Push)</a:t>
                      </a:r>
                    </a:p>
                  </a:txBody>
                  <a:tcPr marL="114300" marR="114300" marT="76200" marB="7620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>
                        <a:buNone/>
                      </a:pPr>
                      <a:r>
                        <a:rPr lang="ko-KR" altLang="en-US" sz="900" dirty="0">
                          <a:solidFill>
                            <a:srgbClr val="1F1F1F"/>
                          </a:solidFill>
                          <a:effectLst/>
                          <a:latin typeface="Google Sans Text"/>
                        </a:rPr>
                        <a:t>직관적인 </a:t>
                      </a:r>
                      <a:r>
                        <a:rPr lang="en-US" altLang="ko-KR" sz="900" dirty="0">
                          <a:solidFill>
                            <a:srgbClr val="1F1F1F"/>
                          </a:solidFill>
                          <a:effectLst/>
                          <a:latin typeface="Google Sans Text"/>
                        </a:rPr>
                        <a:t>UI </a:t>
                      </a:r>
                      <a:r>
                        <a:rPr lang="ko-KR" altLang="en-US" sz="900" dirty="0">
                          <a:solidFill>
                            <a:srgbClr val="1F1F1F"/>
                          </a:solidFill>
                          <a:effectLst/>
                          <a:latin typeface="Google Sans Text"/>
                        </a:rPr>
                        <a:t>요소 배치 및 사용자 자유도 보장</a:t>
                      </a:r>
                    </a:p>
                  </a:txBody>
                  <a:tcPr marL="114300" marR="114300" marT="76200" marB="7620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0509661"/>
                  </a:ext>
                </a:extLst>
              </a:tr>
              <a:tr h="360040">
                <a:tc>
                  <a:txBody>
                    <a:bodyPr/>
                    <a:lstStyle/>
                    <a:p>
                      <a:pPr algn="ctr" rtl="0">
                        <a:buNone/>
                      </a:pPr>
                      <a:r>
                        <a:rPr lang="ko-KR" altLang="en-US" sz="1000" b="1" dirty="0" err="1">
                          <a:solidFill>
                            <a:srgbClr val="1F1F1F"/>
                          </a:solidFill>
                          <a:effectLst/>
                          <a:latin typeface="Google Sans Text"/>
                        </a:rPr>
                        <a:t>팟플레이어</a:t>
                      </a:r>
                      <a:endParaRPr lang="en-US" sz="1000" dirty="0">
                        <a:solidFill>
                          <a:srgbClr val="1F1F1F"/>
                        </a:solidFill>
                        <a:effectLst/>
                        <a:latin typeface="Google Sans Text"/>
                      </a:endParaRPr>
                    </a:p>
                  </a:txBody>
                  <a:tcPr marL="114300" marR="114300" marT="76200" marB="76200" anchor="ctr">
                    <a:lnL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>
                        <a:buNone/>
                      </a:pPr>
                      <a:r>
                        <a:rPr lang="ko-KR" altLang="en-US" sz="900" dirty="0">
                          <a:solidFill>
                            <a:srgbClr val="1F1F1F"/>
                          </a:solidFill>
                          <a:effectLst/>
                          <a:latin typeface="Google Sans Text"/>
                        </a:rPr>
                        <a:t>위젯</a:t>
                      </a:r>
                      <a:r>
                        <a:rPr lang="en-US" altLang="ko-KR" sz="900" dirty="0">
                          <a:solidFill>
                            <a:srgbClr val="1F1F1F"/>
                          </a:solidFill>
                          <a:effectLst/>
                          <a:latin typeface="Google Sans Text"/>
                        </a:rPr>
                        <a:t>/</a:t>
                      </a:r>
                      <a:r>
                        <a:rPr lang="ko-KR" altLang="en-US" sz="900" dirty="0">
                          <a:solidFill>
                            <a:srgbClr val="1F1F1F"/>
                          </a:solidFill>
                          <a:effectLst/>
                          <a:latin typeface="Google Sans Text"/>
                        </a:rPr>
                        <a:t>창 분리 및 독립 실행</a:t>
                      </a:r>
                      <a:r>
                        <a:rPr lang="en-US" altLang="ko-KR" sz="900" dirty="0">
                          <a:solidFill>
                            <a:srgbClr val="1F1F1F"/>
                          </a:solidFill>
                          <a:effectLst/>
                          <a:latin typeface="Google Sans Text"/>
                        </a:rPr>
                        <a:t>(Pop-out)</a:t>
                      </a:r>
                    </a:p>
                  </a:txBody>
                  <a:tcPr marL="114300" marR="114300" marT="76200" marB="7620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>
                        <a:buNone/>
                      </a:pPr>
                      <a:r>
                        <a:rPr lang="ko-KR" altLang="en-US" sz="900" dirty="0">
                          <a:solidFill>
                            <a:srgbClr val="1F1F1F"/>
                          </a:solidFill>
                          <a:effectLst/>
                          <a:latin typeface="Google Sans Text"/>
                        </a:rPr>
                        <a:t>멀티 모니터 환경 및 보조 </a:t>
                      </a:r>
                      <a:r>
                        <a:rPr lang="ko-KR" altLang="en-US" sz="900" dirty="0" err="1">
                          <a:solidFill>
                            <a:srgbClr val="1F1F1F"/>
                          </a:solidFill>
                          <a:effectLst/>
                          <a:latin typeface="Google Sans Text"/>
                        </a:rPr>
                        <a:t>제어창</a:t>
                      </a:r>
                      <a:r>
                        <a:rPr lang="ko-KR" altLang="en-US" sz="900" dirty="0">
                          <a:solidFill>
                            <a:srgbClr val="1F1F1F"/>
                          </a:solidFill>
                          <a:effectLst/>
                          <a:latin typeface="Google Sans Text"/>
                        </a:rPr>
                        <a:t> 활용성 극대화</a:t>
                      </a:r>
                    </a:p>
                  </a:txBody>
                  <a:tcPr marL="114300" marR="114300" marT="76200" marB="7620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0499430"/>
                  </a:ext>
                </a:extLst>
              </a:tr>
            </a:tbl>
          </a:graphicData>
        </a:graphic>
      </p:graphicFrame>
      <p:pic>
        <p:nvPicPr>
          <p:cNvPr id="5" name="그림 4">
            <a:extLst>
              <a:ext uri="{FF2B5EF4-FFF2-40B4-BE49-F238E27FC236}">
                <a16:creationId xmlns:a16="http://schemas.microsoft.com/office/drawing/2014/main" id="{B93E2778-5684-B3E8-18F3-79803DCFAD4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557754" y="1382954"/>
            <a:ext cx="2443542" cy="165003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E1858DD1-20E2-D4B0-CF5D-63BC8199169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557754" y="3395909"/>
            <a:ext cx="2443542" cy="1581128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BDC7C38-12B0-DD26-4D4F-6FE27847232A}"/>
              </a:ext>
            </a:extLst>
          </p:cNvPr>
          <p:cNvSpPr txBox="1"/>
          <p:nvPr/>
        </p:nvSpPr>
        <p:spPr>
          <a:xfrm>
            <a:off x="9789510" y="1160748"/>
            <a:ext cx="198003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900" b="1" dirty="0" err="1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스트림엘리먼츠</a:t>
            </a:r>
            <a:r>
              <a:rPr lang="ko-KR" altLang="en-US" sz="9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9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Ground Control]</a:t>
            </a:r>
            <a:endParaRPr lang="ko-KR" altLang="en-US" sz="900" b="1" dirty="0">
              <a:solidFill>
                <a:srgbClr val="0000FF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BD34417-9F50-66AA-294F-D125346812C0}"/>
              </a:ext>
            </a:extLst>
          </p:cNvPr>
          <p:cNvSpPr txBox="1"/>
          <p:nvPr/>
        </p:nvSpPr>
        <p:spPr>
          <a:xfrm>
            <a:off x="10451551" y="3159911"/>
            <a:ext cx="65594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en-US" altLang="ko-KR" sz="900" b="1" dirty="0" err="1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Webull</a:t>
            </a:r>
            <a:r>
              <a:rPr lang="en-US" altLang="ko-KR" sz="9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900" b="1" dirty="0">
              <a:solidFill>
                <a:srgbClr val="0000FF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7BB594CA-3BE6-3CFE-A4D1-14B2675DDC0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52384" y="5364136"/>
            <a:ext cx="2454283" cy="981053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60491839-7027-C8E8-C2CB-C0C57277D479}"/>
              </a:ext>
            </a:extLst>
          </p:cNvPr>
          <p:cNvSpPr txBox="1"/>
          <p:nvPr/>
        </p:nvSpPr>
        <p:spPr>
          <a:xfrm>
            <a:off x="10356973" y="5133304"/>
            <a:ext cx="84510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900" b="1" dirty="0" err="1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팟플레이어</a:t>
            </a:r>
            <a:r>
              <a:rPr lang="en-US" altLang="ko-KR" sz="9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900" b="1" dirty="0">
              <a:solidFill>
                <a:srgbClr val="0000FF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" name="텍스트 개체 틀 2">
            <a:extLst>
              <a:ext uri="{FF2B5EF4-FFF2-40B4-BE49-F238E27FC236}">
                <a16:creationId xmlns:a16="http://schemas.microsoft.com/office/drawing/2014/main" id="{51C6A68E-DF41-B149-5D0E-F77815A48B7E}"/>
              </a:ext>
            </a:extLst>
          </p:cNvPr>
          <p:cNvSpPr txBox="1">
            <a:spLocks/>
          </p:cNvSpPr>
          <p:nvPr/>
        </p:nvSpPr>
        <p:spPr>
          <a:xfrm>
            <a:off x="1019436" y="3189821"/>
            <a:ext cx="3312368" cy="635223"/>
          </a:xfrm>
          <a:prstGeom prst="rect">
            <a:avLst/>
          </a:prstGeom>
        </p:spPr>
        <p:txBody>
          <a:bodyPr/>
          <a:lstStyle>
            <a:lvl1pPr marL="377999" indent="-377999" algn="l" defTabSz="914400" rtl="0" eaLnBrk="1" latinLnBrk="1" hangingPunct="1">
              <a:lnSpc>
                <a:spcPts val="1800"/>
              </a:lnSpc>
              <a:spcBef>
                <a:spcPts val="1000"/>
              </a:spcBef>
              <a:buFont typeface="Wingdings" panose="05000000000000000000" pitchFamily="2" charset="2"/>
              <a:buChar char="l"/>
              <a:defRPr kumimoji="1" lang="ko-KR" altLang="en-US" sz="1200" b="1" kern="100" dirty="0">
                <a:solidFill>
                  <a:schemeClr val="tx1"/>
                </a:solidFill>
                <a:latin typeface="+mn-ea"/>
                <a:ea typeface="+mn-ea"/>
                <a:cs typeface="Times New Roman" panose="02020603050405020304" pitchFamily="18" charset="0"/>
              </a:defRPr>
            </a:lvl1pPr>
            <a:lvl2pPr marL="685800" indent="-228600" algn="l" defTabSz="914400" rtl="0" eaLnBrk="1" latinLnBrk="1" hangingPunct="1">
              <a:lnSpc>
                <a:spcPts val="18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00" b="1" kern="1200">
                <a:solidFill>
                  <a:schemeClr val="tx1"/>
                </a:solidFill>
                <a:latin typeface="+mn-ea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Aft>
                <a:spcPts val="0"/>
              </a:spcAft>
            </a:pPr>
            <a:r>
              <a:rPr lang="ko-KR" altLang="en-US" dirty="0"/>
              <a:t>주요 벤치마킹 포인트</a:t>
            </a: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5419CA04-8056-395D-8FD1-A8D3013FA878}"/>
              </a:ext>
            </a:extLst>
          </p:cNvPr>
          <p:cNvGrpSpPr/>
          <p:nvPr/>
        </p:nvGrpSpPr>
        <p:grpSpPr>
          <a:xfrm>
            <a:off x="1496434" y="3548221"/>
            <a:ext cx="7623901" cy="2797103"/>
            <a:chOff x="1496435" y="3548221"/>
            <a:chExt cx="7259136" cy="2797103"/>
          </a:xfrm>
        </p:grpSpPr>
        <p:sp>
          <p:nvSpPr>
            <p:cNvPr id="35" name="Rectangle 393">
              <a:extLst>
                <a:ext uri="{FF2B5EF4-FFF2-40B4-BE49-F238E27FC236}">
                  <a16:creationId xmlns:a16="http://schemas.microsoft.com/office/drawing/2014/main" id="{5CF3A96E-BBC6-365E-6266-DCCDD55F8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435" y="4287671"/>
              <a:ext cx="2282958" cy="2057653"/>
            </a:xfrm>
            <a:prstGeom prst="rect">
              <a:avLst/>
            </a:prstGeom>
            <a:solidFill>
              <a:sysClr val="window" lastClr="FFFFFF"/>
            </a:solidFill>
            <a:ln w="3175" algn="ctr">
              <a:solidFill>
                <a:srgbClr val="B2B2B2"/>
              </a:solidFill>
              <a:miter lim="800000"/>
              <a:headEnd/>
              <a:tailEnd/>
            </a:ln>
          </p:spPr>
          <p:txBody>
            <a:bodyPr wrap="square" lIns="109958" tIns="56279" rIns="109958" bIns="54980" anchor="ctr"/>
            <a:lstStyle/>
            <a:p>
              <a:pPr marL="171450" marR="0" lvl="0" indent="-171450" algn="l" defTabSz="914400" rtl="0" eaLnBrk="1" fontAlgn="auto" latinLnBrk="1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itchFamily="34" charset="0"/>
                <a:buChar char="•"/>
                <a:tabLst/>
                <a:defRPr/>
              </a:pPr>
              <a:r>
                <a:rPr kumimoji="0" lang="en-US" altLang="ko-KR" sz="9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Webull</a:t>
              </a:r>
              <a:r>
                <a:rPr kumimoji="0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</a:t>
              </a: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방식 채택</a:t>
              </a:r>
              <a:br>
                <a:rPr kumimoji="0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</a:br>
              <a:r>
                <a:rPr kumimoji="0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5</a:t>
              </a:r>
              <a:r>
                <a:rPr kumimoji="0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방향 도킹 인디케이터를 통해 위젯을 상</a:t>
              </a:r>
              <a:r>
                <a:rPr kumimoji="0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/</a:t>
              </a:r>
              <a:r>
                <a:rPr kumimoji="0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하</a:t>
              </a:r>
              <a:r>
                <a:rPr kumimoji="0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/</a:t>
              </a:r>
              <a:r>
                <a:rPr kumimoji="0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좌</a:t>
              </a:r>
              <a:r>
                <a:rPr kumimoji="0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/</a:t>
              </a:r>
              <a:r>
                <a:rPr kumimoji="0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우로 즉시 분할 배치</a:t>
              </a:r>
              <a:endPara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171450" marR="0" lvl="0" indent="-171450" algn="l" defTabSz="914400" rtl="0" eaLnBrk="1" fontAlgn="auto" latinLnBrk="1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itchFamily="34" charset="0"/>
                <a:buChar char="•"/>
                <a:tabLst/>
                <a:defRPr/>
              </a:pPr>
              <a:endPara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171450" marR="0" lvl="0" indent="-171450" algn="l" defTabSz="914400" rtl="0" eaLnBrk="1" fontAlgn="auto" latinLnBrk="1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itchFamily="34" charset="0"/>
                <a:buChar char="•"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컬럼 그리드 시스템</a:t>
              </a:r>
              <a:br>
                <a:rPr kumimoji="0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</a:br>
              <a:r>
                <a:rPr kumimoji="0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세로 축 정렬을 강제하여 브라우저 크기 변경 시에도 시각적 </a:t>
              </a:r>
              <a:r>
                <a:rPr kumimoji="0" lang="ko-KR" altLang="en-US" sz="9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정돈감</a:t>
              </a:r>
              <a:r>
                <a:rPr kumimoji="0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유지</a:t>
              </a:r>
            </a:p>
          </p:txBody>
        </p:sp>
        <p:sp>
          <p:nvSpPr>
            <p:cNvPr id="36" name="Rectangle 393">
              <a:extLst>
                <a:ext uri="{FF2B5EF4-FFF2-40B4-BE49-F238E27FC236}">
                  <a16:creationId xmlns:a16="http://schemas.microsoft.com/office/drawing/2014/main" id="{133B180C-D24F-CA48-F3C4-61DB5684A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0422" y="4287671"/>
              <a:ext cx="2282958" cy="2057653"/>
            </a:xfrm>
            <a:prstGeom prst="rect">
              <a:avLst/>
            </a:prstGeom>
            <a:solidFill>
              <a:sysClr val="window" lastClr="FFFFFF"/>
            </a:solidFill>
            <a:ln w="3175" algn="ctr">
              <a:solidFill>
                <a:srgbClr val="B2B2B2"/>
              </a:solidFill>
              <a:miter lim="800000"/>
              <a:headEnd/>
              <a:tailEnd/>
            </a:ln>
          </p:spPr>
          <p:txBody>
            <a:bodyPr wrap="square" lIns="109958" tIns="56279" rIns="109958" bIns="54980" anchor="ctr"/>
            <a:lstStyle/>
            <a:p>
              <a:pPr marL="171450" marR="0" lvl="0" indent="-171450" algn="l" defTabSz="914400" rtl="0" eaLnBrk="1" fontAlgn="auto" latinLnBrk="1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itchFamily="34" charset="0"/>
                <a:buChar char="•"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조인트 리사이징</a:t>
              </a:r>
              <a:br>
                <a:rPr kumimoji="0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</a:br>
              <a:r>
                <a:rPr kumimoji="0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인접 위젯 간의 경계를 조절할 때 주변 위젯이 비례하여 크기가 변하는 </a:t>
              </a:r>
              <a:r>
                <a:rPr kumimoji="0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Trade-off </a:t>
              </a:r>
              <a:r>
                <a:rPr kumimoji="0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방식 구현</a:t>
              </a:r>
              <a:endPara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171450" marR="0" lvl="0" indent="-171450" algn="l" defTabSz="914400" rtl="0" eaLnBrk="1" fontAlgn="auto" latinLnBrk="1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itchFamily="34" charset="0"/>
                <a:buChar char="•"/>
                <a:tabLst/>
                <a:defRPr/>
              </a:pPr>
              <a:endParaRPr kumimoji="0" lang="en-US" altLang="ko-KR" sz="9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171450" marR="0" lvl="0" indent="-171450" algn="l" defTabSz="914400" rtl="0" eaLnBrk="1" fontAlgn="auto" latinLnBrk="1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itchFamily="34" charset="0"/>
                <a:buChar char="•"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실시간 밀어내기</a:t>
              </a:r>
              <a:br>
                <a:rPr kumimoji="0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</a:br>
              <a:r>
                <a:rPr kumimoji="0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위젯 이동 시 기존 요소가 겹치지 않고 밀려나는 로직을 통해 레이아웃 충돌 방지</a:t>
              </a:r>
              <a:endPara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Rectangle 393">
              <a:extLst>
                <a:ext uri="{FF2B5EF4-FFF2-40B4-BE49-F238E27FC236}">
                  <a16:creationId xmlns:a16="http://schemas.microsoft.com/office/drawing/2014/main" id="{251524F7-075A-F486-0A44-BF2529347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2613" y="4287671"/>
              <a:ext cx="2282958" cy="2057653"/>
            </a:xfrm>
            <a:prstGeom prst="rect">
              <a:avLst/>
            </a:prstGeom>
            <a:solidFill>
              <a:sysClr val="window" lastClr="FFFFFF"/>
            </a:solidFill>
            <a:ln w="3175" algn="ctr">
              <a:solidFill>
                <a:srgbClr val="B2B2B2"/>
              </a:solidFill>
              <a:miter lim="800000"/>
              <a:headEnd/>
              <a:tailEnd/>
            </a:ln>
          </p:spPr>
          <p:txBody>
            <a:bodyPr wrap="square" lIns="109958" tIns="56279" rIns="109958" bIns="54980" anchor="ctr"/>
            <a:lstStyle/>
            <a:p>
              <a:pPr marL="171450" marR="0" lvl="0" indent="-171450" algn="l" defTabSz="914400" rtl="0" eaLnBrk="1" fontAlgn="auto" latinLnBrk="1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itchFamily="34" charset="0"/>
                <a:buChar char="•"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클라이언트 리모컨의 창 분리</a:t>
              </a:r>
              <a:r>
                <a:rPr kumimoji="0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(Pop-out)</a:t>
              </a:r>
              <a:br>
                <a:rPr kumimoji="0" lang="en-US" altLang="ko-KR" sz="9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</a:br>
              <a:r>
                <a:rPr kumimoji="0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특정 </a:t>
              </a:r>
              <a:r>
                <a:rPr kumimoji="0" lang="ko-KR" altLang="en-US" sz="9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제어창</a:t>
              </a:r>
              <a:r>
                <a:rPr kumimoji="0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(</a:t>
              </a:r>
              <a:r>
                <a:rPr kumimoji="0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예</a:t>
              </a:r>
              <a:r>
                <a:rPr kumimoji="0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: </a:t>
              </a:r>
              <a:r>
                <a:rPr kumimoji="0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실시간 모니터링 뷰</a:t>
              </a:r>
              <a:r>
                <a:rPr kumimoji="0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)</a:t>
              </a:r>
              <a:r>
                <a:rPr kumimoji="0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을 별도 창으로 분리하여 독립적으로 운영 가능</a:t>
              </a:r>
              <a:endPara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171450" marR="0" lvl="0" indent="-171450" algn="l" defTabSz="914400" rtl="0" eaLnBrk="1" fontAlgn="auto" latinLnBrk="1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itchFamily="34" charset="0"/>
                <a:buChar char="•"/>
                <a:tabLst/>
                <a:defRPr/>
              </a:pPr>
              <a:endPara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171450" marR="0" lvl="0" indent="-171450" algn="l" defTabSz="914400" rtl="0" eaLnBrk="1" fontAlgn="auto" latinLnBrk="1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itchFamily="34" charset="0"/>
                <a:buChar char="•"/>
                <a:tabLst/>
                <a:defRPr/>
              </a:pPr>
              <a:r>
                <a:rPr kumimoji="0" lang="ko-KR" altLang="en-US" sz="900" b="1" dirty="0" err="1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독립창</a:t>
              </a: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속성 유지</a:t>
              </a:r>
              <a:br>
                <a:rPr kumimoji="0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</a:br>
              <a:r>
                <a:rPr kumimoji="0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분리된 창은 메인 창과 동일한 데이터 업데이트 상태를 실시간으로 공유 가능</a:t>
              </a:r>
              <a:endPara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8" name="Rectangle 393">
              <a:extLst>
                <a:ext uri="{FF2B5EF4-FFF2-40B4-BE49-F238E27FC236}">
                  <a16:creationId xmlns:a16="http://schemas.microsoft.com/office/drawing/2014/main" id="{81C345F5-E03A-7D51-4478-A2BF326DC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435" y="3548221"/>
              <a:ext cx="2282956" cy="492847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3175" algn="ctr">
              <a:solidFill>
                <a:srgbClr val="B2B2B2"/>
              </a:solidFill>
              <a:miter lim="800000"/>
              <a:headEnd/>
              <a:tailEnd/>
            </a:ln>
          </p:spPr>
          <p:txBody>
            <a:bodyPr wrap="square" lIns="109958" tIns="56279" rIns="109958" bIns="5498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1" i="0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스마트 도킹 </a:t>
              </a:r>
              <a:r>
                <a:rPr kumimoji="0" lang="en-US" altLang="ko-KR" sz="1200" b="1" i="0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&amp; </a:t>
              </a:r>
              <a:r>
                <a:rPr kumimoji="0" lang="ko-KR" altLang="en-US" sz="1200" b="1" i="0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레이아웃 정렬</a:t>
              </a:r>
            </a:p>
          </p:txBody>
        </p:sp>
        <p:sp>
          <p:nvSpPr>
            <p:cNvPr id="39" name="Rectangle 393">
              <a:extLst>
                <a:ext uri="{FF2B5EF4-FFF2-40B4-BE49-F238E27FC236}">
                  <a16:creationId xmlns:a16="http://schemas.microsoft.com/office/drawing/2014/main" id="{0C27B0A3-4530-7B9D-F6AA-26EB8FF41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0422" y="3548221"/>
              <a:ext cx="2282956" cy="492847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3175" algn="ctr">
              <a:solidFill>
                <a:srgbClr val="B2B2B2"/>
              </a:solidFill>
              <a:miter lim="800000"/>
              <a:headEnd/>
              <a:tailEnd/>
            </a:ln>
          </p:spPr>
          <p:txBody>
            <a:bodyPr wrap="square" lIns="109958" tIns="56279" rIns="109958" bIns="54980"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1200" b="1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인터랙티브 리사이징</a:t>
              </a:r>
            </a:p>
          </p:txBody>
        </p:sp>
        <p:sp>
          <p:nvSpPr>
            <p:cNvPr id="40" name="Rectangle 393">
              <a:extLst>
                <a:ext uri="{FF2B5EF4-FFF2-40B4-BE49-F238E27FC236}">
                  <a16:creationId xmlns:a16="http://schemas.microsoft.com/office/drawing/2014/main" id="{487BF09C-0DEF-5DCC-2E9B-B21D34147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2615" y="3548221"/>
              <a:ext cx="2282956" cy="492847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3175" algn="ctr">
              <a:solidFill>
                <a:srgbClr val="B2B2B2"/>
              </a:solidFill>
              <a:miter lim="800000"/>
              <a:headEnd/>
              <a:tailEnd/>
            </a:ln>
          </p:spPr>
          <p:txBody>
            <a:bodyPr wrap="square" lIns="109958" tIns="56279" rIns="109958" bIns="54980"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1200" b="1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사용자 커스터마이징</a:t>
              </a:r>
            </a:p>
          </p:txBody>
        </p:sp>
        <p:sp>
          <p:nvSpPr>
            <p:cNvPr id="22" name="아래쪽 화살표 145">
              <a:extLst>
                <a:ext uri="{FF2B5EF4-FFF2-40B4-BE49-F238E27FC236}">
                  <a16:creationId xmlns:a16="http://schemas.microsoft.com/office/drawing/2014/main" id="{C45A8542-C473-50BD-731B-CBB08EC49720}"/>
                </a:ext>
              </a:extLst>
            </p:cNvPr>
            <p:cNvSpPr/>
            <p:nvPr/>
          </p:nvSpPr>
          <p:spPr>
            <a:xfrm>
              <a:off x="2416063" y="4092386"/>
              <a:ext cx="443699" cy="138762"/>
            </a:xfrm>
            <a:prstGeom prst="downArrow">
              <a:avLst>
                <a:gd name="adj1" fmla="val 50000"/>
                <a:gd name="adj2" fmla="val 50569"/>
              </a:avLst>
            </a:prstGeom>
            <a:gradFill flip="none" rotWithShape="1">
              <a:gsLst>
                <a:gs pos="0">
                  <a:sysClr val="windowText" lastClr="000000">
                    <a:lumMod val="65000"/>
                    <a:lumOff val="35000"/>
                    <a:tint val="66000"/>
                    <a:satMod val="160000"/>
                  </a:sysClr>
                </a:gs>
                <a:gs pos="50000">
                  <a:sysClr val="windowText" lastClr="000000">
                    <a:lumMod val="65000"/>
                    <a:lumOff val="35000"/>
                    <a:tint val="44500"/>
                    <a:satMod val="160000"/>
                  </a:sysClr>
                </a:gs>
                <a:gs pos="100000">
                  <a:sysClr val="windowText" lastClr="000000">
                    <a:lumMod val="65000"/>
                    <a:lumOff val="35000"/>
                    <a:tint val="23500"/>
                    <a:satMod val="160000"/>
                  </a:sysClr>
                </a:gs>
              </a:gsLst>
              <a:lin ang="16200000" scaled="1"/>
              <a:tileRect/>
            </a:gra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ea typeface="+mn-ea"/>
                <a:cs typeface="+mn-cs"/>
              </a:endParaRPr>
            </a:p>
          </p:txBody>
        </p:sp>
        <p:sp>
          <p:nvSpPr>
            <p:cNvPr id="23" name="아래쪽 화살표 145">
              <a:extLst>
                <a:ext uri="{FF2B5EF4-FFF2-40B4-BE49-F238E27FC236}">
                  <a16:creationId xmlns:a16="http://schemas.microsoft.com/office/drawing/2014/main" id="{799818D5-1A25-8ADA-4114-12F03EF5E251}"/>
                </a:ext>
              </a:extLst>
            </p:cNvPr>
            <p:cNvSpPr/>
            <p:nvPr/>
          </p:nvSpPr>
          <p:spPr>
            <a:xfrm>
              <a:off x="4908878" y="4092386"/>
              <a:ext cx="443699" cy="138762"/>
            </a:xfrm>
            <a:prstGeom prst="downArrow">
              <a:avLst>
                <a:gd name="adj1" fmla="val 50000"/>
                <a:gd name="adj2" fmla="val 50569"/>
              </a:avLst>
            </a:prstGeom>
            <a:gradFill flip="none" rotWithShape="1">
              <a:gsLst>
                <a:gs pos="0">
                  <a:sysClr val="windowText" lastClr="000000">
                    <a:lumMod val="65000"/>
                    <a:lumOff val="35000"/>
                    <a:tint val="66000"/>
                    <a:satMod val="160000"/>
                  </a:sysClr>
                </a:gs>
                <a:gs pos="50000">
                  <a:sysClr val="windowText" lastClr="000000">
                    <a:lumMod val="65000"/>
                    <a:lumOff val="35000"/>
                    <a:tint val="44500"/>
                    <a:satMod val="160000"/>
                  </a:sysClr>
                </a:gs>
                <a:gs pos="100000">
                  <a:sysClr val="windowText" lastClr="000000">
                    <a:lumMod val="65000"/>
                    <a:lumOff val="35000"/>
                    <a:tint val="23500"/>
                    <a:satMod val="160000"/>
                  </a:sysClr>
                </a:gs>
              </a:gsLst>
              <a:lin ang="16200000" scaled="1"/>
              <a:tileRect/>
            </a:gra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ea typeface="+mn-ea"/>
                <a:cs typeface="+mn-cs"/>
              </a:endParaRPr>
            </a:p>
          </p:txBody>
        </p:sp>
        <p:sp>
          <p:nvSpPr>
            <p:cNvPr id="24" name="아래쪽 화살표 145">
              <a:extLst>
                <a:ext uri="{FF2B5EF4-FFF2-40B4-BE49-F238E27FC236}">
                  <a16:creationId xmlns:a16="http://schemas.microsoft.com/office/drawing/2014/main" id="{A32436D5-EC02-6966-43CF-647862EF6E86}"/>
                </a:ext>
              </a:extLst>
            </p:cNvPr>
            <p:cNvSpPr/>
            <p:nvPr/>
          </p:nvSpPr>
          <p:spPr>
            <a:xfrm>
              <a:off x="7387418" y="4092386"/>
              <a:ext cx="443699" cy="138762"/>
            </a:xfrm>
            <a:prstGeom prst="downArrow">
              <a:avLst>
                <a:gd name="adj1" fmla="val 50000"/>
                <a:gd name="adj2" fmla="val 50569"/>
              </a:avLst>
            </a:prstGeom>
            <a:gradFill flip="none" rotWithShape="1">
              <a:gsLst>
                <a:gs pos="0">
                  <a:sysClr val="windowText" lastClr="000000">
                    <a:lumMod val="65000"/>
                    <a:lumOff val="35000"/>
                    <a:tint val="66000"/>
                    <a:satMod val="160000"/>
                  </a:sysClr>
                </a:gs>
                <a:gs pos="50000">
                  <a:sysClr val="windowText" lastClr="000000">
                    <a:lumMod val="65000"/>
                    <a:lumOff val="35000"/>
                    <a:tint val="44500"/>
                    <a:satMod val="160000"/>
                  </a:sysClr>
                </a:gs>
                <a:gs pos="100000">
                  <a:sysClr val="windowText" lastClr="000000">
                    <a:lumMod val="65000"/>
                    <a:lumOff val="35000"/>
                    <a:tint val="23500"/>
                    <a:satMod val="160000"/>
                  </a:sysClr>
                </a:gs>
              </a:gsLst>
              <a:lin ang="16200000" scaled="1"/>
              <a:tileRect/>
            </a:gra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4594502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" name="그림 68">
            <a:extLst>
              <a:ext uri="{FF2B5EF4-FFF2-40B4-BE49-F238E27FC236}">
                <a16:creationId xmlns:a16="http://schemas.microsoft.com/office/drawing/2014/main" id="{560631E4-270F-0379-70BA-835759D3D2E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60019" y="1874425"/>
            <a:ext cx="3574230" cy="2177909"/>
          </a:xfrm>
          <a:prstGeom prst="rect">
            <a:avLst/>
          </a:prstGeom>
          <a:ln w="38100">
            <a:solidFill>
              <a:srgbClr val="FF0000"/>
            </a:solidFill>
          </a:ln>
        </p:spPr>
      </p:pic>
      <p:sp>
        <p:nvSpPr>
          <p:cNvPr id="2" name="제목 1">
            <a:extLst>
              <a:ext uri="{FF2B5EF4-FFF2-40B4-BE49-F238E27FC236}">
                <a16:creationId xmlns:a16="http://schemas.microsoft.com/office/drawing/2014/main" id="{5EACD254-03B4-347D-F418-19A4E76F15C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리모컨 구성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EBAE17A0-EC04-24B1-E06C-871A46541BBE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클라이언트 리모컨</a:t>
            </a:r>
            <a:endParaRPr lang="en-US" altLang="ko-KR" dirty="0"/>
          </a:p>
          <a:p>
            <a:pPr lvl="1"/>
            <a:r>
              <a:rPr lang="ko-KR" altLang="en-US" b="0" dirty="0"/>
              <a:t>각 기능별 위젯으로 구성 후 위젯은 별도의 창으로 분리 가능</a:t>
            </a:r>
          </a:p>
        </p:txBody>
      </p:sp>
      <p:pic>
        <p:nvPicPr>
          <p:cNvPr id="29" name="그림 28">
            <a:extLst>
              <a:ext uri="{FF2B5EF4-FFF2-40B4-BE49-F238E27FC236}">
                <a16:creationId xmlns:a16="http://schemas.microsoft.com/office/drawing/2014/main" id="{0D6282D0-D1C6-0F36-362B-629DE816403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317056" y="4873541"/>
            <a:ext cx="1556759" cy="833978"/>
          </a:xfrm>
          <a:prstGeom prst="rect">
            <a:avLst/>
          </a:prstGeom>
        </p:spPr>
      </p:pic>
      <p:pic>
        <p:nvPicPr>
          <p:cNvPr id="45" name="그림 44">
            <a:extLst>
              <a:ext uri="{FF2B5EF4-FFF2-40B4-BE49-F238E27FC236}">
                <a16:creationId xmlns:a16="http://schemas.microsoft.com/office/drawing/2014/main" id="{6D686BB9-8103-3AF0-8CBB-ECC10C963D1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70016" y="4873542"/>
            <a:ext cx="1221533" cy="833978"/>
          </a:xfrm>
          <a:prstGeom prst="rect">
            <a:avLst/>
          </a:prstGeom>
        </p:spPr>
      </p:pic>
      <p:pic>
        <p:nvPicPr>
          <p:cNvPr id="46" name="그림 45">
            <a:extLst>
              <a:ext uri="{FF2B5EF4-FFF2-40B4-BE49-F238E27FC236}">
                <a16:creationId xmlns:a16="http://schemas.microsoft.com/office/drawing/2014/main" id="{6EF8675B-B436-9B16-2FBF-2FD63F038A2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73797" y="4873541"/>
            <a:ext cx="1416652" cy="1486056"/>
          </a:xfrm>
          <a:prstGeom prst="rect">
            <a:avLst/>
          </a:prstGeom>
        </p:spPr>
      </p:pic>
      <p:pic>
        <p:nvPicPr>
          <p:cNvPr id="48" name="그림 47">
            <a:extLst>
              <a:ext uri="{FF2B5EF4-FFF2-40B4-BE49-F238E27FC236}">
                <a16:creationId xmlns:a16="http://schemas.microsoft.com/office/drawing/2014/main" id="{8A5C3B6B-2F53-08DB-1FC4-7F56DD478D3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768132" y="4873541"/>
            <a:ext cx="1241969" cy="1486056"/>
          </a:xfrm>
          <a:prstGeom prst="rect">
            <a:avLst/>
          </a:prstGeom>
          <a:ln>
            <a:noFill/>
          </a:ln>
        </p:spPr>
      </p:pic>
      <p:pic>
        <p:nvPicPr>
          <p:cNvPr id="50" name="그림 49">
            <a:extLst>
              <a:ext uri="{FF2B5EF4-FFF2-40B4-BE49-F238E27FC236}">
                <a16:creationId xmlns:a16="http://schemas.microsoft.com/office/drawing/2014/main" id="{B9310424-357F-6B49-43A9-77E06763351B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842752" y="4873541"/>
            <a:ext cx="2378103" cy="1848800"/>
          </a:xfrm>
          <a:prstGeom prst="rect">
            <a:avLst/>
          </a:prstGeom>
          <a:ln>
            <a:noFill/>
          </a:ln>
        </p:spPr>
      </p:pic>
      <p:pic>
        <p:nvPicPr>
          <p:cNvPr id="107" name="그림 106">
            <a:extLst>
              <a:ext uri="{FF2B5EF4-FFF2-40B4-BE49-F238E27FC236}">
                <a16:creationId xmlns:a16="http://schemas.microsoft.com/office/drawing/2014/main" id="{E5F78176-7054-E513-178B-1D343C10AED0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duotone>
              <a:prstClr val="black"/>
              <a:srgbClr val="FF0000">
                <a:tint val="45000"/>
                <a:satMod val="400000"/>
              </a:srgb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3622707" y="3399046"/>
            <a:ext cx="842555" cy="473018"/>
          </a:xfrm>
          <a:prstGeom prst="rect">
            <a:avLst/>
          </a:prstGeom>
        </p:spPr>
      </p:pic>
      <p:pic>
        <p:nvPicPr>
          <p:cNvPr id="108" name="그림 107">
            <a:extLst>
              <a:ext uri="{FF2B5EF4-FFF2-40B4-BE49-F238E27FC236}">
                <a16:creationId xmlns:a16="http://schemas.microsoft.com/office/drawing/2014/main" id="{A0B15566-2B98-7868-B999-5E76BC475569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duotone>
              <a:prstClr val="black"/>
              <a:srgbClr val="FF0000">
                <a:tint val="45000"/>
                <a:satMod val="400000"/>
              </a:srgb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7695173" flipV="1">
            <a:off x="2851987" y="3970965"/>
            <a:ext cx="842555" cy="448337"/>
          </a:xfrm>
          <a:prstGeom prst="rect">
            <a:avLst/>
          </a:prstGeom>
        </p:spPr>
      </p:pic>
      <p:sp>
        <p:nvSpPr>
          <p:cNvPr id="109" name="TextBox 108">
            <a:extLst>
              <a:ext uri="{FF2B5EF4-FFF2-40B4-BE49-F238E27FC236}">
                <a16:creationId xmlns:a16="http://schemas.microsoft.com/office/drawing/2014/main" id="{5184C0BD-862D-8C58-21BF-459069D5A45E}"/>
              </a:ext>
            </a:extLst>
          </p:cNvPr>
          <p:cNvSpPr txBox="1"/>
          <p:nvPr/>
        </p:nvSpPr>
        <p:spPr>
          <a:xfrm>
            <a:off x="2506658" y="4641289"/>
            <a:ext cx="105028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후원 리스트 위젯</a:t>
            </a:r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800" b="1" dirty="0">
              <a:solidFill>
                <a:srgbClr val="0000FF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60D695DA-0A2C-9498-97E3-0BF6F5957A21}"/>
              </a:ext>
            </a:extLst>
          </p:cNvPr>
          <p:cNvSpPr txBox="1"/>
          <p:nvPr/>
        </p:nvSpPr>
        <p:spPr>
          <a:xfrm>
            <a:off x="4494531" y="1621760"/>
            <a:ext cx="118974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대기 중인 후원 위젯</a:t>
            </a:r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800" b="1" dirty="0">
              <a:solidFill>
                <a:srgbClr val="0000FF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D5AE3D73-81E3-E6C6-97D7-13E347A66480}"/>
              </a:ext>
            </a:extLst>
          </p:cNvPr>
          <p:cNvSpPr txBox="1"/>
          <p:nvPr/>
        </p:nvSpPr>
        <p:spPr>
          <a:xfrm>
            <a:off x="5836655" y="1621760"/>
            <a:ext cx="9476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후원 사용 위젯</a:t>
            </a:r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800" b="1" dirty="0">
              <a:solidFill>
                <a:srgbClr val="0000FF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116A3FFC-0076-E613-3189-0520D184E5C3}"/>
              </a:ext>
            </a:extLst>
          </p:cNvPr>
          <p:cNvSpPr txBox="1"/>
          <p:nvPr/>
        </p:nvSpPr>
        <p:spPr>
          <a:xfrm>
            <a:off x="7026123" y="1621760"/>
            <a:ext cx="9476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알림 설정 위젯</a:t>
            </a:r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800" b="1" dirty="0">
              <a:solidFill>
                <a:srgbClr val="0000FF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E0549AAA-2160-A41F-C7AB-26E043F66E1C}"/>
              </a:ext>
            </a:extLst>
          </p:cNvPr>
          <p:cNvSpPr txBox="1"/>
          <p:nvPr/>
        </p:nvSpPr>
        <p:spPr>
          <a:xfrm>
            <a:off x="8350114" y="1621760"/>
            <a:ext cx="70564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투표 위젯</a:t>
            </a:r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800" b="1" dirty="0">
              <a:solidFill>
                <a:srgbClr val="0000FF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DEE3EC6-5200-0870-CD12-8802AA048C5C}"/>
              </a:ext>
            </a:extLst>
          </p:cNvPr>
          <p:cNvSpPr txBox="1"/>
          <p:nvPr/>
        </p:nvSpPr>
        <p:spPr>
          <a:xfrm>
            <a:off x="4668879" y="4641289"/>
            <a:ext cx="84510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800" b="1" dirty="0" err="1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퀵</a:t>
            </a:r>
            <a:r>
              <a:rPr lang="ko-KR" altLang="en-US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제어 위젯</a:t>
            </a:r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800" b="1" dirty="0">
              <a:solidFill>
                <a:srgbClr val="0000FF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6F517CBF-C5D3-3557-4EDE-D212C0BC52CD}"/>
              </a:ext>
            </a:extLst>
          </p:cNvPr>
          <p:cNvSpPr txBox="1"/>
          <p:nvPr/>
        </p:nvSpPr>
        <p:spPr>
          <a:xfrm>
            <a:off x="5985908" y="4641289"/>
            <a:ext cx="118974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영상 후원 제어 위젯</a:t>
            </a:r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800" b="1" dirty="0">
              <a:solidFill>
                <a:srgbClr val="0000FF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5AC70C5D-CFAE-F283-CD65-F288AE280332}"/>
              </a:ext>
            </a:extLst>
          </p:cNvPr>
          <p:cNvSpPr txBox="1"/>
          <p:nvPr/>
        </p:nvSpPr>
        <p:spPr>
          <a:xfrm>
            <a:off x="7456175" y="4641289"/>
            <a:ext cx="9476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b="1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볼륨 제어 위젯</a:t>
            </a:r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800" b="1" dirty="0">
              <a:solidFill>
                <a:srgbClr val="0000FF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30F43A7C-5871-95E9-F9B4-C095F3063776}"/>
              </a:ext>
            </a:extLst>
          </p:cNvPr>
          <p:cNvSpPr txBox="1"/>
          <p:nvPr/>
        </p:nvSpPr>
        <p:spPr>
          <a:xfrm>
            <a:off x="8794242" y="4641289"/>
            <a:ext cx="118974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 잔여 수량 위젯</a:t>
            </a:r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800" b="1" dirty="0">
              <a:solidFill>
                <a:srgbClr val="0000FF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순서도: 처리 4">
            <a:extLst>
              <a:ext uri="{FF2B5EF4-FFF2-40B4-BE49-F238E27FC236}">
                <a16:creationId xmlns:a16="http://schemas.microsoft.com/office/drawing/2014/main" id="{9F799A71-4C93-9674-8AC9-870C34C6AC4B}"/>
              </a:ext>
            </a:extLst>
          </p:cNvPr>
          <p:cNvSpPr/>
          <p:nvPr/>
        </p:nvSpPr>
        <p:spPr>
          <a:xfrm>
            <a:off x="4064762" y="4890256"/>
            <a:ext cx="126486" cy="79981"/>
          </a:xfrm>
          <a:prstGeom prst="flowChartProcess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06" name="그룹 105">
            <a:extLst>
              <a:ext uri="{FF2B5EF4-FFF2-40B4-BE49-F238E27FC236}">
                <a16:creationId xmlns:a16="http://schemas.microsoft.com/office/drawing/2014/main" id="{0F5039D4-9096-BD77-5214-E80204F2E7B3}"/>
              </a:ext>
            </a:extLst>
          </p:cNvPr>
          <p:cNvGrpSpPr/>
          <p:nvPr/>
        </p:nvGrpSpPr>
        <p:grpSpPr>
          <a:xfrm>
            <a:off x="4494531" y="1821710"/>
            <a:ext cx="4835488" cy="2451342"/>
            <a:chOff x="5389327" y="1553584"/>
            <a:chExt cx="7526572" cy="3815582"/>
          </a:xfrm>
        </p:grpSpPr>
        <p:pic>
          <p:nvPicPr>
            <p:cNvPr id="30" name="그림 29">
              <a:extLst>
                <a:ext uri="{FF2B5EF4-FFF2-40B4-BE49-F238E27FC236}">
                  <a16:creationId xmlns:a16="http://schemas.microsoft.com/office/drawing/2014/main" id="{656355E0-3008-28C6-01EB-9844D58976C0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9262993" y="1572095"/>
              <a:ext cx="1608771" cy="3797071"/>
            </a:xfrm>
            <a:prstGeom prst="rect">
              <a:avLst/>
            </a:prstGeom>
          </p:spPr>
        </p:pic>
        <p:pic>
          <p:nvPicPr>
            <p:cNvPr id="47" name="그림 46">
              <a:extLst>
                <a:ext uri="{FF2B5EF4-FFF2-40B4-BE49-F238E27FC236}">
                  <a16:creationId xmlns:a16="http://schemas.microsoft.com/office/drawing/2014/main" id="{C716B5B2-4D42-8607-6DA6-626CD8452AA0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0963752" y="1563153"/>
              <a:ext cx="1952147" cy="3798148"/>
            </a:xfrm>
            <a:prstGeom prst="rect">
              <a:avLst/>
            </a:prstGeom>
          </p:spPr>
        </p:pic>
        <p:pic>
          <p:nvPicPr>
            <p:cNvPr id="49" name="그림 48">
              <a:extLst>
                <a:ext uri="{FF2B5EF4-FFF2-40B4-BE49-F238E27FC236}">
                  <a16:creationId xmlns:a16="http://schemas.microsoft.com/office/drawing/2014/main" id="{222C91E9-F05F-2514-373F-32A1EF098846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7271241" y="1563153"/>
              <a:ext cx="1889394" cy="380601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105" name="그림 104">
              <a:extLst>
                <a:ext uri="{FF2B5EF4-FFF2-40B4-BE49-F238E27FC236}">
                  <a16:creationId xmlns:a16="http://schemas.microsoft.com/office/drawing/2014/main" id="{09C8F4EE-05A8-3B84-2DEC-E6AD83770881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5389327" y="1553584"/>
              <a:ext cx="1781974" cy="3815582"/>
            </a:xfrm>
            <a:prstGeom prst="rect">
              <a:avLst/>
            </a:prstGeom>
          </p:spPr>
        </p:pic>
      </p:grpSp>
      <p:pic>
        <p:nvPicPr>
          <p:cNvPr id="67" name="그림 66">
            <a:extLst>
              <a:ext uri="{FF2B5EF4-FFF2-40B4-BE49-F238E27FC236}">
                <a16:creationId xmlns:a16="http://schemas.microsoft.com/office/drawing/2014/main" id="{88DF5DF6-E24C-B8E9-117C-363668B9D492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669649" y="1840601"/>
            <a:ext cx="1331007" cy="2422874"/>
          </a:xfrm>
          <a:prstGeom prst="rect">
            <a:avLst/>
          </a:prstGeom>
        </p:spPr>
      </p:pic>
      <p:pic>
        <p:nvPicPr>
          <p:cNvPr id="89" name="그림 88">
            <a:extLst>
              <a:ext uri="{FF2B5EF4-FFF2-40B4-BE49-F238E27FC236}">
                <a16:creationId xmlns:a16="http://schemas.microsoft.com/office/drawing/2014/main" id="{14D68AE2-0013-09DF-1C47-BFB4CA398BB0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389117" y="1833602"/>
            <a:ext cx="1213502" cy="2429873"/>
          </a:xfrm>
          <a:prstGeom prst="rect">
            <a:avLst/>
          </a:prstGeom>
        </p:spPr>
      </p:pic>
      <p:sp>
        <p:nvSpPr>
          <p:cNvPr id="90" name="TextBox 89">
            <a:extLst>
              <a:ext uri="{FF2B5EF4-FFF2-40B4-BE49-F238E27FC236}">
                <a16:creationId xmlns:a16="http://schemas.microsoft.com/office/drawing/2014/main" id="{A0382C24-720F-6848-ACCA-A1DD34522818}"/>
              </a:ext>
            </a:extLst>
          </p:cNvPr>
          <p:cNvSpPr txBox="1"/>
          <p:nvPr/>
        </p:nvSpPr>
        <p:spPr>
          <a:xfrm>
            <a:off x="9522021" y="1621760"/>
            <a:ext cx="9476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크루 후원 위젯</a:t>
            </a:r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800" b="1" dirty="0">
              <a:solidFill>
                <a:srgbClr val="0000FF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24937703-3D88-4B29-9667-A1F8F6A38461}"/>
              </a:ext>
            </a:extLst>
          </p:cNvPr>
          <p:cNvSpPr txBox="1"/>
          <p:nvPr/>
        </p:nvSpPr>
        <p:spPr>
          <a:xfrm>
            <a:off x="10879738" y="1621760"/>
            <a:ext cx="91082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b="1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800" b="1" dirty="0" err="1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투네애드</a:t>
            </a:r>
            <a:r>
              <a:rPr lang="ko-KR" altLang="en-US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위젯</a:t>
            </a:r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800" b="1" dirty="0">
              <a:solidFill>
                <a:srgbClr val="0000FF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6230576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E472CE-32CE-3B8A-DAF0-718B6F4783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" name="그림 102">
            <a:extLst>
              <a:ext uri="{FF2B5EF4-FFF2-40B4-BE49-F238E27FC236}">
                <a16:creationId xmlns:a16="http://schemas.microsoft.com/office/drawing/2014/main" id="{83AD906A-D2CC-BD47-402D-A71B319768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394778" y="2060848"/>
            <a:ext cx="6208119" cy="4032448"/>
          </a:xfrm>
          <a:prstGeom prst="rect">
            <a:avLst/>
          </a:prstGeom>
        </p:spPr>
      </p:pic>
      <p:pic>
        <p:nvPicPr>
          <p:cNvPr id="100" name="그림 99">
            <a:extLst>
              <a:ext uri="{FF2B5EF4-FFF2-40B4-BE49-F238E27FC236}">
                <a16:creationId xmlns:a16="http://schemas.microsoft.com/office/drawing/2014/main" id="{5C8559BE-8914-0E89-F626-E9122699E04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508" t="8774" r="2680" b="885"/>
          <a:stretch>
            <a:fillRect/>
          </a:stretch>
        </p:blipFill>
        <p:spPr>
          <a:xfrm>
            <a:off x="5423027" y="2607398"/>
            <a:ext cx="6020554" cy="3485539"/>
          </a:xfrm>
          <a:prstGeom prst="rect">
            <a:avLst/>
          </a:prstGeom>
        </p:spPr>
      </p:pic>
      <p:sp>
        <p:nvSpPr>
          <p:cNvPr id="8" name="제목 7">
            <a:extLst>
              <a:ext uri="{FF2B5EF4-FFF2-40B4-BE49-F238E27FC236}">
                <a16:creationId xmlns:a16="http://schemas.microsoft.com/office/drawing/2014/main" id="{1E71AAA1-5489-8B70-B8F9-5BD876C68D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리모컨 구성</a:t>
            </a:r>
          </a:p>
        </p:txBody>
      </p:sp>
      <p:sp>
        <p:nvSpPr>
          <p:cNvPr id="9" name="텍스트 개체 틀 8">
            <a:extLst>
              <a:ext uri="{FF2B5EF4-FFF2-40B4-BE49-F238E27FC236}">
                <a16:creationId xmlns:a16="http://schemas.microsoft.com/office/drawing/2014/main" id="{F2C103F6-3751-9CA9-DCD1-F7EF30ADF061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웹 리모컨 </a:t>
            </a:r>
            <a:r>
              <a:rPr lang="en-US" altLang="ko-KR" dirty="0"/>
              <a:t>– PC UI</a:t>
            </a:r>
          </a:p>
          <a:p>
            <a:pPr lvl="1"/>
            <a:r>
              <a:rPr lang="ko-KR" altLang="en-US" b="0" dirty="0"/>
              <a:t>클라이언트 리모컨과 동일한 위젯 방식</a:t>
            </a:r>
            <a:endParaRPr lang="en-US" altLang="ko-KR" b="0" dirty="0"/>
          </a:p>
          <a:p>
            <a:pPr lvl="1"/>
            <a:r>
              <a:rPr lang="ko-KR" altLang="en-US" b="0" dirty="0"/>
              <a:t>창 분리 기능을 제외한 나머지 기능은 클라이언트 리모컨과 동일</a:t>
            </a:r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87F894DA-9FB0-CD63-F0D2-4B46ED372F7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4882" y="2060848"/>
            <a:ext cx="4533852" cy="2854281"/>
          </a:xfrm>
          <a:prstGeom prst="rect">
            <a:avLst/>
          </a:prstGeom>
        </p:spPr>
      </p:pic>
      <p:pic>
        <p:nvPicPr>
          <p:cNvPr id="104" name="그림 103">
            <a:extLst>
              <a:ext uri="{FF2B5EF4-FFF2-40B4-BE49-F238E27FC236}">
                <a16:creationId xmlns:a16="http://schemas.microsoft.com/office/drawing/2014/main" id="{7EB7F47D-33F2-F51F-ED9A-9E3D09CBB971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duotone>
              <a:prstClr val="black"/>
              <a:srgbClr val="FF0000">
                <a:tint val="45000"/>
                <a:satMod val="400000"/>
              </a:srgb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4065313" y="3675284"/>
            <a:ext cx="1437476" cy="725786"/>
          </a:xfrm>
          <a:prstGeom prst="rect">
            <a:avLst/>
          </a:prstGeom>
        </p:spPr>
      </p:pic>
      <p:sp>
        <p:nvSpPr>
          <p:cNvPr id="105" name="사각형: 둥근 모서리 104">
            <a:extLst>
              <a:ext uri="{FF2B5EF4-FFF2-40B4-BE49-F238E27FC236}">
                <a16:creationId xmlns:a16="http://schemas.microsoft.com/office/drawing/2014/main" id="{615A2B50-6028-1C27-599A-BCFB4C488223}"/>
              </a:ext>
            </a:extLst>
          </p:cNvPr>
          <p:cNvSpPr/>
          <p:nvPr/>
        </p:nvSpPr>
        <p:spPr>
          <a:xfrm>
            <a:off x="3728385" y="4337335"/>
            <a:ext cx="485852" cy="211795"/>
          </a:xfrm>
          <a:prstGeom prst="roundRect">
            <a:avLst/>
          </a:prstGeom>
          <a:noFill/>
          <a:ln w="28575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1528011-1A08-315C-9CE8-8E24B8A5A064}"/>
              </a:ext>
            </a:extLst>
          </p:cNvPr>
          <p:cNvSpPr txBox="1"/>
          <p:nvPr/>
        </p:nvSpPr>
        <p:spPr>
          <a:xfrm>
            <a:off x="6324141" y="3754733"/>
            <a:ext cx="4550048" cy="782627"/>
          </a:xfrm>
          <a:prstGeom prst="rect">
            <a:avLst/>
          </a:prstGeom>
          <a:solidFill>
            <a:srgbClr val="FF0000">
              <a:alpha val="81000"/>
            </a:srgbClr>
          </a:solidFill>
          <a:ln>
            <a:noFill/>
          </a:ln>
        </p:spPr>
        <p:txBody>
          <a:bodyPr wrap="none" rtlCol="0" anchor="t" anchorCtr="0">
            <a:no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클라이언트 리모컨의</a:t>
            </a:r>
            <a:endParaRPr lang="en-US" altLang="ko-KR" sz="14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위젯 창 분리 기능만 제외하고 동일 기능</a:t>
            </a:r>
            <a:endParaRPr lang="en-US" altLang="ko-KR" sz="14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" name="순서도: 처리 1">
            <a:extLst>
              <a:ext uri="{FF2B5EF4-FFF2-40B4-BE49-F238E27FC236}">
                <a16:creationId xmlns:a16="http://schemas.microsoft.com/office/drawing/2014/main" id="{7B1F415B-F834-4257-E38E-868CA447988A}"/>
              </a:ext>
            </a:extLst>
          </p:cNvPr>
          <p:cNvSpPr/>
          <p:nvPr/>
        </p:nvSpPr>
        <p:spPr>
          <a:xfrm>
            <a:off x="8881710" y="2668406"/>
            <a:ext cx="126486" cy="79981"/>
          </a:xfrm>
          <a:prstGeom prst="flowChartProcess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ACA1B853-190B-CCAB-BAD1-227F7BCCEE7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335101" y="5538301"/>
            <a:ext cx="4327471" cy="418959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E81F7B55-CEA3-04DC-257D-680A74415A6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044199" y="2449309"/>
            <a:ext cx="515224" cy="135141"/>
          </a:xfrm>
          <a:prstGeom prst="rect">
            <a:avLst/>
          </a:prstGeom>
        </p:spPr>
      </p:pic>
      <p:pic>
        <p:nvPicPr>
          <p:cNvPr id="111" name="그림 110">
            <a:extLst>
              <a:ext uri="{FF2B5EF4-FFF2-40B4-BE49-F238E27FC236}">
                <a16:creationId xmlns:a16="http://schemas.microsoft.com/office/drawing/2014/main" id="{39C2225E-7D74-287D-7E65-DCE7E62002C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438166" y="2627079"/>
            <a:ext cx="129905" cy="34658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96658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E0A557-1B86-52D8-5225-BB464644A0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제목 5">
            <a:extLst>
              <a:ext uri="{FF2B5EF4-FFF2-40B4-BE49-F238E27FC236}">
                <a16:creationId xmlns:a16="http://schemas.microsoft.com/office/drawing/2014/main" id="{660F8873-AB9D-91DC-0569-F0834ADBD52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리모컨 구성</a:t>
            </a:r>
          </a:p>
        </p:txBody>
      </p:sp>
      <p:sp>
        <p:nvSpPr>
          <p:cNvPr id="7" name="텍스트 개체 틀 6">
            <a:extLst>
              <a:ext uri="{FF2B5EF4-FFF2-40B4-BE49-F238E27FC236}">
                <a16:creationId xmlns:a16="http://schemas.microsoft.com/office/drawing/2014/main" id="{D12D3F86-FA46-876E-61DC-74CD9AE2239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웹 리모컨 </a:t>
            </a:r>
            <a:r>
              <a:rPr lang="en-US" altLang="ko-KR" dirty="0"/>
              <a:t>– </a:t>
            </a:r>
            <a:r>
              <a:rPr lang="ko-KR" altLang="en-US" dirty="0"/>
              <a:t>모바일 </a:t>
            </a:r>
            <a:r>
              <a:rPr lang="en-US" altLang="ko-KR" dirty="0"/>
              <a:t>UI</a:t>
            </a:r>
          </a:p>
          <a:p>
            <a:pPr lvl="1"/>
            <a:r>
              <a:rPr lang="ko-KR" altLang="en-US" b="0" dirty="0"/>
              <a:t>모바일용</a:t>
            </a:r>
            <a:r>
              <a:rPr lang="en-US" altLang="ko-KR" b="0" dirty="0"/>
              <a:t> </a:t>
            </a:r>
            <a:r>
              <a:rPr lang="ko-KR" altLang="en-US" b="0" dirty="0"/>
              <a:t>별도 </a:t>
            </a:r>
            <a:r>
              <a:rPr lang="en-US" altLang="ko-KR" b="0" dirty="0"/>
              <a:t>UI </a:t>
            </a:r>
            <a:r>
              <a:rPr lang="ko-KR" altLang="en-US" b="0" dirty="0"/>
              <a:t>구성</a:t>
            </a: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21210BD9-E1CA-2BAA-1968-EC0A3D85C7F2}"/>
              </a:ext>
            </a:extLst>
          </p:cNvPr>
          <p:cNvGrpSpPr/>
          <p:nvPr/>
        </p:nvGrpSpPr>
        <p:grpSpPr>
          <a:xfrm>
            <a:off x="2782842" y="1563153"/>
            <a:ext cx="6618617" cy="5206056"/>
            <a:chOff x="2362798" y="1232756"/>
            <a:chExt cx="7038661" cy="5536453"/>
          </a:xfrm>
        </p:grpSpPr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E7AE15DC-A123-C66A-F6A9-5D3882C70ABB}"/>
                </a:ext>
              </a:extLst>
            </p:cNvPr>
            <p:cNvGrpSpPr/>
            <p:nvPr/>
          </p:nvGrpSpPr>
          <p:grpSpPr>
            <a:xfrm>
              <a:off x="6636060" y="1232756"/>
              <a:ext cx="2765399" cy="5536453"/>
              <a:chOff x="3588235" y="1088740"/>
              <a:chExt cx="2765399" cy="5536453"/>
            </a:xfrm>
          </p:grpSpPr>
          <p:pic>
            <p:nvPicPr>
              <p:cNvPr id="9" name="그림 8">
                <a:extLst>
                  <a:ext uri="{FF2B5EF4-FFF2-40B4-BE49-F238E27FC236}">
                    <a16:creationId xmlns:a16="http://schemas.microsoft.com/office/drawing/2014/main" id="{7B6A7C74-9D2A-D129-AA8F-0C830DD999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3588235" y="1088740"/>
                <a:ext cx="2765399" cy="5536453"/>
              </a:xfrm>
              <a:prstGeom prst="rect">
                <a:avLst/>
              </a:prstGeom>
            </p:spPr>
          </p:pic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E767313E-33E1-FF8C-3EC4-633D505373E6}"/>
                  </a:ext>
                </a:extLst>
              </p:cNvPr>
              <p:cNvSpPr txBox="1"/>
              <p:nvPr/>
            </p:nvSpPr>
            <p:spPr>
              <a:xfrm>
                <a:off x="3950656" y="1269340"/>
                <a:ext cx="44916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altLang="ko-KR" sz="800" b="1" dirty="0">
                    <a:latin typeface="Arial" panose="020B0604020202020204" pitchFamily="34" charset="0"/>
                    <a:ea typeface="맑은 고딕" panose="020B0503020000020004" pitchFamily="50" charset="-127"/>
                    <a:cs typeface="Arial" panose="020B0604020202020204" pitchFamily="34" charset="0"/>
                  </a:rPr>
                  <a:t>12:21</a:t>
                </a:r>
                <a:endParaRPr lang="ko-KR" altLang="en-US" sz="800" b="1" dirty="0" err="1">
                  <a:latin typeface="Arial" panose="020B0604020202020204" pitchFamily="34" charset="0"/>
                  <a:ea typeface="맑은 고딕" panose="020B0503020000020004" pitchFamily="50" charset="-127"/>
                  <a:cs typeface="Arial" panose="020B0604020202020204" pitchFamily="34" charset="0"/>
                </a:endParaRPr>
              </a:p>
            </p:txBody>
          </p:sp>
          <p:sp>
            <p:nvSpPr>
              <p:cNvPr id="11" name="Google Shape;376;p19">
                <a:extLst>
                  <a:ext uri="{FF2B5EF4-FFF2-40B4-BE49-F238E27FC236}">
                    <a16:creationId xmlns:a16="http://schemas.microsoft.com/office/drawing/2014/main" id="{C1CA284D-3D41-2C98-1989-F7BB0901A01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91638" y="1323062"/>
                <a:ext cx="143028" cy="108000"/>
              </a:xfrm>
              <a:custGeom>
                <a:avLst/>
                <a:gdLst/>
                <a:ahLst/>
                <a:cxnLst/>
                <a:rect l="l" t="t" r="r" b="b"/>
                <a:pathLst>
                  <a:path w="1345" h="1021" extrusionOk="0">
                    <a:moveTo>
                      <a:pt x="676" y="0"/>
                    </a:moveTo>
                    <a:cubicBezTo>
                      <a:pt x="428" y="0"/>
                      <a:pt x="206" y="96"/>
                      <a:pt x="40" y="256"/>
                    </a:cubicBezTo>
                    <a:cubicBezTo>
                      <a:pt x="4" y="284"/>
                      <a:pt x="0" y="344"/>
                      <a:pt x="31" y="377"/>
                    </a:cubicBezTo>
                    <a:cubicBezTo>
                      <a:pt x="63" y="409"/>
                      <a:pt x="123" y="408"/>
                      <a:pt x="152" y="373"/>
                    </a:cubicBezTo>
                    <a:cubicBezTo>
                      <a:pt x="290" y="240"/>
                      <a:pt x="469" y="163"/>
                      <a:pt x="676" y="163"/>
                    </a:cubicBezTo>
                    <a:cubicBezTo>
                      <a:pt x="883" y="163"/>
                      <a:pt x="1062" y="240"/>
                      <a:pt x="1200" y="373"/>
                    </a:cubicBezTo>
                    <a:cubicBezTo>
                      <a:pt x="1231" y="403"/>
                      <a:pt x="1286" y="402"/>
                      <a:pt x="1316" y="371"/>
                    </a:cubicBezTo>
                    <a:cubicBezTo>
                      <a:pt x="1345" y="341"/>
                      <a:pt x="1344" y="286"/>
                      <a:pt x="1314" y="256"/>
                    </a:cubicBezTo>
                    <a:cubicBezTo>
                      <a:pt x="1148" y="96"/>
                      <a:pt x="925" y="0"/>
                      <a:pt x="676" y="0"/>
                    </a:cubicBezTo>
                    <a:close/>
                    <a:moveTo>
                      <a:pt x="676" y="271"/>
                    </a:moveTo>
                    <a:cubicBezTo>
                      <a:pt x="496" y="271"/>
                      <a:pt x="335" y="346"/>
                      <a:pt x="218" y="463"/>
                    </a:cubicBezTo>
                    <a:cubicBezTo>
                      <a:pt x="183" y="491"/>
                      <a:pt x="179" y="551"/>
                      <a:pt x="211" y="584"/>
                    </a:cubicBezTo>
                    <a:cubicBezTo>
                      <a:pt x="243" y="616"/>
                      <a:pt x="303" y="613"/>
                      <a:pt x="332" y="578"/>
                    </a:cubicBezTo>
                    <a:cubicBezTo>
                      <a:pt x="421" y="489"/>
                      <a:pt x="541" y="434"/>
                      <a:pt x="676" y="434"/>
                    </a:cubicBezTo>
                    <a:cubicBezTo>
                      <a:pt x="811" y="434"/>
                      <a:pt x="931" y="489"/>
                      <a:pt x="1020" y="578"/>
                    </a:cubicBezTo>
                    <a:cubicBezTo>
                      <a:pt x="1051" y="608"/>
                      <a:pt x="1106" y="608"/>
                      <a:pt x="1136" y="578"/>
                    </a:cubicBezTo>
                    <a:cubicBezTo>
                      <a:pt x="1166" y="548"/>
                      <a:pt x="1166" y="493"/>
                      <a:pt x="1136" y="463"/>
                    </a:cubicBezTo>
                    <a:cubicBezTo>
                      <a:pt x="1019" y="346"/>
                      <a:pt x="856" y="271"/>
                      <a:pt x="676" y="271"/>
                    </a:cubicBezTo>
                    <a:close/>
                    <a:moveTo>
                      <a:pt x="676" y="543"/>
                    </a:moveTo>
                    <a:cubicBezTo>
                      <a:pt x="566" y="543"/>
                      <a:pt x="465" y="589"/>
                      <a:pt x="395" y="666"/>
                    </a:cubicBezTo>
                    <a:cubicBezTo>
                      <a:pt x="366" y="698"/>
                      <a:pt x="368" y="753"/>
                      <a:pt x="400" y="781"/>
                    </a:cubicBezTo>
                    <a:cubicBezTo>
                      <a:pt x="431" y="810"/>
                      <a:pt x="486" y="808"/>
                      <a:pt x="515" y="777"/>
                    </a:cubicBezTo>
                    <a:cubicBezTo>
                      <a:pt x="554" y="734"/>
                      <a:pt x="613" y="705"/>
                      <a:pt x="676" y="705"/>
                    </a:cubicBezTo>
                    <a:cubicBezTo>
                      <a:pt x="739" y="705"/>
                      <a:pt x="800" y="734"/>
                      <a:pt x="839" y="777"/>
                    </a:cubicBezTo>
                    <a:cubicBezTo>
                      <a:pt x="868" y="808"/>
                      <a:pt x="923" y="810"/>
                      <a:pt x="954" y="781"/>
                    </a:cubicBezTo>
                    <a:cubicBezTo>
                      <a:pt x="985" y="753"/>
                      <a:pt x="988" y="698"/>
                      <a:pt x="959" y="666"/>
                    </a:cubicBezTo>
                    <a:cubicBezTo>
                      <a:pt x="889" y="589"/>
                      <a:pt x="787" y="543"/>
                      <a:pt x="676" y="543"/>
                    </a:cubicBezTo>
                    <a:close/>
                    <a:moveTo>
                      <a:pt x="676" y="826"/>
                    </a:moveTo>
                    <a:cubicBezTo>
                      <a:pt x="622" y="826"/>
                      <a:pt x="578" y="868"/>
                      <a:pt x="578" y="922"/>
                    </a:cubicBezTo>
                    <a:cubicBezTo>
                      <a:pt x="578" y="976"/>
                      <a:pt x="622" y="1021"/>
                      <a:pt x="676" y="1021"/>
                    </a:cubicBezTo>
                    <a:cubicBezTo>
                      <a:pt x="730" y="1021"/>
                      <a:pt x="775" y="976"/>
                      <a:pt x="775" y="922"/>
                    </a:cubicBezTo>
                    <a:cubicBezTo>
                      <a:pt x="775" y="868"/>
                      <a:pt x="730" y="826"/>
                      <a:pt x="676" y="82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spcFirstLastPara="1" wrap="square" lIns="75600" tIns="37800" rIns="75600" bIns="378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744" dirty="0">
                  <a:solidFill>
                    <a:schemeClr val="dk1"/>
                  </a:solidFill>
                  <a:latin typeface="Quattrocento Sans"/>
                  <a:ea typeface="Quattrocento Sans"/>
                  <a:cs typeface="Quattrocento Sans"/>
                  <a:sym typeface="Quattrocento Sans"/>
                </a:endParaRPr>
              </a:p>
            </p:txBody>
          </p:sp>
          <p:sp>
            <p:nvSpPr>
              <p:cNvPr id="12" name="Google Shape;367;p19">
                <a:extLst>
                  <a:ext uri="{FF2B5EF4-FFF2-40B4-BE49-F238E27FC236}">
                    <a16:creationId xmlns:a16="http://schemas.microsoft.com/office/drawing/2014/main" id="{3B7FD05F-8AD3-E47F-BC13-1EA8D9C343C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0800000">
                <a:off x="5908366" y="1323062"/>
                <a:ext cx="174855" cy="108000"/>
              </a:xfrm>
              <a:custGeom>
                <a:avLst/>
                <a:gdLst/>
                <a:ahLst/>
                <a:cxnLst/>
                <a:rect l="l" t="t" r="r" b="b"/>
                <a:pathLst>
                  <a:path w="1411" h="868" extrusionOk="0">
                    <a:moveTo>
                      <a:pt x="272" y="0"/>
                    </a:moveTo>
                    <a:cubicBezTo>
                      <a:pt x="179" y="0"/>
                      <a:pt x="109" y="70"/>
                      <a:pt x="109" y="162"/>
                    </a:cubicBezTo>
                    <a:lnTo>
                      <a:pt x="109" y="217"/>
                    </a:lnTo>
                    <a:lnTo>
                      <a:pt x="55" y="217"/>
                    </a:lnTo>
                    <a:cubicBezTo>
                      <a:pt x="22" y="217"/>
                      <a:pt x="0" y="238"/>
                      <a:pt x="0" y="271"/>
                    </a:cubicBezTo>
                    <a:lnTo>
                      <a:pt x="0" y="597"/>
                    </a:lnTo>
                    <a:cubicBezTo>
                      <a:pt x="0" y="629"/>
                      <a:pt x="22" y="651"/>
                      <a:pt x="55" y="651"/>
                    </a:cubicBezTo>
                    <a:lnTo>
                      <a:pt x="109" y="651"/>
                    </a:lnTo>
                    <a:lnTo>
                      <a:pt x="109" y="705"/>
                    </a:lnTo>
                    <a:cubicBezTo>
                      <a:pt x="109" y="797"/>
                      <a:pt x="179" y="868"/>
                      <a:pt x="272" y="868"/>
                    </a:cubicBezTo>
                    <a:lnTo>
                      <a:pt x="1249" y="868"/>
                    </a:lnTo>
                    <a:cubicBezTo>
                      <a:pt x="1341" y="868"/>
                      <a:pt x="1411" y="797"/>
                      <a:pt x="1411" y="705"/>
                    </a:cubicBezTo>
                    <a:lnTo>
                      <a:pt x="1411" y="162"/>
                    </a:lnTo>
                    <a:cubicBezTo>
                      <a:pt x="1411" y="70"/>
                      <a:pt x="1341" y="0"/>
                      <a:pt x="1249" y="0"/>
                    </a:cubicBezTo>
                    <a:lnTo>
                      <a:pt x="272" y="0"/>
                    </a:lnTo>
                    <a:close/>
                    <a:moveTo>
                      <a:pt x="272" y="108"/>
                    </a:moveTo>
                    <a:lnTo>
                      <a:pt x="441" y="108"/>
                    </a:lnTo>
                    <a:lnTo>
                      <a:pt x="441" y="759"/>
                    </a:lnTo>
                    <a:lnTo>
                      <a:pt x="272" y="759"/>
                    </a:lnTo>
                    <a:cubicBezTo>
                      <a:pt x="239" y="759"/>
                      <a:pt x="217" y="738"/>
                      <a:pt x="217" y="705"/>
                    </a:cubicBezTo>
                    <a:lnTo>
                      <a:pt x="217" y="651"/>
                    </a:lnTo>
                    <a:lnTo>
                      <a:pt x="217" y="542"/>
                    </a:lnTo>
                    <a:lnTo>
                      <a:pt x="109" y="542"/>
                    </a:lnTo>
                    <a:lnTo>
                      <a:pt x="109" y="325"/>
                    </a:lnTo>
                    <a:lnTo>
                      <a:pt x="217" y="325"/>
                    </a:lnTo>
                    <a:lnTo>
                      <a:pt x="217" y="217"/>
                    </a:lnTo>
                    <a:lnTo>
                      <a:pt x="217" y="162"/>
                    </a:lnTo>
                    <a:cubicBezTo>
                      <a:pt x="217" y="130"/>
                      <a:pt x="239" y="108"/>
                      <a:pt x="272" y="10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spcFirstLastPara="1" wrap="square" lIns="75600" tIns="37800" rIns="75600" bIns="378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744" dirty="0">
                  <a:solidFill>
                    <a:schemeClr val="dk1"/>
                  </a:solidFill>
                  <a:latin typeface="Quattrocento Sans"/>
                  <a:ea typeface="Quattrocento Sans"/>
                  <a:cs typeface="Quattrocento Sans"/>
                  <a:sym typeface="Quattrocento Sans"/>
                </a:endParaRPr>
              </a:p>
            </p:txBody>
          </p:sp>
          <p:pic>
            <p:nvPicPr>
              <p:cNvPr id="13" name="그림 12">
                <a:extLst>
                  <a:ext uri="{FF2B5EF4-FFF2-40B4-BE49-F238E27FC236}">
                    <a16:creationId xmlns:a16="http://schemas.microsoft.com/office/drawing/2014/main" id="{E2E7308A-A0A3-A6E1-B8FE-C2F96ED0C8BD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/>
              <a:srcRect t="20759" r="17210" b="1584"/>
              <a:stretch/>
            </p:blipFill>
            <p:spPr>
              <a:xfrm>
                <a:off x="5447817" y="1323062"/>
                <a:ext cx="174915" cy="108000"/>
              </a:xfrm>
              <a:prstGeom prst="rect">
                <a:avLst/>
              </a:prstGeom>
            </p:spPr>
          </p:pic>
        </p:grpSp>
        <p:pic>
          <p:nvPicPr>
            <p:cNvPr id="17" name="그림 16">
              <a:extLst>
                <a:ext uri="{FF2B5EF4-FFF2-40B4-BE49-F238E27FC236}">
                  <a16:creationId xmlns:a16="http://schemas.microsoft.com/office/drawing/2014/main" id="{1A41C7AF-EB1E-5E2E-7221-792F110496E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6809480" y="1629942"/>
              <a:ext cx="2422105" cy="355790"/>
            </a:xfrm>
            <a:prstGeom prst="rect">
              <a:avLst/>
            </a:prstGeom>
          </p:spPr>
        </p:pic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B26F4B40-5D99-27FC-BCE2-C830D917F1BF}"/>
                </a:ext>
              </a:extLst>
            </p:cNvPr>
            <p:cNvSpPr txBox="1"/>
            <p:nvPr/>
          </p:nvSpPr>
          <p:spPr>
            <a:xfrm>
              <a:off x="7295713" y="1754406"/>
              <a:ext cx="1107676" cy="107722"/>
            </a:xfrm>
            <a:prstGeom prst="rect">
              <a:avLst/>
            </a:prstGeom>
            <a:solidFill>
              <a:srgbClr val="EDEFF1"/>
            </a:solidFill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toon.at/widget/controller/6</a:t>
              </a:r>
              <a:endParaRPr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27" name="그림 26">
              <a:extLst>
                <a:ext uri="{FF2B5EF4-FFF2-40B4-BE49-F238E27FC236}">
                  <a16:creationId xmlns:a16="http://schemas.microsoft.com/office/drawing/2014/main" id="{536C7AE3-8161-31E0-B221-6BA23950224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2362798" y="1233561"/>
              <a:ext cx="2767824" cy="5535648"/>
            </a:xfrm>
            <a:prstGeom prst="rect">
              <a:avLst/>
            </a:prstGeom>
          </p:spPr>
        </p:pic>
        <p:pic>
          <p:nvPicPr>
            <p:cNvPr id="29" name="그림 28">
              <a:extLst>
                <a:ext uri="{FF2B5EF4-FFF2-40B4-BE49-F238E27FC236}">
                  <a16:creationId xmlns:a16="http://schemas.microsoft.com/office/drawing/2014/main" id="{39807F4D-CCB3-0806-EE11-3FD715F2E4E3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rcRect t="18162" r="2" b="-1"/>
            <a:stretch>
              <a:fillRect/>
            </a:stretch>
          </p:blipFill>
          <p:spPr>
            <a:xfrm>
              <a:off x="2534150" y="1985732"/>
              <a:ext cx="2426987" cy="4316260"/>
            </a:xfrm>
            <a:prstGeom prst="roundRect">
              <a:avLst>
                <a:gd name="adj" fmla="val 0"/>
              </a:avLst>
            </a:prstGeom>
            <a:solidFill>
              <a:srgbClr val="FFFFFF">
                <a:shade val="85000"/>
              </a:srgbClr>
            </a:solidFill>
            <a:ln>
              <a:noFill/>
            </a:ln>
            <a:effectLst/>
          </p:spPr>
        </p:pic>
        <p:sp>
          <p:nvSpPr>
            <p:cNvPr id="30" name="사각형: 둥근 모서리 29">
              <a:extLst>
                <a:ext uri="{FF2B5EF4-FFF2-40B4-BE49-F238E27FC236}">
                  <a16:creationId xmlns:a16="http://schemas.microsoft.com/office/drawing/2014/main" id="{4502C812-C16C-DFF1-472F-949CF3820895}"/>
                </a:ext>
              </a:extLst>
            </p:cNvPr>
            <p:cNvSpPr/>
            <p:nvPr/>
          </p:nvSpPr>
          <p:spPr>
            <a:xfrm>
              <a:off x="2572303" y="5477133"/>
              <a:ext cx="866685" cy="322925"/>
            </a:xfrm>
            <a:prstGeom prst="roundRect">
              <a:avLst/>
            </a:prstGeom>
            <a:noFill/>
            <a:ln w="28575">
              <a:solidFill>
                <a:srgbClr val="FF0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grpSp>
          <p:nvGrpSpPr>
            <p:cNvPr id="101" name="그룹 100">
              <a:extLst>
                <a:ext uri="{FF2B5EF4-FFF2-40B4-BE49-F238E27FC236}">
                  <a16:creationId xmlns:a16="http://schemas.microsoft.com/office/drawing/2014/main" id="{0422EEC0-A8F1-7618-1F09-0B4DD8899106}"/>
                </a:ext>
              </a:extLst>
            </p:cNvPr>
            <p:cNvGrpSpPr/>
            <p:nvPr/>
          </p:nvGrpSpPr>
          <p:grpSpPr>
            <a:xfrm>
              <a:off x="2522374" y="6303386"/>
              <a:ext cx="2450306" cy="330897"/>
              <a:chOff x="1273969" y="6167533"/>
              <a:chExt cx="2450306" cy="330897"/>
            </a:xfrm>
          </p:grpSpPr>
          <p:sp>
            <p:nvSpPr>
              <p:cNvPr id="90" name="사각형: 둥근 위쪽 모서리 89">
                <a:extLst>
                  <a:ext uri="{FF2B5EF4-FFF2-40B4-BE49-F238E27FC236}">
                    <a16:creationId xmlns:a16="http://schemas.microsoft.com/office/drawing/2014/main" id="{8C9AB842-E05B-773F-ECFE-04C942194EB8}"/>
                  </a:ext>
                </a:extLst>
              </p:cNvPr>
              <p:cNvSpPr/>
              <p:nvPr/>
            </p:nvSpPr>
            <p:spPr>
              <a:xfrm>
                <a:off x="1273969" y="6167533"/>
                <a:ext cx="2450306" cy="330897"/>
              </a:xfrm>
              <a:prstGeom prst="round2SameRect">
                <a:avLst>
                  <a:gd name="adj1" fmla="val 0"/>
                  <a:gd name="adj2" fmla="val 50000"/>
                </a:avLst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91" name="타원 90">
                <a:extLst>
                  <a:ext uri="{FF2B5EF4-FFF2-40B4-BE49-F238E27FC236}">
                    <a16:creationId xmlns:a16="http://schemas.microsoft.com/office/drawing/2014/main" id="{57723362-74CA-B04E-33AA-A5FD0DC3BBFC}"/>
                  </a:ext>
                </a:extLst>
              </p:cNvPr>
              <p:cNvSpPr/>
              <p:nvPr/>
            </p:nvSpPr>
            <p:spPr>
              <a:xfrm>
                <a:off x="2409409" y="6244085"/>
                <a:ext cx="177791" cy="177791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94" name="직사각형 93">
                <a:extLst>
                  <a:ext uri="{FF2B5EF4-FFF2-40B4-BE49-F238E27FC236}">
                    <a16:creationId xmlns:a16="http://schemas.microsoft.com/office/drawing/2014/main" id="{D4803867-974E-1324-3F0C-8C18C050EE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39516" y="6244085"/>
                <a:ext cx="176400" cy="176400"/>
              </a:xfrm>
              <a:prstGeom prst="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95" name="이등변 삼각형 94">
                <a:extLst>
                  <a:ext uri="{FF2B5EF4-FFF2-40B4-BE49-F238E27FC236}">
                    <a16:creationId xmlns:a16="http://schemas.microsoft.com/office/drawing/2014/main" id="{8C88C058-8DA5-A9D6-96B2-91492F7EAB73}"/>
                  </a:ext>
                </a:extLst>
              </p:cNvPr>
              <p:cNvSpPr/>
              <p:nvPr/>
            </p:nvSpPr>
            <p:spPr>
              <a:xfrm rot="16200000">
                <a:off x="3051356" y="6244085"/>
                <a:ext cx="176400" cy="176400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100" name="그룹 99">
              <a:extLst>
                <a:ext uri="{FF2B5EF4-FFF2-40B4-BE49-F238E27FC236}">
                  <a16:creationId xmlns:a16="http://schemas.microsoft.com/office/drawing/2014/main" id="{B0CB9C26-DBD9-D16F-941F-6D49A10848A5}"/>
                </a:ext>
              </a:extLst>
            </p:cNvPr>
            <p:cNvGrpSpPr/>
            <p:nvPr/>
          </p:nvGrpSpPr>
          <p:grpSpPr>
            <a:xfrm>
              <a:off x="6796515" y="6303386"/>
              <a:ext cx="2445002" cy="330897"/>
              <a:chOff x="5714748" y="6167533"/>
              <a:chExt cx="2445002" cy="330897"/>
            </a:xfrm>
          </p:grpSpPr>
          <p:sp>
            <p:nvSpPr>
              <p:cNvPr id="96" name="사각형: 둥근 위쪽 모서리 95">
                <a:extLst>
                  <a:ext uri="{FF2B5EF4-FFF2-40B4-BE49-F238E27FC236}">
                    <a16:creationId xmlns:a16="http://schemas.microsoft.com/office/drawing/2014/main" id="{10993A62-B176-9E15-4352-701F949DA1C7}"/>
                  </a:ext>
                </a:extLst>
              </p:cNvPr>
              <p:cNvSpPr/>
              <p:nvPr/>
            </p:nvSpPr>
            <p:spPr>
              <a:xfrm>
                <a:off x="5714748" y="6167533"/>
                <a:ext cx="2445002" cy="330897"/>
              </a:xfrm>
              <a:prstGeom prst="round2SameRect">
                <a:avLst>
                  <a:gd name="adj1" fmla="val 0"/>
                  <a:gd name="adj2" fmla="val 50000"/>
                </a:avLst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97" name="타원 96">
                <a:extLst>
                  <a:ext uri="{FF2B5EF4-FFF2-40B4-BE49-F238E27FC236}">
                    <a16:creationId xmlns:a16="http://schemas.microsoft.com/office/drawing/2014/main" id="{0643E27B-831B-2C45-C416-88A0F206816C}"/>
                  </a:ext>
                </a:extLst>
              </p:cNvPr>
              <p:cNvSpPr/>
              <p:nvPr/>
            </p:nvSpPr>
            <p:spPr>
              <a:xfrm>
                <a:off x="6850188" y="6244085"/>
                <a:ext cx="177791" cy="177791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98" name="직사각형 97">
                <a:extLst>
                  <a:ext uri="{FF2B5EF4-FFF2-40B4-BE49-F238E27FC236}">
                    <a16:creationId xmlns:a16="http://schemas.microsoft.com/office/drawing/2014/main" id="{F54D0D54-FFAF-353D-E531-D5113992CB8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80295" y="6244085"/>
                <a:ext cx="176400" cy="176400"/>
              </a:xfrm>
              <a:prstGeom prst="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99" name="이등변 삼각형 98">
                <a:extLst>
                  <a:ext uri="{FF2B5EF4-FFF2-40B4-BE49-F238E27FC236}">
                    <a16:creationId xmlns:a16="http://schemas.microsoft.com/office/drawing/2014/main" id="{B72E50FA-9041-2801-2B51-1EE51FA9184F}"/>
                  </a:ext>
                </a:extLst>
              </p:cNvPr>
              <p:cNvSpPr/>
              <p:nvPr/>
            </p:nvSpPr>
            <p:spPr>
              <a:xfrm rot="16200000">
                <a:off x="7492135" y="6244085"/>
                <a:ext cx="176400" cy="176400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pic>
          <p:nvPicPr>
            <p:cNvPr id="380" name="그림 379">
              <a:extLst>
                <a:ext uri="{FF2B5EF4-FFF2-40B4-BE49-F238E27FC236}">
                  <a16:creationId xmlns:a16="http://schemas.microsoft.com/office/drawing/2014/main" id="{F8AF4856-AD21-7054-530D-63DCF32537FD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rcRect b="7851"/>
            <a:stretch>
              <a:fillRect/>
            </a:stretch>
          </p:blipFill>
          <p:spPr>
            <a:xfrm>
              <a:off x="6777465" y="2016445"/>
              <a:ext cx="2502151" cy="4317007"/>
            </a:xfrm>
            <a:prstGeom prst="rect">
              <a:avLst/>
            </a:prstGeom>
          </p:spPr>
        </p:pic>
        <p:pic>
          <p:nvPicPr>
            <p:cNvPr id="336" name="그림 335">
              <a:extLst>
                <a:ext uri="{FF2B5EF4-FFF2-40B4-BE49-F238E27FC236}">
                  <a16:creationId xmlns:a16="http://schemas.microsoft.com/office/drawing/2014/main" id="{A3FA8B5D-7A63-1C15-1565-51B22193108B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duotone>
                <a:prstClr val="black"/>
                <a:srgbClr val="FF0000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0800000">
              <a:off x="3346214" y="4633235"/>
              <a:ext cx="3120361" cy="933874"/>
            </a:xfrm>
            <a:prstGeom prst="rect">
              <a:avLst/>
            </a:prstGeom>
          </p:spPr>
        </p:pic>
      </p:grpSp>
      <p:sp>
        <p:nvSpPr>
          <p:cNvPr id="2" name="직사각형 1">
            <a:extLst>
              <a:ext uri="{FF2B5EF4-FFF2-40B4-BE49-F238E27FC236}">
                <a16:creationId xmlns:a16="http://schemas.microsoft.com/office/drawing/2014/main" id="{1CC18431-5328-3EBB-62D2-4473D007E3B1}"/>
              </a:ext>
            </a:extLst>
          </p:cNvPr>
          <p:cNvSpPr/>
          <p:nvPr/>
        </p:nvSpPr>
        <p:spPr>
          <a:xfrm>
            <a:off x="9086850" y="2609850"/>
            <a:ext cx="123825" cy="100013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C8D1371B-2EC5-2B58-3581-B831DE737F2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760296" y="2348880"/>
            <a:ext cx="207184" cy="214411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A274C708-6CDE-4D4D-BD4B-782956BE27DE}"/>
              </a:ext>
            </a:extLst>
          </p:cNvPr>
          <p:cNvSpPr/>
          <p:nvPr/>
        </p:nvSpPr>
        <p:spPr>
          <a:xfrm>
            <a:off x="8998744" y="2345531"/>
            <a:ext cx="192881" cy="21193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6" name="그림 15">
            <a:extLst>
              <a:ext uri="{FF2B5EF4-FFF2-40B4-BE49-F238E27FC236}">
                <a16:creationId xmlns:a16="http://schemas.microsoft.com/office/drawing/2014/main" id="{3C420A3C-5321-543F-A673-C588F13492F0}"/>
              </a:ext>
            </a:extLst>
          </p:cNvPr>
          <p:cNvPicPr>
            <a:picLocks noChangeAspect="1"/>
          </p:cNvPicPr>
          <p:nvPr/>
        </p:nvPicPr>
        <p:blipFill>
          <a:blip r:embed="rId10">
            <a:biLevel thresh="75000"/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003742" y="2363001"/>
            <a:ext cx="193901" cy="193903"/>
          </a:xfrm>
          <a:prstGeom prst="rect">
            <a:avLst/>
          </a:prstGeom>
        </p:spPr>
      </p:pic>
      <p:sp>
        <p:nvSpPr>
          <p:cNvPr id="19" name="직사각형 18">
            <a:extLst>
              <a:ext uri="{FF2B5EF4-FFF2-40B4-BE49-F238E27FC236}">
                <a16:creationId xmlns:a16="http://schemas.microsoft.com/office/drawing/2014/main" id="{9687551F-1DA7-FC74-22AA-21CF39D21D1B}"/>
              </a:ext>
            </a:extLst>
          </p:cNvPr>
          <p:cNvSpPr/>
          <p:nvPr/>
        </p:nvSpPr>
        <p:spPr>
          <a:xfrm>
            <a:off x="7229475" y="2314575"/>
            <a:ext cx="990600" cy="2190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98967439-362A-1FD4-9EA6-8904195DE08B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7266403" y="2394087"/>
            <a:ext cx="338206" cy="1385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3857898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5B4793-4BD7-C1E3-F917-1FE865CDAD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60EAEA4A-3DA7-7A0E-2002-13C7A072A55C}"/>
              </a:ext>
            </a:extLst>
          </p:cNvPr>
          <p:cNvSpPr>
            <a:spLocks noGrp="1"/>
          </p:cNvSpPr>
          <p:nvPr>
            <p:ph sz="quarter" idx="10"/>
          </p:nvPr>
        </p:nvSpPr>
        <p:spPr/>
        <p:txBody>
          <a:bodyPr/>
          <a:lstStyle/>
          <a:p>
            <a:r>
              <a:rPr lang="ko-KR" altLang="en-US" dirty="0"/>
              <a:t>클라이언트 리모컨 기본 구성</a:t>
            </a:r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06166CE3-E417-44A4-E086-880C12452E1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9259502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그룹 12">
            <a:extLst>
              <a:ext uri="{FF2B5EF4-FFF2-40B4-BE49-F238E27FC236}">
                <a16:creationId xmlns:a16="http://schemas.microsoft.com/office/drawing/2014/main" id="{8D3F5DF8-2E35-8D54-D358-7A6FB9D17B3E}"/>
              </a:ext>
            </a:extLst>
          </p:cNvPr>
          <p:cNvGrpSpPr/>
          <p:nvPr/>
        </p:nvGrpSpPr>
        <p:grpSpPr>
          <a:xfrm>
            <a:off x="1853680" y="1786194"/>
            <a:ext cx="7433067" cy="4521304"/>
            <a:chOff x="1658793" y="1772816"/>
            <a:chExt cx="7433067" cy="4521304"/>
          </a:xfrm>
        </p:grpSpPr>
        <p:sp>
          <p:nvSpPr>
            <p:cNvPr id="27" name="Google Shape;1197;p27">
              <a:extLst>
                <a:ext uri="{FF2B5EF4-FFF2-40B4-BE49-F238E27FC236}">
                  <a16:creationId xmlns:a16="http://schemas.microsoft.com/office/drawing/2014/main" id="{70A8FBD4-44BB-7E1C-F753-0BF5DE83F9B7}"/>
                </a:ext>
              </a:extLst>
            </p:cNvPr>
            <p:cNvSpPr/>
            <p:nvPr/>
          </p:nvSpPr>
          <p:spPr>
            <a:xfrm>
              <a:off x="1658793" y="1772816"/>
              <a:ext cx="7433067" cy="4521304"/>
            </a:xfrm>
            <a:prstGeom prst="roundRect">
              <a:avLst>
                <a:gd name="adj" fmla="val 580"/>
              </a:avLst>
            </a:prstGeom>
            <a:solidFill>
              <a:srgbClr val="7F7F7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1650" tIns="24650" rIns="61650" bIns="24650" anchor="t" anchorCtr="0">
              <a:noAutofit/>
            </a:bodyPr>
            <a:lstStyle/>
            <a:p>
              <a:pPr fontAlgn="base"/>
              <a:endParaRPr kumimoji="1" sz="856" b="1" dirty="0">
                <a:solidFill>
                  <a:prstClr val="white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28" name="Google Shape;1199;p27">
              <a:extLst>
                <a:ext uri="{FF2B5EF4-FFF2-40B4-BE49-F238E27FC236}">
                  <a16:creationId xmlns:a16="http://schemas.microsoft.com/office/drawing/2014/main" id="{7F74CE0B-F6D6-A52C-CC74-F049635430B2}"/>
                </a:ext>
              </a:extLst>
            </p:cNvPr>
            <p:cNvGrpSpPr/>
            <p:nvPr/>
          </p:nvGrpSpPr>
          <p:grpSpPr>
            <a:xfrm>
              <a:off x="8564998" y="1831918"/>
              <a:ext cx="442113" cy="87537"/>
              <a:chOff x="8040633" y="187272"/>
              <a:chExt cx="890272" cy="181679"/>
            </a:xfrm>
          </p:grpSpPr>
          <p:sp>
            <p:nvSpPr>
              <p:cNvPr id="37" name="Google Shape;1200;p27">
                <a:extLst>
                  <a:ext uri="{FF2B5EF4-FFF2-40B4-BE49-F238E27FC236}">
                    <a16:creationId xmlns:a16="http://schemas.microsoft.com/office/drawing/2014/main" id="{ED94E266-23F8-74D0-9B5D-077C7A34FA00}"/>
                  </a:ext>
                </a:extLst>
              </p:cNvPr>
              <p:cNvSpPr/>
              <p:nvPr/>
            </p:nvSpPr>
            <p:spPr>
              <a:xfrm>
                <a:off x="8753828" y="191300"/>
                <a:ext cx="177077" cy="177651"/>
              </a:xfrm>
              <a:custGeom>
                <a:avLst/>
                <a:gdLst/>
                <a:ahLst/>
                <a:cxnLst/>
                <a:rect l="l" t="t" r="r" b="b"/>
                <a:pathLst>
                  <a:path w="246" h="241" extrusionOk="0">
                    <a:moveTo>
                      <a:pt x="12" y="15"/>
                    </a:moveTo>
                    <a:cubicBezTo>
                      <a:pt x="0" y="26"/>
                      <a:pt x="0" y="45"/>
                      <a:pt x="12" y="56"/>
                    </a:cubicBezTo>
                    <a:lnTo>
                      <a:pt x="80" y="122"/>
                    </a:lnTo>
                    <a:lnTo>
                      <a:pt x="12" y="188"/>
                    </a:lnTo>
                    <a:cubicBezTo>
                      <a:pt x="0" y="199"/>
                      <a:pt x="0" y="218"/>
                      <a:pt x="12" y="229"/>
                    </a:cubicBezTo>
                    <a:cubicBezTo>
                      <a:pt x="24" y="241"/>
                      <a:pt x="44" y="241"/>
                      <a:pt x="56" y="229"/>
                    </a:cubicBezTo>
                    <a:lnTo>
                      <a:pt x="123" y="165"/>
                    </a:lnTo>
                    <a:lnTo>
                      <a:pt x="190" y="229"/>
                    </a:lnTo>
                    <a:cubicBezTo>
                      <a:pt x="202" y="241"/>
                      <a:pt x="222" y="241"/>
                      <a:pt x="234" y="229"/>
                    </a:cubicBezTo>
                    <a:cubicBezTo>
                      <a:pt x="246" y="218"/>
                      <a:pt x="246" y="199"/>
                      <a:pt x="234" y="188"/>
                    </a:cubicBezTo>
                    <a:lnTo>
                      <a:pt x="167" y="122"/>
                    </a:lnTo>
                    <a:lnTo>
                      <a:pt x="234" y="56"/>
                    </a:lnTo>
                    <a:cubicBezTo>
                      <a:pt x="246" y="45"/>
                      <a:pt x="246" y="26"/>
                      <a:pt x="234" y="15"/>
                    </a:cubicBezTo>
                    <a:cubicBezTo>
                      <a:pt x="222" y="3"/>
                      <a:pt x="202" y="3"/>
                      <a:pt x="190" y="15"/>
                    </a:cubicBezTo>
                    <a:lnTo>
                      <a:pt x="123" y="79"/>
                    </a:lnTo>
                    <a:lnTo>
                      <a:pt x="56" y="15"/>
                    </a:lnTo>
                    <a:cubicBezTo>
                      <a:pt x="41" y="0"/>
                      <a:pt x="26" y="3"/>
                      <a:pt x="12" y="15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9525" cap="flat" cmpd="sng">
                <a:solidFill>
                  <a:srgbClr val="33333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78300" tIns="39150" rIns="78300" bIns="39150" anchor="t" anchorCtr="0">
                <a:noAutofit/>
              </a:bodyPr>
              <a:lstStyle/>
              <a:p>
                <a:pPr latinLnBrk="0">
                  <a:defRPr/>
                </a:pPr>
                <a:endParaRPr sz="771" kern="0">
                  <a:solidFill>
                    <a:srgbClr val="262626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" name="Google Shape;1201;p27">
                <a:extLst>
                  <a:ext uri="{FF2B5EF4-FFF2-40B4-BE49-F238E27FC236}">
                    <a16:creationId xmlns:a16="http://schemas.microsoft.com/office/drawing/2014/main" id="{F913E0B1-3746-2288-5EB7-B49E23C4782D}"/>
                  </a:ext>
                </a:extLst>
              </p:cNvPr>
              <p:cNvSpPr/>
              <p:nvPr/>
            </p:nvSpPr>
            <p:spPr>
              <a:xfrm>
                <a:off x="8403131" y="187272"/>
                <a:ext cx="179950" cy="181679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46" extrusionOk="0">
                    <a:moveTo>
                      <a:pt x="154" y="0"/>
                    </a:moveTo>
                    <a:cubicBezTo>
                      <a:pt x="131" y="0"/>
                      <a:pt x="108" y="1"/>
                      <a:pt x="86" y="1"/>
                    </a:cubicBezTo>
                    <a:cubicBezTo>
                      <a:pt x="70" y="1"/>
                      <a:pt x="57" y="13"/>
                      <a:pt x="57" y="28"/>
                    </a:cubicBezTo>
                    <a:lnTo>
                      <a:pt x="57" y="59"/>
                    </a:lnTo>
                    <a:cubicBezTo>
                      <a:pt x="48" y="59"/>
                      <a:pt x="38" y="59"/>
                      <a:pt x="28" y="59"/>
                    </a:cubicBezTo>
                    <a:cubicBezTo>
                      <a:pt x="13" y="59"/>
                      <a:pt x="0" y="71"/>
                      <a:pt x="0" y="86"/>
                    </a:cubicBezTo>
                    <a:lnTo>
                      <a:pt x="0" y="218"/>
                    </a:lnTo>
                    <a:cubicBezTo>
                      <a:pt x="0" y="233"/>
                      <a:pt x="13" y="246"/>
                      <a:pt x="28" y="246"/>
                    </a:cubicBezTo>
                    <a:lnTo>
                      <a:pt x="165" y="246"/>
                    </a:lnTo>
                    <a:cubicBezTo>
                      <a:pt x="183" y="246"/>
                      <a:pt x="193" y="231"/>
                      <a:pt x="193" y="218"/>
                    </a:cubicBezTo>
                    <a:lnTo>
                      <a:pt x="193" y="188"/>
                    </a:lnTo>
                    <a:lnTo>
                      <a:pt x="222" y="188"/>
                    </a:lnTo>
                    <a:cubicBezTo>
                      <a:pt x="240" y="188"/>
                      <a:pt x="250" y="173"/>
                      <a:pt x="250" y="160"/>
                    </a:cubicBezTo>
                    <a:lnTo>
                      <a:pt x="250" y="27"/>
                    </a:lnTo>
                    <a:cubicBezTo>
                      <a:pt x="250" y="9"/>
                      <a:pt x="237" y="0"/>
                      <a:pt x="222" y="0"/>
                    </a:cubicBezTo>
                    <a:cubicBezTo>
                      <a:pt x="199" y="0"/>
                      <a:pt x="177" y="0"/>
                      <a:pt x="154" y="0"/>
                    </a:cubicBezTo>
                    <a:close/>
                    <a:moveTo>
                      <a:pt x="109" y="52"/>
                    </a:moveTo>
                    <a:lnTo>
                      <a:pt x="198" y="52"/>
                    </a:lnTo>
                    <a:lnTo>
                      <a:pt x="198" y="138"/>
                    </a:lnTo>
                    <a:lnTo>
                      <a:pt x="193" y="138"/>
                    </a:lnTo>
                    <a:lnTo>
                      <a:pt x="193" y="85"/>
                    </a:lnTo>
                    <a:cubicBezTo>
                      <a:pt x="193" y="67"/>
                      <a:pt x="180" y="58"/>
                      <a:pt x="165" y="58"/>
                    </a:cubicBezTo>
                    <a:cubicBezTo>
                      <a:pt x="146" y="58"/>
                      <a:pt x="128" y="58"/>
                      <a:pt x="109" y="58"/>
                    </a:cubicBezTo>
                    <a:lnTo>
                      <a:pt x="109" y="52"/>
                    </a:lnTo>
                    <a:close/>
                    <a:moveTo>
                      <a:pt x="53" y="110"/>
                    </a:moveTo>
                    <a:lnTo>
                      <a:pt x="141" y="110"/>
                    </a:lnTo>
                    <a:lnTo>
                      <a:pt x="141" y="196"/>
                    </a:lnTo>
                    <a:lnTo>
                      <a:pt x="53" y="196"/>
                    </a:lnTo>
                    <a:lnTo>
                      <a:pt x="53" y="110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9525" cap="flat" cmpd="sng">
                <a:solidFill>
                  <a:srgbClr val="33333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78300" tIns="39150" rIns="78300" bIns="39150" anchor="t" anchorCtr="0">
                <a:noAutofit/>
              </a:bodyPr>
              <a:lstStyle/>
              <a:p>
                <a:pPr latinLnBrk="0">
                  <a:defRPr/>
                </a:pPr>
                <a:endParaRPr sz="771" kern="0">
                  <a:solidFill>
                    <a:srgbClr val="262626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" name="Google Shape;1202;p27">
                <a:extLst>
                  <a:ext uri="{FF2B5EF4-FFF2-40B4-BE49-F238E27FC236}">
                    <a16:creationId xmlns:a16="http://schemas.microsoft.com/office/drawing/2014/main" id="{EEB315E5-F661-35A6-A850-32AF18E1922E}"/>
                  </a:ext>
                </a:extLst>
              </p:cNvPr>
              <p:cNvSpPr/>
              <p:nvPr/>
            </p:nvSpPr>
            <p:spPr>
              <a:xfrm>
                <a:off x="8040633" y="325833"/>
                <a:ext cx="169606" cy="43118"/>
              </a:xfrm>
              <a:custGeom>
                <a:avLst/>
                <a:gdLst/>
                <a:ahLst/>
                <a:cxnLst/>
                <a:rect l="l" t="t" r="r" b="b"/>
                <a:pathLst>
                  <a:path w="236" h="59" extrusionOk="0">
                    <a:moveTo>
                      <a:pt x="32" y="0"/>
                    </a:moveTo>
                    <a:cubicBezTo>
                      <a:pt x="15" y="0"/>
                      <a:pt x="0" y="13"/>
                      <a:pt x="0" y="30"/>
                    </a:cubicBezTo>
                    <a:cubicBezTo>
                      <a:pt x="0" y="46"/>
                      <a:pt x="15" y="59"/>
                      <a:pt x="32" y="59"/>
                    </a:cubicBezTo>
                    <a:lnTo>
                      <a:pt x="205" y="59"/>
                    </a:lnTo>
                    <a:cubicBezTo>
                      <a:pt x="222" y="59"/>
                      <a:pt x="236" y="46"/>
                      <a:pt x="236" y="30"/>
                    </a:cubicBezTo>
                    <a:cubicBezTo>
                      <a:pt x="236" y="13"/>
                      <a:pt x="222" y="0"/>
                      <a:pt x="205" y="0"/>
                    </a:cubicBezTo>
                    <a:lnTo>
                      <a:pt x="32" y="0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9525" cap="flat" cmpd="sng">
                <a:solidFill>
                  <a:srgbClr val="33333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78300" tIns="39150" rIns="78300" bIns="39150" anchor="t" anchorCtr="0">
                <a:noAutofit/>
              </a:bodyPr>
              <a:lstStyle/>
              <a:p>
                <a:pPr latinLnBrk="0">
                  <a:defRPr/>
                </a:pPr>
                <a:endParaRPr sz="771" kern="0">
                  <a:solidFill>
                    <a:srgbClr val="262626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34" name="그룹 33">
              <a:extLst>
                <a:ext uri="{FF2B5EF4-FFF2-40B4-BE49-F238E27FC236}">
                  <a16:creationId xmlns:a16="http://schemas.microsoft.com/office/drawing/2014/main" id="{6EDC4AD3-5038-A385-EB7E-F72B5BAFCFA5}"/>
                </a:ext>
              </a:extLst>
            </p:cNvPr>
            <p:cNvGrpSpPr/>
            <p:nvPr/>
          </p:nvGrpSpPr>
          <p:grpSpPr>
            <a:xfrm>
              <a:off x="1707875" y="1805158"/>
              <a:ext cx="816595" cy="128258"/>
              <a:chOff x="186200" y="958444"/>
              <a:chExt cx="900035" cy="128258"/>
            </a:xfrm>
          </p:grpSpPr>
          <p:pic>
            <p:nvPicPr>
              <p:cNvPr id="35" name="그림 34">
                <a:extLst>
                  <a:ext uri="{FF2B5EF4-FFF2-40B4-BE49-F238E27FC236}">
                    <a16:creationId xmlns:a16="http://schemas.microsoft.com/office/drawing/2014/main" id="{7B6247D5-4CD4-33DA-D363-8BCA6E7FB7EF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r="58636"/>
              <a:stretch/>
            </p:blipFill>
            <p:spPr>
              <a:xfrm>
                <a:off x="186200" y="958444"/>
                <a:ext cx="372764" cy="128258"/>
              </a:xfrm>
              <a:prstGeom prst="rect">
                <a:avLst/>
              </a:prstGeom>
            </p:spPr>
          </p:pic>
          <p:pic>
            <p:nvPicPr>
              <p:cNvPr id="36" name="그림 35">
                <a:extLst>
                  <a:ext uri="{FF2B5EF4-FFF2-40B4-BE49-F238E27FC236}">
                    <a16:creationId xmlns:a16="http://schemas.microsoft.com/office/drawing/2014/main" id="{F2502BC9-666F-17E5-4017-6D0B3B13A28B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2">
                <a:lum bright="70000" contrast="-70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1491"/>
              <a:stretch/>
            </p:blipFill>
            <p:spPr>
              <a:xfrm>
                <a:off x="558964" y="958444"/>
                <a:ext cx="527271" cy="128258"/>
              </a:xfrm>
              <a:prstGeom prst="rect">
                <a:avLst/>
              </a:prstGeom>
            </p:spPr>
          </p:pic>
        </p:grpSp>
      </p:grp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6E5C22A0-FDB7-B50D-C6D7-D2E3F6769176}"/>
              </a:ext>
            </a:extLst>
          </p:cNvPr>
          <p:cNvSpPr/>
          <p:nvPr/>
        </p:nvSpPr>
        <p:spPr>
          <a:xfrm>
            <a:off x="1894267" y="1993474"/>
            <a:ext cx="7346293" cy="174091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  <a:sym typeface="Webdings" panose="05030102010509060703" pitchFamily="18" charset="2"/>
              </a:rPr>
              <a:t>      </a:t>
            </a:r>
            <a:r>
              <a:rPr kumimoji="1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[</a:t>
            </a:r>
            <a:r>
              <a:rPr kumimoji="1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이벤트 수상</a:t>
            </a:r>
            <a:r>
              <a:rPr kumimoji="1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] 2025 </a:t>
            </a:r>
            <a:r>
              <a:rPr kumimoji="1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투네이션 어워드 수상자 발표</a:t>
            </a:r>
          </a:p>
        </p:txBody>
      </p:sp>
      <p:pic>
        <p:nvPicPr>
          <p:cNvPr id="41" name="그래픽 40">
            <a:extLst>
              <a:ext uri="{FF2B5EF4-FFF2-40B4-BE49-F238E27FC236}">
                <a16:creationId xmlns:a16="http://schemas.microsoft.com/office/drawing/2014/main" id="{140E6FB0-7EC4-D78C-CA4D-DD6554BE4E0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908446" y="1999995"/>
            <a:ext cx="159090" cy="159090"/>
          </a:xfrm>
          <a:prstGeom prst="rect">
            <a:avLst/>
          </a:prstGeom>
        </p:spPr>
      </p:pic>
      <p:grpSp>
        <p:nvGrpSpPr>
          <p:cNvPr id="42" name="그룹 41">
            <a:extLst>
              <a:ext uri="{FF2B5EF4-FFF2-40B4-BE49-F238E27FC236}">
                <a16:creationId xmlns:a16="http://schemas.microsoft.com/office/drawing/2014/main" id="{F4D43190-F012-1C4E-FA9A-175135A1F360}"/>
              </a:ext>
            </a:extLst>
          </p:cNvPr>
          <p:cNvGrpSpPr/>
          <p:nvPr/>
        </p:nvGrpSpPr>
        <p:grpSpPr>
          <a:xfrm>
            <a:off x="9095579" y="2190028"/>
            <a:ext cx="153985" cy="4066819"/>
            <a:chOff x="8996362" y="1394838"/>
            <a:chExt cx="153985" cy="4066819"/>
          </a:xfrm>
        </p:grpSpPr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311D3576-1F2F-0122-989F-3C7C9CBFAD8E}"/>
                </a:ext>
              </a:extLst>
            </p:cNvPr>
            <p:cNvSpPr/>
            <p:nvPr/>
          </p:nvSpPr>
          <p:spPr>
            <a:xfrm rot="5400000">
              <a:off x="7039945" y="3351255"/>
              <a:ext cx="4066819" cy="153985"/>
            </a:xfrm>
            <a:prstGeom prst="rect">
              <a:avLst/>
            </a:prstGeom>
            <a:solidFill>
              <a:sysClr val="windowText" lastClr="000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grpSp>
          <p:nvGrpSpPr>
            <p:cNvPr id="44" name="그룹 43">
              <a:extLst>
                <a:ext uri="{FF2B5EF4-FFF2-40B4-BE49-F238E27FC236}">
                  <a16:creationId xmlns:a16="http://schemas.microsoft.com/office/drawing/2014/main" id="{8ED24D59-6582-48F4-3C1D-3D4B5289ABA1}"/>
                </a:ext>
              </a:extLst>
            </p:cNvPr>
            <p:cNvGrpSpPr/>
            <p:nvPr/>
          </p:nvGrpSpPr>
          <p:grpSpPr>
            <a:xfrm>
              <a:off x="9022645" y="3366303"/>
              <a:ext cx="103354" cy="112704"/>
              <a:chOff x="11526163" y="182706"/>
              <a:chExt cx="618370" cy="524775"/>
            </a:xfrm>
          </p:grpSpPr>
          <p:sp>
            <p:nvSpPr>
              <p:cNvPr id="45" name="순서도: 판단 44">
                <a:extLst>
                  <a:ext uri="{FF2B5EF4-FFF2-40B4-BE49-F238E27FC236}">
                    <a16:creationId xmlns:a16="http://schemas.microsoft.com/office/drawing/2014/main" id="{FF60153E-CD5C-EA46-2B79-21ADB39D54F1}"/>
                  </a:ext>
                </a:extLst>
              </p:cNvPr>
              <p:cNvSpPr/>
              <p:nvPr/>
            </p:nvSpPr>
            <p:spPr>
              <a:xfrm>
                <a:off x="11526163" y="483040"/>
                <a:ext cx="618370" cy="224441"/>
              </a:xfrm>
              <a:prstGeom prst="flowChartDecision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0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46" name="순서도: 판단 45">
                <a:extLst>
                  <a:ext uri="{FF2B5EF4-FFF2-40B4-BE49-F238E27FC236}">
                    <a16:creationId xmlns:a16="http://schemas.microsoft.com/office/drawing/2014/main" id="{BB8CD5E4-0861-FDFA-6D10-FD8458810166}"/>
                  </a:ext>
                </a:extLst>
              </p:cNvPr>
              <p:cNvSpPr/>
              <p:nvPr/>
            </p:nvSpPr>
            <p:spPr>
              <a:xfrm>
                <a:off x="11526163" y="332875"/>
                <a:ext cx="618370" cy="224441"/>
              </a:xfrm>
              <a:prstGeom prst="flowChartDecision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0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47" name="순서도: 판단 46">
                <a:extLst>
                  <a:ext uri="{FF2B5EF4-FFF2-40B4-BE49-F238E27FC236}">
                    <a16:creationId xmlns:a16="http://schemas.microsoft.com/office/drawing/2014/main" id="{E073C981-DB9B-F212-747B-F4E29118E17C}"/>
                  </a:ext>
                </a:extLst>
              </p:cNvPr>
              <p:cNvSpPr/>
              <p:nvPr/>
            </p:nvSpPr>
            <p:spPr>
              <a:xfrm>
                <a:off x="11526163" y="182706"/>
                <a:ext cx="618370" cy="224441"/>
              </a:xfrm>
              <a:prstGeom prst="flowChartDecision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0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pic>
        <p:nvPicPr>
          <p:cNvPr id="61" name="그래픽 60">
            <a:extLst>
              <a:ext uri="{FF2B5EF4-FFF2-40B4-BE49-F238E27FC236}">
                <a16:creationId xmlns:a16="http://schemas.microsoft.com/office/drawing/2014/main" id="{D8292CD4-FC4D-C4ED-B4C3-051ED825649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8544788" y="1810116"/>
            <a:ext cx="145612" cy="145612"/>
          </a:xfrm>
          <a:prstGeom prst="rect">
            <a:avLst/>
          </a:prstGeom>
        </p:spPr>
      </p:pic>
      <p:pic>
        <p:nvPicPr>
          <p:cNvPr id="62" name="그림 61">
            <a:extLst>
              <a:ext uri="{FF2B5EF4-FFF2-40B4-BE49-F238E27FC236}">
                <a16:creationId xmlns:a16="http://schemas.microsoft.com/office/drawing/2014/main" id="{C51A88D9-E212-6DBC-D640-3F918DC36D4B}"/>
              </a:ext>
            </a:extLst>
          </p:cNvPr>
          <p:cNvPicPr>
            <a:picLocks noChangeAspect="1"/>
          </p:cNvPicPr>
          <p:nvPr/>
        </p:nvPicPr>
        <p:blipFill>
          <a:blip r:embed="rId7">
            <a:biLevel thresh="75000"/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039839" y="2003087"/>
            <a:ext cx="162159" cy="162161"/>
          </a:xfrm>
          <a:prstGeom prst="rect">
            <a:avLst/>
          </a:prstGeom>
        </p:spPr>
      </p:pic>
      <p:pic>
        <p:nvPicPr>
          <p:cNvPr id="63" name="그림 62">
            <a:extLst>
              <a:ext uri="{FF2B5EF4-FFF2-40B4-BE49-F238E27FC236}">
                <a16:creationId xmlns:a16="http://schemas.microsoft.com/office/drawing/2014/main" id="{1C8BC75C-1732-4F24-967A-FFDC79CF21F7}"/>
              </a:ext>
            </a:extLst>
          </p:cNvPr>
          <p:cNvPicPr>
            <a:picLocks noChangeAspect="1"/>
          </p:cNvPicPr>
          <p:nvPr/>
        </p:nvPicPr>
        <p:blipFill>
          <a:blip r:embed="rId9">
            <a:biLevel thresh="75000"/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8834395" y="2003087"/>
            <a:ext cx="162161" cy="162162"/>
          </a:xfrm>
          <a:prstGeom prst="rect">
            <a:avLst/>
          </a:prstGeom>
        </p:spPr>
      </p:pic>
      <p:pic>
        <p:nvPicPr>
          <p:cNvPr id="128" name="그림 127">
            <a:extLst>
              <a:ext uri="{FF2B5EF4-FFF2-40B4-BE49-F238E27FC236}">
                <a16:creationId xmlns:a16="http://schemas.microsoft.com/office/drawing/2014/main" id="{1BF3D0D8-790B-FF08-4172-62ADA0797707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894267" y="2183409"/>
            <a:ext cx="4291956" cy="3334801"/>
          </a:xfrm>
          <a:prstGeom prst="rect">
            <a:avLst/>
          </a:prstGeom>
        </p:spPr>
      </p:pic>
      <p:pic>
        <p:nvPicPr>
          <p:cNvPr id="129" name="그림 128">
            <a:extLst>
              <a:ext uri="{FF2B5EF4-FFF2-40B4-BE49-F238E27FC236}">
                <a16:creationId xmlns:a16="http://schemas.microsoft.com/office/drawing/2014/main" id="{CBFC69B6-D3C4-F9D7-86F5-4457F5071A41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204695" y="2183378"/>
            <a:ext cx="1536325" cy="4066384"/>
          </a:xfrm>
          <a:prstGeom prst="rect">
            <a:avLst/>
          </a:prstGeom>
        </p:spPr>
      </p:pic>
      <p:pic>
        <p:nvPicPr>
          <p:cNvPr id="130" name="그림 129">
            <a:extLst>
              <a:ext uri="{FF2B5EF4-FFF2-40B4-BE49-F238E27FC236}">
                <a16:creationId xmlns:a16="http://schemas.microsoft.com/office/drawing/2014/main" id="{FA71074B-577A-E626-C3E4-8785D468CD95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755562" y="4881748"/>
            <a:ext cx="1316850" cy="1377815"/>
          </a:xfrm>
          <a:prstGeom prst="rect">
            <a:avLst/>
          </a:prstGeom>
        </p:spPr>
      </p:pic>
      <p:pic>
        <p:nvPicPr>
          <p:cNvPr id="131" name="그림 130">
            <a:extLst>
              <a:ext uri="{FF2B5EF4-FFF2-40B4-BE49-F238E27FC236}">
                <a16:creationId xmlns:a16="http://schemas.microsoft.com/office/drawing/2014/main" id="{BB0C0841-69AB-838B-45C4-6A23EDF24D93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751296" y="2190102"/>
            <a:ext cx="1329043" cy="2682472"/>
          </a:xfrm>
          <a:prstGeom prst="rect">
            <a:avLst/>
          </a:prstGeom>
        </p:spPr>
      </p:pic>
      <p:pic>
        <p:nvPicPr>
          <p:cNvPr id="132" name="그림 131">
            <a:extLst>
              <a:ext uri="{FF2B5EF4-FFF2-40B4-BE49-F238E27FC236}">
                <a16:creationId xmlns:a16="http://schemas.microsoft.com/office/drawing/2014/main" id="{83030D72-81B8-8EE3-6F06-7C6A6CE8BC3E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894267" y="5534054"/>
            <a:ext cx="3225064" cy="713294"/>
          </a:xfrm>
          <a:prstGeom prst="rect">
            <a:avLst/>
          </a:prstGeom>
        </p:spPr>
      </p:pic>
      <p:pic>
        <p:nvPicPr>
          <p:cNvPr id="133" name="그림 132">
            <a:extLst>
              <a:ext uri="{FF2B5EF4-FFF2-40B4-BE49-F238E27FC236}">
                <a16:creationId xmlns:a16="http://schemas.microsoft.com/office/drawing/2014/main" id="{F5D03E42-EAC0-3791-2080-C12DB4D7D915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137479" y="5531751"/>
            <a:ext cx="1059225" cy="722765"/>
          </a:xfrm>
          <a:prstGeom prst="rect">
            <a:avLst/>
          </a:prstGeom>
        </p:spPr>
      </p:pic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3634B73B-276F-2076-A12A-4C0EEE3B74E4}"/>
              </a:ext>
            </a:extLst>
          </p:cNvPr>
          <p:cNvGrpSpPr/>
          <p:nvPr/>
        </p:nvGrpSpPr>
        <p:grpSpPr>
          <a:xfrm>
            <a:off x="3113950" y="5613896"/>
            <a:ext cx="4962702" cy="469914"/>
            <a:chOff x="3035660" y="5647049"/>
            <a:chExt cx="4962702" cy="469914"/>
          </a:xfrm>
        </p:grpSpPr>
        <p:grpSp>
          <p:nvGrpSpPr>
            <p:cNvPr id="135" name="그룹 134">
              <a:extLst>
                <a:ext uri="{FF2B5EF4-FFF2-40B4-BE49-F238E27FC236}">
                  <a16:creationId xmlns:a16="http://schemas.microsoft.com/office/drawing/2014/main" id="{4E55CC99-2EB5-E7AE-B1A1-0A723314F37F}"/>
                </a:ext>
              </a:extLst>
            </p:cNvPr>
            <p:cNvGrpSpPr/>
            <p:nvPr/>
          </p:nvGrpSpPr>
          <p:grpSpPr>
            <a:xfrm>
              <a:off x="3035660" y="5647049"/>
              <a:ext cx="4962702" cy="469914"/>
              <a:chOff x="1961391" y="5208063"/>
              <a:chExt cx="4962702" cy="469914"/>
            </a:xfrm>
          </p:grpSpPr>
          <p:sp>
            <p:nvSpPr>
              <p:cNvPr id="137" name="사각형: 둥근 모서리 136">
                <a:extLst>
                  <a:ext uri="{FF2B5EF4-FFF2-40B4-BE49-F238E27FC236}">
                    <a16:creationId xmlns:a16="http://schemas.microsoft.com/office/drawing/2014/main" id="{BB970C9E-1182-C546-8BFC-FB90BCA1291C}"/>
                  </a:ext>
                </a:extLst>
              </p:cNvPr>
              <p:cNvSpPr/>
              <p:nvPr/>
            </p:nvSpPr>
            <p:spPr>
              <a:xfrm>
                <a:off x="1961391" y="5208063"/>
                <a:ext cx="4962702" cy="469914"/>
              </a:xfrm>
              <a:prstGeom prst="roundRect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0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endParaRPr>
              </a:p>
            </p:txBody>
          </p:sp>
          <p:grpSp>
            <p:nvGrpSpPr>
              <p:cNvPr id="138" name="그룹 137">
                <a:extLst>
                  <a:ext uri="{FF2B5EF4-FFF2-40B4-BE49-F238E27FC236}">
                    <a16:creationId xmlns:a16="http://schemas.microsoft.com/office/drawing/2014/main" id="{5AC4C504-644B-3C1F-EC17-9BA01E6B4FDD}"/>
                  </a:ext>
                </a:extLst>
              </p:cNvPr>
              <p:cNvGrpSpPr/>
              <p:nvPr/>
            </p:nvGrpSpPr>
            <p:grpSpPr>
              <a:xfrm>
                <a:off x="2054587" y="5282944"/>
                <a:ext cx="320153" cy="320153"/>
                <a:chOff x="3446562" y="5826004"/>
                <a:chExt cx="342329" cy="342329"/>
              </a:xfrm>
            </p:grpSpPr>
            <p:pic>
              <p:nvPicPr>
                <p:cNvPr id="151" name="그래픽 150">
                  <a:extLst>
                    <a:ext uri="{FF2B5EF4-FFF2-40B4-BE49-F238E27FC236}">
                      <a16:creationId xmlns:a16="http://schemas.microsoft.com/office/drawing/2014/main" id="{53B16FE0-F2DE-FC7B-5963-82E6F03BEB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446562" y="5826004"/>
                  <a:ext cx="342329" cy="342329"/>
                </a:xfrm>
                <a:prstGeom prst="rect">
                  <a:avLst/>
                </a:prstGeom>
              </p:spPr>
            </p:pic>
            <p:pic>
              <p:nvPicPr>
                <p:cNvPr id="152" name="그래픽 151">
                  <a:extLst>
                    <a:ext uri="{FF2B5EF4-FFF2-40B4-BE49-F238E27FC236}">
                      <a16:creationId xmlns:a16="http://schemas.microsoft.com/office/drawing/2014/main" id="{C7887793-4BE7-8344-6F0C-7C1D737BC84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2524" y="5924778"/>
                  <a:ext cx="158400" cy="158400"/>
                </a:xfrm>
                <a:prstGeom prst="rect">
                  <a:avLst/>
                </a:prstGeom>
              </p:spPr>
            </p:pic>
          </p:grpSp>
          <p:cxnSp>
            <p:nvCxnSpPr>
              <p:cNvPr id="139" name="직선 연결선 138">
                <a:extLst>
                  <a:ext uri="{FF2B5EF4-FFF2-40B4-BE49-F238E27FC236}">
                    <a16:creationId xmlns:a16="http://schemas.microsoft.com/office/drawing/2014/main" id="{B9171C45-652C-93F6-7FD0-539D5CADA741}"/>
                  </a:ext>
                </a:extLst>
              </p:cNvPr>
              <p:cNvCxnSpPr/>
              <p:nvPr/>
            </p:nvCxnSpPr>
            <p:spPr>
              <a:xfrm>
                <a:off x="2902006" y="5355125"/>
                <a:ext cx="0" cy="178159"/>
              </a:xfrm>
              <a:prstGeom prst="line">
                <a:avLst/>
              </a:prstGeom>
              <a:noFill/>
              <a:ln w="635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</p:cxnSp>
          <p:sp>
            <p:nvSpPr>
              <p:cNvPr id="140" name="사각형: 둥근 모서리 139">
                <a:extLst>
                  <a:ext uri="{FF2B5EF4-FFF2-40B4-BE49-F238E27FC236}">
                    <a16:creationId xmlns:a16="http://schemas.microsoft.com/office/drawing/2014/main" id="{F3E86777-1B62-C1BE-6AF7-2E55E2B6E303}"/>
                  </a:ext>
                </a:extLst>
              </p:cNvPr>
              <p:cNvSpPr/>
              <p:nvPr/>
            </p:nvSpPr>
            <p:spPr>
              <a:xfrm>
                <a:off x="3004117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rPr>
                  <a:t>Icon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rPr>
                  <a:t>1</a:t>
                </a:r>
                <a:endParaRPr kumimoji="1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41" name="사각형: 둥근 모서리 140">
                <a:extLst>
                  <a:ext uri="{FF2B5EF4-FFF2-40B4-BE49-F238E27FC236}">
                    <a16:creationId xmlns:a16="http://schemas.microsoft.com/office/drawing/2014/main" id="{CB977FDD-729F-1C3B-4CD4-9B03E4C6B35E}"/>
                  </a:ext>
                </a:extLst>
              </p:cNvPr>
              <p:cNvSpPr/>
              <p:nvPr/>
            </p:nvSpPr>
            <p:spPr>
              <a:xfrm>
                <a:off x="3396281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rPr>
                  <a:t>Icon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rPr>
                  <a:t>2</a:t>
                </a:r>
                <a:endParaRPr kumimoji="1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42" name="사각형: 둥근 모서리 141">
                <a:extLst>
                  <a:ext uri="{FF2B5EF4-FFF2-40B4-BE49-F238E27FC236}">
                    <a16:creationId xmlns:a16="http://schemas.microsoft.com/office/drawing/2014/main" id="{DBD13253-28E8-4FBE-5B5F-4B595A77EEAC}"/>
                  </a:ext>
                </a:extLst>
              </p:cNvPr>
              <p:cNvSpPr/>
              <p:nvPr/>
            </p:nvSpPr>
            <p:spPr>
              <a:xfrm>
                <a:off x="3788445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rPr>
                  <a:t>Icon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rPr>
                  <a:t>3</a:t>
                </a:r>
                <a:endParaRPr kumimoji="1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43" name="사각형: 둥근 모서리 142">
                <a:extLst>
                  <a:ext uri="{FF2B5EF4-FFF2-40B4-BE49-F238E27FC236}">
                    <a16:creationId xmlns:a16="http://schemas.microsoft.com/office/drawing/2014/main" id="{172820A3-AB85-AC80-24EB-92252D7E9730}"/>
                  </a:ext>
                </a:extLst>
              </p:cNvPr>
              <p:cNvSpPr/>
              <p:nvPr/>
            </p:nvSpPr>
            <p:spPr>
              <a:xfrm>
                <a:off x="4180609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rPr>
                  <a:t>Icon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rPr>
                  <a:t>4</a:t>
                </a:r>
                <a:endParaRPr kumimoji="1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44" name="사각형: 둥근 모서리 143">
                <a:extLst>
                  <a:ext uri="{FF2B5EF4-FFF2-40B4-BE49-F238E27FC236}">
                    <a16:creationId xmlns:a16="http://schemas.microsoft.com/office/drawing/2014/main" id="{4F7C0E67-F110-0E27-79E8-5580153E82EC}"/>
                  </a:ext>
                </a:extLst>
              </p:cNvPr>
              <p:cNvSpPr/>
              <p:nvPr/>
            </p:nvSpPr>
            <p:spPr>
              <a:xfrm>
                <a:off x="4572773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rPr>
                  <a:t>Icon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rPr>
                  <a:t>5</a:t>
                </a:r>
                <a:endParaRPr kumimoji="1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45" name="사각형: 둥근 모서리 144">
                <a:extLst>
                  <a:ext uri="{FF2B5EF4-FFF2-40B4-BE49-F238E27FC236}">
                    <a16:creationId xmlns:a16="http://schemas.microsoft.com/office/drawing/2014/main" id="{B17DB30F-E69A-389D-C174-07367B41B886}"/>
                  </a:ext>
                </a:extLst>
              </p:cNvPr>
              <p:cNvSpPr/>
              <p:nvPr/>
            </p:nvSpPr>
            <p:spPr>
              <a:xfrm>
                <a:off x="4964937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rPr>
                  <a:t>Icon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rPr>
                  <a:t>6</a:t>
                </a:r>
                <a:endParaRPr kumimoji="1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46" name="사각형: 둥근 모서리 145">
                <a:extLst>
                  <a:ext uri="{FF2B5EF4-FFF2-40B4-BE49-F238E27FC236}">
                    <a16:creationId xmlns:a16="http://schemas.microsoft.com/office/drawing/2014/main" id="{C354A313-08C9-4611-39A1-BA4927C012FA}"/>
                  </a:ext>
                </a:extLst>
              </p:cNvPr>
              <p:cNvSpPr/>
              <p:nvPr/>
            </p:nvSpPr>
            <p:spPr>
              <a:xfrm>
                <a:off x="5357101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rPr>
                  <a:t>Icon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rPr>
                  <a:t>7</a:t>
                </a:r>
                <a:endParaRPr kumimoji="1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48" name="사각형: 둥근 모서리 147">
                <a:extLst>
                  <a:ext uri="{FF2B5EF4-FFF2-40B4-BE49-F238E27FC236}">
                    <a16:creationId xmlns:a16="http://schemas.microsoft.com/office/drawing/2014/main" id="{E1F82534-08E6-4DAD-E6F1-A851159FE165}"/>
                  </a:ext>
                </a:extLst>
              </p:cNvPr>
              <p:cNvSpPr/>
              <p:nvPr/>
            </p:nvSpPr>
            <p:spPr>
              <a:xfrm>
                <a:off x="5749265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rPr>
                  <a:t>Icon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rPr>
                  <a:t>8</a:t>
                </a:r>
                <a:endParaRPr kumimoji="1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49" name="사각형: 둥근 모서리 148">
                <a:extLst>
                  <a:ext uri="{FF2B5EF4-FFF2-40B4-BE49-F238E27FC236}">
                    <a16:creationId xmlns:a16="http://schemas.microsoft.com/office/drawing/2014/main" id="{F6029120-9E63-93C0-7F70-D020E7194280}"/>
                  </a:ext>
                </a:extLst>
              </p:cNvPr>
              <p:cNvSpPr/>
              <p:nvPr/>
            </p:nvSpPr>
            <p:spPr>
              <a:xfrm>
                <a:off x="6141425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rPr>
                  <a:t>Icon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rPr>
                  <a:t>9</a:t>
                </a:r>
                <a:endParaRPr kumimoji="1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50" name="사각형: 둥근 모서리 149">
                <a:extLst>
                  <a:ext uri="{FF2B5EF4-FFF2-40B4-BE49-F238E27FC236}">
                    <a16:creationId xmlns:a16="http://schemas.microsoft.com/office/drawing/2014/main" id="{DCED40A9-EFA8-E95A-C8F3-009ECC16C21B}"/>
                  </a:ext>
                </a:extLst>
              </p:cNvPr>
              <p:cNvSpPr/>
              <p:nvPr/>
            </p:nvSpPr>
            <p:spPr>
              <a:xfrm>
                <a:off x="6532759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rPr>
                  <a:t>Icon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rPr>
                  <a:t>10</a:t>
                </a:r>
                <a:endParaRPr kumimoji="1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pic>
          <p:nvPicPr>
            <p:cNvPr id="136" name="그림 135">
              <a:extLst>
                <a:ext uri="{FF2B5EF4-FFF2-40B4-BE49-F238E27FC236}">
                  <a16:creationId xmlns:a16="http://schemas.microsoft.com/office/drawing/2014/main" id="{942807E1-874A-B602-E17C-52E0F22E69DE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BEBA8EAE-BF5A-486C-A8C5-ECC9F3942E4B}">
                  <a14:imgProps xmlns:a14="http://schemas.microsoft.com/office/drawing/2010/main">
                    <a14:imgLayer r:embed="rId20">
                      <a14:imgEffect>
                        <a14:saturation sat="0"/>
                      </a14:imgEffect>
                      <a14:imgEffect>
                        <a14:brightnessContrast bright="-2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3527186" y="5721930"/>
              <a:ext cx="320153" cy="320153"/>
            </a:xfrm>
            <a:prstGeom prst="rect">
              <a:avLst/>
            </a:prstGeom>
          </p:spPr>
        </p:pic>
      </p:grpSp>
      <p:sp>
        <p:nvSpPr>
          <p:cNvPr id="366" name="텍스트 개체 틀 365">
            <a:extLst>
              <a:ext uri="{FF2B5EF4-FFF2-40B4-BE49-F238E27FC236}">
                <a16:creationId xmlns:a16="http://schemas.microsoft.com/office/drawing/2014/main" id="{2EF83B12-D1E4-F86F-D512-D5B27A4886E7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marL="0" indent="0">
              <a:buNone/>
            </a:pPr>
            <a:r>
              <a:rPr lang="ko-KR" altLang="en-US" dirty="0"/>
              <a:t>클라이언트 리모컨 기본 구성</a:t>
            </a:r>
          </a:p>
        </p:txBody>
      </p:sp>
      <p:sp>
        <p:nvSpPr>
          <p:cNvPr id="365" name="제목 364">
            <a:extLst>
              <a:ext uri="{FF2B5EF4-FFF2-40B4-BE49-F238E27FC236}">
                <a16:creationId xmlns:a16="http://schemas.microsoft.com/office/drawing/2014/main" id="{063811E8-E389-BD24-8128-D5A0EF2863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클라이언트 리모컨 기본 구성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6597C744-ADCF-A85B-5066-7E48B68C4AB4}"/>
              </a:ext>
            </a:extLst>
          </p:cNvPr>
          <p:cNvSpPr txBox="1"/>
          <p:nvPr/>
        </p:nvSpPr>
        <p:spPr>
          <a:xfrm>
            <a:off x="9449819" y="4490510"/>
            <a:ext cx="1665374" cy="338554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레이아웃 </a:t>
            </a:r>
            <a:r>
              <a:rPr lang="ko-KR" altLang="en-US" sz="800" b="1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프리셋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창의 위치 및 설정 값을 기억</a:t>
            </a:r>
          </a:p>
        </p:txBody>
      </p:sp>
      <p:cxnSp>
        <p:nvCxnSpPr>
          <p:cNvPr id="326" name="연결선: 꺾임 325">
            <a:extLst>
              <a:ext uri="{FF2B5EF4-FFF2-40B4-BE49-F238E27FC236}">
                <a16:creationId xmlns:a16="http://schemas.microsoft.com/office/drawing/2014/main" id="{172AFCAC-D28F-B175-B2DC-65290718324E}"/>
              </a:ext>
            </a:extLst>
          </p:cNvPr>
          <p:cNvCxnSpPr>
            <a:cxnSpLocks/>
            <a:stCxn id="325" idx="0"/>
            <a:endCxn id="46" idx="3"/>
          </p:cNvCxnSpPr>
          <p:nvPr/>
        </p:nvCxnSpPr>
        <p:spPr>
          <a:xfrm rot="16200000" flipV="1">
            <a:off x="9617529" y="3825533"/>
            <a:ext cx="272665" cy="1057290"/>
          </a:xfrm>
          <a:prstGeom prst="bentConnector2">
            <a:avLst/>
          </a:prstGeom>
          <a:ln>
            <a:solidFill>
              <a:srgbClr val="FF0000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3" name="TextBox 352">
            <a:extLst>
              <a:ext uri="{FF2B5EF4-FFF2-40B4-BE49-F238E27FC236}">
                <a16:creationId xmlns:a16="http://schemas.microsoft.com/office/drawing/2014/main" id="{E98224A3-2A56-55F6-26B8-ECA1EB87CC39}"/>
              </a:ext>
            </a:extLst>
          </p:cNvPr>
          <p:cNvSpPr txBox="1"/>
          <p:nvPr/>
        </p:nvSpPr>
        <p:spPr>
          <a:xfrm>
            <a:off x="2148359" y="5226712"/>
            <a:ext cx="1369286" cy="338554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리모컨 독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(Dock)</a:t>
            </a:r>
          </a:p>
          <a:p>
            <a:pPr marL="171450" indent="-171450">
              <a:buFontTx/>
              <a:buChar char="-"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각 위젯의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on/off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기능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364" name="연결선: 꺾임 363">
            <a:extLst>
              <a:ext uri="{FF2B5EF4-FFF2-40B4-BE49-F238E27FC236}">
                <a16:creationId xmlns:a16="http://schemas.microsoft.com/office/drawing/2014/main" id="{AB7D39EC-ADB2-F362-5E70-F242ED7A2615}"/>
              </a:ext>
            </a:extLst>
          </p:cNvPr>
          <p:cNvCxnSpPr>
            <a:cxnSpLocks/>
            <a:stCxn id="353" idx="2"/>
            <a:endCxn id="137" idx="1"/>
          </p:cNvCxnSpPr>
          <p:nvPr/>
        </p:nvCxnSpPr>
        <p:spPr>
          <a:xfrm rot="16200000" flipH="1">
            <a:off x="2831683" y="5566585"/>
            <a:ext cx="283587" cy="280948"/>
          </a:xfrm>
          <a:prstGeom prst="bentConnector2">
            <a:avLst/>
          </a:prstGeom>
          <a:ln>
            <a:solidFill>
              <a:srgbClr val="FF0000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7" name="TextBox 366">
            <a:extLst>
              <a:ext uri="{FF2B5EF4-FFF2-40B4-BE49-F238E27FC236}">
                <a16:creationId xmlns:a16="http://schemas.microsoft.com/office/drawing/2014/main" id="{6054A07E-F71F-DED8-F06F-A80273A68DC8}"/>
              </a:ext>
            </a:extLst>
          </p:cNvPr>
          <p:cNvSpPr txBox="1"/>
          <p:nvPr/>
        </p:nvSpPr>
        <p:spPr>
          <a:xfrm>
            <a:off x="6204695" y="1305327"/>
            <a:ext cx="2094713" cy="338554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압정 버튼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-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클릭하면 해당 창은 항상 맨 앞에 위치</a:t>
            </a:r>
          </a:p>
        </p:txBody>
      </p:sp>
      <p:cxnSp>
        <p:nvCxnSpPr>
          <p:cNvPr id="368" name="연결선: 꺾임 367">
            <a:extLst>
              <a:ext uri="{FF2B5EF4-FFF2-40B4-BE49-F238E27FC236}">
                <a16:creationId xmlns:a16="http://schemas.microsoft.com/office/drawing/2014/main" id="{14A08611-0275-5AB0-1D94-7AC3009BD5D1}"/>
              </a:ext>
            </a:extLst>
          </p:cNvPr>
          <p:cNvCxnSpPr>
            <a:cxnSpLocks/>
            <a:stCxn id="367" idx="3"/>
            <a:endCxn id="61" idx="0"/>
          </p:cNvCxnSpPr>
          <p:nvPr/>
        </p:nvCxnSpPr>
        <p:spPr>
          <a:xfrm>
            <a:off x="8299408" y="1474604"/>
            <a:ext cx="318186" cy="335512"/>
          </a:xfrm>
          <a:prstGeom prst="bentConnector2">
            <a:avLst/>
          </a:prstGeom>
          <a:ln>
            <a:solidFill>
              <a:srgbClr val="FF0000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2" name="TextBox 371">
            <a:extLst>
              <a:ext uri="{FF2B5EF4-FFF2-40B4-BE49-F238E27FC236}">
                <a16:creationId xmlns:a16="http://schemas.microsoft.com/office/drawing/2014/main" id="{31E313E2-8633-44FF-2CD3-4E05BAE64ED5}"/>
              </a:ext>
            </a:extLst>
          </p:cNvPr>
          <p:cNvSpPr txBox="1"/>
          <p:nvPr/>
        </p:nvSpPr>
        <p:spPr>
          <a:xfrm>
            <a:off x="2711624" y="1340768"/>
            <a:ext cx="1915376" cy="338554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투네이션 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BI </a:t>
            </a:r>
          </a:p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-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클릭하면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index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페이지로 새 창 링크</a:t>
            </a:r>
          </a:p>
        </p:txBody>
      </p:sp>
      <p:cxnSp>
        <p:nvCxnSpPr>
          <p:cNvPr id="373" name="연결선: 꺾임 372">
            <a:extLst>
              <a:ext uri="{FF2B5EF4-FFF2-40B4-BE49-F238E27FC236}">
                <a16:creationId xmlns:a16="http://schemas.microsoft.com/office/drawing/2014/main" id="{D9D5513F-4F8C-5416-BCDD-77FD2C46CBAD}"/>
              </a:ext>
            </a:extLst>
          </p:cNvPr>
          <p:cNvCxnSpPr>
            <a:cxnSpLocks/>
            <a:stCxn id="372" idx="1"/>
          </p:cNvCxnSpPr>
          <p:nvPr/>
        </p:nvCxnSpPr>
        <p:spPr>
          <a:xfrm rot="10800000" flipV="1">
            <a:off x="2136140" y="1510045"/>
            <a:ext cx="575484" cy="297816"/>
          </a:xfrm>
          <a:prstGeom prst="bentConnector2">
            <a:avLst/>
          </a:prstGeom>
          <a:ln>
            <a:solidFill>
              <a:srgbClr val="FF0000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4" name="TextBox 383">
            <a:extLst>
              <a:ext uri="{FF2B5EF4-FFF2-40B4-BE49-F238E27FC236}">
                <a16:creationId xmlns:a16="http://schemas.microsoft.com/office/drawing/2014/main" id="{3BB3F934-D77E-C89F-EC75-6C12BF811CA3}"/>
              </a:ext>
            </a:extLst>
          </p:cNvPr>
          <p:cNvSpPr txBox="1"/>
          <p:nvPr/>
        </p:nvSpPr>
        <p:spPr>
          <a:xfrm>
            <a:off x="2727049" y="3272853"/>
            <a:ext cx="5572359" cy="964175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txBody>
          <a:bodyPr wrap="non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캔버스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20000"/>
              </a:lnSpc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각각의 위젯을 놓을 수 있는 공간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20000"/>
              </a:lnSpc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캔버스 전체 영역은 브라우저의 </a:t>
            </a:r>
            <a:r>
              <a:rPr lang="ko-KR" altLang="en-US" sz="8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뷰포트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크기에 맞춰 고정되며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위젯들은 설정된 비율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(%)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을 유지하며 함께 확대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축소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20000"/>
              </a:lnSpc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 Dock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의 버튼 이용하여 각 위젯을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on/off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가능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20000"/>
              </a:lnSpc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각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위젯은 </a:t>
            </a:r>
            <a:r>
              <a:rPr lang="ko-KR" altLang="en-US" sz="8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드레그앤드롭으로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위젯의 위치와 크기 등을 변경 가능</a:t>
            </a:r>
            <a:b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사용자가 </a:t>
            </a:r>
            <a:r>
              <a:rPr lang="ko-KR" altLang="en-US" sz="8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커스텀한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위젯의 위치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크기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상태 </a:t>
            </a:r>
            <a:r>
              <a:rPr lang="ko-KR" altLang="en-US" sz="8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등를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저장하여 </a:t>
            </a:r>
            <a:r>
              <a:rPr lang="ko-KR" altLang="en-US" sz="8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재접속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시 동일한 환경을 복구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2C6183EF-F55C-0D5A-3458-922F0AD9B219}"/>
              </a:ext>
            </a:extLst>
          </p:cNvPr>
          <p:cNvGrpSpPr/>
          <p:nvPr/>
        </p:nvGrpSpPr>
        <p:grpSpPr>
          <a:xfrm rot="5400000">
            <a:off x="-574372" y="3910930"/>
            <a:ext cx="4521306" cy="250484"/>
            <a:chOff x="6600056" y="1538514"/>
            <a:chExt cx="1692188" cy="305304"/>
          </a:xfrm>
        </p:grpSpPr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67AC481A-6905-9B18-BB44-CB067FFC7561}"/>
                </a:ext>
              </a:extLst>
            </p:cNvPr>
            <p:cNvCxnSpPr/>
            <p:nvPr/>
          </p:nvCxnSpPr>
          <p:spPr>
            <a:xfrm>
              <a:off x="6600056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747AFE37-1968-F548-58E3-D039BFEBF715}"/>
                </a:ext>
              </a:extLst>
            </p:cNvPr>
            <p:cNvCxnSpPr/>
            <p:nvPr/>
          </p:nvCxnSpPr>
          <p:spPr>
            <a:xfrm>
              <a:off x="8292244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화살표 연결선 19">
              <a:extLst>
                <a:ext uri="{FF2B5EF4-FFF2-40B4-BE49-F238E27FC236}">
                  <a16:creationId xmlns:a16="http://schemas.microsoft.com/office/drawing/2014/main" id="{FDACA44D-67C1-2C82-76C3-24901ACD4E95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56" y="1685893"/>
              <a:ext cx="1692188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6E8E2781-72C3-59BE-DA4B-093216AC83F0}"/>
              </a:ext>
            </a:extLst>
          </p:cNvPr>
          <p:cNvGrpSpPr/>
          <p:nvPr/>
        </p:nvGrpSpPr>
        <p:grpSpPr>
          <a:xfrm>
            <a:off x="1836359" y="6309887"/>
            <a:ext cx="7450387" cy="250484"/>
            <a:chOff x="6600056" y="1538514"/>
            <a:chExt cx="1692188" cy="305304"/>
          </a:xfrm>
        </p:grpSpPr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E6A7AE41-C21A-0F6B-2016-70BEFC9E641D}"/>
                </a:ext>
              </a:extLst>
            </p:cNvPr>
            <p:cNvCxnSpPr/>
            <p:nvPr/>
          </p:nvCxnSpPr>
          <p:spPr>
            <a:xfrm>
              <a:off x="6600056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5ABC6007-7E6E-7217-A231-A15DD13EF661}"/>
                </a:ext>
              </a:extLst>
            </p:cNvPr>
            <p:cNvCxnSpPr/>
            <p:nvPr/>
          </p:nvCxnSpPr>
          <p:spPr>
            <a:xfrm>
              <a:off x="8292244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화살표 연결선 23">
              <a:extLst>
                <a:ext uri="{FF2B5EF4-FFF2-40B4-BE49-F238E27FC236}">
                  <a16:creationId xmlns:a16="http://schemas.microsoft.com/office/drawing/2014/main" id="{F7151535-4E71-8CD1-F7CD-B0B2C5F8AAA6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56" y="1685893"/>
              <a:ext cx="1692188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9F4C05F3-5164-7070-29AA-E2AABD45D30A}"/>
              </a:ext>
            </a:extLst>
          </p:cNvPr>
          <p:cNvSpPr txBox="1"/>
          <p:nvPr/>
        </p:nvSpPr>
        <p:spPr>
          <a:xfrm>
            <a:off x="143574" y="6317190"/>
            <a:ext cx="1685951" cy="461665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가로 세로 사이즈는 최소 값을 설정해 그 이하로 축소되지 않음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디자인팀 사이즈 확인 필요</a:t>
            </a:r>
            <a:endParaRPr lang="en-US" altLang="ko-KR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0179009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7" name="그룹 466">
            <a:extLst>
              <a:ext uri="{FF2B5EF4-FFF2-40B4-BE49-F238E27FC236}">
                <a16:creationId xmlns:a16="http://schemas.microsoft.com/office/drawing/2014/main" id="{1C42FC59-A7B9-5B50-E5A4-28A0CAEFD53E}"/>
              </a:ext>
            </a:extLst>
          </p:cNvPr>
          <p:cNvGrpSpPr/>
          <p:nvPr/>
        </p:nvGrpSpPr>
        <p:grpSpPr>
          <a:xfrm>
            <a:off x="666614" y="1384406"/>
            <a:ext cx="7433067" cy="4521304"/>
            <a:chOff x="1658793" y="1772816"/>
            <a:chExt cx="7433067" cy="4521304"/>
          </a:xfrm>
        </p:grpSpPr>
        <p:sp>
          <p:nvSpPr>
            <p:cNvPr id="468" name="Google Shape;1197;p27">
              <a:extLst>
                <a:ext uri="{FF2B5EF4-FFF2-40B4-BE49-F238E27FC236}">
                  <a16:creationId xmlns:a16="http://schemas.microsoft.com/office/drawing/2014/main" id="{22FE1611-2553-93CD-7290-E5DFBC3DBD5B}"/>
                </a:ext>
              </a:extLst>
            </p:cNvPr>
            <p:cNvSpPr/>
            <p:nvPr/>
          </p:nvSpPr>
          <p:spPr>
            <a:xfrm>
              <a:off x="1658793" y="1772816"/>
              <a:ext cx="7433067" cy="4521304"/>
            </a:xfrm>
            <a:prstGeom prst="roundRect">
              <a:avLst>
                <a:gd name="adj" fmla="val 580"/>
              </a:avLst>
            </a:prstGeom>
            <a:solidFill>
              <a:srgbClr val="7F7F7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1650" tIns="24650" rIns="61650" bIns="24650" anchor="t" anchorCtr="0">
              <a:no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</a:pPr>
              <a:endParaRPr sz="856" b="1" dirty="0">
                <a:solidFill>
                  <a:prstClr val="white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469" name="Google Shape;1199;p27">
              <a:extLst>
                <a:ext uri="{FF2B5EF4-FFF2-40B4-BE49-F238E27FC236}">
                  <a16:creationId xmlns:a16="http://schemas.microsoft.com/office/drawing/2014/main" id="{2C614FB4-0E08-9081-9E70-23F6EA10E1CB}"/>
                </a:ext>
              </a:extLst>
            </p:cNvPr>
            <p:cNvGrpSpPr/>
            <p:nvPr/>
          </p:nvGrpSpPr>
          <p:grpSpPr>
            <a:xfrm>
              <a:off x="8564998" y="1831918"/>
              <a:ext cx="442113" cy="87537"/>
              <a:chOff x="8040633" y="187272"/>
              <a:chExt cx="890272" cy="181679"/>
            </a:xfrm>
          </p:grpSpPr>
          <p:sp>
            <p:nvSpPr>
              <p:cNvPr id="473" name="Google Shape;1200;p27">
                <a:extLst>
                  <a:ext uri="{FF2B5EF4-FFF2-40B4-BE49-F238E27FC236}">
                    <a16:creationId xmlns:a16="http://schemas.microsoft.com/office/drawing/2014/main" id="{0A1DCACF-5F1B-86FE-DD88-16169F1BBDD5}"/>
                  </a:ext>
                </a:extLst>
              </p:cNvPr>
              <p:cNvSpPr/>
              <p:nvPr/>
            </p:nvSpPr>
            <p:spPr>
              <a:xfrm>
                <a:off x="8753828" y="191300"/>
                <a:ext cx="177077" cy="177651"/>
              </a:xfrm>
              <a:custGeom>
                <a:avLst/>
                <a:gdLst/>
                <a:ahLst/>
                <a:cxnLst/>
                <a:rect l="l" t="t" r="r" b="b"/>
                <a:pathLst>
                  <a:path w="246" h="241" extrusionOk="0">
                    <a:moveTo>
                      <a:pt x="12" y="15"/>
                    </a:moveTo>
                    <a:cubicBezTo>
                      <a:pt x="0" y="26"/>
                      <a:pt x="0" y="45"/>
                      <a:pt x="12" y="56"/>
                    </a:cubicBezTo>
                    <a:lnTo>
                      <a:pt x="80" y="122"/>
                    </a:lnTo>
                    <a:lnTo>
                      <a:pt x="12" y="188"/>
                    </a:lnTo>
                    <a:cubicBezTo>
                      <a:pt x="0" y="199"/>
                      <a:pt x="0" y="218"/>
                      <a:pt x="12" y="229"/>
                    </a:cubicBezTo>
                    <a:cubicBezTo>
                      <a:pt x="24" y="241"/>
                      <a:pt x="44" y="241"/>
                      <a:pt x="56" y="229"/>
                    </a:cubicBezTo>
                    <a:lnTo>
                      <a:pt x="123" y="165"/>
                    </a:lnTo>
                    <a:lnTo>
                      <a:pt x="190" y="229"/>
                    </a:lnTo>
                    <a:cubicBezTo>
                      <a:pt x="202" y="241"/>
                      <a:pt x="222" y="241"/>
                      <a:pt x="234" y="229"/>
                    </a:cubicBezTo>
                    <a:cubicBezTo>
                      <a:pt x="246" y="218"/>
                      <a:pt x="246" y="199"/>
                      <a:pt x="234" y="188"/>
                    </a:cubicBezTo>
                    <a:lnTo>
                      <a:pt x="167" y="122"/>
                    </a:lnTo>
                    <a:lnTo>
                      <a:pt x="234" y="56"/>
                    </a:lnTo>
                    <a:cubicBezTo>
                      <a:pt x="246" y="45"/>
                      <a:pt x="246" y="26"/>
                      <a:pt x="234" y="15"/>
                    </a:cubicBezTo>
                    <a:cubicBezTo>
                      <a:pt x="222" y="3"/>
                      <a:pt x="202" y="3"/>
                      <a:pt x="190" y="15"/>
                    </a:cubicBezTo>
                    <a:lnTo>
                      <a:pt x="123" y="79"/>
                    </a:lnTo>
                    <a:lnTo>
                      <a:pt x="56" y="15"/>
                    </a:lnTo>
                    <a:cubicBezTo>
                      <a:pt x="41" y="0"/>
                      <a:pt x="26" y="3"/>
                      <a:pt x="12" y="15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9525" cap="flat" cmpd="sng">
                <a:solidFill>
                  <a:srgbClr val="33333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78300" tIns="39150" rIns="78300" bIns="39150" anchor="t" anchorCtr="0">
                <a:noAutofit/>
              </a:bodyPr>
              <a:lstStyle/>
              <a:p>
                <a:pPr fontAlgn="auto" latinLnBrk="0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sz="771" kern="0">
                  <a:solidFill>
                    <a:srgbClr val="262626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4" name="Google Shape;1201;p27">
                <a:extLst>
                  <a:ext uri="{FF2B5EF4-FFF2-40B4-BE49-F238E27FC236}">
                    <a16:creationId xmlns:a16="http://schemas.microsoft.com/office/drawing/2014/main" id="{BF336654-2947-6EF9-74DD-9AE4CA2B1B6C}"/>
                  </a:ext>
                </a:extLst>
              </p:cNvPr>
              <p:cNvSpPr/>
              <p:nvPr/>
            </p:nvSpPr>
            <p:spPr>
              <a:xfrm>
                <a:off x="8403131" y="187272"/>
                <a:ext cx="179950" cy="181679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46" extrusionOk="0">
                    <a:moveTo>
                      <a:pt x="154" y="0"/>
                    </a:moveTo>
                    <a:cubicBezTo>
                      <a:pt x="131" y="0"/>
                      <a:pt x="108" y="1"/>
                      <a:pt x="86" y="1"/>
                    </a:cubicBezTo>
                    <a:cubicBezTo>
                      <a:pt x="70" y="1"/>
                      <a:pt x="57" y="13"/>
                      <a:pt x="57" y="28"/>
                    </a:cubicBezTo>
                    <a:lnTo>
                      <a:pt x="57" y="59"/>
                    </a:lnTo>
                    <a:cubicBezTo>
                      <a:pt x="48" y="59"/>
                      <a:pt x="38" y="59"/>
                      <a:pt x="28" y="59"/>
                    </a:cubicBezTo>
                    <a:cubicBezTo>
                      <a:pt x="13" y="59"/>
                      <a:pt x="0" y="71"/>
                      <a:pt x="0" y="86"/>
                    </a:cubicBezTo>
                    <a:lnTo>
                      <a:pt x="0" y="218"/>
                    </a:lnTo>
                    <a:cubicBezTo>
                      <a:pt x="0" y="233"/>
                      <a:pt x="13" y="246"/>
                      <a:pt x="28" y="246"/>
                    </a:cubicBezTo>
                    <a:lnTo>
                      <a:pt x="165" y="246"/>
                    </a:lnTo>
                    <a:cubicBezTo>
                      <a:pt x="183" y="246"/>
                      <a:pt x="193" y="231"/>
                      <a:pt x="193" y="218"/>
                    </a:cubicBezTo>
                    <a:lnTo>
                      <a:pt x="193" y="188"/>
                    </a:lnTo>
                    <a:lnTo>
                      <a:pt x="222" y="188"/>
                    </a:lnTo>
                    <a:cubicBezTo>
                      <a:pt x="240" y="188"/>
                      <a:pt x="250" y="173"/>
                      <a:pt x="250" y="160"/>
                    </a:cubicBezTo>
                    <a:lnTo>
                      <a:pt x="250" y="27"/>
                    </a:lnTo>
                    <a:cubicBezTo>
                      <a:pt x="250" y="9"/>
                      <a:pt x="237" y="0"/>
                      <a:pt x="222" y="0"/>
                    </a:cubicBezTo>
                    <a:cubicBezTo>
                      <a:pt x="199" y="0"/>
                      <a:pt x="177" y="0"/>
                      <a:pt x="154" y="0"/>
                    </a:cubicBezTo>
                    <a:close/>
                    <a:moveTo>
                      <a:pt x="109" y="52"/>
                    </a:moveTo>
                    <a:lnTo>
                      <a:pt x="198" y="52"/>
                    </a:lnTo>
                    <a:lnTo>
                      <a:pt x="198" y="138"/>
                    </a:lnTo>
                    <a:lnTo>
                      <a:pt x="193" y="138"/>
                    </a:lnTo>
                    <a:lnTo>
                      <a:pt x="193" y="85"/>
                    </a:lnTo>
                    <a:cubicBezTo>
                      <a:pt x="193" y="67"/>
                      <a:pt x="180" y="58"/>
                      <a:pt x="165" y="58"/>
                    </a:cubicBezTo>
                    <a:cubicBezTo>
                      <a:pt x="146" y="58"/>
                      <a:pt x="128" y="58"/>
                      <a:pt x="109" y="58"/>
                    </a:cubicBezTo>
                    <a:lnTo>
                      <a:pt x="109" y="52"/>
                    </a:lnTo>
                    <a:close/>
                    <a:moveTo>
                      <a:pt x="53" y="110"/>
                    </a:moveTo>
                    <a:lnTo>
                      <a:pt x="141" y="110"/>
                    </a:lnTo>
                    <a:lnTo>
                      <a:pt x="141" y="196"/>
                    </a:lnTo>
                    <a:lnTo>
                      <a:pt x="53" y="196"/>
                    </a:lnTo>
                    <a:lnTo>
                      <a:pt x="53" y="110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9525" cap="flat" cmpd="sng">
                <a:solidFill>
                  <a:srgbClr val="33333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78300" tIns="39150" rIns="78300" bIns="39150" anchor="t" anchorCtr="0">
                <a:noAutofit/>
              </a:bodyPr>
              <a:lstStyle/>
              <a:p>
                <a:pPr fontAlgn="auto" latinLnBrk="0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sz="771" kern="0">
                  <a:solidFill>
                    <a:srgbClr val="262626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5" name="Google Shape;1202;p27">
                <a:extLst>
                  <a:ext uri="{FF2B5EF4-FFF2-40B4-BE49-F238E27FC236}">
                    <a16:creationId xmlns:a16="http://schemas.microsoft.com/office/drawing/2014/main" id="{DEEBB765-E620-70C4-075B-1E24BD5F0458}"/>
                  </a:ext>
                </a:extLst>
              </p:cNvPr>
              <p:cNvSpPr/>
              <p:nvPr/>
            </p:nvSpPr>
            <p:spPr>
              <a:xfrm>
                <a:off x="8040633" y="325833"/>
                <a:ext cx="169606" cy="43118"/>
              </a:xfrm>
              <a:custGeom>
                <a:avLst/>
                <a:gdLst/>
                <a:ahLst/>
                <a:cxnLst/>
                <a:rect l="l" t="t" r="r" b="b"/>
                <a:pathLst>
                  <a:path w="236" h="59" extrusionOk="0">
                    <a:moveTo>
                      <a:pt x="32" y="0"/>
                    </a:moveTo>
                    <a:cubicBezTo>
                      <a:pt x="15" y="0"/>
                      <a:pt x="0" y="13"/>
                      <a:pt x="0" y="30"/>
                    </a:cubicBezTo>
                    <a:cubicBezTo>
                      <a:pt x="0" y="46"/>
                      <a:pt x="15" y="59"/>
                      <a:pt x="32" y="59"/>
                    </a:cubicBezTo>
                    <a:lnTo>
                      <a:pt x="205" y="59"/>
                    </a:lnTo>
                    <a:cubicBezTo>
                      <a:pt x="222" y="59"/>
                      <a:pt x="236" y="46"/>
                      <a:pt x="236" y="30"/>
                    </a:cubicBezTo>
                    <a:cubicBezTo>
                      <a:pt x="236" y="13"/>
                      <a:pt x="222" y="0"/>
                      <a:pt x="205" y="0"/>
                    </a:cubicBezTo>
                    <a:lnTo>
                      <a:pt x="32" y="0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9525" cap="flat" cmpd="sng">
                <a:solidFill>
                  <a:srgbClr val="33333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78300" tIns="39150" rIns="78300" bIns="39150" anchor="t" anchorCtr="0">
                <a:noAutofit/>
              </a:bodyPr>
              <a:lstStyle/>
              <a:p>
                <a:pPr fontAlgn="auto" latinLnBrk="0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sz="771" kern="0">
                  <a:solidFill>
                    <a:srgbClr val="262626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470" name="그룹 469">
              <a:extLst>
                <a:ext uri="{FF2B5EF4-FFF2-40B4-BE49-F238E27FC236}">
                  <a16:creationId xmlns:a16="http://schemas.microsoft.com/office/drawing/2014/main" id="{0B2BAE93-00FB-5DD0-190D-AF88B55041B2}"/>
                </a:ext>
              </a:extLst>
            </p:cNvPr>
            <p:cNvGrpSpPr/>
            <p:nvPr/>
          </p:nvGrpSpPr>
          <p:grpSpPr>
            <a:xfrm>
              <a:off x="1707875" y="1805158"/>
              <a:ext cx="816595" cy="128258"/>
              <a:chOff x="186200" y="958444"/>
              <a:chExt cx="900035" cy="128258"/>
            </a:xfrm>
          </p:grpSpPr>
          <p:pic>
            <p:nvPicPr>
              <p:cNvPr id="471" name="그림 470">
                <a:extLst>
                  <a:ext uri="{FF2B5EF4-FFF2-40B4-BE49-F238E27FC236}">
                    <a16:creationId xmlns:a16="http://schemas.microsoft.com/office/drawing/2014/main" id="{AA199010-A2F9-BB40-C045-A065D1160907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r="58636"/>
              <a:stretch/>
            </p:blipFill>
            <p:spPr>
              <a:xfrm>
                <a:off x="186200" y="958444"/>
                <a:ext cx="372764" cy="128258"/>
              </a:xfrm>
              <a:prstGeom prst="rect">
                <a:avLst/>
              </a:prstGeom>
            </p:spPr>
          </p:pic>
          <p:pic>
            <p:nvPicPr>
              <p:cNvPr id="472" name="그림 471">
                <a:extLst>
                  <a:ext uri="{FF2B5EF4-FFF2-40B4-BE49-F238E27FC236}">
                    <a16:creationId xmlns:a16="http://schemas.microsoft.com/office/drawing/2014/main" id="{DDC2B11F-EF28-4F3E-EAB3-8A709B7008AA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2">
                <a:lum bright="70000" contrast="-70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1491"/>
              <a:stretch/>
            </p:blipFill>
            <p:spPr>
              <a:xfrm>
                <a:off x="558964" y="958444"/>
                <a:ext cx="527271" cy="128258"/>
              </a:xfrm>
              <a:prstGeom prst="rect">
                <a:avLst/>
              </a:prstGeom>
            </p:spPr>
          </p:pic>
        </p:grpSp>
      </p:grpSp>
      <p:sp>
        <p:nvSpPr>
          <p:cNvPr id="476" name="직사각형 475">
            <a:extLst>
              <a:ext uri="{FF2B5EF4-FFF2-40B4-BE49-F238E27FC236}">
                <a16:creationId xmlns:a16="http://schemas.microsoft.com/office/drawing/2014/main" id="{F570A4D7-3F6E-847F-AA2C-9D2254147B9A}"/>
              </a:ext>
            </a:extLst>
          </p:cNvPr>
          <p:cNvSpPr/>
          <p:nvPr/>
        </p:nvSpPr>
        <p:spPr>
          <a:xfrm>
            <a:off x="707201" y="1591686"/>
            <a:ext cx="7346293" cy="174091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latinLnBrk="0"/>
            <a:r>
              <a:rPr lang="en-US" altLang="ko-KR" sz="800" b="1" kern="0" dirty="0">
                <a:solidFill>
                  <a:prstClr val="black"/>
                </a:solidFill>
                <a:latin typeface="Cambria" panose="02040503050406030204"/>
                <a:ea typeface="맑은 고딕" panose="020B0503020000020004" pitchFamily="50" charset="-127"/>
                <a:sym typeface="Webdings" panose="05030102010509060703" pitchFamily="18" charset="2"/>
              </a:rPr>
              <a:t>      </a:t>
            </a:r>
            <a:r>
              <a:rPr lang="en-US" altLang="ko-KR" sz="800" b="1" kern="0" dirty="0">
                <a:solidFill>
                  <a:prstClr val="black"/>
                </a:solidFill>
                <a:latin typeface="Cambria" panose="02040503050406030204"/>
                <a:ea typeface="맑은 고딕" panose="020B0503020000020004" pitchFamily="50" charset="-127"/>
              </a:rPr>
              <a:t>[</a:t>
            </a:r>
            <a:r>
              <a:rPr lang="ko-KR" altLang="en-US" sz="800" b="1" kern="0" dirty="0">
                <a:solidFill>
                  <a:prstClr val="black"/>
                </a:solidFill>
                <a:latin typeface="Cambria" panose="02040503050406030204"/>
                <a:ea typeface="맑은 고딕" panose="020B0503020000020004" pitchFamily="50" charset="-127"/>
              </a:rPr>
              <a:t>이벤트 수상</a:t>
            </a:r>
            <a:r>
              <a:rPr lang="en-US" altLang="ko-KR" sz="800" b="1" kern="0" dirty="0">
                <a:solidFill>
                  <a:prstClr val="black"/>
                </a:solidFill>
                <a:latin typeface="Cambria" panose="02040503050406030204"/>
                <a:ea typeface="맑은 고딕" panose="020B0503020000020004" pitchFamily="50" charset="-127"/>
              </a:rPr>
              <a:t>] 2025 </a:t>
            </a:r>
            <a:r>
              <a:rPr lang="ko-KR" altLang="en-US" sz="800" b="1" kern="0" dirty="0">
                <a:solidFill>
                  <a:prstClr val="black"/>
                </a:solidFill>
                <a:latin typeface="Cambria" panose="02040503050406030204"/>
                <a:ea typeface="맑은 고딕" panose="020B0503020000020004" pitchFamily="50" charset="-127"/>
              </a:rPr>
              <a:t>투네이션 어워드 수상자 발표</a:t>
            </a:r>
          </a:p>
        </p:txBody>
      </p:sp>
      <p:pic>
        <p:nvPicPr>
          <p:cNvPr id="477" name="그래픽 476">
            <a:extLst>
              <a:ext uri="{FF2B5EF4-FFF2-40B4-BE49-F238E27FC236}">
                <a16:creationId xmlns:a16="http://schemas.microsoft.com/office/drawing/2014/main" id="{458461D6-7D78-E2A1-83E4-DF165FC50BC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21380" y="1598207"/>
            <a:ext cx="159090" cy="159090"/>
          </a:xfrm>
          <a:prstGeom prst="rect">
            <a:avLst/>
          </a:prstGeom>
        </p:spPr>
      </p:pic>
      <p:grpSp>
        <p:nvGrpSpPr>
          <p:cNvPr id="478" name="그룹 477">
            <a:extLst>
              <a:ext uri="{FF2B5EF4-FFF2-40B4-BE49-F238E27FC236}">
                <a16:creationId xmlns:a16="http://schemas.microsoft.com/office/drawing/2014/main" id="{BF5974AB-BB63-4A8D-2E38-EA624ADB6CCB}"/>
              </a:ext>
            </a:extLst>
          </p:cNvPr>
          <p:cNvGrpSpPr/>
          <p:nvPr/>
        </p:nvGrpSpPr>
        <p:grpSpPr>
          <a:xfrm>
            <a:off x="7908513" y="1788240"/>
            <a:ext cx="153985" cy="4066819"/>
            <a:chOff x="8996362" y="1394838"/>
            <a:chExt cx="153985" cy="4066819"/>
          </a:xfrm>
        </p:grpSpPr>
        <p:sp>
          <p:nvSpPr>
            <p:cNvPr id="479" name="직사각형 478">
              <a:extLst>
                <a:ext uri="{FF2B5EF4-FFF2-40B4-BE49-F238E27FC236}">
                  <a16:creationId xmlns:a16="http://schemas.microsoft.com/office/drawing/2014/main" id="{85E80F02-49E5-04C1-1930-BB9801D7969A}"/>
                </a:ext>
              </a:extLst>
            </p:cNvPr>
            <p:cNvSpPr/>
            <p:nvPr/>
          </p:nvSpPr>
          <p:spPr>
            <a:xfrm rot="5400000">
              <a:off x="7039945" y="3351255"/>
              <a:ext cx="4066819" cy="153985"/>
            </a:xfrm>
            <a:prstGeom prst="rect">
              <a:avLst/>
            </a:prstGeom>
            <a:solidFill>
              <a:sysClr val="windowText" lastClr="000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latinLnBrk="0"/>
              <a:endParaRPr lang="ko-KR" altLang="en-US" kern="0" dirty="0">
                <a:solidFill>
                  <a:prstClr val="white"/>
                </a:solidFill>
                <a:latin typeface="Cambria" panose="02040503050406030204"/>
                <a:ea typeface="맑은 고딕" panose="020B0503020000020004" pitchFamily="50" charset="-127"/>
              </a:endParaRPr>
            </a:p>
          </p:txBody>
        </p:sp>
        <p:grpSp>
          <p:nvGrpSpPr>
            <p:cNvPr id="480" name="그룹 479">
              <a:extLst>
                <a:ext uri="{FF2B5EF4-FFF2-40B4-BE49-F238E27FC236}">
                  <a16:creationId xmlns:a16="http://schemas.microsoft.com/office/drawing/2014/main" id="{EC3E8BE6-CAB3-81BE-3CAF-06505A94CEB3}"/>
                </a:ext>
              </a:extLst>
            </p:cNvPr>
            <p:cNvGrpSpPr/>
            <p:nvPr/>
          </p:nvGrpSpPr>
          <p:grpSpPr>
            <a:xfrm>
              <a:off x="9022645" y="3366303"/>
              <a:ext cx="103354" cy="112704"/>
              <a:chOff x="11526163" y="182706"/>
              <a:chExt cx="618370" cy="524775"/>
            </a:xfrm>
          </p:grpSpPr>
          <p:sp>
            <p:nvSpPr>
              <p:cNvPr id="481" name="순서도: 판단 480">
                <a:extLst>
                  <a:ext uri="{FF2B5EF4-FFF2-40B4-BE49-F238E27FC236}">
                    <a16:creationId xmlns:a16="http://schemas.microsoft.com/office/drawing/2014/main" id="{507107FA-BA77-257A-D8A2-0FBA4529ECB3}"/>
                  </a:ext>
                </a:extLst>
              </p:cNvPr>
              <p:cNvSpPr/>
              <p:nvPr/>
            </p:nvSpPr>
            <p:spPr>
              <a:xfrm>
                <a:off x="11526163" y="483040"/>
                <a:ext cx="618370" cy="224441"/>
              </a:xfrm>
              <a:prstGeom prst="flowChartDecision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latinLnBrk="0"/>
                <a:endParaRPr lang="ko-KR" altLang="en-US" kern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82" name="순서도: 판단 481">
                <a:extLst>
                  <a:ext uri="{FF2B5EF4-FFF2-40B4-BE49-F238E27FC236}">
                    <a16:creationId xmlns:a16="http://schemas.microsoft.com/office/drawing/2014/main" id="{73CCC344-8AFD-B944-66EB-88AB50C111B7}"/>
                  </a:ext>
                </a:extLst>
              </p:cNvPr>
              <p:cNvSpPr/>
              <p:nvPr/>
            </p:nvSpPr>
            <p:spPr>
              <a:xfrm>
                <a:off x="11526163" y="332875"/>
                <a:ext cx="618370" cy="224441"/>
              </a:xfrm>
              <a:prstGeom prst="flowChartDecision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latinLnBrk="0"/>
                <a:endParaRPr lang="ko-KR" altLang="en-US" kern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83" name="순서도: 판단 482">
                <a:extLst>
                  <a:ext uri="{FF2B5EF4-FFF2-40B4-BE49-F238E27FC236}">
                    <a16:creationId xmlns:a16="http://schemas.microsoft.com/office/drawing/2014/main" id="{28B74462-A497-82BC-2757-79C1E5D2FA55}"/>
                  </a:ext>
                </a:extLst>
              </p:cNvPr>
              <p:cNvSpPr/>
              <p:nvPr/>
            </p:nvSpPr>
            <p:spPr>
              <a:xfrm>
                <a:off x="11526163" y="182706"/>
                <a:ext cx="618370" cy="224441"/>
              </a:xfrm>
              <a:prstGeom prst="flowChartDecision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latinLnBrk="0"/>
                <a:endParaRPr lang="ko-KR" altLang="en-US" kern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</p:grpSp>
      </p:grpSp>
      <p:pic>
        <p:nvPicPr>
          <p:cNvPr id="484" name="그래픽 483">
            <a:extLst>
              <a:ext uri="{FF2B5EF4-FFF2-40B4-BE49-F238E27FC236}">
                <a16:creationId xmlns:a16="http://schemas.microsoft.com/office/drawing/2014/main" id="{8D6626F9-D848-2A07-6F7B-024D03AE1EC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7357722" y="1408328"/>
            <a:ext cx="145612" cy="145612"/>
          </a:xfrm>
          <a:prstGeom prst="rect">
            <a:avLst/>
          </a:prstGeom>
        </p:spPr>
      </p:pic>
      <p:pic>
        <p:nvPicPr>
          <p:cNvPr id="485" name="그림 484">
            <a:extLst>
              <a:ext uri="{FF2B5EF4-FFF2-40B4-BE49-F238E27FC236}">
                <a16:creationId xmlns:a16="http://schemas.microsoft.com/office/drawing/2014/main" id="{88294152-2C7E-BFF4-9636-516407F8072B}"/>
              </a:ext>
            </a:extLst>
          </p:cNvPr>
          <p:cNvPicPr>
            <a:picLocks noChangeAspect="1"/>
          </p:cNvPicPr>
          <p:nvPr/>
        </p:nvPicPr>
        <p:blipFill>
          <a:blip r:embed="rId7">
            <a:biLevel thresh="75000"/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852773" y="1601299"/>
            <a:ext cx="162159" cy="162161"/>
          </a:xfrm>
          <a:prstGeom prst="rect">
            <a:avLst/>
          </a:prstGeom>
        </p:spPr>
      </p:pic>
      <p:pic>
        <p:nvPicPr>
          <p:cNvPr id="486" name="그림 485">
            <a:extLst>
              <a:ext uri="{FF2B5EF4-FFF2-40B4-BE49-F238E27FC236}">
                <a16:creationId xmlns:a16="http://schemas.microsoft.com/office/drawing/2014/main" id="{45B3EDB9-7EF8-AF12-F261-86B28BF342B3}"/>
              </a:ext>
            </a:extLst>
          </p:cNvPr>
          <p:cNvPicPr>
            <a:picLocks noChangeAspect="1"/>
          </p:cNvPicPr>
          <p:nvPr/>
        </p:nvPicPr>
        <p:blipFill>
          <a:blip r:embed="rId9">
            <a:biLevel thresh="75000"/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647329" y="1601299"/>
            <a:ext cx="162161" cy="162162"/>
          </a:xfrm>
          <a:prstGeom prst="rect">
            <a:avLst/>
          </a:prstGeom>
        </p:spPr>
      </p:pic>
      <p:pic>
        <p:nvPicPr>
          <p:cNvPr id="487" name="그림 486">
            <a:extLst>
              <a:ext uri="{FF2B5EF4-FFF2-40B4-BE49-F238E27FC236}">
                <a16:creationId xmlns:a16="http://schemas.microsoft.com/office/drawing/2014/main" id="{97253732-DEA2-6050-3953-13CB387AD83B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07201" y="1781621"/>
            <a:ext cx="4291956" cy="3334801"/>
          </a:xfrm>
          <a:prstGeom prst="rect">
            <a:avLst/>
          </a:prstGeom>
        </p:spPr>
      </p:pic>
      <p:pic>
        <p:nvPicPr>
          <p:cNvPr id="488" name="그림 487">
            <a:extLst>
              <a:ext uri="{FF2B5EF4-FFF2-40B4-BE49-F238E27FC236}">
                <a16:creationId xmlns:a16="http://schemas.microsoft.com/office/drawing/2014/main" id="{6C81BB69-9D93-5277-08DB-EF485F3783B7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017629" y="1781590"/>
            <a:ext cx="1536325" cy="4066384"/>
          </a:xfrm>
          <a:prstGeom prst="rect">
            <a:avLst/>
          </a:prstGeom>
        </p:spPr>
      </p:pic>
      <p:pic>
        <p:nvPicPr>
          <p:cNvPr id="489" name="그림 488">
            <a:extLst>
              <a:ext uri="{FF2B5EF4-FFF2-40B4-BE49-F238E27FC236}">
                <a16:creationId xmlns:a16="http://schemas.microsoft.com/office/drawing/2014/main" id="{5D1B2250-CBF4-CC29-8D49-A5E67D861868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568496" y="4479960"/>
            <a:ext cx="1316850" cy="1377815"/>
          </a:xfrm>
          <a:prstGeom prst="rect">
            <a:avLst/>
          </a:prstGeom>
        </p:spPr>
      </p:pic>
      <p:pic>
        <p:nvPicPr>
          <p:cNvPr id="490" name="그림 489">
            <a:extLst>
              <a:ext uri="{FF2B5EF4-FFF2-40B4-BE49-F238E27FC236}">
                <a16:creationId xmlns:a16="http://schemas.microsoft.com/office/drawing/2014/main" id="{18DAFB0B-914E-C4A5-B525-872094A7A6E9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564230" y="1788314"/>
            <a:ext cx="1329043" cy="2682472"/>
          </a:xfrm>
          <a:prstGeom prst="rect">
            <a:avLst/>
          </a:prstGeom>
        </p:spPr>
      </p:pic>
      <p:pic>
        <p:nvPicPr>
          <p:cNvPr id="491" name="그림 490">
            <a:extLst>
              <a:ext uri="{FF2B5EF4-FFF2-40B4-BE49-F238E27FC236}">
                <a16:creationId xmlns:a16="http://schemas.microsoft.com/office/drawing/2014/main" id="{133852F3-1E8B-4ECB-260E-1343FAD0319C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07201" y="5132266"/>
            <a:ext cx="3225064" cy="713294"/>
          </a:xfrm>
          <a:prstGeom prst="rect">
            <a:avLst/>
          </a:prstGeom>
        </p:spPr>
      </p:pic>
      <p:pic>
        <p:nvPicPr>
          <p:cNvPr id="492" name="그림 491">
            <a:extLst>
              <a:ext uri="{FF2B5EF4-FFF2-40B4-BE49-F238E27FC236}">
                <a16:creationId xmlns:a16="http://schemas.microsoft.com/office/drawing/2014/main" id="{5AF8B4C4-C205-DC35-9061-7AC628ADF8D0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950413" y="5129963"/>
            <a:ext cx="1059225" cy="722765"/>
          </a:xfrm>
          <a:prstGeom prst="rect">
            <a:avLst/>
          </a:prstGeom>
        </p:spPr>
      </p:pic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728BCBFB-B878-DBE6-129E-684F80FC21E2}"/>
              </a:ext>
            </a:extLst>
          </p:cNvPr>
          <p:cNvGrpSpPr/>
          <p:nvPr/>
        </p:nvGrpSpPr>
        <p:grpSpPr>
          <a:xfrm>
            <a:off x="1926884" y="5212108"/>
            <a:ext cx="4962702" cy="469914"/>
            <a:chOff x="3035660" y="5647049"/>
            <a:chExt cx="4962702" cy="469914"/>
          </a:xfrm>
        </p:grpSpPr>
        <p:grpSp>
          <p:nvGrpSpPr>
            <p:cNvPr id="494" name="그룹 493">
              <a:extLst>
                <a:ext uri="{FF2B5EF4-FFF2-40B4-BE49-F238E27FC236}">
                  <a16:creationId xmlns:a16="http://schemas.microsoft.com/office/drawing/2014/main" id="{D351B44B-3EFE-A5A3-56BC-C706D9098606}"/>
                </a:ext>
              </a:extLst>
            </p:cNvPr>
            <p:cNvGrpSpPr/>
            <p:nvPr/>
          </p:nvGrpSpPr>
          <p:grpSpPr>
            <a:xfrm>
              <a:off x="3035660" y="5647049"/>
              <a:ext cx="4962702" cy="469914"/>
              <a:chOff x="1961391" y="5208063"/>
              <a:chExt cx="4962702" cy="469914"/>
            </a:xfrm>
          </p:grpSpPr>
          <p:sp>
            <p:nvSpPr>
              <p:cNvPr id="496" name="사각형: 둥근 모서리 495">
                <a:extLst>
                  <a:ext uri="{FF2B5EF4-FFF2-40B4-BE49-F238E27FC236}">
                    <a16:creationId xmlns:a16="http://schemas.microsoft.com/office/drawing/2014/main" id="{52FCA0DD-B6CF-9EB6-3098-E1344F4F977A}"/>
                  </a:ext>
                </a:extLst>
              </p:cNvPr>
              <p:cNvSpPr/>
              <p:nvPr/>
            </p:nvSpPr>
            <p:spPr>
              <a:xfrm>
                <a:off x="1961391" y="5208063"/>
                <a:ext cx="4962702" cy="469914"/>
              </a:xfrm>
              <a:prstGeom prst="roundRect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latinLnBrk="0"/>
                <a:endParaRPr lang="ko-KR" altLang="en-US" kern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97" name="그룹 496">
                <a:extLst>
                  <a:ext uri="{FF2B5EF4-FFF2-40B4-BE49-F238E27FC236}">
                    <a16:creationId xmlns:a16="http://schemas.microsoft.com/office/drawing/2014/main" id="{240E5535-AB84-35A2-21E1-F1A931A61238}"/>
                  </a:ext>
                </a:extLst>
              </p:cNvPr>
              <p:cNvGrpSpPr/>
              <p:nvPr/>
            </p:nvGrpSpPr>
            <p:grpSpPr>
              <a:xfrm>
                <a:off x="2054587" y="5282944"/>
                <a:ext cx="320153" cy="320153"/>
                <a:chOff x="3446562" y="5826004"/>
                <a:chExt cx="342329" cy="342329"/>
              </a:xfrm>
            </p:grpSpPr>
            <p:pic>
              <p:nvPicPr>
                <p:cNvPr id="509" name="그래픽 508">
                  <a:extLst>
                    <a:ext uri="{FF2B5EF4-FFF2-40B4-BE49-F238E27FC236}">
                      <a16:creationId xmlns:a16="http://schemas.microsoft.com/office/drawing/2014/main" id="{2D48FD83-E488-B1C4-A701-5CB7C37AD1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446562" y="5826004"/>
                  <a:ext cx="342329" cy="342329"/>
                </a:xfrm>
                <a:prstGeom prst="rect">
                  <a:avLst/>
                </a:prstGeom>
              </p:spPr>
            </p:pic>
            <p:pic>
              <p:nvPicPr>
                <p:cNvPr id="510" name="그래픽 509">
                  <a:extLst>
                    <a:ext uri="{FF2B5EF4-FFF2-40B4-BE49-F238E27FC236}">
                      <a16:creationId xmlns:a16="http://schemas.microsoft.com/office/drawing/2014/main" id="{A054A308-6915-A519-F686-E149FFA31E6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2524" y="5924778"/>
                  <a:ext cx="158400" cy="158400"/>
                </a:xfrm>
                <a:prstGeom prst="rect">
                  <a:avLst/>
                </a:prstGeom>
              </p:spPr>
            </p:pic>
          </p:grpSp>
          <p:cxnSp>
            <p:nvCxnSpPr>
              <p:cNvPr id="498" name="직선 연결선 497">
                <a:extLst>
                  <a:ext uri="{FF2B5EF4-FFF2-40B4-BE49-F238E27FC236}">
                    <a16:creationId xmlns:a16="http://schemas.microsoft.com/office/drawing/2014/main" id="{9135362B-EA82-2A26-0049-26BE449E4458}"/>
                  </a:ext>
                </a:extLst>
              </p:cNvPr>
              <p:cNvCxnSpPr/>
              <p:nvPr/>
            </p:nvCxnSpPr>
            <p:spPr>
              <a:xfrm>
                <a:off x="2902006" y="5355125"/>
                <a:ext cx="0" cy="178159"/>
              </a:xfrm>
              <a:prstGeom prst="line">
                <a:avLst/>
              </a:prstGeom>
              <a:noFill/>
              <a:ln w="635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</p:cxnSp>
          <p:sp>
            <p:nvSpPr>
              <p:cNvPr id="499" name="사각형: 둥근 모서리 498">
                <a:extLst>
                  <a:ext uri="{FF2B5EF4-FFF2-40B4-BE49-F238E27FC236}">
                    <a16:creationId xmlns:a16="http://schemas.microsoft.com/office/drawing/2014/main" id="{44F00C90-08DC-5517-F744-5BB2B7C42FE7}"/>
                  </a:ext>
                </a:extLst>
              </p:cNvPr>
              <p:cNvSpPr/>
              <p:nvPr/>
            </p:nvSpPr>
            <p:spPr>
              <a:xfrm>
                <a:off x="3004117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Icon</a:t>
                </a:r>
              </a:p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1</a:t>
                </a:r>
                <a:endParaRPr lang="ko-KR" altLang="en-US" sz="800" kern="0" dirty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00" name="사각형: 둥근 모서리 499">
                <a:extLst>
                  <a:ext uri="{FF2B5EF4-FFF2-40B4-BE49-F238E27FC236}">
                    <a16:creationId xmlns:a16="http://schemas.microsoft.com/office/drawing/2014/main" id="{576CA9FB-1E8E-AA51-E7F1-6AD32DE3AE12}"/>
                  </a:ext>
                </a:extLst>
              </p:cNvPr>
              <p:cNvSpPr/>
              <p:nvPr/>
            </p:nvSpPr>
            <p:spPr>
              <a:xfrm>
                <a:off x="3396281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Icon</a:t>
                </a:r>
              </a:p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2</a:t>
                </a:r>
                <a:endParaRPr lang="ko-KR" altLang="en-US" sz="800" kern="0" dirty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01" name="사각형: 둥근 모서리 500">
                <a:extLst>
                  <a:ext uri="{FF2B5EF4-FFF2-40B4-BE49-F238E27FC236}">
                    <a16:creationId xmlns:a16="http://schemas.microsoft.com/office/drawing/2014/main" id="{437F2AB8-0E64-71A6-D59A-567FFB04A237}"/>
                  </a:ext>
                </a:extLst>
              </p:cNvPr>
              <p:cNvSpPr/>
              <p:nvPr/>
            </p:nvSpPr>
            <p:spPr>
              <a:xfrm>
                <a:off x="3788445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Icon</a:t>
                </a:r>
              </a:p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3</a:t>
                </a:r>
                <a:endParaRPr lang="ko-KR" altLang="en-US" sz="800" kern="0" dirty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02" name="사각형: 둥근 모서리 501">
                <a:extLst>
                  <a:ext uri="{FF2B5EF4-FFF2-40B4-BE49-F238E27FC236}">
                    <a16:creationId xmlns:a16="http://schemas.microsoft.com/office/drawing/2014/main" id="{C6011E76-30DC-6ACD-CC4B-CA0AC436BAE1}"/>
                  </a:ext>
                </a:extLst>
              </p:cNvPr>
              <p:cNvSpPr/>
              <p:nvPr/>
            </p:nvSpPr>
            <p:spPr>
              <a:xfrm>
                <a:off x="4180609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Icon</a:t>
                </a:r>
              </a:p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4</a:t>
                </a:r>
                <a:endParaRPr lang="ko-KR" altLang="en-US" sz="800" kern="0" dirty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03" name="사각형: 둥근 모서리 502">
                <a:extLst>
                  <a:ext uri="{FF2B5EF4-FFF2-40B4-BE49-F238E27FC236}">
                    <a16:creationId xmlns:a16="http://schemas.microsoft.com/office/drawing/2014/main" id="{A260D4EA-E974-A145-EFB6-CD057FE184F6}"/>
                  </a:ext>
                </a:extLst>
              </p:cNvPr>
              <p:cNvSpPr/>
              <p:nvPr/>
            </p:nvSpPr>
            <p:spPr>
              <a:xfrm>
                <a:off x="4572773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Icon</a:t>
                </a:r>
              </a:p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5</a:t>
                </a:r>
                <a:endParaRPr lang="ko-KR" altLang="en-US" sz="800" kern="0" dirty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04" name="사각형: 둥근 모서리 503">
                <a:extLst>
                  <a:ext uri="{FF2B5EF4-FFF2-40B4-BE49-F238E27FC236}">
                    <a16:creationId xmlns:a16="http://schemas.microsoft.com/office/drawing/2014/main" id="{BD234E92-FBDF-8F00-470E-9C13447C253C}"/>
                  </a:ext>
                </a:extLst>
              </p:cNvPr>
              <p:cNvSpPr/>
              <p:nvPr/>
            </p:nvSpPr>
            <p:spPr>
              <a:xfrm>
                <a:off x="4964937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Icon</a:t>
                </a:r>
              </a:p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6</a:t>
                </a:r>
                <a:endParaRPr lang="ko-KR" altLang="en-US" sz="800" kern="0" dirty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05" name="사각형: 둥근 모서리 504">
                <a:extLst>
                  <a:ext uri="{FF2B5EF4-FFF2-40B4-BE49-F238E27FC236}">
                    <a16:creationId xmlns:a16="http://schemas.microsoft.com/office/drawing/2014/main" id="{ABC6DCAC-A535-7975-3959-05915884FFB7}"/>
                  </a:ext>
                </a:extLst>
              </p:cNvPr>
              <p:cNvSpPr/>
              <p:nvPr/>
            </p:nvSpPr>
            <p:spPr>
              <a:xfrm>
                <a:off x="5357101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Icon</a:t>
                </a:r>
              </a:p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7</a:t>
                </a:r>
                <a:endParaRPr lang="ko-KR" altLang="en-US" sz="800" kern="0" dirty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06" name="사각형: 둥근 모서리 505">
                <a:extLst>
                  <a:ext uri="{FF2B5EF4-FFF2-40B4-BE49-F238E27FC236}">
                    <a16:creationId xmlns:a16="http://schemas.microsoft.com/office/drawing/2014/main" id="{0B3B18CC-6F2C-3AD4-B78F-DCAB1FEA4625}"/>
                  </a:ext>
                </a:extLst>
              </p:cNvPr>
              <p:cNvSpPr/>
              <p:nvPr/>
            </p:nvSpPr>
            <p:spPr>
              <a:xfrm>
                <a:off x="5749265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Icon</a:t>
                </a:r>
              </a:p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8</a:t>
                </a:r>
                <a:endParaRPr lang="ko-KR" altLang="en-US" sz="800" kern="0" dirty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07" name="사각형: 둥근 모서리 506">
                <a:extLst>
                  <a:ext uri="{FF2B5EF4-FFF2-40B4-BE49-F238E27FC236}">
                    <a16:creationId xmlns:a16="http://schemas.microsoft.com/office/drawing/2014/main" id="{D3C25B90-EDF5-255A-3540-2AB3486118FD}"/>
                  </a:ext>
                </a:extLst>
              </p:cNvPr>
              <p:cNvSpPr/>
              <p:nvPr/>
            </p:nvSpPr>
            <p:spPr>
              <a:xfrm>
                <a:off x="6141425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Icon</a:t>
                </a:r>
              </a:p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9</a:t>
                </a:r>
                <a:endParaRPr lang="ko-KR" altLang="en-US" sz="800" kern="0" dirty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08" name="사각형: 둥근 모서리 507">
                <a:extLst>
                  <a:ext uri="{FF2B5EF4-FFF2-40B4-BE49-F238E27FC236}">
                    <a16:creationId xmlns:a16="http://schemas.microsoft.com/office/drawing/2014/main" id="{8B818FDA-9E5D-FA71-0023-A49D37907A9D}"/>
                  </a:ext>
                </a:extLst>
              </p:cNvPr>
              <p:cNvSpPr/>
              <p:nvPr/>
            </p:nvSpPr>
            <p:spPr>
              <a:xfrm>
                <a:off x="6532759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Icon</a:t>
                </a:r>
              </a:p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10</a:t>
                </a:r>
                <a:endParaRPr lang="ko-KR" altLang="en-US" sz="800" kern="0" dirty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</p:grpSp>
        <p:pic>
          <p:nvPicPr>
            <p:cNvPr id="495" name="그림 494">
              <a:extLst>
                <a:ext uri="{FF2B5EF4-FFF2-40B4-BE49-F238E27FC236}">
                  <a16:creationId xmlns:a16="http://schemas.microsoft.com/office/drawing/2014/main" id="{A39B3CD2-4D5B-B664-C377-378D354437AF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BEBA8EAE-BF5A-486C-A8C5-ECC9F3942E4B}">
                  <a14:imgProps xmlns:a14="http://schemas.microsoft.com/office/drawing/2010/main">
                    <a14:imgLayer r:embed="rId20">
                      <a14:imgEffect>
                        <a14:saturation sat="0"/>
                      </a14:imgEffect>
                      <a14:imgEffect>
                        <a14:brightnessContrast bright="-2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3527186" y="5721930"/>
              <a:ext cx="320153" cy="320153"/>
            </a:xfrm>
            <a:prstGeom prst="rect">
              <a:avLst/>
            </a:prstGeom>
          </p:spPr>
        </p:pic>
      </p:grp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BF9C1EF3-21FF-9F07-D741-38F38FB97C1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Dock</a:t>
            </a:r>
            <a:endParaRPr lang="ko-KR" altLang="en-US" dirty="0"/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1083D875-08EB-A2FD-8713-214D2D30F6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클라이언트 리모컨 기본 구성 </a:t>
            </a:r>
            <a:r>
              <a:rPr lang="en-US" altLang="ko-KR" dirty="0"/>
              <a:t>&gt; Dock</a:t>
            </a:r>
            <a:endParaRPr lang="ko-KR" altLang="en-US" dirty="0"/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51044FA5-DF4A-13B6-C230-1ACD5A26251A}"/>
              </a:ext>
            </a:extLst>
          </p:cNvPr>
          <p:cNvSpPr/>
          <p:nvPr/>
        </p:nvSpPr>
        <p:spPr>
          <a:xfrm>
            <a:off x="4896344" y="4856192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3816000C-21FB-3A0E-F85C-F037AB494A40}"/>
              </a:ext>
            </a:extLst>
          </p:cNvPr>
          <p:cNvGrpSpPr/>
          <p:nvPr/>
        </p:nvGrpSpPr>
        <p:grpSpPr>
          <a:xfrm>
            <a:off x="2963652" y="4942375"/>
            <a:ext cx="3889260" cy="250484"/>
            <a:chOff x="6600056" y="1538514"/>
            <a:chExt cx="1692188" cy="305304"/>
          </a:xfrm>
        </p:grpSpPr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13828C86-DB58-6CA2-3EEE-3D139FCFB11B}"/>
                </a:ext>
              </a:extLst>
            </p:cNvPr>
            <p:cNvCxnSpPr/>
            <p:nvPr/>
          </p:nvCxnSpPr>
          <p:spPr>
            <a:xfrm>
              <a:off x="6600056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7D91B05D-37BA-B64B-6A1D-0B641F339C1A}"/>
                </a:ext>
              </a:extLst>
            </p:cNvPr>
            <p:cNvCxnSpPr/>
            <p:nvPr/>
          </p:nvCxnSpPr>
          <p:spPr>
            <a:xfrm>
              <a:off x="8292244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화살표 연결선 61">
              <a:extLst>
                <a:ext uri="{FF2B5EF4-FFF2-40B4-BE49-F238E27FC236}">
                  <a16:creationId xmlns:a16="http://schemas.microsoft.com/office/drawing/2014/main" id="{6ABD66B8-EE54-C27B-019B-B76798B0B0BD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56" y="1685893"/>
              <a:ext cx="1692188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63" name="Group 323">
            <a:extLst>
              <a:ext uri="{FF2B5EF4-FFF2-40B4-BE49-F238E27FC236}">
                <a16:creationId xmlns:a16="http://schemas.microsoft.com/office/drawing/2014/main" id="{7B9A2739-F9CE-0D79-84D6-C3C675290D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1802841"/>
              </p:ext>
            </p:extLst>
          </p:nvPr>
        </p:nvGraphicFramePr>
        <p:xfrm>
          <a:off x="9625013" y="575703"/>
          <a:ext cx="2519969" cy="5023930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압정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디폴트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활성화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활성화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독은 해당 영역에 고정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비활성화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평소 하단에 숨겨져 있다가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마우스를 오버할 경우 해당 위치로 노출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마우스가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Dock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에서 벗어날 경우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2~3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 후에 하단으로 숨김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*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위젯 추가 시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Dock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자동 숨김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위젯을 클릭하여 중앙에 떠있는 동안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Dock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압정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기능과 무관하게 자동 숨김 처리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벽지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벽지 창 오픈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각 위젯의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on/off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on/off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에 따라 컬러 변경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위젯 아이콘 정렬 순서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228600" marR="0" lvl="0" indent="-2286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ea"/>
                        <a:buAutoNum type="circleNumDbPlain"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퀵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제어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228600" marR="0" lvl="0" indent="-2286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ea"/>
                        <a:buAutoNum type="circleNumDbPlain"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대기 중인 후원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228600" marR="0" lvl="0" indent="-2286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ea"/>
                        <a:buAutoNum type="circleNumDbPlain"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볼륨 제어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228600" marR="0" lvl="0" indent="-2286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ea"/>
                        <a:buAutoNum type="circleNumDbPlain"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후원 사용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228600" marR="0" lvl="0" indent="-2286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ea"/>
                        <a:buAutoNum type="circleNumDbPlain"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후원 알림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228600" marR="0" lvl="0" indent="-2286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ea"/>
                        <a:buAutoNum type="circleNumDbPlain"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영상 후원 제어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228600" marR="0" lvl="0" indent="-2286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ea"/>
                        <a:buAutoNum type="circleNumDbPlain"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뽑기 잔여 수량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228600" marR="0" lvl="0" indent="-2286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ea"/>
                        <a:buAutoNum type="circleNumDbPlain"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투표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228600" marR="0" lvl="0" indent="-2286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ea"/>
                        <a:buAutoNum type="circleNumDbPlain"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크루 후원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228600" marR="0" lvl="0" indent="-2286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ea"/>
                        <a:buAutoNum type="circleNumDbPlain"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투네애드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ea"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대기 중이 후원 아이콘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ea"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대기 중인 후원이 생겼을 경우 숫자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뱃지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ea"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ea"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7467786"/>
                  </a:ext>
                </a:extLst>
              </a:tr>
            </a:tbl>
          </a:graphicData>
        </a:graphic>
      </p:graphicFrame>
      <p:grpSp>
        <p:nvGrpSpPr>
          <p:cNvPr id="333" name="그룹 332">
            <a:extLst>
              <a:ext uri="{FF2B5EF4-FFF2-40B4-BE49-F238E27FC236}">
                <a16:creationId xmlns:a16="http://schemas.microsoft.com/office/drawing/2014/main" id="{4525C86D-9DF9-512F-2A77-FF1A3F51297D}"/>
              </a:ext>
            </a:extLst>
          </p:cNvPr>
          <p:cNvGrpSpPr/>
          <p:nvPr/>
        </p:nvGrpSpPr>
        <p:grpSpPr>
          <a:xfrm rot="5400000">
            <a:off x="1517271" y="5396073"/>
            <a:ext cx="675013" cy="250484"/>
            <a:chOff x="6600056" y="1538514"/>
            <a:chExt cx="1692188" cy="305304"/>
          </a:xfrm>
        </p:grpSpPr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E3F761EA-6D42-0033-5A50-1C17A05A9606}"/>
                </a:ext>
              </a:extLst>
            </p:cNvPr>
            <p:cNvCxnSpPr/>
            <p:nvPr/>
          </p:nvCxnSpPr>
          <p:spPr>
            <a:xfrm>
              <a:off x="6600056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89149443-4CDB-8347-EC8A-A7744F0690DC}"/>
                </a:ext>
              </a:extLst>
            </p:cNvPr>
            <p:cNvCxnSpPr/>
            <p:nvPr/>
          </p:nvCxnSpPr>
          <p:spPr>
            <a:xfrm>
              <a:off x="8292244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직선 화살표 연결선 335">
              <a:extLst>
                <a:ext uri="{FF2B5EF4-FFF2-40B4-BE49-F238E27FC236}">
                  <a16:creationId xmlns:a16="http://schemas.microsoft.com/office/drawing/2014/main" id="{17FBFDF6-64AE-AA55-0FB7-3ED0CBF7141D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56" y="1685893"/>
              <a:ext cx="1692188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A04C481A-0E69-C9A4-348B-2AB1E6902800}"/>
              </a:ext>
            </a:extLst>
          </p:cNvPr>
          <p:cNvGrpSpPr/>
          <p:nvPr/>
        </p:nvGrpSpPr>
        <p:grpSpPr>
          <a:xfrm>
            <a:off x="1991544" y="6005173"/>
            <a:ext cx="320153" cy="320153"/>
            <a:chOff x="1991544" y="5968961"/>
            <a:chExt cx="320153" cy="320153"/>
          </a:xfrm>
        </p:grpSpPr>
        <p:grpSp>
          <p:nvGrpSpPr>
            <p:cNvPr id="343" name="그룹 342">
              <a:extLst>
                <a:ext uri="{FF2B5EF4-FFF2-40B4-BE49-F238E27FC236}">
                  <a16:creationId xmlns:a16="http://schemas.microsoft.com/office/drawing/2014/main" id="{3D27049C-0B48-907B-FE13-EBCBB639359F}"/>
                </a:ext>
              </a:extLst>
            </p:cNvPr>
            <p:cNvGrpSpPr/>
            <p:nvPr/>
          </p:nvGrpSpPr>
          <p:grpSpPr>
            <a:xfrm>
              <a:off x="1991544" y="5968961"/>
              <a:ext cx="320153" cy="320153"/>
              <a:chOff x="2175989" y="5436343"/>
              <a:chExt cx="320153" cy="320153"/>
            </a:xfrm>
          </p:grpSpPr>
          <p:pic>
            <p:nvPicPr>
              <p:cNvPr id="341" name="그래픽 340">
                <a:extLst>
                  <a:ext uri="{FF2B5EF4-FFF2-40B4-BE49-F238E27FC236}">
                    <a16:creationId xmlns:a16="http://schemas.microsoft.com/office/drawing/2014/main" id="{2807A0B2-2275-6BBC-18E4-6CF7CA6EA5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175989" y="5436343"/>
                <a:ext cx="320153" cy="320153"/>
              </a:xfrm>
              <a:prstGeom prst="rect">
                <a:avLst/>
              </a:prstGeom>
            </p:spPr>
          </p:pic>
          <p:pic>
            <p:nvPicPr>
              <p:cNvPr id="342" name="그래픽 341">
                <a:extLst>
                  <a:ext uri="{FF2B5EF4-FFF2-40B4-BE49-F238E27FC236}">
                    <a16:creationId xmlns:a16="http://schemas.microsoft.com/office/drawing/2014/main" id="{18B365D1-2DC8-9CC4-D686-88E68EA852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2256382" y="5528718"/>
                <a:ext cx="148139" cy="148139"/>
              </a:xfrm>
              <a:prstGeom prst="rect">
                <a:avLst/>
              </a:prstGeom>
            </p:spPr>
          </p:pic>
        </p:grpSp>
        <p:sp>
          <p:nvSpPr>
            <p:cNvPr id="345" name="&quot;허용 안 됨&quot; 기호 344">
              <a:extLst>
                <a:ext uri="{FF2B5EF4-FFF2-40B4-BE49-F238E27FC236}">
                  <a16:creationId xmlns:a16="http://schemas.microsoft.com/office/drawing/2014/main" id="{BBA495B2-98C9-FF4A-BA5C-8226D8BA1E2D}"/>
                </a:ext>
              </a:extLst>
            </p:cNvPr>
            <p:cNvSpPr/>
            <p:nvPr/>
          </p:nvSpPr>
          <p:spPr>
            <a:xfrm>
              <a:off x="2022186" y="5999603"/>
              <a:ext cx="258868" cy="258868"/>
            </a:xfrm>
            <a:prstGeom prst="noSmoking">
              <a:avLst>
                <a:gd name="adj" fmla="val 9378"/>
              </a:avLst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E7CC675D-FF27-C777-7532-4240C04464C8}"/>
              </a:ext>
            </a:extLst>
          </p:cNvPr>
          <p:cNvGrpSpPr/>
          <p:nvPr/>
        </p:nvGrpSpPr>
        <p:grpSpPr>
          <a:xfrm>
            <a:off x="10299401" y="5198074"/>
            <a:ext cx="369107" cy="355162"/>
            <a:chOff x="10268109" y="4329100"/>
            <a:chExt cx="369107" cy="355162"/>
          </a:xfrm>
        </p:grpSpPr>
        <p:sp>
          <p:nvSpPr>
            <p:cNvPr id="10" name="사각형: 둥근 모서리 9">
              <a:extLst>
                <a:ext uri="{FF2B5EF4-FFF2-40B4-BE49-F238E27FC236}">
                  <a16:creationId xmlns:a16="http://schemas.microsoft.com/office/drawing/2014/main" id="{D802D7C1-6BAC-7A0F-1C04-96154D139509}"/>
                </a:ext>
              </a:extLst>
            </p:cNvPr>
            <p:cNvSpPr/>
            <p:nvPr/>
          </p:nvSpPr>
          <p:spPr>
            <a:xfrm>
              <a:off x="10268109" y="4364109"/>
              <a:ext cx="320153" cy="320153"/>
            </a:xfrm>
            <a:prstGeom prst="roundRect">
              <a:avLst>
                <a:gd name="adj" fmla="val 23361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/>
                <a:t>Icon</a:t>
              </a:r>
            </a:p>
            <a:p>
              <a:pPr algn="ctr"/>
              <a:r>
                <a:rPr lang="en-US" altLang="ko-KR" sz="800" dirty="0"/>
                <a:t>2</a:t>
              </a:r>
              <a:endParaRPr lang="ko-KR" altLang="en-US" sz="800" dirty="0"/>
            </a:p>
          </p:txBody>
        </p:sp>
        <p:sp>
          <p:nvSpPr>
            <p:cNvPr id="11" name="타원 10">
              <a:extLst>
                <a:ext uri="{FF2B5EF4-FFF2-40B4-BE49-F238E27FC236}">
                  <a16:creationId xmlns:a16="http://schemas.microsoft.com/office/drawing/2014/main" id="{75823561-3C46-4ED3-224F-B892CF0E5ECA}"/>
                </a:ext>
              </a:extLst>
            </p:cNvPr>
            <p:cNvSpPr/>
            <p:nvPr/>
          </p:nvSpPr>
          <p:spPr bwMode="auto">
            <a:xfrm>
              <a:off x="10529216" y="4329100"/>
              <a:ext cx="108000" cy="108000"/>
            </a:xfrm>
            <a:prstGeom prst="ellipse">
              <a:avLst/>
            </a:prstGeom>
            <a:solidFill>
              <a:srgbClr val="C00000"/>
            </a:solidFill>
            <a:ln w="12700">
              <a:noFill/>
              <a:prstDash val="dash"/>
              <a:miter lim="800000"/>
              <a:headEnd/>
              <a:tailEnd/>
            </a:ln>
          </p:spPr>
          <p:txBody>
            <a:bodyPr wrap="none" rtlCol="0" anchor="ctr"/>
            <a:lstStyle/>
            <a:p>
              <a:pPr algn="ctr"/>
              <a:r>
                <a:rPr lang="en-US" altLang="ko-KR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7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666CE503-C090-0B60-6362-3015FFC2AF1F}"/>
              </a:ext>
            </a:extLst>
          </p:cNvPr>
          <p:cNvSpPr/>
          <p:nvPr/>
        </p:nvSpPr>
        <p:spPr>
          <a:xfrm>
            <a:off x="10154898" y="2780928"/>
            <a:ext cx="320153" cy="320153"/>
          </a:xfrm>
          <a:prstGeom prst="roundRect">
            <a:avLst>
              <a:gd name="adj" fmla="val 23361"/>
            </a:avLst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800" dirty="0"/>
              <a:t>Icon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58204B17-6597-EAE9-7380-86A87CAA6FC1}"/>
              </a:ext>
            </a:extLst>
          </p:cNvPr>
          <p:cNvSpPr/>
          <p:nvPr/>
        </p:nvSpPr>
        <p:spPr>
          <a:xfrm>
            <a:off x="10780403" y="2780928"/>
            <a:ext cx="320153" cy="320153"/>
          </a:xfrm>
          <a:prstGeom prst="roundRect">
            <a:avLst>
              <a:gd name="adj" fmla="val 23361"/>
            </a:avLst>
          </a:pr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800" dirty="0"/>
              <a:t>Icon</a:t>
            </a:r>
          </a:p>
        </p:txBody>
      </p:sp>
      <p:cxnSp>
        <p:nvCxnSpPr>
          <p:cNvPr id="18" name="직선 화살표 연결선 17">
            <a:extLst>
              <a:ext uri="{FF2B5EF4-FFF2-40B4-BE49-F238E27FC236}">
                <a16:creationId xmlns:a16="http://schemas.microsoft.com/office/drawing/2014/main" id="{45ED43D6-9311-1C5A-26B8-AC09A0316F9B}"/>
              </a:ext>
            </a:extLst>
          </p:cNvPr>
          <p:cNvCxnSpPr/>
          <p:nvPr/>
        </p:nvCxnSpPr>
        <p:spPr>
          <a:xfrm>
            <a:off x="10504163" y="2944599"/>
            <a:ext cx="252028" cy="0"/>
          </a:xfrm>
          <a:prstGeom prst="straightConnector1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타원 6">
            <a:extLst>
              <a:ext uri="{FF2B5EF4-FFF2-40B4-BE49-F238E27FC236}">
                <a16:creationId xmlns:a16="http://schemas.microsoft.com/office/drawing/2014/main" id="{BCCEE652-E529-9905-D1C6-A732D3E0FF9B}"/>
              </a:ext>
            </a:extLst>
          </p:cNvPr>
          <p:cNvSpPr/>
          <p:nvPr/>
        </p:nvSpPr>
        <p:spPr>
          <a:xfrm>
            <a:off x="2145636" y="5110305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1469900C-E784-BBF2-E341-B7BBA6D9B058}"/>
              </a:ext>
            </a:extLst>
          </p:cNvPr>
          <p:cNvSpPr/>
          <p:nvPr/>
        </p:nvSpPr>
        <p:spPr>
          <a:xfrm>
            <a:off x="2554581" y="5108220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320" name="직선 화살표 연결선 319">
            <a:extLst>
              <a:ext uri="{FF2B5EF4-FFF2-40B4-BE49-F238E27FC236}">
                <a16:creationId xmlns:a16="http://schemas.microsoft.com/office/drawing/2014/main" id="{0F3674AA-C16D-C296-6146-9A6823E2C9ED}"/>
              </a:ext>
            </a:extLst>
          </p:cNvPr>
          <p:cNvCxnSpPr/>
          <p:nvPr/>
        </p:nvCxnSpPr>
        <p:spPr>
          <a:xfrm>
            <a:off x="2145636" y="5700128"/>
            <a:ext cx="0" cy="286939"/>
          </a:xfrm>
          <a:prstGeom prst="straightConnector1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6013074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" name="그림 70">
            <a:extLst>
              <a:ext uri="{FF2B5EF4-FFF2-40B4-BE49-F238E27FC236}">
                <a16:creationId xmlns:a16="http://schemas.microsoft.com/office/drawing/2014/main" id="{F728C17F-D611-859D-1422-0E421F71BD1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28688" y="1340768"/>
            <a:ext cx="7443861" cy="4535817"/>
          </a:xfrm>
          <a:prstGeom prst="rect">
            <a:avLst/>
          </a:prstGeom>
        </p:spPr>
      </p:pic>
      <p:pic>
        <p:nvPicPr>
          <p:cNvPr id="121" name="그림 120">
            <a:extLst>
              <a:ext uri="{FF2B5EF4-FFF2-40B4-BE49-F238E27FC236}">
                <a16:creationId xmlns:a16="http://schemas.microsoft.com/office/drawing/2014/main" id="{9F96FD7A-25F0-17BE-2094-99C805F4258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-5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374531" y="1733743"/>
            <a:ext cx="7187807" cy="4078577"/>
          </a:xfrm>
          <a:prstGeom prst="rect">
            <a:avLst/>
          </a:prstGeom>
        </p:spPr>
      </p:pic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43F8C83C-3937-D972-E1DE-DB2E1E972D9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marL="0" indent="0">
              <a:buNone/>
            </a:pPr>
            <a:r>
              <a:rPr lang="ko-KR" altLang="en-US" dirty="0"/>
              <a:t>도킹</a:t>
            </a:r>
            <a:r>
              <a:rPr lang="en-US" altLang="ko-KR" dirty="0"/>
              <a:t>/</a:t>
            </a:r>
            <a:r>
              <a:rPr lang="ko-KR" altLang="en-US" dirty="0" err="1"/>
              <a:t>엣지</a:t>
            </a:r>
            <a:r>
              <a:rPr lang="ko-KR" altLang="en-US" dirty="0"/>
              <a:t> 인디케이터</a:t>
            </a:r>
          </a:p>
        </p:txBody>
      </p:sp>
      <p:sp>
        <p:nvSpPr>
          <p:cNvPr id="91" name="제목 90">
            <a:extLst>
              <a:ext uri="{FF2B5EF4-FFF2-40B4-BE49-F238E27FC236}">
                <a16:creationId xmlns:a16="http://schemas.microsoft.com/office/drawing/2014/main" id="{CE3C955F-84D9-05A8-8044-0BF1D9044F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클라이언트 리모컨 기본 구성 </a:t>
            </a:r>
            <a:r>
              <a:rPr lang="en-US" altLang="ko-KR" dirty="0"/>
              <a:t>&gt; </a:t>
            </a:r>
            <a:r>
              <a:rPr lang="ko-KR" altLang="en-US" dirty="0"/>
              <a:t>도킹</a:t>
            </a:r>
            <a:r>
              <a:rPr lang="en-US" altLang="ko-KR" dirty="0"/>
              <a:t>/</a:t>
            </a:r>
            <a:r>
              <a:rPr lang="ko-KR" altLang="en-US" dirty="0" err="1"/>
              <a:t>엣지</a:t>
            </a:r>
            <a:r>
              <a:rPr lang="ko-KR" altLang="en-US" dirty="0"/>
              <a:t> 인디케이터</a:t>
            </a:r>
          </a:p>
        </p:txBody>
      </p:sp>
      <p:graphicFrame>
        <p:nvGraphicFramePr>
          <p:cNvPr id="92" name="내용 개체 틀 3">
            <a:extLst>
              <a:ext uri="{FF2B5EF4-FFF2-40B4-BE49-F238E27FC236}">
                <a16:creationId xmlns:a16="http://schemas.microsoft.com/office/drawing/2014/main" id="{AE7100FB-DD1B-1E34-1B99-6BBC94F3E25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000767839"/>
              </p:ext>
            </p:extLst>
          </p:nvPr>
        </p:nvGraphicFramePr>
        <p:xfrm>
          <a:off x="7838586" y="1337145"/>
          <a:ext cx="4200171" cy="2235887"/>
        </p:xfrm>
        <a:graphic>
          <a:graphicData uri="http://schemas.openxmlformats.org/drawingml/2006/table">
            <a:tbl>
              <a:tblPr/>
              <a:tblGrid>
                <a:gridCol w="1102850">
                  <a:extLst>
                    <a:ext uri="{9D8B030D-6E8A-4147-A177-3AD203B41FA5}">
                      <a16:colId xmlns:a16="http://schemas.microsoft.com/office/drawing/2014/main" val="4082674258"/>
                    </a:ext>
                  </a:extLst>
                </a:gridCol>
                <a:gridCol w="3097321">
                  <a:extLst>
                    <a:ext uri="{9D8B030D-6E8A-4147-A177-3AD203B41FA5}">
                      <a16:colId xmlns:a16="http://schemas.microsoft.com/office/drawing/2014/main" val="2739932198"/>
                    </a:ext>
                  </a:extLst>
                </a:gridCol>
              </a:tblGrid>
              <a:tr h="309950">
                <a:tc gridSpan="2">
                  <a:txBody>
                    <a:bodyPr/>
                    <a:lstStyle/>
                    <a:p>
                      <a:pPr algn="ctr" rtl="0" fontAlgn="b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기본 정책</a:t>
                      </a:r>
                    </a:p>
                  </a:txBody>
                  <a:tcPr marL="72000" marR="72000" marT="36000" marB="36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72000" marR="72000" marT="36000" marB="36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07546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900" b="1" dirty="0">
                          <a:effectLst/>
                          <a:latin typeface="+mn-ea"/>
                          <a:ea typeface="+mn-ea"/>
                        </a:rPr>
                        <a:t>도킹 인디케이터</a:t>
                      </a:r>
                    </a:p>
                  </a:txBody>
                  <a:tcPr marL="72000" marR="72000" marT="36000" marB="36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rtl="0" fontAlgn="b">
                        <a:lnSpc>
                          <a:spcPct val="120000"/>
                        </a:lnSpc>
                        <a:buFontTx/>
                        <a:buChar char="-"/>
                      </a:pPr>
                      <a:r>
                        <a:rPr lang="ko-KR" altLang="en-US" sz="900" dirty="0">
                          <a:effectLst/>
                          <a:latin typeface="+mn-ea"/>
                          <a:ea typeface="+mn-ea"/>
                        </a:rPr>
                        <a:t>위젯을 분할하거나 위젯 간의 위치교환을 할 때 사용</a:t>
                      </a:r>
                      <a:endParaRPr lang="en-US" altLang="ko-KR" sz="900" dirty="0">
                        <a:effectLst/>
                        <a:latin typeface="+mn-ea"/>
                        <a:ea typeface="+mn-ea"/>
                      </a:endParaRPr>
                    </a:p>
                    <a:p>
                      <a:pPr marL="171450" indent="-171450" rtl="0" fontAlgn="b">
                        <a:lnSpc>
                          <a:spcPct val="120000"/>
                        </a:lnSpc>
                        <a:buFontTx/>
                        <a:buChar char="-"/>
                      </a:pPr>
                      <a:r>
                        <a:rPr lang="ko-KR" altLang="en-US" sz="900" dirty="0">
                          <a:effectLst/>
                          <a:latin typeface="+mn-ea"/>
                          <a:ea typeface="+mn-ea"/>
                        </a:rPr>
                        <a:t>모든 위젯의 중앙에 노출</a:t>
                      </a:r>
                      <a:endParaRPr lang="en-US" altLang="ko-KR" sz="900" dirty="0">
                        <a:effectLst/>
                        <a:latin typeface="+mn-ea"/>
                        <a:ea typeface="+mn-ea"/>
                      </a:endParaRPr>
                    </a:p>
                    <a:p>
                      <a:pPr marL="171450" indent="-171450" rtl="0" fontAlgn="b">
                        <a:lnSpc>
                          <a:spcPct val="120000"/>
                        </a:lnSpc>
                        <a:buFontTx/>
                        <a:buChar char="-"/>
                      </a:pPr>
                      <a:r>
                        <a:rPr lang="ko-KR" altLang="en-US" sz="900" dirty="0">
                          <a:effectLst/>
                          <a:latin typeface="+mn-ea"/>
                          <a:ea typeface="+mn-ea"/>
                        </a:rPr>
                        <a:t>분할 기능 </a:t>
                      </a:r>
                      <a:r>
                        <a:rPr lang="en-US" altLang="ko-KR" sz="900" dirty="0"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dirty="0">
                          <a:effectLst/>
                          <a:latin typeface="+mn-ea"/>
                          <a:ea typeface="+mn-ea"/>
                        </a:rPr>
                        <a:t>방향 버튼을 선택 시 대상 영역을 </a:t>
                      </a:r>
                      <a:r>
                        <a:rPr lang="en-US" altLang="ko-KR" sz="900" dirty="0">
                          <a:effectLst/>
                          <a:latin typeface="+mn-ea"/>
                          <a:ea typeface="+mn-ea"/>
                        </a:rPr>
                        <a:t>1/2</a:t>
                      </a:r>
                      <a:r>
                        <a:rPr lang="ko-KR" altLang="en-US" sz="900" dirty="0">
                          <a:effectLst/>
                          <a:latin typeface="+mn-ea"/>
                          <a:ea typeface="+mn-ea"/>
                        </a:rPr>
                        <a:t>로 분할하여 신규 위젯을 배치하고 기존 위젯 크기를 조정</a:t>
                      </a:r>
                      <a:endParaRPr lang="en-US" altLang="ko-KR" sz="900" dirty="0">
                        <a:effectLst/>
                        <a:latin typeface="+mn-ea"/>
                        <a:ea typeface="+mn-ea"/>
                      </a:endParaRPr>
                    </a:p>
                    <a:p>
                      <a:pPr marL="171450" indent="-171450" rtl="0" fontAlgn="b">
                        <a:lnSpc>
                          <a:spcPct val="120000"/>
                        </a:lnSpc>
                        <a:buFontTx/>
                        <a:buChar char="-"/>
                      </a:pPr>
                      <a:r>
                        <a:rPr lang="ko-KR" altLang="en-US" sz="900" dirty="0">
                          <a:effectLst/>
                          <a:latin typeface="+mn-ea"/>
                          <a:ea typeface="+mn-ea"/>
                        </a:rPr>
                        <a:t>위치 교환 기능 </a:t>
                      </a:r>
                      <a:r>
                        <a:rPr lang="en-US" altLang="ko-KR" sz="900" dirty="0"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dirty="0">
                          <a:effectLst/>
                          <a:latin typeface="+mn-ea"/>
                          <a:ea typeface="+mn-ea"/>
                        </a:rPr>
                        <a:t>중앙 버튼을 선택 시 해당 위젯과 위치 교환</a:t>
                      </a:r>
                      <a:endParaRPr lang="en-US" altLang="ko-KR" sz="900" dirty="0">
                        <a:effectLst/>
                        <a:latin typeface="+mn-ea"/>
                        <a:ea typeface="+mn-ea"/>
                      </a:endParaRPr>
                    </a:p>
                    <a:p>
                      <a:pPr marL="0" indent="0" rtl="0" fontAlgn="b">
                        <a:lnSpc>
                          <a:spcPct val="120000"/>
                        </a:lnSpc>
                        <a:buFontTx/>
                        <a:buNone/>
                      </a:pPr>
                      <a:endParaRPr lang="en-US" altLang="ko-KR" sz="900" dirty="0">
                        <a:effectLst/>
                        <a:latin typeface="+mn-ea"/>
                        <a:ea typeface="+mn-ea"/>
                      </a:endParaRPr>
                    </a:p>
                    <a:p>
                      <a:pPr marL="0" indent="0" rtl="0" fontAlgn="b">
                        <a:lnSpc>
                          <a:spcPct val="120000"/>
                        </a:lnSpc>
                        <a:buFontTx/>
                        <a:buNone/>
                      </a:pPr>
                      <a:r>
                        <a:rPr lang="en-US" altLang="ko-KR" sz="900" dirty="0">
                          <a:effectLst/>
                          <a:latin typeface="+mn-ea"/>
                          <a:ea typeface="+mn-ea"/>
                        </a:rPr>
                        <a:t>※ </a:t>
                      </a:r>
                      <a:r>
                        <a:rPr lang="ko-KR" altLang="en-US" sz="900" dirty="0">
                          <a:effectLst/>
                          <a:latin typeface="+mn-ea"/>
                          <a:ea typeface="+mn-ea"/>
                        </a:rPr>
                        <a:t>위젯을 추가할 때 나타나는 도킹 인디케이터는 중앙 버튼 비활성화 처리</a:t>
                      </a:r>
                    </a:p>
                  </a:txBody>
                  <a:tcPr marL="72000" marR="72000" marT="36000" marB="36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280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900" b="1" dirty="0" err="1">
                          <a:effectLst/>
                          <a:latin typeface="+mn-ea"/>
                          <a:ea typeface="+mn-ea"/>
                        </a:rPr>
                        <a:t>엣지</a:t>
                      </a:r>
                      <a:r>
                        <a:rPr lang="ko-KR" altLang="en-US" sz="900" b="1" dirty="0">
                          <a:effectLst/>
                          <a:latin typeface="+mn-ea"/>
                          <a:ea typeface="+mn-ea"/>
                        </a:rPr>
                        <a:t> 인디케이터</a:t>
                      </a:r>
                    </a:p>
                  </a:txBody>
                  <a:tcPr marL="72000" marR="72000" marT="36000" marB="36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rtl="0" fontAlgn="ctr">
                        <a:lnSpc>
                          <a:spcPct val="120000"/>
                        </a:lnSpc>
                        <a:buFontTx/>
                        <a:buChar char="-"/>
                      </a:pPr>
                      <a:r>
                        <a:rPr lang="ko-KR" altLang="en-US" sz="900" dirty="0">
                          <a:effectLst/>
                          <a:latin typeface="+mn-ea"/>
                          <a:ea typeface="+mn-ea"/>
                        </a:rPr>
                        <a:t>캔버스의 </a:t>
                      </a:r>
                      <a:r>
                        <a:rPr lang="ko-KR" altLang="en-US" sz="900" dirty="0" err="1">
                          <a:effectLst/>
                          <a:latin typeface="+mn-ea"/>
                          <a:ea typeface="+mn-ea"/>
                        </a:rPr>
                        <a:t>상하좌우면에</a:t>
                      </a:r>
                      <a:r>
                        <a:rPr lang="ko-KR" altLang="en-US" sz="900" dirty="0">
                          <a:effectLst/>
                          <a:latin typeface="+mn-ea"/>
                          <a:ea typeface="+mn-ea"/>
                        </a:rPr>
                        <a:t> 위젯을 삽입할 때 사용</a:t>
                      </a:r>
                      <a:endParaRPr lang="en-US" altLang="ko-KR" sz="900" dirty="0">
                        <a:effectLst/>
                        <a:latin typeface="+mn-ea"/>
                        <a:ea typeface="+mn-ea"/>
                      </a:endParaRPr>
                    </a:p>
                    <a:p>
                      <a:pPr marL="171450" indent="-171450" rtl="0" fontAlgn="ctr">
                        <a:lnSpc>
                          <a:spcPct val="120000"/>
                        </a:lnSpc>
                        <a:buFontTx/>
                        <a:buChar char="-"/>
                      </a:pPr>
                      <a:r>
                        <a:rPr lang="ko-KR" altLang="en-US" sz="900" dirty="0">
                          <a:effectLst/>
                          <a:latin typeface="+mn-ea"/>
                          <a:ea typeface="+mn-ea"/>
                        </a:rPr>
                        <a:t>캔버스의 상하좌우면 </a:t>
                      </a:r>
                      <a:r>
                        <a:rPr lang="en-US" altLang="ko-KR" sz="900" dirty="0">
                          <a:effectLst/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900" dirty="0">
                          <a:effectLst/>
                          <a:latin typeface="+mn-ea"/>
                          <a:ea typeface="+mn-ea"/>
                        </a:rPr>
                        <a:t>곳에 노출 </a:t>
                      </a:r>
                      <a:endParaRPr lang="en-US" altLang="ko-KR" sz="900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8155782"/>
                  </a:ext>
                </a:extLst>
              </a:tr>
            </a:tbl>
          </a:graphicData>
        </a:graphic>
      </p:graphicFrame>
      <p:grpSp>
        <p:nvGrpSpPr>
          <p:cNvPr id="95" name="그룹 94">
            <a:extLst>
              <a:ext uri="{FF2B5EF4-FFF2-40B4-BE49-F238E27FC236}">
                <a16:creationId xmlns:a16="http://schemas.microsoft.com/office/drawing/2014/main" id="{7A989591-94BF-D49D-C566-7104809D5878}"/>
              </a:ext>
            </a:extLst>
          </p:cNvPr>
          <p:cNvGrpSpPr/>
          <p:nvPr/>
        </p:nvGrpSpPr>
        <p:grpSpPr>
          <a:xfrm>
            <a:off x="2036378" y="3021063"/>
            <a:ext cx="807424" cy="808132"/>
            <a:chOff x="2036378" y="3021063"/>
            <a:chExt cx="807424" cy="808132"/>
          </a:xfrm>
        </p:grpSpPr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64D8621D-5941-9840-7402-C69DBE750B84}"/>
                </a:ext>
              </a:extLst>
            </p:cNvPr>
            <p:cNvGrpSpPr/>
            <p:nvPr/>
          </p:nvGrpSpPr>
          <p:grpSpPr>
            <a:xfrm>
              <a:off x="2036378" y="3021063"/>
              <a:ext cx="807424" cy="808132"/>
              <a:chOff x="2576438" y="3057067"/>
              <a:chExt cx="807424" cy="808132"/>
            </a:xfrm>
          </p:grpSpPr>
          <p:grpSp>
            <p:nvGrpSpPr>
              <p:cNvPr id="44" name="그룹 43">
                <a:extLst>
                  <a:ext uri="{FF2B5EF4-FFF2-40B4-BE49-F238E27FC236}">
                    <a16:creationId xmlns:a16="http://schemas.microsoft.com/office/drawing/2014/main" id="{FEF84536-0042-39B5-6CA8-F07EFF7FF55F}"/>
                  </a:ext>
                </a:extLst>
              </p:cNvPr>
              <p:cNvGrpSpPr/>
              <p:nvPr/>
            </p:nvGrpSpPr>
            <p:grpSpPr>
              <a:xfrm>
                <a:off x="2576438" y="3057067"/>
                <a:ext cx="807424" cy="808132"/>
                <a:chOff x="9639965" y="3010178"/>
                <a:chExt cx="1079056" cy="1080002"/>
              </a:xfrm>
              <a:solidFill>
                <a:schemeClr val="tx2">
                  <a:lumMod val="60000"/>
                  <a:lumOff val="40000"/>
                  <a:alpha val="81000"/>
                </a:schemeClr>
              </a:solidFill>
            </p:grpSpPr>
            <p:sp>
              <p:nvSpPr>
                <p:cNvPr id="49" name="화살표: 오각형 48">
                  <a:extLst>
                    <a:ext uri="{FF2B5EF4-FFF2-40B4-BE49-F238E27FC236}">
                      <a16:creationId xmlns:a16="http://schemas.microsoft.com/office/drawing/2014/main" id="{9FA7C9F8-5558-28DB-C3CF-DB365415D7E5}"/>
                    </a:ext>
                  </a:extLst>
                </p:cNvPr>
                <p:cNvSpPr/>
                <p:nvPr/>
              </p:nvSpPr>
              <p:spPr>
                <a:xfrm>
                  <a:off x="9997362" y="3370180"/>
                  <a:ext cx="721659" cy="360000"/>
                </a:xfrm>
                <a:prstGeom prst="homePlate">
                  <a:avLst>
                    <a:gd name="adj" fmla="val 36771"/>
                  </a:avLst>
                </a:prstGeom>
                <a:solidFill>
                  <a:schemeClr val="tx2">
                    <a:lumMod val="75000"/>
                    <a:alpha val="82000"/>
                  </a:schemeClr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0" name="화살표: 오각형 49">
                  <a:extLst>
                    <a:ext uri="{FF2B5EF4-FFF2-40B4-BE49-F238E27FC236}">
                      <a16:creationId xmlns:a16="http://schemas.microsoft.com/office/drawing/2014/main" id="{A526C3F9-1ED0-54DE-82F9-D24AB94176BC}"/>
                    </a:ext>
                  </a:extLst>
                </p:cNvPr>
                <p:cNvSpPr/>
                <p:nvPr/>
              </p:nvSpPr>
              <p:spPr>
                <a:xfrm rot="10800000">
                  <a:off x="9639965" y="3370180"/>
                  <a:ext cx="719055" cy="360000"/>
                </a:xfrm>
                <a:prstGeom prst="homePlate">
                  <a:avLst>
                    <a:gd name="adj" fmla="val 36771"/>
                  </a:avLst>
                </a:prstGeom>
                <a:solidFill>
                  <a:schemeClr val="tx2">
                    <a:lumMod val="75000"/>
                    <a:alpha val="82000"/>
                  </a:schemeClr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1" name="화살표: 오각형 50">
                  <a:extLst>
                    <a:ext uri="{FF2B5EF4-FFF2-40B4-BE49-F238E27FC236}">
                      <a16:creationId xmlns:a16="http://schemas.microsoft.com/office/drawing/2014/main" id="{A8865854-DA89-096B-89C8-F57914E153A0}"/>
                    </a:ext>
                  </a:extLst>
                </p:cNvPr>
                <p:cNvSpPr/>
                <p:nvPr/>
              </p:nvSpPr>
              <p:spPr>
                <a:xfrm rot="16200000">
                  <a:off x="9819020" y="3190179"/>
                  <a:ext cx="720001" cy="360000"/>
                </a:xfrm>
                <a:prstGeom prst="homePlate">
                  <a:avLst>
                    <a:gd name="adj" fmla="val 36771"/>
                  </a:avLst>
                </a:prstGeom>
                <a:solidFill>
                  <a:schemeClr val="tx2">
                    <a:lumMod val="75000"/>
                    <a:alpha val="82000"/>
                  </a:schemeClr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2" name="화살표: 오각형 51">
                  <a:extLst>
                    <a:ext uri="{FF2B5EF4-FFF2-40B4-BE49-F238E27FC236}">
                      <a16:creationId xmlns:a16="http://schemas.microsoft.com/office/drawing/2014/main" id="{C3B9A484-FD53-1999-585E-FA17DA60153C}"/>
                    </a:ext>
                  </a:extLst>
                </p:cNvPr>
                <p:cNvSpPr/>
                <p:nvPr/>
              </p:nvSpPr>
              <p:spPr>
                <a:xfrm rot="5400000">
                  <a:off x="9819020" y="3550179"/>
                  <a:ext cx="720002" cy="360000"/>
                </a:xfrm>
                <a:prstGeom prst="homePlate">
                  <a:avLst>
                    <a:gd name="adj" fmla="val 36771"/>
                  </a:avLst>
                </a:prstGeom>
                <a:solidFill>
                  <a:schemeClr val="tx2">
                    <a:lumMod val="75000"/>
                    <a:alpha val="82000"/>
                  </a:schemeClr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3" name="직사각형 52">
                  <a:extLst>
                    <a:ext uri="{FF2B5EF4-FFF2-40B4-BE49-F238E27FC236}">
                      <a16:creationId xmlns:a16="http://schemas.microsoft.com/office/drawing/2014/main" id="{21915C26-069C-9AD1-B3FB-922241983AEE}"/>
                    </a:ext>
                  </a:extLst>
                </p:cNvPr>
                <p:cNvSpPr/>
                <p:nvPr/>
              </p:nvSpPr>
              <p:spPr>
                <a:xfrm>
                  <a:off x="9997362" y="3370177"/>
                  <a:ext cx="360001" cy="360002"/>
                </a:xfrm>
                <a:prstGeom prst="rect">
                  <a:avLst/>
                </a:prstGeom>
                <a:solidFill>
                  <a:schemeClr val="tx2">
                    <a:lumMod val="75000"/>
                    <a:alpha val="82000"/>
                  </a:schemeClr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</p:grpSp>
          <p:sp>
            <p:nvSpPr>
              <p:cNvPr id="45" name="화살표: 오른쪽 44">
                <a:extLst>
                  <a:ext uri="{FF2B5EF4-FFF2-40B4-BE49-F238E27FC236}">
                    <a16:creationId xmlns:a16="http://schemas.microsoft.com/office/drawing/2014/main" id="{953A55AE-13CD-C1FD-3B12-CA1202E21A46}"/>
                  </a:ext>
                </a:extLst>
              </p:cNvPr>
              <p:cNvSpPr/>
              <p:nvPr/>
            </p:nvSpPr>
            <p:spPr>
              <a:xfrm>
                <a:off x="3210034" y="3384329"/>
                <a:ext cx="75798" cy="153606"/>
              </a:xfrm>
              <a:prstGeom prst="rightArrow">
                <a:avLst>
                  <a:gd name="adj1" fmla="val 50000"/>
                  <a:gd name="adj2" fmla="val 100000"/>
                </a:avLst>
              </a:prstGeom>
              <a:solidFill>
                <a:schemeClr val="bg1">
                  <a:alpha val="82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6" name="화살표: 오른쪽 45">
                <a:extLst>
                  <a:ext uri="{FF2B5EF4-FFF2-40B4-BE49-F238E27FC236}">
                    <a16:creationId xmlns:a16="http://schemas.microsoft.com/office/drawing/2014/main" id="{FE7EF3E7-B405-2B9A-2185-E4E550234822}"/>
                  </a:ext>
                </a:extLst>
              </p:cNvPr>
              <p:cNvSpPr/>
              <p:nvPr/>
            </p:nvSpPr>
            <p:spPr>
              <a:xfrm rot="10800000">
                <a:off x="2671422" y="3384329"/>
                <a:ext cx="75798" cy="153606"/>
              </a:xfrm>
              <a:prstGeom prst="rightArrow">
                <a:avLst>
                  <a:gd name="adj1" fmla="val 50000"/>
                  <a:gd name="adj2" fmla="val 100000"/>
                </a:avLst>
              </a:prstGeom>
              <a:solidFill>
                <a:schemeClr val="bg1">
                  <a:alpha val="82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7" name="화살표: 오른쪽 46">
                <a:extLst>
                  <a:ext uri="{FF2B5EF4-FFF2-40B4-BE49-F238E27FC236}">
                    <a16:creationId xmlns:a16="http://schemas.microsoft.com/office/drawing/2014/main" id="{2F28D867-46B6-4DA2-30A1-EE4A96AE488D}"/>
                  </a:ext>
                </a:extLst>
              </p:cNvPr>
              <p:cNvSpPr/>
              <p:nvPr/>
            </p:nvSpPr>
            <p:spPr>
              <a:xfrm rot="16200000">
                <a:off x="2944243" y="3116055"/>
                <a:ext cx="75798" cy="153606"/>
              </a:xfrm>
              <a:prstGeom prst="rightArrow">
                <a:avLst>
                  <a:gd name="adj1" fmla="val 50000"/>
                  <a:gd name="adj2" fmla="val 100000"/>
                </a:avLst>
              </a:prstGeom>
              <a:solidFill>
                <a:schemeClr val="bg1">
                  <a:alpha val="82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8" name="화살표: 오른쪽 47">
                <a:extLst>
                  <a:ext uri="{FF2B5EF4-FFF2-40B4-BE49-F238E27FC236}">
                    <a16:creationId xmlns:a16="http://schemas.microsoft.com/office/drawing/2014/main" id="{B42F6FF1-7B1C-5A1A-CF12-15AA58C6F56F}"/>
                  </a:ext>
                </a:extLst>
              </p:cNvPr>
              <p:cNvSpPr/>
              <p:nvPr/>
            </p:nvSpPr>
            <p:spPr>
              <a:xfrm rot="5400000">
                <a:off x="2944243" y="3656115"/>
                <a:ext cx="75798" cy="153606"/>
              </a:xfrm>
              <a:prstGeom prst="rightArrow">
                <a:avLst>
                  <a:gd name="adj1" fmla="val 50000"/>
                  <a:gd name="adj2" fmla="val 100000"/>
                </a:avLst>
              </a:prstGeom>
              <a:solidFill>
                <a:schemeClr val="bg1">
                  <a:alpha val="82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5B56B1ED-DCD5-E041-3E84-A64ACBC5DC74}"/>
                </a:ext>
              </a:extLst>
            </p:cNvPr>
            <p:cNvSpPr/>
            <p:nvPr/>
          </p:nvSpPr>
          <p:spPr>
            <a:xfrm>
              <a:off x="2373916" y="3356962"/>
              <a:ext cx="136332" cy="136332"/>
            </a:xfrm>
            <a:prstGeom prst="rect">
              <a:avLst/>
            </a:prstGeom>
            <a:solidFill>
              <a:schemeClr val="bg1">
                <a:alpha val="7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96" name="설명선: 굽은 선 95">
            <a:extLst>
              <a:ext uri="{FF2B5EF4-FFF2-40B4-BE49-F238E27FC236}">
                <a16:creationId xmlns:a16="http://schemas.microsoft.com/office/drawing/2014/main" id="{5C63786F-4490-0621-2840-8347D5401B84}"/>
              </a:ext>
            </a:extLst>
          </p:cNvPr>
          <p:cNvSpPr/>
          <p:nvPr/>
        </p:nvSpPr>
        <p:spPr>
          <a:xfrm>
            <a:off x="1250725" y="3068960"/>
            <a:ext cx="812827" cy="211645"/>
          </a:xfrm>
          <a:prstGeom prst="borderCallout2">
            <a:avLst>
              <a:gd name="adj1" fmla="val 23209"/>
              <a:gd name="adj2" fmla="val 100816"/>
              <a:gd name="adj3" fmla="val 25437"/>
              <a:gd name="adj4" fmla="val 113996"/>
              <a:gd name="adj5" fmla="val 87981"/>
              <a:gd name="adj6" fmla="val 125352"/>
            </a:avLst>
          </a:prstGeom>
          <a:solidFill>
            <a:srgbClr val="FF0000"/>
          </a:solidFill>
          <a:ln>
            <a:solidFill>
              <a:srgbClr val="FF0000"/>
            </a:solidFill>
            <a:tailEnd type="oval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도킹 인디케이터</a:t>
            </a:r>
          </a:p>
        </p:txBody>
      </p:sp>
      <p:grpSp>
        <p:nvGrpSpPr>
          <p:cNvPr id="97" name="그룹 96">
            <a:extLst>
              <a:ext uri="{FF2B5EF4-FFF2-40B4-BE49-F238E27FC236}">
                <a16:creationId xmlns:a16="http://schemas.microsoft.com/office/drawing/2014/main" id="{BECEE966-CE70-4326-22F3-EEF9DD9C9E85}"/>
              </a:ext>
            </a:extLst>
          </p:cNvPr>
          <p:cNvGrpSpPr/>
          <p:nvPr/>
        </p:nvGrpSpPr>
        <p:grpSpPr>
          <a:xfrm>
            <a:off x="601428" y="3687932"/>
            <a:ext cx="269378" cy="269378"/>
            <a:chOff x="1202433" y="3729098"/>
            <a:chExt cx="269378" cy="269378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8CB5EBCA-41D7-9F54-54B2-30133DA8DBCF}"/>
                </a:ext>
              </a:extLst>
            </p:cNvPr>
            <p:cNvSpPr/>
            <p:nvPr/>
          </p:nvSpPr>
          <p:spPr>
            <a:xfrm>
              <a:off x="1202433" y="3729098"/>
              <a:ext cx="269378" cy="269378"/>
            </a:xfrm>
            <a:prstGeom prst="rect">
              <a:avLst/>
            </a:prstGeom>
            <a:solidFill>
              <a:schemeClr val="tx2">
                <a:lumMod val="75000"/>
                <a:alpha val="82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9" name="직사각형 98">
              <a:extLst>
                <a:ext uri="{FF2B5EF4-FFF2-40B4-BE49-F238E27FC236}">
                  <a16:creationId xmlns:a16="http://schemas.microsoft.com/office/drawing/2014/main" id="{6B7EBDD7-EBBA-49A7-BC39-BDB34D0689E5}"/>
                </a:ext>
              </a:extLst>
            </p:cNvPr>
            <p:cNvSpPr/>
            <p:nvPr/>
          </p:nvSpPr>
          <p:spPr>
            <a:xfrm>
              <a:off x="1266162" y="3792827"/>
              <a:ext cx="141921" cy="141921"/>
            </a:xfrm>
            <a:prstGeom prst="rect">
              <a:avLst/>
            </a:prstGeom>
            <a:solidFill>
              <a:schemeClr val="tx2">
                <a:lumMod val="75000"/>
                <a:alpha val="82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cxnSp>
          <p:nvCxnSpPr>
            <p:cNvPr id="100" name="직선 화살표 연결선 99">
              <a:extLst>
                <a:ext uri="{FF2B5EF4-FFF2-40B4-BE49-F238E27FC236}">
                  <a16:creationId xmlns:a16="http://schemas.microsoft.com/office/drawing/2014/main" id="{B8625050-FD88-0F73-6A6B-527B8714B55B}"/>
                </a:ext>
              </a:extLst>
            </p:cNvPr>
            <p:cNvCxnSpPr>
              <a:cxnSpLocks/>
            </p:cNvCxnSpPr>
            <p:nvPr/>
          </p:nvCxnSpPr>
          <p:spPr>
            <a:xfrm>
              <a:off x="1310643" y="3792827"/>
              <a:ext cx="0" cy="141921"/>
            </a:xfrm>
            <a:prstGeom prst="straightConnector1">
              <a:avLst/>
            </a:prstGeom>
            <a:ln w="12700">
              <a:solidFill>
                <a:schemeClr val="bg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1" name="그룹 100">
            <a:extLst>
              <a:ext uri="{FF2B5EF4-FFF2-40B4-BE49-F238E27FC236}">
                <a16:creationId xmlns:a16="http://schemas.microsoft.com/office/drawing/2014/main" id="{9FFEE204-1CB5-744E-150A-E163CC16608E}"/>
              </a:ext>
            </a:extLst>
          </p:cNvPr>
          <p:cNvGrpSpPr/>
          <p:nvPr/>
        </p:nvGrpSpPr>
        <p:grpSpPr>
          <a:xfrm rot="16200000">
            <a:off x="3929968" y="5414179"/>
            <a:ext cx="269378" cy="269378"/>
            <a:chOff x="1202433" y="3729098"/>
            <a:chExt cx="269378" cy="269378"/>
          </a:xfrm>
        </p:grpSpPr>
        <p:sp>
          <p:nvSpPr>
            <p:cNvPr id="102" name="직사각형 101">
              <a:extLst>
                <a:ext uri="{FF2B5EF4-FFF2-40B4-BE49-F238E27FC236}">
                  <a16:creationId xmlns:a16="http://schemas.microsoft.com/office/drawing/2014/main" id="{1C0B1D11-1602-3E10-4B55-46C47D0F493C}"/>
                </a:ext>
              </a:extLst>
            </p:cNvPr>
            <p:cNvSpPr/>
            <p:nvPr/>
          </p:nvSpPr>
          <p:spPr>
            <a:xfrm>
              <a:off x="1202433" y="3729098"/>
              <a:ext cx="269378" cy="269378"/>
            </a:xfrm>
            <a:prstGeom prst="rect">
              <a:avLst/>
            </a:prstGeom>
            <a:solidFill>
              <a:schemeClr val="tx2">
                <a:lumMod val="75000"/>
                <a:alpha val="82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3" name="직사각형 102">
              <a:extLst>
                <a:ext uri="{FF2B5EF4-FFF2-40B4-BE49-F238E27FC236}">
                  <a16:creationId xmlns:a16="http://schemas.microsoft.com/office/drawing/2014/main" id="{4D5A310A-DD8A-83C9-3E73-ECBE962875B3}"/>
                </a:ext>
              </a:extLst>
            </p:cNvPr>
            <p:cNvSpPr/>
            <p:nvPr/>
          </p:nvSpPr>
          <p:spPr>
            <a:xfrm>
              <a:off x="1266162" y="3792827"/>
              <a:ext cx="141921" cy="141921"/>
            </a:xfrm>
            <a:prstGeom prst="rect">
              <a:avLst/>
            </a:prstGeom>
            <a:solidFill>
              <a:schemeClr val="tx2">
                <a:lumMod val="75000"/>
                <a:alpha val="82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cxnSp>
          <p:nvCxnSpPr>
            <p:cNvPr id="104" name="직선 화살표 연결선 103">
              <a:extLst>
                <a:ext uri="{FF2B5EF4-FFF2-40B4-BE49-F238E27FC236}">
                  <a16:creationId xmlns:a16="http://schemas.microsoft.com/office/drawing/2014/main" id="{009D5477-1731-1AE9-44F0-A0C2961D92B1}"/>
                </a:ext>
              </a:extLst>
            </p:cNvPr>
            <p:cNvCxnSpPr>
              <a:cxnSpLocks/>
            </p:cNvCxnSpPr>
            <p:nvPr/>
          </p:nvCxnSpPr>
          <p:spPr>
            <a:xfrm>
              <a:off x="1310643" y="3792827"/>
              <a:ext cx="0" cy="141921"/>
            </a:xfrm>
            <a:prstGeom prst="straightConnector1">
              <a:avLst/>
            </a:prstGeom>
            <a:ln w="12700">
              <a:solidFill>
                <a:schemeClr val="bg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AA519BE5-634A-2816-16F9-68A7C94D73BC}"/>
              </a:ext>
            </a:extLst>
          </p:cNvPr>
          <p:cNvGrpSpPr/>
          <p:nvPr/>
        </p:nvGrpSpPr>
        <p:grpSpPr>
          <a:xfrm rot="10800000">
            <a:off x="7177250" y="3687932"/>
            <a:ext cx="269378" cy="269378"/>
            <a:chOff x="1202433" y="3729098"/>
            <a:chExt cx="269378" cy="269378"/>
          </a:xfrm>
        </p:grpSpPr>
        <p:sp>
          <p:nvSpPr>
            <p:cNvPr id="106" name="직사각형 105">
              <a:extLst>
                <a:ext uri="{FF2B5EF4-FFF2-40B4-BE49-F238E27FC236}">
                  <a16:creationId xmlns:a16="http://schemas.microsoft.com/office/drawing/2014/main" id="{BD7A2483-FA7E-4A42-0E7C-AB9F84C9CB1A}"/>
                </a:ext>
              </a:extLst>
            </p:cNvPr>
            <p:cNvSpPr/>
            <p:nvPr/>
          </p:nvSpPr>
          <p:spPr>
            <a:xfrm>
              <a:off x="1202433" y="3729098"/>
              <a:ext cx="269378" cy="269378"/>
            </a:xfrm>
            <a:prstGeom prst="rect">
              <a:avLst/>
            </a:prstGeom>
            <a:solidFill>
              <a:schemeClr val="tx2">
                <a:lumMod val="75000"/>
                <a:alpha val="82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0B6A2031-E38B-580D-C24F-FC881AAE58EA}"/>
                </a:ext>
              </a:extLst>
            </p:cNvPr>
            <p:cNvSpPr/>
            <p:nvPr/>
          </p:nvSpPr>
          <p:spPr>
            <a:xfrm>
              <a:off x="1266162" y="3792827"/>
              <a:ext cx="141921" cy="141921"/>
            </a:xfrm>
            <a:prstGeom prst="rect">
              <a:avLst/>
            </a:prstGeom>
            <a:solidFill>
              <a:schemeClr val="tx2">
                <a:lumMod val="75000"/>
                <a:alpha val="82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cxnSp>
          <p:nvCxnSpPr>
            <p:cNvPr id="108" name="직선 화살표 연결선 107">
              <a:extLst>
                <a:ext uri="{FF2B5EF4-FFF2-40B4-BE49-F238E27FC236}">
                  <a16:creationId xmlns:a16="http://schemas.microsoft.com/office/drawing/2014/main" id="{6782DA49-1FD5-7F62-AFEE-976BD2239149}"/>
                </a:ext>
              </a:extLst>
            </p:cNvPr>
            <p:cNvCxnSpPr>
              <a:cxnSpLocks/>
            </p:cNvCxnSpPr>
            <p:nvPr/>
          </p:nvCxnSpPr>
          <p:spPr>
            <a:xfrm>
              <a:off x="1310643" y="3792827"/>
              <a:ext cx="0" cy="141921"/>
            </a:xfrm>
            <a:prstGeom prst="straightConnector1">
              <a:avLst/>
            </a:prstGeom>
            <a:ln w="12700">
              <a:solidFill>
                <a:schemeClr val="bg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" name="그룹 108">
            <a:extLst>
              <a:ext uri="{FF2B5EF4-FFF2-40B4-BE49-F238E27FC236}">
                <a16:creationId xmlns:a16="http://schemas.microsoft.com/office/drawing/2014/main" id="{D8018E32-2267-7083-F403-704C361F2AD7}"/>
              </a:ext>
            </a:extLst>
          </p:cNvPr>
          <p:cNvGrpSpPr/>
          <p:nvPr/>
        </p:nvGrpSpPr>
        <p:grpSpPr>
          <a:xfrm rot="5400000">
            <a:off x="3929968" y="1881538"/>
            <a:ext cx="269378" cy="269378"/>
            <a:chOff x="1202433" y="3729098"/>
            <a:chExt cx="269378" cy="269378"/>
          </a:xfrm>
        </p:grpSpPr>
        <p:sp>
          <p:nvSpPr>
            <p:cNvPr id="110" name="직사각형 109">
              <a:extLst>
                <a:ext uri="{FF2B5EF4-FFF2-40B4-BE49-F238E27FC236}">
                  <a16:creationId xmlns:a16="http://schemas.microsoft.com/office/drawing/2014/main" id="{C2A35AD6-64D0-4316-ECBF-4EF286C2E46B}"/>
                </a:ext>
              </a:extLst>
            </p:cNvPr>
            <p:cNvSpPr/>
            <p:nvPr/>
          </p:nvSpPr>
          <p:spPr>
            <a:xfrm>
              <a:off x="1202433" y="3729098"/>
              <a:ext cx="269378" cy="269378"/>
            </a:xfrm>
            <a:prstGeom prst="rect">
              <a:avLst/>
            </a:prstGeom>
            <a:solidFill>
              <a:schemeClr val="tx2">
                <a:lumMod val="75000"/>
                <a:alpha val="82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11" name="직사각형 110">
              <a:extLst>
                <a:ext uri="{FF2B5EF4-FFF2-40B4-BE49-F238E27FC236}">
                  <a16:creationId xmlns:a16="http://schemas.microsoft.com/office/drawing/2014/main" id="{D0864159-36B1-E289-8916-9CD0C14DCAFA}"/>
                </a:ext>
              </a:extLst>
            </p:cNvPr>
            <p:cNvSpPr/>
            <p:nvPr/>
          </p:nvSpPr>
          <p:spPr>
            <a:xfrm>
              <a:off x="1266162" y="3792827"/>
              <a:ext cx="141921" cy="141921"/>
            </a:xfrm>
            <a:prstGeom prst="rect">
              <a:avLst/>
            </a:prstGeom>
            <a:solidFill>
              <a:schemeClr val="tx2">
                <a:lumMod val="75000"/>
                <a:alpha val="82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cxnSp>
          <p:nvCxnSpPr>
            <p:cNvPr id="112" name="직선 화살표 연결선 111">
              <a:extLst>
                <a:ext uri="{FF2B5EF4-FFF2-40B4-BE49-F238E27FC236}">
                  <a16:creationId xmlns:a16="http://schemas.microsoft.com/office/drawing/2014/main" id="{AD8CF840-3D57-F3CA-C4C8-DD2F4709B4EC}"/>
                </a:ext>
              </a:extLst>
            </p:cNvPr>
            <p:cNvCxnSpPr>
              <a:cxnSpLocks/>
            </p:cNvCxnSpPr>
            <p:nvPr/>
          </p:nvCxnSpPr>
          <p:spPr>
            <a:xfrm>
              <a:off x="1310643" y="3792827"/>
              <a:ext cx="0" cy="141921"/>
            </a:xfrm>
            <a:prstGeom prst="straightConnector1">
              <a:avLst/>
            </a:prstGeom>
            <a:ln w="12700">
              <a:solidFill>
                <a:schemeClr val="bg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3" name="설명선: 굽은 선 112">
            <a:extLst>
              <a:ext uri="{FF2B5EF4-FFF2-40B4-BE49-F238E27FC236}">
                <a16:creationId xmlns:a16="http://schemas.microsoft.com/office/drawing/2014/main" id="{0C55B7C0-A1DD-FCD6-7803-A27B0A45F213}"/>
              </a:ext>
            </a:extLst>
          </p:cNvPr>
          <p:cNvSpPr/>
          <p:nvPr/>
        </p:nvSpPr>
        <p:spPr>
          <a:xfrm>
            <a:off x="3020501" y="1674638"/>
            <a:ext cx="792088" cy="211645"/>
          </a:xfrm>
          <a:prstGeom prst="borderCallout2">
            <a:avLst>
              <a:gd name="adj1" fmla="val 23209"/>
              <a:gd name="adj2" fmla="val 100816"/>
              <a:gd name="adj3" fmla="val 25437"/>
              <a:gd name="adj4" fmla="val 113996"/>
              <a:gd name="adj5" fmla="val 87981"/>
              <a:gd name="adj6" fmla="val 121100"/>
            </a:avLst>
          </a:prstGeom>
          <a:solidFill>
            <a:srgbClr val="FF0000"/>
          </a:solidFill>
          <a:ln>
            <a:solidFill>
              <a:srgbClr val="FF0000"/>
            </a:solidFill>
            <a:tailEnd type="oval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8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엣지</a:t>
            </a:r>
            <a:r>
              <a:rPr lang="ko-KR" altLang="en-US" sz="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인디케이터</a:t>
            </a:r>
          </a:p>
        </p:txBody>
      </p:sp>
    </p:spTree>
    <p:extLst>
      <p:ext uri="{BB962C8B-B14F-4D97-AF65-F5344CB8AC3E}">
        <p14:creationId xmlns:p14="http://schemas.microsoft.com/office/powerpoint/2010/main" val="152478591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" name="그룹 91">
            <a:extLst>
              <a:ext uri="{FF2B5EF4-FFF2-40B4-BE49-F238E27FC236}">
                <a16:creationId xmlns:a16="http://schemas.microsoft.com/office/drawing/2014/main" id="{15066F93-ED0F-8081-5297-4CC22FB583BF}"/>
              </a:ext>
            </a:extLst>
          </p:cNvPr>
          <p:cNvGrpSpPr/>
          <p:nvPr/>
        </p:nvGrpSpPr>
        <p:grpSpPr>
          <a:xfrm>
            <a:off x="726309" y="1404986"/>
            <a:ext cx="7433067" cy="4521304"/>
            <a:chOff x="726309" y="1404986"/>
            <a:chExt cx="7433067" cy="4521304"/>
          </a:xfrm>
        </p:grpSpPr>
        <p:grpSp>
          <p:nvGrpSpPr>
            <p:cNvPr id="48" name="그룹 47">
              <a:extLst>
                <a:ext uri="{FF2B5EF4-FFF2-40B4-BE49-F238E27FC236}">
                  <a16:creationId xmlns:a16="http://schemas.microsoft.com/office/drawing/2014/main" id="{BA3155EF-DD0F-5B5A-BE70-5CE2AC7E5629}"/>
                </a:ext>
              </a:extLst>
            </p:cNvPr>
            <p:cNvGrpSpPr/>
            <p:nvPr/>
          </p:nvGrpSpPr>
          <p:grpSpPr>
            <a:xfrm>
              <a:off x="726309" y="1404986"/>
              <a:ext cx="7433067" cy="4521304"/>
              <a:chOff x="1658793" y="1772816"/>
              <a:chExt cx="7433067" cy="4521304"/>
            </a:xfrm>
          </p:grpSpPr>
          <p:sp>
            <p:nvSpPr>
              <p:cNvPr id="49" name="Google Shape;1197;p27">
                <a:extLst>
                  <a:ext uri="{FF2B5EF4-FFF2-40B4-BE49-F238E27FC236}">
                    <a16:creationId xmlns:a16="http://schemas.microsoft.com/office/drawing/2014/main" id="{84C289E3-2E00-9DD0-9AB4-2067181BB6C4}"/>
                  </a:ext>
                </a:extLst>
              </p:cNvPr>
              <p:cNvSpPr/>
              <p:nvPr/>
            </p:nvSpPr>
            <p:spPr>
              <a:xfrm>
                <a:off x="1658793" y="1772816"/>
                <a:ext cx="7433067" cy="4521304"/>
              </a:xfrm>
              <a:prstGeom prst="roundRect">
                <a:avLst>
                  <a:gd name="adj" fmla="val 580"/>
                </a:avLst>
              </a:prstGeom>
              <a:solidFill>
                <a:srgbClr val="7F7F7F"/>
              </a:solidFill>
              <a:ln w="9525" cap="flat" cmpd="sng">
                <a:solidFill>
                  <a:srgbClr val="33333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1650" tIns="24650" rIns="61650" bIns="24650" anchor="t" anchorCtr="0">
                <a:no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</a:pPr>
                <a:endParaRPr sz="856" b="1" dirty="0">
                  <a:solidFill>
                    <a:prstClr val="white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50" name="Google Shape;1199;p27">
                <a:extLst>
                  <a:ext uri="{FF2B5EF4-FFF2-40B4-BE49-F238E27FC236}">
                    <a16:creationId xmlns:a16="http://schemas.microsoft.com/office/drawing/2014/main" id="{044129A4-B549-341F-FD1E-FB3F331A2810}"/>
                  </a:ext>
                </a:extLst>
              </p:cNvPr>
              <p:cNvGrpSpPr/>
              <p:nvPr/>
            </p:nvGrpSpPr>
            <p:grpSpPr>
              <a:xfrm>
                <a:off x="8564998" y="1831918"/>
                <a:ext cx="442113" cy="87537"/>
                <a:chOff x="8040633" y="187272"/>
                <a:chExt cx="890272" cy="181679"/>
              </a:xfrm>
            </p:grpSpPr>
            <p:sp>
              <p:nvSpPr>
                <p:cNvPr id="54" name="Google Shape;1200;p27">
                  <a:extLst>
                    <a:ext uri="{FF2B5EF4-FFF2-40B4-BE49-F238E27FC236}">
                      <a16:creationId xmlns:a16="http://schemas.microsoft.com/office/drawing/2014/main" id="{C0856286-1F38-3334-E0BC-DD17D20BCC30}"/>
                    </a:ext>
                  </a:extLst>
                </p:cNvPr>
                <p:cNvSpPr/>
                <p:nvPr/>
              </p:nvSpPr>
              <p:spPr>
                <a:xfrm>
                  <a:off x="8753828" y="191300"/>
                  <a:ext cx="177077" cy="1776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" h="241" extrusionOk="0">
                      <a:moveTo>
                        <a:pt x="12" y="15"/>
                      </a:moveTo>
                      <a:cubicBezTo>
                        <a:pt x="0" y="26"/>
                        <a:pt x="0" y="45"/>
                        <a:pt x="12" y="56"/>
                      </a:cubicBezTo>
                      <a:lnTo>
                        <a:pt x="80" y="122"/>
                      </a:lnTo>
                      <a:lnTo>
                        <a:pt x="12" y="188"/>
                      </a:lnTo>
                      <a:cubicBezTo>
                        <a:pt x="0" y="199"/>
                        <a:pt x="0" y="218"/>
                        <a:pt x="12" y="229"/>
                      </a:cubicBezTo>
                      <a:cubicBezTo>
                        <a:pt x="24" y="241"/>
                        <a:pt x="44" y="241"/>
                        <a:pt x="56" y="229"/>
                      </a:cubicBezTo>
                      <a:lnTo>
                        <a:pt x="123" y="165"/>
                      </a:lnTo>
                      <a:lnTo>
                        <a:pt x="190" y="229"/>
                      </a:lnTo>
                      <a:cubicBezTo>
                        <a:pt x="202" y="241"/>
                        <a:pt x="222" y="241"/>
                        <a:pt x="234" y="229"/>
                      </a:cubicBezTo>
                      <a:cubicBezTo>
                        <a:pt x="246" y="218"/>
                        <a:pt x="246" y="199"/>
                        <a:pt x="234" y="188"/>
                      </a:cubicBezTo>
                      <a:lnTo>
                        <a:pt x="167" y="122"/>
                      </a:lnTo>
                      <a:lnTo>
                        <a:pt x="234" y="56"/>
                      </a:lnTo>
                      <a:cubicBezTo>
                        <a:pt x="246" y="45"/>
                        <a:pt x="246" y="26"/>
                        <a:pt x="234" y="15"/>
                      </a:cubicBezTo>
                      <a:cubicBezTo>
                        <a:pt x="222" y="3"/>
                        <a:pt x="202" y="3"/>
                        <a:pt x="190" y="15"/>
                      </a:cubicBezTo>
                      <a:lnTo>
                        <a:pt x="123" y="79"/>
                      </a:lnTo>
                      <a:lnTo>
                        <a:pt x="56" y="15"/>
                      </a:lnTo>
                      <a:cubicBezTo>
                        <a:pt x="41" y="0"/>
                        <a:pt x="26" y="3"/>
                        <a:pt x="12" y="1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9525" cap="flat" cmpd="sng">
                  <a:solidFill>
                    <a:srgbClr val="33333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78300" tIns="39150" rIns="78300" bIns="39150" anchor="t" anchorCtr="0">
                  <a:noAutofit/>
                </a:bodyPr>
                <a:lstStyle/>
                <a:p>
                  <a:pPr fontAlgn="auto" latinLnBrk="0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0" sz="771" kern="0">
                    <a:solidFill>
                      <a:srgbClr val="262626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5" name="Google Shape;1201;p27">
                  <a:extLst>
                    <a:ext uri="{FF2B5EF4-FFF2-40B4-BE49-F238E27FC236}">
                      <a16:creationId xmlns:a16="http://schemas.microsoft.com/office/drawing/2014/main" id="{E21531D1-DA02-605F-A2D3-6536D9915B9B}"/>
                    </a:ext>
                  </a:extLst>
                </p:cNvPr>
                <p:cNvSpPr/>
                <p:nvPr/>
              </p:nvSpPr>
              <p:spPr>
                <a:xfrm>
                  <a:off x="8403131" y="187272"/>
                  <a:ext cx="179950" cy="1816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" h="246" extrusionOk="0">
                      <a:moveTo>
                        <a:pt x="154" y="0"/>
                      </a:moveTo>
                      <a:cubicBezTo>
                        <a:pt x="131" y="0"/>
                        <a:pt x="108" y="1"/>
                        <a:pt x="86" y="1"/>
                      </a:cubicBezTo>
                      <a:cubicBezTo>
                        <a:pt x="70" y="1"/>
                        <a:pt x="57" y="13"/>
                        <a:pt x="57" y="28"/>
                      </a:cubicBezTo>
                      <a:lnTo>
                        <a:pt x="57" y="59"/>
                      </a:lnTo>
                      <a:cubicBezTo>
                        <a:pt x="48" y="59"/>
                        <a:pt x="38" y="59"/>
                        <a:pt x="28" y="59"/>
                      </a:cubicBezTo>
                      <a:cubicBezTo>
                        <a:pt x="13" y="59"/>
                        <a:pt x="0" y="71"/>
                        <a:pt x="0" y="86"/>
                      </a:cubicBezTo>
                      <a:lnTo>
                        <a:pt x="0" y="218"/>
                      </a:lnTo>
                      <a:cubicBezTo>
                        <a:pt x="0" y="233"/>
                        <a:pt x="13" y="246"/>
                        <a:pt x="28" y="246"/>
                      </a:cubicBezTo>
                      <a:lnTo>
                        <a:pt x="165" y="246"/>
                      </a:lnTo>
                      <a:cubicBezTo>
                        <a:pt x="183" y="246"/>
                        <a:pt x="193" y="231"/>
                        <a:pt x="193" y="218"/>
                      </a:cubicBezTo>
                      <a:lnTo>
                        <a:pt x="193" y="188"/>
                      </a:lnTo>
                      <a:lnTo>
                        <a:pt x="222" y="188"/>
                      </a:lnTo>
                      <a:cubicBezTo>
                        <a:pt x="240" y="188"/>
                        <a:pt x="250" y="173"/>
                        <a:pt x="250" y="160"/>
                      </a:cubicBezTo>
                      <a:lnTo>
                        <a:pt x="250" y="27"/>
                      </a:lnTo>
                      <a:cubicBezTo>
                        <a:pt x="250" y="9"/>
                        <a:pt x="237" y="0"/>
                        <a:pt x="222" y="0"/>
                      </a:cubicBezTo>
                      <a:cubicBezTo>
                        <a:pt x="199" y="0"/>
                        <a:pt x="177" y="0"/>
                        <a:pt x="154" y="0"/>
                      </a:cubicBezTo>
                      <a:close/>
                      <a:moveTo>
                        <a:pt x="109" y="52"/>
                      </a:moveTo>
                      <a:lnTo>
                        <a:pt x="198" y="52"/>
                      </a:lnTo>
                      <a:lnTo>
                        <a:pt x="198" y="138"/>
                      </a:lnTo>
                      <a:lnTo>
                        <a:pt x="193" y="138"/>
                      </a:lnTo>
                      <a:lnTo>
                        <a:pt x="193" y="85"/>
                      </a:lnTo>
                      <a:cubicBezTo>
                        <a:pt x="193" y="67"/>
                        <a:pt x="180" y="58"/>
                        <a:pt x="165" y="58"/>
                      </a:cubicBezTo>
                      <a:cubicBezTo>
                        <a:pt x="146" y="58"/>
                        <a:pt x="128" y="58"/>
                        <a:pt x="109" y="58"/>
                      </a:cubicBezTo>
                      <a:lnTo>
                        <a:pt x="109" y="52"/>
                      </a:lnTo>
                      <a:close/>
                      <a:moveTo>
                        <a:pt x="53" y="110"/>
                      </a:moveTo>
                      <a:lnTo>
                        <a:pt x="141" y="110"/>
                      </a:lnTo>
                      <a:lnTo>
                        <a:pt x="141" y="196"/>
                      </a:lnTo>
                      <a:lnTo>
                        <a:pt x="53" y="196"/>
                      </a:lnTo>
                      <a:lnTo>
                        <a:pt x="53" y="11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9525" cap="flat" cmpd="sng">
                  <a:solidFill>
                    <a:srgbClr val="33333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78300" tIns="39150" rIns="78300" bIns="39150" anchor="t" anchorCtr="0">
                  <a:noAutofit/>
                </a:bodyPr>
                <a:lstStyle/>
                <a:p>
                  <a:pPr fontAlgn="auto" latinLnBrk="0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0" sz="771" kern="0">
                    <a:solidFill>
                      <a:srgbClr val="262626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6" name="Google Shape;1202;p27">
                  <a:extLst>
                    <a:ext uri="{FF2B5EF4-FFF2-40B4-BE49-F238E27FC236}">
                      <a16:creationId xmlns:a16="http://schemas.microsoft.com/office/drawing/2014/main" id="{36275165-9AC3-1A59-E3A9-68F7D2711C5C}"/>
                    </a:ext>
                  </a:extLst>
                </p:cNvPr>
                <p:cNvSpPr/>
                <p:nvPr/>
              </p:nvSpPr>
              <p:spPr>
                <a:xfrm>
                  <a:off x="8040633" y="325833"/>
                  <a:ext cx="169606" cy="431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" h="59" extrusionOk="0">
                      <a:moveTo>
                        <a:pt x="32" y="0"/>
                      </a:moveTo>
                      <a:cubicBezTo>
                        <a:pt x="15" y="0"/>
                        <a:pt x="0" y="13"/>
                        <a:pt x="0" y="30"/>
                      </a:cubicBezTo>
                      <a:cubicBezTo>
                        <a:pt x="0" y="46"/>
                        <a:pt x="15" y="59"/>
                        <a:pt x="32" y="59"/>
                      </a:cubicBezTo>
                      <a:lnTo>
                        <a:pt x="205" y="59"/>
                      </a:lnTo>
                      <a:cubicBezTo>
                        <a:pt x="222" y="59"/>
                        <a:pt x="236" y="46"/>
                        <a:pt x="236" y="30"/>
                      </a:cubicBezTo>
                      <a:cubicBezTo>
                        <a:pt x="236" y="13"/>
                        <a:pt x="222" y="0"/>
                        <a:pt x="205" y="0"/>
                      </a:cubicBezTo>
                      <a:lnTo>
                        <a:pt x="32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9525" cap="flat" cmpd="sng">
                  <a:solidFill>
                    <a:srgbClr val="33333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78300" tIns="39150" rIns="78300" bIns="39150" anchor="t" anchorCtr="0">
                  <a:noAutofit/>
                </a:bodyPr>
                <a:lstStyle/>
                <a:p>
                  <a:pPr fontAlgn="auto" latinLnBrk="0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0" sz="771" kern="0">
                    <a:solidFill>
                      <a:srgbClr val="262626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51" name="그룹 50">
                <a:extLst>
                  <a:ext uri="{FF2B5EF4-FFF2-40B4-BE49-F238E27FC236}">
                    <a16:creationId xmlns:a16="http://schemas.microsoft.com/office/drawing/2014/main" id="{E207B46C-5B11-03F4-C30D-AFD781320FEB}"/>
                  </a:ext>
                </a:extLst>
              </p:cNvPr>
              <p:cNvGrpSpPr/>
              <p:nvPr/>
            </p:nvGrpSpPr>
            <p:grpSpPr>
              <a:xfrm>
                <a:off x="1707875" y="1805158"/>
                <a:ext cx="816595" cy="128258"/>
                <a:chOff x="186200" y="958444"/>
                <a:chExt cx="900035" cy="128258"/>
              </a:xfrm>
            </p:grpSpPr>
            <p:pic>
              <p:nvPicPr>
                <p:cNvPr id="52" name="그림 51">
                  <a:extLst>
                    <a:ext uri="{FF2B5EF4-FFF2-40B4-BE49-F238E27FC236}">
                      <a16:creationId xmlns:a16="http://schemas.microsoft.com/office/drawing/2014/main" id="{35735419-EDCF-1A9F-38F9-137E448DDE6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58636"/>
                <a:stretch/>
              </p:blipFill>
              <p:spPr>
                <a:xfrm>
                  <a:off x="186200" y="958444"/>
                  <a:ext cx="372764" cy="128258"/>
                </a:xfrm>
                <a:prstGeom prst="rect">
                  <a:avLst/>
                </a:prstGeom>
              </p:spPr>
            </p:pic>
            <p:pic>
              <p:nvPicPr>
                <p:cNvPr id="53" name="그림 52">
                  <a:extLst>
                    <a:ext uri="{FF2B5EF4-FFF2-40B4-BE49-F238E27FC236}">
                      <a16:creationId xmlns:a16="http://schemas.microsoft.com/office/drawing/2014/main" id="{DC2A1F56-539B-6C46-69DD-8C69865E705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 rotWithShape="1">
                <a:blip r:embed="rId2">
                  <a:lum bright="70000" contrast="-70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41491"/>
                <a:stretch/>
              </p:blipFill>
              <p:spPr>
                <a:xfrm>
                  <a:off x="558964" y="958444"/>
                  <a:ext cx="527271" cy="128258"/>
                </a:xfrm>
                <a:prstGeom prst="rect">
                  <a:avLst/>
                </a:prstGeom>
              </p:spPr>
            </p:pic>
          </p:grpSp>
        </p:grp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2A3ABC91-E69E-F289-84FB-E562F53D0EFF}"/>
                </a:ext>
              </a:extLst>
            </p:cNvPr>
            <p:cNvSpPr/>
            <p:nvPr/>
          </p:nvSpPr>
          <p:spPr>
            <a:xfrm>
              <a:off x="766896" y="1612266"/>
              <a:ext cx="7346293" cy="174091"/>
            </a:xfrm>
            <a:prstGeom prst="rect">
              <a:avLst/>
            </a:prstGeom>
            <a:solidFill>
              <a:sysClr val="window" lastClr="FFFFFF">
                <a:lumMod val="85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latinLnBrk="0"/>
              <a:r>
                <a:rPr lang="en-US" altLang="ko-KR" sz="800" b="1" kern="0" dirty="0">
                  <a:solidFill>
                    <a:prstClr val="black"/>
                  </a:solidFill>
                  <a:latin typeface="Cambria" panose="02040503050406030204"/>
                  <a:ea typeface="맑은 고딕" panose="020B0503020000020004" pitchFamily="50" charset="-127"/>
                  <a:sym typeface="Webdings" panose="05030102010509060703" pitchFamily="18" charset="2"/>
                </a:rPr>
                <a:t>      </a:t>
              </a:r>
              <a:r>
                <a:rPr lang="en-US" altLang="ko-KR" sz="800" b="1" kern="0" dirty="0">
                  <a:solidFill>
                    <a:prstClr val="black"/>
                  </a:solidFill>
                  <a:latin typeface="Cambria" panose="02040503050406030204"/>
                  <a:ea typeface="맑은 고딕" panose="020B0503020000020004" pitchFamily="50" charset="-127"/>
                </a:rPr>
                <a:t>[</a:t>
              </a:r>
              <a:r>
                <a:rPr lang="ko-KR" altLang="en-US" sz="800" b="1" kern="0" dirty="0">
                  <a:solidFill>
                    <a:prstClr val="black"/>
                  </a:solidFill>
                  <a:latin typeface="Cambria" panose="02040503050406030204"/>
                  <a:ea typeface="맑은 고딕" panose="020B0503020000020004" pitchFamily="50" charset="-127"/>
                </a:rPr>
                <a:t>이벤트 수상</a:t>
              </a:r>
              <a:r>
                <a:rPr lang="en-US" altLang="ko-KR" sz="800" b="1" kern="0" dirty="0">
                  <a:solidFill>
                    <a:prstClr val="black"/>
                  </a:solidFill>
                  <a:latin typeface="Cambria" panose="02040503050406030204"/>
                  <a:ea typeface="맑은 고딕" panose="020B0503020000020004" pitchFamily="50" charset="-127"/>
                </a:rPr>
                <a:t>] 2025 </a:t>
              </a:r>
              <a:r>
                <a:rPr lang="ko-KR" altLang="en-US" sz="800" b="1" kern="0" dirty="0">
                  <a:solidFill>
                    <a:prstClr val="black"/>
                  </a:solidFill>
                  <a:latin typeface="Cambria" panose="02040503050406030204"/>
                  <a:ea typeface="맑은 고딕" panose="020B0503020000020004" pitchFamily="50" charset="-127"/>
                </a:rPr>
                <a:t>투네이션 어워드 수상자 발표</a:t>
              </a:r>
            </a:p>
          </p:txBody>
        </p:sp>
        <p:pic>
          <p:nvPicPr>
            <p:cNvPr id="58" name="그래픽 57">
              <a:extLst>
                <a:ext uri="{FF2B5EF4-FFF2-40B4-BE49-F238E27FC236}">
                  <a16:creationId xmlns:a16="http://schemas.microsoft.com/office/drawing/2014/main" id="{36F098FE-A7EF-8A9D-E891-530AC118FAB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781075" y="1618787"/>
              <a:ext cx="159090" cy="159090"/>
            </a:xfrm>
            <a:prstGeom prst="rect">
              <a:avLst/>
            </a:prstGeom>
          </p:spPr>
        </p:pic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9C8355D0-1739-E537-5AAE-DA223B366B2B}"/>
                </a:ext>
              </a:extLst>
            </p:cNvPr>
            <p:cNvGrpSpPr/>
            <p:nvPr/>
          </p:nvGrpSpPr>
          <p:grpSpPr>
            <a:xfrm>
              <a:off x="7968208" y="1808820"/>
              <a:ext cx="153985" cy="4066819"/>
              <a:chOff x="8996362" y="1394838"/>
              <a:chExt cx="153985" cy="4066819"/>
            </a:xfrm>
          </p:grpSpPr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8F9BB083-7440-22E3-5F30-96F041570ECF}"/>
                  </a:ext>
                </a:extLst>
              </p:cNvPr>
              <p:cNvSpPr/>
              <p:nvPr/>
            </p:nvSpPr>
            <p:spPr>
              <a:xfrm rot="5400000">
                <a:off x="7039945" y="3351255"/>
                <a:ext cx="4066819" cy="153985"/>
              </a:xfrm>
              <a:prstGeom prst="rect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latinLnBrk="0"/>
                <a:endParaRPr lang="ko-KR" altLang="en-US" kern="0" dirty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1" name="그룹 60">
                <a:extLst>
                  <a:ext uri="{FF2B5EF4-FFF2-40B4-BE49-F238E27FC236}">
                    <a16:creationId xmlns:a16="http://schemas.microsoft.com/office/drawing/2014/main" id="{11950261-B0D3-DB3B-65BA-A0A15B8D4B52}"/>
                  </a:ext>
                </a:extLst>
              </p:cNvPr>
              <p:cNvGrpSpPr/>
              <p:nvPr/>
            </p:nvGrpSpPr>
            <p:grpSpPr>
              <a:xfrm>
                <a:off x="9022645" y="3366303"/>
                <a:ext cx="103354" cy="112704"/>
                <a:chOff x="11526163" y="182706"/>
                <a:chExt cx="618370" cy="524775"/>
              </a:xfrm>
            </p:grpSpPr>
            <p:sp>
              <p:nvSpPr>
                <p:cNvPr id="62" name="순서도: 판단 61">
                  <a:extLst>
                    <a:ext uri="{FF2B5EF4-FFF2-40B4-BE49-F238E27FC236}">
                      <a16:creationId xmlns:a16="http://schemas.microsoft.com/office/drawing/2014/main" id="{99763FA0-81B2-1221-C4CB-341A92377043}"/>
                    </a:ext>
                  </a:extLst>
                </p:cNvPr>
                <p:cNvSpPr/>
                <p:nvPr/>
              </p:nvSpPr>
              <p:spPr>
                <a:xfrm>
                  <a:off x="11526163" y="483040"/>
                  <a:ext cx="618370" cy="224441"/>
                </a:xfrm>
                <a:prstGeom prst="flowChartDecision">
                  <a:avLst/>
                </a:prstGeom>
                <a:solidFill>
                  <a:sysClr val="windowText" lastClr="000000"/>
                </a:solidFill>
                <a:ln w="12700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algn="ctr" latinLnBrk="0"/>
                  <a:endParaRPr lang="ko-KR" altLang="en-US" kern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3" name="순서도: 판단 62">
                  <a:extLst>
                    <a:ext uri="{FF2B5EF4-FFF2-40B4-BE49-F238E27FC236}">
                      <a16:creationId xmlns:a16="http://schemas.microsoft.com/office/drawing/2014/main" id="{FB3EF432-2B18-4518-182D-BB6D0407A0CD}"/>
                    </a:ext>
                  </a:extLst>
                </p:cNvPr>
                <p:cNvSpPr/>
                <p:nvPr/>
              </p:nvSpPr>
              <p:spPr>
                <a:xfrm>
                  <a:off x="11526163" y="332875"/>
                  <a:ext cx="618370" cy="224441"/>
                </a:xfrm>
                <a:prstGeom prst="flowChartDecision">
                  <a:avLst/>
                </a:prstGeom>
                <a:solidFill>
                  <a:sysClr val="windowText" lastClr="000000"/>
                </a:solidFill>
                <a:ln w="12700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algn="ctr" latinLnBrk="0"/>
                  <a:endParaRPr lang="ko-KR" altLang="en-US" kern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4" name="순서도: 판단 63">
                  <a:extLst>
                    <a:ext uri="{FF2B5EF4-FFF2-40B4-BE49-F238E27FC236}">
                      <a16:creationId xmlns:a16="http://schemas.microsoft.com/office/drawing/2014/main" id="{449E4F41-7E65-C10E-582F-7F5940F18F35}"/>
                    </a:ext>
                  </a:extLst>
                </p:cNvPr>
                <p:cNvSpPr/>
                <p:nvPr/>
              </p:nvSpPr>
              <p:spPr>
                <a:xfrm>
                  <a:off x="11526163" y="182706"/>
                  <a:ext cx="618370" cy="224441"/>
                </a:xfrm>
                <a:prstGeom prst="flowChartDecision">
                  <a:avLst/>
                </a:prstGeom>
                <a:solidFill>
                  <a:sysClr val="windowText" lastClr="000000"/>
                </a:solidFill>
                <a:ln w="12700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algn="ctr" latinLnBrk="0"/>
                  <a:endParaRPr lang="ko-KR" altLang="en-US" kern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endParaRPr>
                </a:p>
              </p:txBody>
            </p:sp>
          </p:grpSp>
        </p:grpSp>
        <p:pic>
          <p:nvPicPr>
            <p:cNvPr id="65" name="그래픽 64">
              <a:extLst>
                <a:ext uri="{FF2B5EF4-FFF2-40B4-BE49-F238E27FC236}">
                  <a16:creationId xmlns:a16="http://schemas.microsoft.com/office/drawing/2014/main" id="{02432359-FCA6-6729-99B9-84967A3E022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7417417" y="1428908"/>
              <a:ext cx="145612" cy="145612"/>
            </a:xfrm>
            <a:prstGeom prst="rect">
              <a:avLst/>
            </a:prstGeom>
          </p:spPr>
        </p:pic>
        <p:pic>
          <p:nvPicPr>
            <p:cNvPr id="66" name="그림 65">
              <a:extLst>
                <a:ext uri="{FF2B5EF4-FFF2-40B4-BE49-F238E27FC236}">
                  <a16:creationId xmlns:a16="http://schemas.microsoft.com/office/drawing/2014/main" id="{BD3CF2E5-C3A3-AA48-26C0-86B591A5EDBD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biLevel thresh="75000"/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rightnessContrast bright="-4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7912468" y="1621879"/>
              <a:ext cx="162159" cy="162161"/>
            </a:xfrm>
            <a:prstGeom prst="rect">
              <a:avLst/>
            </a:prstGeom>
          </p:spPr>
        </p:pic>
        <p:pic>
          <p:nvPicPr>
            <p:cNvPr id="67" name="그림 66">
              <a:extLst>
                <a:ext uri="{FF2B5EF4-FFF2-40B4-BE49-F238E27FC236}">
                  <a16:creationId xmlns:a16="http://schemas.microsoft.com/office/drawing/2014/main" id="{97CBF1FF-A53C-025A-23FB-94A1CF82D81B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biLevel thresh="75000"/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brightnessContrast bright="-4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7707024" y="1621879"/>
              <a:ext cx="162161" cy="162162"/>
            </a:xfrm>
            <a:prstGeom prst="rect">
              <a:avLst/>
            </a:prstGeom>
          </p:spPr>
        </p:pic>
        <p:pic>
          <p:nvPicPr>
            <p:cNvPr id="68" name="그림 67">
              <a:extLst>
                <a:ext uri="{FF2B5EF4-FFF2-40B4-BE49-F238E27FC236}">
                  <a16:creationId xmlns:a16="http://schemas.microsoft.com/office/drawing/2014/main" id="{1EC716E2-5233-D73B-2ED5-E51D07A8525A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766896" y="1802201"/>
              <a:ext cx="4291956" cy="3334801"/>
            </a:xfrm>
            <a:prstGeom prst="rect">
              <a:avLst/>
            </a:prstGeom>
          </p:spPr>
        </p:pic>
        <p:pic>
          <p:nvPicPr>
            <p:cNvPr id="69" name="그림 68">
              <a:extLst>
                <a:ext uri="{FF2B5EF4-FFF2-40B4-BE49-F238E27FC236}">
                  <a16:creationId xmlns:a16="http://schemas.microsoft.com/office/drawing/2014/main" id="{84FCD71B-42E8-FCCB-4246-ED1A0FFF6589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5077324" y="1802170"/>
              <a:ext cx="1536325" cy="4066384"/>
            </a:xfrm>
            <a:prstGeom prst="rect">
              <a:avLst/>
            </a:prstGeom>
          </p:spPr>
        </p:pic>
        <p:pic>
          <p:nvPicPr>
            <p:cNvPr id="70" name="그림 69">
              <a:extLst>
                <a:ext uri="{FF2B5EF4-FFF2-40B4-BE49-F238E27FC236}">
                  <a16:creationId xmlns:a16="http://schemas.microsoft.com/office/drawing/2014/main" id="{D0FBEB77-3E2C-33A0-21BB-67D3722D9EA5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6628191" y="4500540"/>
              <a:ext cx="1316850" cy="1377815"/>
            </a:xfrm>
            <a:prstGeom prst="rect">
              <a:avLst/>
            </a:prstGeom>
          </p:spPr>
        </p:pic>
        <p:pic>
          <p:nvPicPr>
            <p:cNvPr id="71" name="그림 70">
              <a:extLst>
                <a:ext uri="{FF2B5EF4-FFF2-40B4-BE49-F238E27FC236}">
                  <a16:creationId xmlns:a16="http://schemas.microsoft.com/office/drawing/2014/main" id="{33AFADF0-9318-4F26-1E2C-BF58FA18B9B1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6623925" y="1808894"/>
              <a:ext cx="1329043" cy="2682472"/>
            </a:xfrm>
            <a:prstGeom prst="rect">
              <a:avLst/>
            </a:prstGeom>
          </p:spPr>
        </p:pic>
        <p:pic>
          <p:nvPicPr>
            <p:cNvPr id="72" name="그림 71">
              <a:extLst>
                <a:ext uri="{FF2B5EF4-FFF2-40B4-BE49-F238E27FC236}">
                  <a16:creationId xmlns:a16="http://schemas.microsoft.com/office/drawing/2014/main" id="{88F42A62-2B37-D7C2-93FD-00B48F4E9E61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766896" y="5152846"/>
              <a:ext cx="3225064" cy="713294"/>
            </a:xfrm>
            <a:prstGeom prst="rect">
              <a:avLst/>
            </a:prstGeom>
          </p:spPr>
        </p:pic>
        <p:pic>
          <p:nvPicPr>
            <p:cNvPr id="73" name="그림 72">
              <a:extLst>
                <a:ext uri="{FF2B5EF4-FFF2-40B4-BE49-F238E27FC236}">
                  <a16:creationId xmlns:a16="http://schemas.microsoft.com/office/drawing/2014/main" id="{968283B5-1531-E05D-956B-2B50E6DFD661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4010108" y="5150543"/>
              <a:ext cx="1059225" cy="722765"/>
            </a:xfrm>
            <a:prstGeom prst="rect">
              <a:avLst/>
            </a:prstGeom>
          </p:spPr>
        </p:pic>
        <p:grpSp>
          <p:nvGrpSpPr>
            <p:cNvPr id="74" name="그룹 73">
              <a:extLst>
                <a:ext uri="{FF2B5EF4-FFF2-40B4-BE49-F238E27FC236}">
                  <a16:creationId xmlns:a16="http://schemas.microsoft.com/office/drawing/2014/main" id="{1C6DC937-97C7-BFA5-9955-30CFCF589AA3}"/>
                </a:ext>
              </a:extLst>
            </p:cNvPr>
            <p:cNvGrpSpPr/>
            <p:nvPr/>
          </p:nvGrpSpPr>
          <p:grpSpPr>
            <a:xfrm>
              <a:off x="1986579" y="5232688"/>
              <a:ext cx="4962702" cy="469914"/>
              <a:chOff x="3035660" y="5647049"/>
              <a:chExt cx="4962702" cy="469914"/>
            </a:xfrm>
          </p:grpSpPr>
          <p:grpSp>
            <p:nvGrpSpPr>
              <p:cNvPr id="75" name="그룹 74">
                <a:extLst>
                  <a:ext uri="{FF2B5EF4-FFF2-40B4-BE49-F238E27FC236}">
                    <a16:creationId xmlns:a16="http://schemas.microsoft.com/office/drawing/2014/main" id="{576427A0-6C1C-EC51-4F18-22E7284FC1C1}"/>
                  </a:ext>
                </a:extLst>
              </p:cNvPr>
              <p:cNvGrpSpPr/>
              <p:nvPr/>
            </p:nvGrpSpPr>
            <p:grpSpPr>
              <a:xfrm>
                <a:off x="3035660" y="5647049"/>
                <a:ext cx="4962702" cy="469914"/>
                <a:chOff x="1961391" y="5208063"/>
                <a:chExt cx="4962702" cy="469914"/>
              </a:xfrm>
            </p:grpSpPr>
            <p:sp>
              <p:nvSpPr>
                <p:cNvPr id="77" name="사각형: 둥근 모서리 76">
                  <a:extLst>
                    <a:ext uri="{FF2B5EF4-FFF2-40B4-BE49-F238E27FC236}">
                      <a16:creationId xmlns:a16="http://schemas.microsoft.com/office/drawing/2014/main" id="{A45BB5C7-FA29-AF03-6DD6-2F4D399F4528}"/>
                    </a:ext>
                  </a:extLst>
                </p:cNvPr>
                <p:cNvSpPr/>
                <p:nvPr/>
              </p:nvSpPr>
              <p:spPr>
                <a:xfrm>
                  <a:off x="1961391" y="5208063"/>
                  <a:ext cx="4962702" cy="469914"/>
                </a:xfrm>
                <a:prstGeom prst="roundRect">
                  <a:avLst/>
                </a:prstGeom>
                <a:solidFill>
                  <a:sysClr val="windowText" lastClr="000000"/>
                </a:solidFill>
                <a:ln w="12700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algn="ctr" latinLnBrk="0"/>
                  <a:endParaRPr lang="ko-KR" altLang="en-US" kern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78" name="그룹 77">
                  <a:extLst>
                    <a:ext uri="{FF2B5EF4-FFF2-40B4-BE49-F238E27FC236}">
                      <a16:creationId xmlns:a16="http://schemas.microsoft.com/office/drawing/2014/main" id="{44AC560A-CE71-3B2B-E7E6-52DCAF9A6F8F}"/>
                    </a:ext>
                  </a:extLst>
                </p:cNvPr>
                <p:cNvGrpSpPr/>
                <p:nvPr/>
              </p:nvGrpSpPr>
              <p:grpSpPr>
                <a:xfrm>
                  <a:off x="2054587" y="5282944"/>
                  <a:ext cx="320153" cy="320153"/>
                  <a:chOff x="3446562" y="5826004"/>
                  <a:chExt cx="342329" cy="342329"/>
                </a:xfrm>
              </p:grpSpPr>
              <p:pic>
                <p:nvPicPr>
                  <p:cNvPr id="90" name="그래픽 89">
                    <a:extLst>
                      <a:ext uri="{FF2B5EF4-FFF2-40B4-BE49-F238E27FC236}">
                        <a16:creationId xmlns:a16="http://schemas.microsoft.com/office/drawing/2014/main" id="{85047C7E-F0F4-3DEB-5C86-1E1C4F9D78B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96DAC541-7B7A-43D3-8B79-37D633B846F1}">
                        <asvg:svgBlip xmlns:asvg="http://schemas.microsoft.com/office/drawing/2016/SVG/main" r:embed="rId18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446562" y="5826004"/>
                    <a:ext cx="342329" cy="342329"/>
                  </a:xfrm>
                  <a:prstGeom prst="rect">
                    <a:avLst/>
                  </a:prstGeom>
                </p:spPr>
              </p:pic>
              <p:pic>
                <p:nvPicPr>
                  <p:cNvPr id="91" name="그래픽 90">
                    <a:extLst>
                      <a:ext uri="{FF2B5EF4-FFF2-40B4-BE49-F238E27FC236}">
                        <a16:creationId xmlns:a16="http://schemas.microsoft.com/office/drawing/2014/main" id="{53C56F32-CFE2-6350-CFF2-2025F18BF0C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5">
                    <a:extLst>
                      <a:ext uri="{96DAC541-7B7A-43D3-8B79-37D633B846F1}">
                        <asvg:svgBlip xmlns:asvg="http://schemas.microsoft.com/office/drawing/2016/SVG/main" r:embed="rId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532524" y="5924778"/>
                    <a:ext cx="158400" cy="1584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79" name="직선 연결선 78">
                  <a:extLst>
                    <a:ext uri="{FF2B5EF4-FFF2-40B4-BE49-F238E27FC236}">
                      <a16:creationId xmlns:a16="http://schemas.microsoft.com/office/drawing/2014/main" id="{D99AAC99-5CAC-9C9B-A078-73EBFC80AC35}"/>
                    </a:ext>
                  </a:extLst>
                </p:cNvPr>
                <p:cNvCxnSpPr/>
                <p:nvPr/>
              </p:nvCxnSpPr>
              <p:spPr>
                <a:xfrm>
                  <a:off x="2902006" y="5355125"/>
                  <a:ext cx="0" cy="17815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</p:cxnSp>
            <p:sp>
              <p:nvSpPr>
                <p:cNvPr id="80" name="사각형: 둥근 모서리 79">
                  <a:extLst>
                    <a:ext uri="{FF2B5EF4-FFF2-40B4-BE49-F238E27FC236}">
                      <a16:creationId xmlns:a16="http://schemas.microsoft.com/office/drawing/2014/main" id="{C96AC46F-AA51-CD71-BE53-4C71E5B7D7CC}"/>
                    </a:ext>
                  </a:extLst>
                </p:cNvPr>
                <p:cNvSpPr/>
                <p:nvPr/>
              </p:nvSpPr>
              <p:spPr>
                <a:xfrm>
                  <a:off x="3004117" y="5282944"/>
                  <a:ext cx="320153" cy="320153"/>
                </a:xfrm>
                <a:prstGeom prst="roundRect">
                  <a:avLst>
                    <a:gd name="adj" fmla="val 23361"/>
                  </a:avLst>
                </a:prstGeom>
                <a:solidFill>
                  <a:sysClr val="windowText" lastClr="000000">
                    <a:lumMod val="50000"/>
                    <a:lumOff val="50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algn="ctr" latinLnBrk="0"/>
                  <a:r>
                    <a:rPr lang="en-US" altLang="ko-KR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rPr>
                    <a:t>Icon</a:t>
                  </a:r>
                </a:p>
                <a:p>
                  <a:pPr algn="ctr" latinLnBrk="0"/>
                  <a:r>
                    <a:rPr lang="en-US" altLang="ko-KR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rPr>
                    <a:t>1</a:t>
                  </a:r>
                  <a:endParaRPr lang="ko-KR" altLang="en-US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81" name="사각형: 둥근 모서리 80">
                  <a:extLst>
                    <a:ext uri="{FF2B5EF4-FFF2-40B4-BE49-F238E27FC236}">
                      <a16:creationId xmlns:a16="http://schemas.microsoft.com/office/drawing/2014/main" id="{A83B6B75-68B2-02A1-4510-1E85B9015D9C}"/>
                    </a:ext>
                  </a:extLst>
                </p:cNvPr>
                <p:cNvSpPr/>
                <p:nvPr/>
              </p:nvSpPr>
              <p:spPr>
                <a:xfrm>
                  <a:off x="3396281" y="5282944"/>
                  <a:ext cx="320153" cy="320153"/>
                </a:xfrm>
                <a:prstGeom prst="roundRect">
                  <a:avLst>
                    <a:gd name="adj" fmla="val 23361"/>
                  </a:avLst>
                </a:prstGeom>
                <a:solidFill>
                  <a:sysClr val="windowText" lastClr="000000">
                    <a:lumMod val="50000"/>
                    <a:lumOff val="50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algn="ctr" latinLnBrk="0"/>
                  <a:r>
                    <a:rPr lang="en-US" altLang="ko-KR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rPr>
                    <a:t>Icon</a:t>
                  </a:r>
                </a:p>
                <a:p>
                  <a:pPr algn="ctr" latinLnBrk="0"/>
                  <a:r>
                    <a:rPr lang="en-US" altLang="ko-KR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rPr>
                    <a:t>2</a:t>
                  </a:r>
                  <a:endParaRPr lang="ko-KR" altLang="en-US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82" name="사각형: 둥근 모서리 81">
                  <a:extLst>
                    <a:ext uri="{FF2B5EF4-FFF2-40B4-BE49-F238E27FC236}">
                      <a16:creationId xmlns:a16="http://schemas.microsoft.com/office/drawing/2014/main" id="{4998A6D0-4A69-3F6C-E924-39D81B4EECAD}"/>
                    </a:ext>
                  </a:extLst>
                </p:cNvPr>
                <p:cNvSpPr/>
                <p:nvPr/>
              </p:nvSpPr>
              <p:spPr>
                <a:xfrm>
                  <a:off x="3788445" y="5282944"/>
                  <a:ext cx="320153" cy="320153"/>
                </a:xfrm>
                <a:prstGeom prst="roundRect">
                  <a:avLst>
                    <a:gd name="adj" fmla="val 23361"/>
                  </a:avLst>
                </a:prstGeom>
                <a:solidFill>
                  <a:sysClr val="windowText" lastClr="000000">
                    <a:lumMod val="50000"/>
                    <a:lumOff val="50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algn="ctr" latinLnBrk="0"/>
                  <a:r>
                    <a:rPr lang="en-US" altLang="ko-KR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rPr>
                    <a:t>Icon</a:t>
                  </a:r>
                </a:p>
                <a:p>
                  <a:pPr algn="ctr" latinLnBrk="0"/>
                  <a:r>
                    <a:rPr lang="en-US" altLang="ko-KR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rPr>
                    <a:t>3</a:t>
                  </a:r>
                  <a:endParaRPr lang="ko-KR" altLang="en-US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83" name="사각형: 둥근 모서리 82">
                  <a:extLst>
                    <a:ext uri="{FF2B5EF4-FFF2-40B4-BE49-F238E27FC236}">
                      <a16:creationId xmlns:a16="http://schemas.microsoft.com/office/drawing/2014/main" id="{BB109116-5457-866E-21A5-391C5EE843AA}"/>
                    </a:ext>
                  </a:extLst>
                </p:cNvPr>
                <p:cNvSpPr/>
                <p:nvPr/>
              </p:nvSpPr>
              <p:spPr>
                <a:xfrm>
                  <a:off x="4180609" y="5282944"/>
                  <a:ext cx="320153" cy="320153"/>
                </a:xfrm>
                <a:prstGeom prst="roundRect">
                  <a:avLst>
                    <a:gd name="adj" fmla="val 23361"/>
                  </a:avLst>
                </a:prstGeom>
                <a:solidFill>
                  <a:sysClr val="windowText" lastClr="000000">
                    <a:lumMod val="50000"/>
                    <a:lumOff val="50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algn="ctr" latinLnBrk="0"/>
                  <a:r>
                    <a:rPr lang="en-US" altLang="ko-KR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rPr>
                    <a:t>Icon</a:t>
                  </a:r>
                </a:p>
                <a:p>
                  <a:pPr algn="ctr" latinLnBrk="0"/>
                  <a:r>
                    <a:rPr lang="en-US" altLang="ko-KR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rPr>
                    <a:t>4</a:t>
                  </a:r>
                  <a:endParaRPr lang="ko-KR" altLang="en-US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84" name="사각형: 둥근 모서리 83">
                  <a:extLst>
                    <a:ext uri="{FF2B5EF4-FFF2-40B4-BE49-F238E27FC236}">
                      <a16:creationId xmlns:a16="http://schemas.microsoft.com/office/drawing/2014/main" id="{81162944-E1B8-3510-10E7-3DA88B829D16}"/>
                    </a:ext>
                  </a:extLst>
                </p:cNvPr>
                <p:cNvSpPr/>
                <p:nvPr/>
              </p:nvSpPr>
              <p:spPr>
                <a:xfrm>
                  <a:off x="4572773" y="5282944"/>
                  <a:ext cx="320153" cy="320153"/>
                </a:xfrm>
                <a:prstGeom prst="roundRect">
                  <a:avLst>
                    <a:gd name="adj" fmla="val 23361"/>
                  </a:avLst>
                </a:prstGeom>
                <a:solidFill>
                  <a:sysClr val="windowText" lastClr="000000">
                    <a:lumMod val="50000"/>
                    <a:lumOff val="50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algn="ctr" latinLnBrk="0"/>
                  <a:r>
                    <a:rPr lang="en-US" altLang="ko-KR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rPr>
                    <a:t>Icon</a:t>
                  </a:r>
                </a:p>
                <a:p>
                  <a:pPr algn="ctr" latinLnBrk="0"/>
                  <a:r>
                    <a:rPr lang="en-US" altLang="ko-KR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rPr>
                    <a:t>5</a:t>
                  </a:r>
                  <a:endParaRPr lang="ko-KR" altLang="en-US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85" name="사각형: 둥근 모서리 84">
                  <a:extLst>
                    <a:ext uri="{FF2B5EF4-FFF2-40B4-BE49-F238E27FC236}">
                      <a16:creationId xmlns:a16="http://schemas.microsoft.com/office/drawing/2014/main" id="{A8871BA2-182F-FA52-570A-A262F770757E}"/>
                    </a:ext>
                  </a:extLst>
                </p:cNvPr>
                <p:cNvSpPr/>
                <p:nvPr/>
              </p:nvSpPr>
              <p:spPr>
                <a:xfrm>
                  <a:off x="4964937" y="5282944"/>
                  <a:ext cx="320153" cy="320153"/>
                </a:xfrm>
                <a:prstGeom prst="roundRect">
                  <a:avLst>
                    <a:gd name="adj" fmla="val 23361"/>
                  </a:avLst>
                </a:prstGeom>
                <a:solidFill>
                  <a:sysClr val="windowText" lastClr="000000">
                    <a:lumMod val="50000"/>
                    <a:lumOff val="50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algn="ctr" latinLnBrk="0"/>
                  <a:r>
                    <a:rPr lang="en-US" altLang="ko-KR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rPr>
                    <a:t>Icon</a:t>
                  </a:r>
                </a:p>
                <a:p>
                  <a:pPr algn="ctr" latinLnBrk="0"/>
                  <a:r>
                    <a:rPr lang="en-US" altLang="ko-KR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rPr>
                    <a:t>6</a:t>
                  </a:r>
                  <a:endParaRPr lang="ko-KR" altLang="en-US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86" name="사각형: 둥근 모서리 85">
                  <a:extLst>
                    <a:ext uri="{FF2B5EF4-FFF2-40B4-BE49-F238E27FC236}">
                      <a16:creationId xmlns:a16="http://schemas.microsoft.com/office/drawing/2014/main" id="{0A7A8236-A2B3-0EE8-6A23-0AF64F819759}"/>
                    </a:ext>
                  </a:extLst>
                </p:cNvPr>
                <p:cNvSpPr/>
                <p:nvPr/>
              </p:nvSpPr>
              <p:spPr>
                <a:xfrm>
                  <a:off x="5357101" y="5282944"/>
                  <a:ext cx="320153" cy="320153"/>
                </a:xfrm>
                <a:prstGeom prst="roundRect">
                  <a:avLst>
                    <a:gd name="adj" fmla="val 23361"/>
                  </a:avLst>
                </a:prstGeom>
                <a:solidFill>
                  <a:sysClr val="windowText" lastClr="000000">
                    <a:lumMod val="50000"/>
                    <a:lumOff val="50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algn="ctr" latinLnBrk="0"/>
                  <a:r>
                    <a:rPr lang="en-US" altLang="ko-KR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rPr>
                    <a:t>Icon</a:t>
                  </a:r>
                </a:p>
                <a:p>
                  <a:pPr algn="ctr" latinLnBrk="0"/>
                  <a:r>
                    <a:rPr lang="en-US" altLang="ko-KR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rPr>
                    <a:t>7</a:t>
                  </a:r>
                  <a:endParaRPr lang="ko-KR" altLang="en-US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87" name="사각형: 둥근 모서리 86">
                  <a:extLst>
                    <a:ext uri="{FF2B5EF4-FFF2-40B4-BE49-F238E27FC236}">
                      <a16:creationId xmlns:a16="http://schemas.microsoft.com/office/drawing/2014/main" id="{011C414C-0FBF-F2BD-63D3-857EA348843B}"/>
                    </a:ext>
                  </a:extLst>
                </p:cNvPr>
                <p:cNvSpPr/>
                <p:nvPr/>
              </p:nvSpPr>
              <p:spPr>
                <a:xfrm>
                  <a:off x="5749265" y="5282944"/>
                  <a:ext cx="320153" cy="320153"/>
                </a:xfrm>
                <a:prstGeom prst="roundRect">
                  <a:avLst>
                    <a:gd name="adj" fmla="val 23361"/>
                  </a:avLst>
                </a:prstGeom>
                <a:solidFill>
                  <a:sysClr val="windowText" lastClr="000000">
                    <a:lumMod val="50000"/>
                    <a:lumOff val="50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algn="ctr" latinLnBrk="0"/>
                  <a:r>
                    <a:rPr lang="en-US" altLang="ko-KR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rPr>
                    <a:t>Icon</a:t>
                  </a:r>
                </a:p>
                <a:p>
                  <a:pPr algn="ctr" latinLnBrk="0"/>
                  <a:r>
                    <a:rPr lang="en-US" altLang="ko-KR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rPr>
                    <a:t>8</a:t>
                  </a:r>
                  <a:endParaRPr lang="ko-KR" altLang="en-US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88" name="사각형: 둥근 모서리 87">
                  <a:extLst>
                    <a:ext uri="{FF2B5EF4-FFF2-40B4-BE49-F238E27FC236}">
                      <a16:creationId xmlns:a16="http://schemas.microsoft.com/office/drawing/2014/main" id="{8CFFA544-143C-9946-AD22-6344B3933A05}"/>
                    </a:ext>
                  </a:extLst>
                </p:cNvPr>
                <p:cNvSpPr/>
                <p:nvPr/>
              </p:nvSpPr>
              <p:spPr>
                <a:xfrm>
                  <a:off x="6141425" y="5282944"/>
                  <a:ext cx="320153" cy="320153"/>
                </a:xfrm>
                <a:prstGeom prst="roundRect">
                  <a:avLst>
                    <a:gd name="adj" fmla="val 23361"/>
                  </a:avLst>
                </a:prstGeom>
                <a:solidFill>
                  <a:sysClr val="windowText" lastClr="000000">
                    <a:lumMod val="50000"/>
                    <a:lumOff val="50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algn="ctr" latinLnBrk="0"/>
                  <a:r>
                    <a:rPr lang="en-US" altLang="ko-KR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rPr>
                    <a:t>Icon</a:t>
                  </a:r>
                </a:p>
                <a:p>
                  <a:pPr algn="ctr" latinLnBrk="0"/>
                  <a:r>
                    <a:rPr lang="en-US" altLang="ko-KR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rPr>
                    <a:t>9</a:t>
                  </a:r>
                  <a:endParaRPr lang="ko-KR" altLang="en-US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89" name="사각형: 둥근 모서리 88">
                  <a:extLst>
                    <a:ext uri="{FF2B5EF4-FFF2-40B4-BE49-F238E27FC236}">
                      <a16:creationId xmlns:a16="http://schemas.microsoft.com/office/drawing/2014/main" id="{355F7E3D-73FB-20D3-CC84-1C2BC26E3D50}"/>
                    </a:ext>
                  </a:extLst>
                </p:cNvPr>
                <p:cNvSpPr/>
                <p:nvPr/>
              </p:nvSpPr>
              <p:spPr>
                <a:xfrm>
                  <a:off x="6532759" y="5282944"/>
                  <a:ext cx="320153" cy="320153"/>
                </a:xfrm>
                <a:prstGeom prst="roundRect">
                  <a:avLst>
                    <a:gd name="adj" fmla="val 23361"/>
                  </a:avLst>
                </a:prstGeom>
                <a:solidFill>
                  <a:sysClr val="windowText" lastClr="000000">
                    <a:lumMod val="50000"/>
                    <a:lumOff val="50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algn="ctr" latinLnBrk="0"/>
                  <a:r>
                    <a:rPr lang="en-US" altLang="ko-KR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rPr>
                    <a:t>Icon</a:t>
                  </a:r>
                </a:p>
                <a:p>
                  <a:pPr algn="ctr" latinLnBrk="0"/>
                  <a:r>
                    <a:rPr lang="en-US" altLang="ko-KR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rPr>
                    <a:t>10</a:t>
                  </a:r>
                  <a:endParaRPr lang="ko-KR" altLang="en-US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endParaRPr>
                </a:p>
              </p:txBody>
            </p:sp>
          </p:grpSp>
          <p:pic>
            <p:nvPicPr>
              <p:cNvPr id="76" name="그림 75">
                <a:extLst>
                  <a:ext uri="{FF2B5EF4-FFF2-40B4-BE49-F238E27FC236}">
                    <a16:creationId xmlns:a16="http://schemas.microsoft.com/office/drawing/2014/main" id="{67494BDE-C2A4-0761-2FF5-20B9118E9A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BEBA8EAE-BF5A-486C-A8C5-ECC9F3942E4B}">
                    <a14:imgProps xmlns:a14="http://schemas.microsoft.com/office/drawing/2010/main">
                      <a14:imgLayer r:embed="rId20">
                        <a14:imgEffect>
                          <a14:saturation sat="0"/>
                        </a14:imgEffect>
                        <a14:imgEffect>
                          <a14:brightnessContrast bright="-20000"/>
                        </a14:imgEffect>
                      </a14:imgLayer>
                    </a14:imgProps>
                  </a:ext>
                </a:extLst>
              </a:blip>
              <a:stretch>
                <a:fillRect/>
              </a:stretch>
            </p:blipFill>
            <p:spPr>
              <a:xfrm>
                <a:off x="3527186" y="5721930"/>
                <a:ext cx="320153" cy="320153"/>
              </a:xfrm>
              <a:prstGeom prst="rect">
                <a:avLst/>
              </a:prstGeom>
            </p:spPr>
          </p:pic>
        </p:grpSp>
      </p:grpSp>
      <p:pic>
        <p:nvPicPr>
          <p:cNvPr id="118" name="그림 117">
            <a:extLst>
              <a:ext uri="{FF2B5EF4-FFF2-40B4-BE49-F238E27FC236}">
                <a16:creationId xmlns:a16="http://schemas.microsoft.com/office/drawing/2014/main" id="{F673244F-E843-A886-FDDA-64FA9EA8E17D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BEBA8EAE-BF5A-486C-A8C5-ECC9F3942E4B}">
                <a14:imgProps xmlns:a14="http://schemas.microsoft.com/office/drawing/2010/main">
                  <a14:imgLayer r:embed="rId22">
                    <a14:imgEffect>
                      <a14:brightnessContrast bright="-40000" contras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65161" y="1805790"/>
            <a:ext cx="7187807" cy="4078577"/>
          </a:xfrm>
          <a:prstGeom prst="rect">
            <a:avLst/>
          </a:prstGeom>
        </p:spPr>
      </p:pic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CA6087A9-308B-5B91-4C71-23F755DAA10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/>
              <a:t>레이아웃 </a:t>
            </a:r>
            <a:r>
              <a:rPr lang="ko-KR" altLang="en-US" dirty="0" err="1"/>
              <a:t>프리셋</a:t>
            </a:r>
            <a:endParaRPr lang="ko-KR" altLang="en-US" dirty="0"/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BEA72AE9-A9FB-0B85-88A8-45C059C87A8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클라이언트 리모컨 기본 구성 </a:t>
            </a:r>
            <a:r>
              <a:rPr lang="en-US" altLang="ko-KR" dirty="0"/>
              <a:t>&gt; </a:t>
            </a:r>
            <a:r>
              <a:rPr lang="ko-KR" altLang="en-US" dirty="0"/>
              <a:t>레이아웃 </a:t>
            </a:r>
            <a:r>
              <a:rPr lang="ko-KR" altLang="en-US" dirty="0" err="1"/>
              <a:t>프리셋</a:t>
            </a:r>
            <a:endParaRPr lang="ko-KR" altLang="en-US" dirty="0"/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0763E0E4-ABA1-377C-126B-9E91A5B3D572}"/>
              </a:ext>
            </a:extLst>
          </p:cNvPr>
          <p:cNvSpPr/>
          <p:nvPr/>
        </p:nvSpPr>
        <p:spPr>
          <a:xfrm>
            <a:off x="6141265" y="1812231"/>
            <a:ext cx="1957495" cy="407388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ko-KR" altLang="en-US" b="1"/>
              <a:t>레이아웃 </a:t>
            </a:r>
            <a:r>
              <a:rPr lang="ko-KR" altLang="en-US" b="1" dirty="0" err="1"/>
              <a:t>프리셋</a:t>
            </a:r>
            <a:endParaRPr lang="ko-KR" altLang="en-US" b="1" dirty="0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1C3C1DEA-6780-4612-5B9E-96F5438E6534}"/>
              </a:ext>
            </a:extLst>
          </p:cNvPr>
          <p:cNvSpPr txBox="1"/>
          <p:nvPr/>
        </p:nvSpPr>
        <p:spPr>
          <a:xfrm>
            <a:off x="6157563" y="2120076"/>
            <a:ext cx="6319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현재 상태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E5CC79AF-A60C-137C-0D8E-5DA71EC3F7DE}"/>
              </a:ext>
            </a:extLst>
          </p:cNvPr>
          <p:cNvSpPr/>
          <p:nvPr/>
        </p:nvSpPr>
        <p:spPr>
          <a:xfrm>
            <a:off x="6228521" y="2350238"/>
            <a:ext cx="1801900" cy="383280"/>
          </a:xfrm>
          <a:prstGeom prst="roundRect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>
              <a:lnSpc>
                <a:spcPct val="120000"/>
              </a:lnSpc>
            </a:pPr>
            <a:r>
              <a:rPr lang="ko-KR" altLang="en-US" sz="800" b="1" dirty="0"/>
              <a:t>토크 방송</a:t>
            </a:r>
            <a:endParaRPr lang="en-US" altLang="ko-KR" sz="800" b="1" dirty="0"/>
          </a:p>
          <a:p>
            <a:pPr>
              <a:lnSpc>
                <a:spcPct val="120000"/>
              </a:lnSpc>
            </a:pPr>
            <a:r>
              <a:rPr lang="ko-KR" altLang="en-US" sz="800" dirty="0">
                <a:solidFill>
                  <a:schemeClr val="tx2">
                    <a:lumMod val="20000"/>
                    <a:lumOff val="80000"/>
                  </a:schemeClr>
                </a:solidFill>
              </a:rPr>
              <a:t>위젯 </a:t>
            </a:r>
            <a:r>
              <a:rPr lang="en-US" altLang="ko-KR" sz="800" dirty="0">
                <a:solidFill>
                  <a:schemeClr val="tx2">
                    <a:lumMod val="20000"/>
                    <a:lumOff val="80000"/>
                  </a:schemeClr>
                </a:solidFill>
              </a:rPr>
              <a:t>4</a:t>
            </a:r>
            <a:r>
              <a:rPr lang="ko-KR" altLang="en-US" sz="800" dirty="0">
                <a:solidFill>
                  <a:schemeClr val="tx2">
                    <a:lumMod val="20000"/>
                    <a:lumOff val="80000"/>
                  </a:schemeClr>
                </a:solidFill>
              </a:rPr>
              <a:t>개</a:t>
            </a:r>
          </a:p>
        </p:txBody>
      </p:sp>
      <p:sp>
        <p:nvSpPr>
          <p:cNvPr id="96" name="사각형: 둥근 모서리 95">
            <a:extLst>
              <a:ext uri="{FF2B5EF4-FFF2-40B4-BE49-F238E27FC236}">
                <a16:creationId xmlns:a16="http://schemas.microsoft.com/office/drawing/2014/main" id="{6A24A260-893E-4DD2-284D-6952A4C97F16}"/>
              </a:ext>
            </a:extLst>
          </p:cNvPr>
          <p:cNvSpPr/>
          <p:nvPr/>
        </p:nvSpPr>
        <p:spPr>
          <a:xfrm>
            <a:off x="7722604" y="2452861"/>
            <a:ext cx="208229" cy="208229"/>
          </a:xfrm>
          <a:prstGeom prst="round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10F429C-0DC6-C804-F78D-277BA991E9A6}"/>
              </a:ext>
            </a:extLst>
          </p:cNvPr>
          <p:cNvSpPr txBox="1"/>
          <p:nvPr/>
        </p:nvSpPr>
        <p:spPr>
          <a:xfrm>
            <a:off x="6157563" y="2933789"/>
            <a:ext cx="83708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저장된 </a:t>
            </a:r>
            <a:r>
              <a:rPr lang="ko-KR" altLang="en-US" sz="8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프리셋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" name="Google Shape;628;p22">
            <a:extLst>
              <a:ext uri="{FF2B5EF4-FFF2-40B4-BE49-F238E27FC236}">
                <a16:creationId xmlns:a16="http://schemas.microsoft.com/office/drawing/2014/main" id="{3BE1BDF8-132E-239B-F528-E736A148654A}"/>
              </a:ext>
            </a:extLst>
          </p:cNvPr>
          <p:cNvSpPr/>
          <p:nvPr/>
        </p:nvSpPr>
        <p:spPr>
          <a:xfrm>
            <a:off x="7758626" y="2495179"/>
            <a:ext cx="134381" cy="134381"/>
          </a:xfrm>
          <a:custGeom>
            <a:avLst/>
            <a:gdLst/>
            <a:ahLst/>
            <a:cxnLst/>
            <a:rect l="l" t="t" r="r" b="b"/>
            <a:pathLst>
              <a:path w="395" h="393" extrusionOk="0">
                <a:moveTo>
                  <a:pt x="42" y="0"/>
                </a:moveTo>
                <a:cubicBezTo>
                  <a:pt x="34" y="1"/>
                  <a:pt x="31" y="10"/>
                  <a:pt x="36" y="15"/>
                </a:cubicBezTo>
                <a:lnTo>
                  <a:pt x="69" y="47"/>
                </a:lnTo>
                <a:cubicBezTo>
                  <a:pt x="27" y="83"/>
                  <a:pt x="0" y="136"/>
                  <a:pt x="0" y="196"/>
                </a:cubicBezTo>
                <a:cubicBezTo>
                  <a:pt x="0" y="293"/>
                  <a:pt x="71" y="374"/>
                  <a:pt x="165" y="389"/>
                </a:cubicBezTo>
                <a:cubicBezTo>
                  <a:pt x="170" y="389"/>
                  <a:pt x="175" y="385"/>
                  <a:pt x="175" y="380"/>
                </a:cubicBezTo>
                <a:lnTo>
                  <a:pt x="175" y="302"/>
                </a:lnTo>
                <a:cubicBezTo>
                  <a:pt x="175" y="298"/>
                  <a:pt x="172" y="295"/>
                  <a:pt x="168" y="294"/>
                </a:cubicBezTo>
                <a:cubicBezTo>
                  <a:pt x="125" y="282"/>
                  <a:pt x="94" y="243"/>
                  <a:pt x="94" y="196"/>
                </a:cubicBezTo>
                <a:cubicBezTo>
                  <a:pt x="94" y="162"/>
                  <a:pt x="110" y="132"/>
                  <a:pt x="135" y="114"/>
                </a:cubicBezTo>
                <a:lnTo>
                  <a:pt x="188" y="167"/>
                </a:lnTo>
                <a:cubicBezTo>
                  <a:pt x="194" y="172"/>
                  <a:pt x="203" y="168"/>
                  <a:pt x="203" y="161"/>
                </a:cubicBezTo>
                <a:lnTo>
                  <a:pt x="203" y="9"/>
                </a:lnTo>
                <a:cubicBezTo>
                  <a:pt x="203" y="4"/>
                  <a:pt x="199" y="0"/>
                  <a:pt x="194" y="0"/>
                </a:cubicBezTo>
                <a:lnTo>
                  <a:pt x="42" y="0"/>
                </a:lnTo>
                <a:close/>
                <a:moveTo>
                  <a:pt x="221" y="12"/>
                </a:moveTo>
                <a:lnTo>
                  <a:pt x="221" y="90"/>
                </a:lnTo>
                <a:cubicBezTo>
                  <a:pt x="221" y="94"/>
                  <a:pt x="224" y="98"/>
                  <a:pt x="227" y="99"/>
                </a:cubicBezTo>
                <a:cubicBezTo>
                  <a:pt x="270" y="110"/>
                  <a:pt x="302" y="150"/>
                  <a:pt x="302" y="197"/>
                </a:cubicBezTo>
                <a:cubicBezTo>
                  <a:pt x="302" y="230"/>
                  <a:pt x="285" y="260"/>
                  <a:pt x="260" y="279"/>
                </a:cubicBezTo>
                <a:lnTo>
                  <a:pt x="207" y="226"/>
                </a:lnTo>
                <a:cubicBezTo>
                  <a:pt x="202" y="220"/>
                  <a:pt x="192" y="224"/>
                  <a:pt x="192" y="232"/>
                </a:cubicBezTo>
                <a:lnTo>
                  <a:pt x="192" y="384"/>
                </a:lnTo>
                <a:cubicBezTo>
                  <a:pt x="193" y="389"/>
                  <a:pt x="196" y="393"/>
                  <a:pt x="201" y="393"/>
                </a:cubicBezTo>
                <a:lnTo>
                  <a:pt x="353" y="393"/>
                </a:lnTo>
                <a:cubicBezTo>
                  <a:pt x="361" y="392"/>
                  <a:pt x="364" y="383"/>
                  <a:pt x="359" y="378"/>
                </a:cubicBezTo>
                <a:lnTo>
                  <a:pt x="327" y="345"/>
                </a:lnTo>
                <a:cubicBezTo>
                  <a:pt x="369" y="309"/>
                  <a:pt x="395" y="256"/>
                  <a:pt x="395" y="197"/>
                </a:cubicBezTo>
                <a:cubicBezTo>
                  <a:pt x="395" y="99"/>
                  <a:pt x="324" y="19"/>
                  <a:pt x="231" y="4"/>
                </a:cubicBezTo>
                <a:cubicBezTo>
                  <a:pt x="225" y="3"/>
                  <a:pt x="221" y="7"/>
                  <a:pt x="221" y="12"/>
                </a:cubicBezTo>
                <a:close/>
                <a:moveTo>
                  <a:pt x="64" y="17"/>
                </a:moveTo>
                <a:lnTo>
                  <a:pt x="186" y="17"/>
                </a:lnTo>
                <a:lnTo>
                  <a:pt x="186" y="139"/>
                </a:lnTo>
                <a:lnTo>
                  <a:pt x="142" y="96"/>
                </a:lnTo>
                <a:cubicBezTo>
                  <a:pt x="139" y="93"/>
                  <a:pt x="135" y="93"/>
                  <a:pt x="131" y="95"/>
                </a:cubicBezTo>
                <a:cubicBezTo>
                  <a:pt x="98" y="116"/>
                  <a:pt x="76" y="153"/>
                  <a:pt x="76" y="196"/>
                </a:cubicBezTo>
                <a:cubicBezTo>
                  <a:pt x="76" y="248"/>
                  <a:pt x="110" y="293"/>
                  <a:pt x="157" y="309"/>
                </a:cubicBezTo>
                <a:lnTo>
                  <a:pt x="157" y="369"/>
                </a:lnTo>
                <a:cubicBezTo>
                  <a:pt x="77" y="352"/>
                  <a:pt x="18" y="281"/>
                  <a:pt x="18" y="196"/>
                </a:cubicBezTo>
                <a:cubicBezTo>
                  <a:pt x="18" y="138"/>
                  <a:pt x="45" y="88"/>
                  <a:pt x="87" y="55"/>
                </a:cubicBezTo>
                <a:cubicBezTo>
                  <a:pt x="91" y="51"/>
                  <a:pt x="92" y="45"/>
                  <a:pt x="88" y="42"/>
                </a:cubicBezTo>
                <a:lnTo>
                  <a:pt x="64" y="17"/>
                </a:lnTo>
                <a:close/>
                <a:moveTo>
                  <a:pt x="238" y="23"/>
                </a:moveTo>
                <a:cubicBezTo>
                  <a:pt x="318" y="41"/>
                  <a:pt x="378" y="112"/>
                  <a:pt x="378" y="197"/>
                </a:cubicBezTo>
                <a:cubicBezTo>
                  <a:pt x="378" y="254"/>
                  <a:pt x="350" y="305"/>
                  <a:pt x="308" y="337"/>
                </a:cubicBezTo>
                <a:cubicBezTo>
                  <a:pt x="304" y="341"/>
                  <a:pt x="304" y="347"/>
                  <a:pt x="308" y="351"/>
                </a:cubicBezTo>
                <a:lnTo>
                  <a:pt x="332" y="375"/>
                </a:lnTo>
                <a:lnTo>
                  <a:pt x="210" y="375"/>
                </a:lnTo>
                <a:lnTo>
                  <a:pt x="210" y="253"/>
                </a:lnTo>
                <a:lnTo>
                  <a:pt x="253" y="296"/>
                </a:lnTo>
                <a:cubicBezTo>
                  <a:pt x="256" y="299"/>
                  <a:pt x="261" y="300"/>
                  <a:pt x="264" y="297"/>
                </a:cubicBezTo>
                <a:cubicBezTo>
                  <a:pt x="297" y="276"/>
                  <a:pt x="319" y="239"/>
                  <a:pt x="319" y="197"/>
                </a:cubicBezTo>
                <a:cubicBezTo>
                  <a:pt x="319" y="144"/>
                  <a:pt x="286" y="100"/>
                  <a:pt x="238" y="84"/>
                </a:cubicBezTo>
                <a:lnTo>
                  <a:pt x="238" y="2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spcFirstLastPara="1" wrap="square" lIns="78300" tIns="39150" rIns="78300" bIns="3915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 dirty="0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495857AF-21AD-9926-83FA-B0C267BA2C58}"/>
              </a:ext>
            </a:extLst>
          </p:cNvPr>
          <p:cNvSpPr/>
          <p:nvPr/>
        </p:nvSpPr>
        <p:spPr>
          <a:xfrm>
            <a:off x="6228521" y="3170005"/>
            <a:ext cx="1801900" cy="383280"/>
          </a:xfrm>
          <a:prstGeom prst="roundRect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>
              <a:lnSpc>
                <a:spcPct val="120000"/>
              </a:lnSpc>
            </a:pPr>
            <a:r>
              <a:rPr lang="ko-KR" altLang="en-US" sz="800" b="1" dirty="0"/>
              <a:t>토크 방송</a:t>
            </a:r>
            <a:endParaRPr lang="en-US" altLang="ko-KR" sz="800" b="1" dirty="0"/>
          </a:p>
          <a:p>
            <a:pPr>
              <a:lnSpc>
                <a:spcPct val="120000"/>
              </a:lnSpc>
            </a:pPr>
            <a:r>
              <a:rPr lang="ko-KR" altLang="en-US" sz="800" dirty="0">
                <a:solidFill>
                  <a:schemeClr val="tx2">
                    <a:lumMod val="20000"/>
                    <a:lumOff val="80000"/>
                  </a:schemeClr>
                </a:solidFill>
              </a:rPr>
              <a:t>위젯 </a:t>
            </a:r>
            <a:r>
              <a:rPr lang="en-US" altLang="ko-KR" sz="800" dirty="0">
                <a:solidFill>
                  <a:schemeClr val="tx2">
                    <a:lumMod val="20000"/>
                    <a:lumOff val="80000"/>
                  </a:schemeClr>
                </a:solidFill>
              </a:rPr>
              <a:t>4</a:t>
            </a:r>
            <a:r>
              <a:rPr lang="ko-KR" altLang="en-US" sz="800" dirty="0">
                <a:solidFill>
                  <a:schemeClr val="tx2">
                    <a:lumMod val="20000"/>
                    <a:lumOff val="80000"/>
                  </a:schemeClr>
                </a:solidFill>
              </a:rPr>
              <a:t>개</a:t>
            </a:r>
          </a:p>
        </p:txBody>
      </p:sp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73FA7B59-543D-98FC-DE61-1B106279B5C2}"/>
              </a:ext>
            </a:extLst>
          </p:cNvPr>
          <p:cNvSpPr/>
          <p:nvPr/>
        </p:nvSpPr>
        <p:spPr>
          <a:xfrm>
            <a:off x="7722604" y="3272628"/>
            <a:ext cx="208229" cy="208229"/>
          </a:xfrm>
          <a:prstGeom prst="round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1" name="사각형: 둥근 모서리 100">
            <a:extLst>
              <a:ext uri="{FF2B5EF4-FFF2-40B4-BE49-F238E27FC236}">
                <a16:creationId xmlns:a16="http://schemas.microsoft.com/office/drawing/2014/main" id="{D8447965-119E-4B98-DAEB-830111558058}"/>
              </a:ext>
            </a:extLst>
          </p:cNvPr>
          <p:cNvSpPr/>
          <p:nvPr/>
        </p:nvSpPr>
        <p:spPr>
          <a:xfrm>
            <a:off x="6228521" y="3640293"/>
            <a:ext cx="1801900" cy="383280"/>
          </a:xfrm>
          <a:prstGeom prst="round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>
              <a:lnSpc>
                <a:spcPct val="120000"/>
              </a:lnSpc>
            </a:pPr>
            <a:r>
              <a:rPr lang="ko-KR" altLang="en-US" sz="800" b="1" dirty="0"/>
              <a:t>엑셀 방송</a:t>
            </a:r>
            <a:endParaRPr lang="en-US" altLang="ko-KR" sz="800" b="1" dirty="0"/>
          </a:p>
          <a:p>
            <a:pPr>
              <a:lnSpc>
                <a:spcPct val="120000"/>
              </a:lnSpc>
            </a:pPr>
            <a:r>
              <a:rPr lang="ko-KR" altLang="en-US" sz="800" dirty="0">
                <a:solidFill>
                  <a:schemeClr val="bg1">
                    <a:lumMod val="85000"/>
                  </a:schemeClr>
                </a:solidFill>
              </a:rPr>
              <a:t>위젯 </a:t>
            </a:r>
            <a:r>
              <a:rPr lang="en-US" altLang="ko-KR" sz="800" dirty="0">
                <a:solidFill>
                  <a:schemeClr val="bg1">
                    <a:lumMod val="85000"/>
                  </a:schemeClr>
                </a:solidFill>
              </a:rPr>
              <a:t>7</a:t>
            </a:r>
            <a:r>
              <a:rPr lang="ko-KR" altLang="en-US" sz="800" dirty="0">
                <a:solidFill>
                  <a:schemeClr val="bg1">
                    <a:lumMod val="85000"/>
                  </a:schemeClr>
                </a:solidFill>
              </a:rPr>
              <a:t>개</a:t>
            </a:r>
          </a:p>
        </p:txBody>
      </p:sp>
      <p:sp>
        <p:nvSpPr>
          <p:cNvPr id="102" name="사각형: 둥근 모서리 101">
            <a:extLst>
              <a:ext uri="{FF2B5EF4-FFF2-40B4-BE49-F238E27FC236}">
                <a16:creationId xmlns:a16="http://schemas.microsoft.com/office/drawing/2014/main" id="{3C9A3673-E3C5-E98D-1E14-76D60FE952E5}"/>
              </a:ext>
            </a:extLst>
          </p:cNvPr>
          <p:cNvSpPr/>
          <p:nvPr/>
        </p:nvSpPr>
        <p:spPr>
          <a:xfrm>
            <a:off x="7722604" y="3742916"/>
            <a:ext cx="208229" cy="208229"/>
          </a:xfrm>
          <a:prstGeom prst="round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1982E499-7CB2-5C3F-C26C-54D456F366A5}"/>
              </a:ext>
            </a:extLst>
          </p:cNvPr>
          <p:cNvSpPr/>
          <p:nvPr/>
        </p:nvSpPr>
        <p:spPr>
          <a:xfrm>
            <a:off x="7488220" y="3272628"/>
            <a:ext cx="208229" cy="208229"/>
          </a:xfrm>
          <a:prstGeom prst="round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E78AFEF0-49EA-6627-F7A4-3FC315A1DD7E}"/>
              </a:ext>
            </a:extLst>
          </p:cNvPr>
          <p:cNvSpPr/>
          <p:nvPr/>
        </p:nvSpPr>
        <p:spPr>
          <a:xfrm>
            <a:off x="7488220" y="3742916"/>
            <a:ext cx="208229" cy="208229"/>
          </a:xfrm>
          <a:prstGeom prst="round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5" name="사각형: 둥근 모서리 104">
            <a:extLst>
              <a:ext uri="{FF2B5EF4-FFF2-40B4-BE49-F238E27FC236}">
                <a16:creationId xmlns:a16="http://schemas.microsoft.com/office/drawing/2014/main" id="{D2F2859B-52F3-BCDC-9C16-1687D20FC60D}"/>
              </a:ext>
            </a:extLst>
          </p:cNvPr>
          <p:cNvSpPr/>
          <p:nvPr/>
        </p:nvSpPr>
        <p:spPr>
          <a:xfrm>
            <a:off x="7722604" y="3729416"/>
            <a:ext cx="208229" cy="208229"/>
          </a:xfrm>
          <a:prstGeom prst="round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3D1203AD-1ED1-39F4-4B9C-18C5534697BA}"/>
              </a:ext>
            </a:extLst>
          </p:cNvPr>
          <p:cNvSpPr/>
          <p:nvPr/>
        </p:nvSpPr>
        <p:spPr>
          <a:xfrm>
            <a:off x="7488220" y="3729416"/>
            <a:ext cx="208229" cy="208229"/>
          </a:xfrm>
          <a:prstGeom prst="round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107" name="그래픽 106">
            <a:extLst>
              <a:ext uri="{FF2B5EF4-FFF2-40B4-BE49-F238E27FC236}">
                <a16:creationId xmlns:a16="http://schemas.microsoft.com/office/drawing/2014/main" id="{E966AA4B-867B-CCCB-BDB7-43A71A02AA83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7758626" y="3310939"/>
            <a:ext cx="139553" cy="139553"/>
          </a:xfrm>
          <a:prstGeom prst="rect">
            <a:avLst/>
          </a:prstGeom>
        </p:spPr>
      </p:pic>
      <p:pic>
        <p:nvPicPr>
          <p:cNvPr id="108" name="그래픽 107">
            <a:extLst>
              <a:ext uri="{FF2B5EF4-FFF2-40B4-BE49-F238E27FC236}">
                <a16:creationId xmlns:a16="http://schemas.microsoft.com/office/drawing/2014/main" id="{C20808F9-80A5-9478-4DEB-CB9CB2D17B51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7758626" y="3763976"/>
            <a:ext cx="139553" cy="139553"/>
          </a:xfrm>
          <a:prstGeom prst="rect">
            <a:avLst/>
          </a:prstGeom>
        </p:spPr>
      </p:pic>
      <p:pic>
        <p:nvPicPr>
          <p:cNvPr id="109" name="Google Shape;101;p16">
            <a:extLst>
              <a:ext uri="{FF2B5EF4-FFF2-40B4-BE49-F238E27FC236}">
                <a16:creationId xmlns:a16="http://schemas.microsoft.com/office/drawing/2014/main" id="{E277ADC1-CD81-D546-F654-E4115BC27B64}"/>
              </a:ext>
            </a:extLst>
          </p:cNvPr>
          <p:cNvPicPr preferRelativeResize="0"/>
          <p:nvPr/>
        </p:nvPicPr>
        <p:blipFill rotWithShape="1">
          <a:blip r:embed="rId25">
            <a:alphaModFix/>
            <a:biLevel thresh="25000"/>
            <a:extLst>
              <a:ext uri="{BEBA8EAE-BF5A-486C-A8C5-ECC9F3942E4B}">
                <a14:imgProps xmlns:a14="http://schemas.microsoft.com/office/drawing/2010/main">
                  <a14:imgLayer r:embed="rId26">
                    <a14:imgEffect>
                      <a14:brightnessContrast bright="40000"/>
                    </a14:imgEffect>
                  </a14:imgLayer>
                </a14:imgProps>
              </a:ext>
            </a:extLst>
          </a:blip>
          <a:srcRect/>
          <a:stretch/>
        </p:blipFill>
        <p:spPr>
          <a:xfrm>
            <a:off x="7528718" y="3313782"/>
            <a:ext cx="135157" cy="135157"/>
          </a:xfrm>
          <a:prstGeom prst="rect">
            <a:avLst/>
          </a:prstGeom>
          <a:noFill/>
          <a:ln>
            <a:noFill/>
          </a:ln>
        </p:spPr>
      </p:pic>
      <p:pic>
        <p:nvPicPr>
          <p:cNvPr id="110" name="Google Shape;101;p16">
            <a:extLst>
              <a:ext uri="{FF2B5EF4-FFF2-40B4-BE49-F238E27FC236}">
                <a16:creationId xmlns:a16="http://schemas.microsoft.com/office/drawing/2014/main" id="{D01FBDD3-8804-1070-FFAA-19849D2A8E57}"/>
              </a:ext>
            </a:extLst>
          </p:cNvPr>
          <p:cNvPicPr preferRelativeResize="0"/>
          <p:nvPr/>
        </p:nvPicPr>
        <p:blipFill rotWithShape="1">
          <a:blip r:embed="rId25">
            <a:alphaModFix/>
            <a:biLevel thresh="25000"/>
            <a:extLst>
              <a:ext uri="{BEBA8EAE-BF5A-486C-A8C5-ECC9F3942E4B}">
                <a14:imgProps xmlns:a14="http://schemas.microsoft.com/office/drawing/2010/main">
                  <a14:imgLayer r:embed="rId26">
                    <a14:imgEffect>
                      <a14:brightnessContrast bright="40000"/>
                    </a14:imgEffect>
                  </a14:imgLayer>
                </a14:imgProps>
              </a:ext>
            </a:extLst>
          </a:blip>
          <a:srcRect/>
          <a:stretch/>
        </p:blipFill>
        <p:spPr>
          <a:xfrm>
            <a:off x="7528718" y="3768372"/>
            <a:ext cx="135157" cy="135157"/>
          </a:xfrm>
          <a:prstGeom prst="rect">
            <a:avLst/>
          </a:prstGeom>
          <a:noFill/>
          <a:ln>
            <a:noFill/>
          </a:ln>
        </p:spPr>
      </p:pic>
      <p:sp>
        <p:nvSpPr>
          <p:cNvPr id="111" name="사각형: 둥근 모서리 110">
            <a:extLst>
              <a:ext uri="{FF2B5EF4-FFF2-40B4-BE49-F238E27FC236}">
                <a16:creationId xmlns:a16="http://schemas.microsoft.com/office/drawing/2014/main" id="{225D5A57-1F1B-F108-C4E4-326CCF26F21C}"/>
              </a:ext>
            </a:extLst>
          </p:cNvPr>
          <p:cNvSpPr/>
          <p:nvPr/>
        </p:nvSpPr>
        <p:spPr>
          <a:xfrm>
            <a:off x="6228521" y="4083913"/>
            <a:ext cx="1801900" cy="383280"/>
          </a:xfrm>
          <a:prstGeom prst="round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>
              <a:lnSpc>
                <a:spcPct val="120000"/>
              </a:lnSpc>
            </a:pPr>
            <a:endParaRPr lang="ko-KR" altLang="en-US" sz="800" dirty="0">
              <a:solidFill>
                <a:schemeClr val="tx2">
                  <a:lumMod val="20000"/>
                  <a:lumOff val="80000"/>
                </a:schemeClr>
              </a:solidFill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C3859DCD-3E0C-1FD3-75D9-0211B636284E}"/>
              </a:ext>
            </a:extLst>
          </p:cNvPr>
          <p:cNvSpPr/>
          <p:nvPr/>
        </p:nvSpPr>
        <p:spPr>
          <a:xfrm>
            <a:off x="6285281" y="4151695"/>
            <a:ext cx="1117340" cy="24036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>
                <a:solidFill>
                  <a:schemeClr val="tx1">
                    <a:lumMod val="50000"/>
                    <a:lumOff val="50000"/>
                  </a:schemeClr>
                </a:solidFill>
              </a:rPr>
              <a:t>엑셀 방송</a:t>
            </a:r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EF2797C3-8E15-C270-8A72-B71472AA054D}"/>
              </a:ext>
            </a:extLst>
          </p:cNvPr>
          <p:cNvSpPr txBox="1"/>
          <p:nvPr/>
        </p:nvSpPr>
        <p:spPr>
          <a:xfrm>
            <a:off x="7545421" y="4143629"/>
            <a:ext cx="45878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b="1" dirty="0">
                <a:solidFill>
                  <a:srgbClr val="FF0909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ebdings" panose="05030102010509060703" pitchFamily="18" charset="2"/>
              </a:rPr>
              <a:t></a:t>
            </a:r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  <a:sym typeface="Webdings" panose="05030102010509060703" pitchFamily="18" charset="2"/>
              </a:rPr>
              <a:t> </a:t>
            </a:r>
            <a:r>
              <a:rPr lang="ko-KR" altLang="en-US" b="1" dirty="0">
                <a:solidFill>
                  <a:srgbClr val="00B0F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rgbClr val="00B0F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4" name="사각형: 둥근 모서리 113">
            <a:extLst>
              <a:ext uri="{FF2B5EF4-FFF2-40B4-BE49-F238E27FC236}">
                <a16:creationId xmlns:a16="http://schemas.microsoft.com/office/drawing/2014/main" id="{7A25CA85-156F-B695-03A0-E303BFD1A6B7}"/>
              </a:ext>
            </a:extLst>
          </p:cNvPr>
          <p:cNvSpPr/>
          <p:nvPr/>
        </p:nvSpPr>
        <p:spPr>
          <a:xfrm>
            <a:off x="6165146" y="5259435"/>
            <a:ext cx="1910541" cy="579421"/>
          </a:xfrm>
          <a:prstGeom prst="roundRect">
            <a:avLst>
              <a:gd name="adj" fmla="val 7812"/>
            </a:avLst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>
              <a:lnSpc>
                <a:spcPct val="120000"/>
              </a:lnSpc>
            </a:pPr>
            <a:endParaRPr lang="ko-KR" altLang="en-US" sz="800" dirty="0">
              <a:solidFill>
                <a:schemeClr val="tx2">
                  <a:lumMod val="20000"/>
                  <a:lumOff val="80000"/>
                </a:schemeClr>
              </a:solidFill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5FDC943B-E4FF-3E6C-6041-BFDEAE0BBC69}"/>
              </a:ext>
            </a:extLst>
          </p:cNvPr>
          <p:cNvSpPr/>
          <p:nvPr/>
        </p:nvSpPr>
        <p:spPr>
          <a:xfrm>
            <a:off x="6228521" y="5311731"/>
            <a:ext cx="1775680" cy="24036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프리셋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이름</a:t>
            </a:r>
          </a:p>
        </p:txBody>
      </p:sp>
      <p:sp>
        <p:nvSpPr>
          <p:cNvPr id="116" name="사각형: 둥근 모서리 115">
            <a:extLst>
              <a:ext uri="{FF2B5EF4-FFF2-40B4-BE49-F238E27FC236}">
                <a16:creationId xmlns:a16="http://schemas.microsoft.com/office/drawing/2014/main" id="{DF4B5421-2342-35E0-CFD4-BBC32AE94AF2}"/>
              </a:ext>
            </a:extLst>
          </p:cNvPr>
          <p:cNvSpPr/>
          <p:nvPr/>
        </p:nvSpPr>
        <p:spPr>
          <a:xfrm>
            <a:off x="6228521" y="5588304"/>
            <a:ext cx="560946" cy="214340"/>
          </a:xfrm>
          <a:prstGeom prst="roundRect">
            <a:avLst/>
          </a:prstGeom>
          <a:solidFill>
            <a:schemeClr val="bg1">
              <a:lumMod val="6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취소</a:t>
            </a:r>
          </a:p>
        </p:txBody>
      </p:sp>
      <p:sp>
        <p:nvSpPr>
          <p:cNvPr id="117" name="사각형: 둥근 모서리 116">
            <a:extLst>
              <a:ext uri="{FF2B5EF4-FFF2-40B4-BE49-F238E27FC236}">
                <a16:creationId xmlns:a16="http://schemas.microsoft.com/office/drawing/2014/main" id="{7C6985BB-410C-4D4B-F7FA-EB44085C1FCC}"/>
              </a:ext>
            </a:extLst>
          </p:cNvPr>
          <p:cNvSpPr/>
          <p:nvPr/>
        </p:nvSpPr>
        <p:spPr>
          <a:xfrm>
            <a:off x="7442339" y="5588304"/>
            <a:ext cx="560946" cy="214340"/>
          </a:xfrm>
          <a:prstGeom prst="roundRect">
            <a:avLst/>
          </a:prstGeom>
          <a:solidFill>
            <a:srgbClr val="529E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/>
              <a:t>저장</a:t>
            </a:r>
            <a:endParaRPr lang="ko-KR" altLang="en-US" sz="800" b="1" dirty="0"/>
          </a:p>
        </p:txBody>
      </p:sp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C0A10E76-FB72-879F-72B7-7AE20B3874C9}"/>
              </a:ext>
            </a:extLst>
          </p:cNvPr>
          <p:cNvGrpSpPr/>
          <p:nvPr/>
        </p:nvGrpSpPr>
        <p:grpSpPr>
          <a:xfrm>
            <a:off x="8570307" y="1808820"/>
            <a:ext cx="153985" cy="4066819"/>
            <a:chOff x="8996362" y="1394838"/>
            <a:chExt cx="153985" cy="4066819"/>
          </a:xfrm>
        </p:grpSpPr>
        <p:sp>
          <p:nvSpPr>
            <p:cNvPr id="120" name="직사각형 119">
              <a:extLst>
                <a:ext uri="{FF2B5EF4-FFF2-40B4-BE49-F238E27FC236}">
                  <a16:creationId xmlns:a16="http://schemas.microsoft.com/office/drawing/2014/main" id="{1DC649A0-B661-F10C-2386-1339D03D0976}"/>
                </a:ext>
              </a:extLst>
            </p:cNvPr>
            <p:cNvSpPr/>
            <p:nvPr/>
          </p:nvSpPr>
          <p:spPr>
            <a:xfrm rot="5400000">
              <a:off x="7039945" y="3351255"/>
              <a:ext cx="4066819" cy="153985"/>
            </a:xfrm>
            <a:prstGeom prst="rect">
              <a:avLst/>
            </a:prstGeom>
            <a:solidFill>
              <a:sysClr val="windowText" lastClr="000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grpSp>
          <p:nvGrpSpPr>
            <p:cNvPr id="121" name="그룹 120">
              <a:extLst>
                <a:ext uri="{FF2B5EF4-FFF2-40B4-BE49-F238E27FC236}">
                  <a16:creationId xmlns:a16="http://schemas.microsoft.com/office/drawing/2014/main" id="{AF0EBB4C-A6F6-6694-53AD-D930208C6192}"/>
                </a:ext>
              </a:extLst>
            </p:cNvPr>
            <p:cNvGrpSpPr/>
            <p:nvPr/>
          </p:nvGrpSpPr>
          <p:grpSpPr>
            <a:xfrm>
              <a:off x="9022645" y="3366303"/>
              <a:ext cx="103354" cy="112704"/>
              <a:chOff x="11526163" y="182706"/>
              <a:chExt cx="618370" cy="524775"/>
            </a:xfrm>
          </p:grpSpPr>
          <p:sp>
            <p:nvSpPr>
              <p:cNvPr id="122" name="순서도: 판단 121">
                <a:extLst>
                  <a:ext uri="{FF2B5EF4-FFF2-40B4-BE49-F238E27FC236}">
                    <a16:creationId xmlns:a16="http://schemas.microsoft.com/office/drawing/2014/main" id="{06164389-A675-0021-B4AD-1E678F6100D2}"/>
                  </a:ext>
                </a:extLst>
              </p:cNvPr>
              <p:cNvSpPr/>
              <p:nvPr/>
            </p:nvSpPr>
            <p:spPr>
              <a:xfrm>
                <a:off x="11526163" y="483040"/>
                <a:ext cx="618370" cy="224441"/>
              </a:xfrm>
              <a:prstGeom prst="flowChartDecision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0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23" name="순서도: 판단 122">
                <a:extLst>
                  <a:ext uri="{FF2B5EF4-FFF2-40B4-BE49-F238E27FC236}">
                    <a16:creationId xmlns:a16="http://schemas.microsoft.com/office/drawing/2014/main" id="{9170E663-9E6E-57A6-2647-576F35987C6B}"/>
                  </a:ext>
                </a:extLst>
              </p:cNvPr>
              <p:cNvSpPr/>
              <p:nvPr/>
            </p:nvSpPr>
            <p:spPr>
              <a:xfrm>
                <a:off x="11526163" y="332875"/>
                <a:ext cx="618370" cy="224441"/>
              </a:xfrm>
              <a:prstGeom prst="flowChartDecision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0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24" name="순서도: 판단 123">
                <a:extLst>
                  <a:ext uri="{FF2B5EF4-FFF2-40B4-BE49-F238E27FC236}">
                    <a16:creationId xmlns:a16="http://schemas.microsoft.com/office/drawing/2014/main" id="{5FD52206-D32C-781E-A5DF-4CA56EF8A378}"/>
                  </a:ext>
                </a:extLst>
              </p:cNvPr>
              <p:cNvSpPr/>
              <p:nvPr/>
            </p:nvSpPr>
            <p:spPr>
              <a:xfrm>
                <a:off x="11526163" y="182706"/>
                <a:ext cx="618370" cy="224441"/>
              </a:xfrm>
              <a:prstGeom prst="flowChartDecision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0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cxnSp>
        <p:nvCxnSpPr>
          <p:cNvPr id="126" name="직선 화살표 연결선 125">
            <a:extLst>
              <a:ext uri="{FF2B5EF4-FFF2-40B4-BE49-F238E27FC236}">
                <a16:creationId xmlns:a16="http://schemas.microsoft.com/office/drawing/2014/main" id="{7558C6D8-C0F0-ECA4-32EC-829EC7EB1319}"/>
              </a:ext>
            </a:extLst>
          </p:cNvPr>
          <p:cNvCxnSpPr/>
          <p:nvPr/>
        </p:nvCxnSpPr>
        <p:spPr>
          <a:xfrm>
            <a:off x="8247187" y="3892989"/>
            <a:ext cx="254017" cy="0"/>
          </a:xfrm>
          <a:prstGeom prst="straightConnector1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TextBox 126">
            <a:extLst>
              <a:ext uri="{FF2B5EF4-FFF2-40B4-BE49-F238E27FC236}">
                <a16:creationId xmlns:a16="http://schemas.microsoft.com/office/drawing/2014/main" id="{9A0B7156-6CDF-11F4-F99F-92468E980574}"/>
              </a:ext>
            </a:extLst>
          </p:cNvPr>
          <p:cNvSpPr txBox="1"/>
          <p:nvPr/>
        </p:nvSpPr>
        <p:spPr>
          <a:xfrm>
            <a:off x="7850513" y="1807771"/>
            <a:ext cx="31290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ebdings" panose="05030102010509060703" pitchFamily="18" charset="2"/>
              </a:rPr>
              <a:t></a:t>
            </a:r>
            <a:endParaRPr lang="ko-KR" altLang="en-US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29" name="Group 323">
            <a:extLst>
              <a:ext uri="{FF2B5EF4-FFF2-40B4-BE49-F238E27FC236}">
                <a16:creationId xmlns:a16="http://schemas.microsoft.com/office/drawing/2014/main" id="{373D8D0F-F8E9-8666-E6FD-58A0E036C2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6099666"/>
              </p:ext>
            </p:extLst>
          </p:nvPr>
        </p:nvGraphicFramePr>
        <p:xfrm>
          <a:off x="9625013" y="575703"/>
          <a:ext cx="2519969" cy="5303520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메뉴 오픈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버튼 클릭을 통해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모달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창 형식의 사이드 메뉴 오픈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1-1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닫기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X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버튼 클릭 시 닫힘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메뉴 이외의 영역 클릭 시 닫힘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레이아웃 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프리셋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위젯의 위치 및 크기 등의 설정을 저장하는 기능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4467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현재 상태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현재 선택된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프리셋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9295457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저장된 레이아웃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저장된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프리셋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리스느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4-1 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프리셋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이름 입력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현재 상태를 저장하기 위해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프리셋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이름 입력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4-2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저장된 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프리셋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리스트 영역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현재 선택된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프리셋은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컬러로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선택되지 않은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프리셋은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그레이 컬러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총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개까지 저장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스크롤 처리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- 10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개 저장 시 이름 입력 영역 비활성화 처리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4-3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- [4-3]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수정 버튼을 누르면 해당 </a:t>
                      </a: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프리셋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이름이 노출되고</a:t>
                      </a: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버튼을 클릭하면 수정 완료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- 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ebdings" panose="05030102010509060703" pitchFamily="18" charset="2"/>
                        </a:rPr>
                        <a:t>버튼은 취소 버튼으로 클릭하면 해당 수정 입력란 사라짐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4-4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삭제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해당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프리셋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삭제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버튼 클릭 시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알럿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메시지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프리셋을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삭제하시겠습니까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?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54753362"/>
                  </a:ext>
                </a:extLst>
              </a:tr>
            </a:tbl>
          </a:graphicData>
        </a:graphic>
      </p:graphicFrame>
      <p:sp>
        <p:nvSpPr>
          <p:cNvPr id="130" name="타원 129">
            <a:extLst>
              <a:ext uri="{FF2B5EF4-FFF2-40B4-BE49-F238E27FC236}">
                <a16:creationId xmlns:a16="http://schemas.microsoft.com/office/drawing/2014/main" id="{3BCBFE93-0D9F-B51E-57F2-2BAA3EB7634F}"/>
              </a:ext>
            </a:extLst>
          </p:cNvPr>
          <p:cNvSpPr/>
          <p:nvPr/>
        </p:nvSpPr>
        <p:spPr>
          <a:xfrm>
            <a:off x="8331782" y="3631286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1" name="타원 130">
            <a:extLst>
              <a:ext uri="{FF2B5EF4-FFF2-40B4-BE49-F238E27FC236}">
                <a16:creationId xmlns:a16="http://schemas.microsoft.com/office/drawing/2014/main" id="{03AC6407-2716-4A99-99CE-BCEE095C2EFC}"/>
              </a:ext>
            </a:extLst>
          </p:cNvPr>
          <p:cNvSpPr/>
          <p:nvPr/>
        </p:nvSpPr>
        <p:spPr>
          <a:xfrm>
            <a:off x="6439608" y="1847753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2" name="타원 131">
            <a:extLst>
              <a:ext uri="{FF2B5EF4-FFF2-40B4-BE49-F238E27FC236}">
                <a16:creationId xmlns:a16="http://schemas.microsoft.com/office/drawing/2014/main" id="{8EE856A9-F83F-044D-50C9-652FEC8E10BC}"/>
              </a:ext>
            </a:extLst>
          </p:cNvPr>
          <p:cNvSpPr/>
          <p:nvPr/>
        </p:nvSpPr>
        <p:spPr>
          <a:xfrm>
            <a:off x="8087339" y="1856807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1-1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3" name="타원 132">
            <a:extLst>
              <a:ext uri="{FF2B5EF4-FFF2-40B4-BE49-F238E27FC236}">
                <a16:creationId xmlns:a16="http://schemas.microsoft.com/office/drawing/2014/main" id="{3E6708B8-E481-43ED-7407-AEACE25B7F4D}"/>
              </a:ext>
            </a:extLst>
          </p:cNvPr>
          <p:cNvSpPr/>
          <p:nvPr/>
        </p:nvSpPr>
        <p:spPr>
          <a:xfrm>
            <a:off x="6085105" y="2155699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0062073A-54E1-F56D-A6D7-AAC32266E56D}"/>
              </a:ext>
            </a:extLst>
          </p:cNvPr>
          <p:cNvSpPr/>
          <p:nvPr/>
        </p:nvSpPr>
        <p:spPr>
          <a:xfrm>
            <a:off x="6085105" y="2970171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899645DD-212D-7B03-A9FF-43143840C3FE}"/>
              </a:ext>
            </a:extLst>
          </p:cNvPr>
          <p:cNvSpPr/>
          <p:nvPr/>
        </p:nvSpPr>
        <p:spPr>
          <a:xfrm>
            <a:off x="6067862" y="5357411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4-1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99F2E2DD-EEDB-1B40-C801-9D9E85CFAF90}"/>
              </a:ext>
            </a:extLst>
          </p:cNvPr>
          <p:cNvSpPr/>
          <p:nvPr/>
        </p:nvSpPr>
        <p:spPr>
          <a:xfrm>
            <a:off x="5896636" y="4140810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4-2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7" name="타원 136">
            <a:extLst>
              <a:ext uri="{FF2B5EF4-FFF2-40B4-BE49-F238E27FC236}">
                <a16:creationId xmlns:a16="http://schemas.microsoft.com/office/drawing/2014/main" id="{97369E49-EDEE-44CA-ECB3-DA4B4F05857A}"/>
              </a:ext>
            </a:extLst>
          </p:cNvPr>
          <p:cNvSpPr/>
          <p:nvPr/>
        </p:nvSpPr>
        <p:spPr>
          <a:xfrm>
            <a:off x="7513200" y="3110386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4-3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A419D5B3-9B62-916A-2D2D-ECC7C6230DD3}"/>
              </a:ext>
            </a:extLst>
          </p:cNvPr>
          <p:cNvSpPr/>
          <p:nvPr/>
        </p:nvSpPr>
        <p:spPr>
          <a:xfrm>
            <a:off x="7746430" y="3110386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4-4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41" name="그룹 140">
            <a:extLst>
              <a:ext uri="{FF2B5EF4-FFF2-40B4-BE49-F238E27FC236}">
                <a16:creationId xmlns:a16="http://schemas.microsoft.com/office/drawing/2014/main" id="{EB01EF6D-5794-E8CF-4A98-7A013D37AFEC}"/>
              </a:ext>
            </a:extLst>
          </p:cNvPr>
          <p:cNvGrpSpPr/>
          <p:nvPr/>
        </p:nvGrpSpPr>
        <p:grpSpPr>
          <a:xfrm rot="5400000">
            <a:off x="4954633" y="4090068"/>
            <a:ext cx="2060849" cy="250484"/>
            <a:chOff x="6600056" y="1538514"/>
            <a:chExt cx="1692188" cy="305304"/>
          </a:xfrm>
        </p:grpSpPr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42AC6099-2E1A-1672-5F6A-D06C60539D36}"/>
                </a:ext>
              </a:extLst>
            </p:cNvPr>
            <p:cNvCxnSpPr/>
            <p:nvPr/>
          </p:nvCxnSpPr>
          <p:spPr>
            <a:xfrm>
              <a:off x="6600056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7024EBC-2CC2-91D1-F7CA-6809789BB984}"/>
                </a:ext>
              </a:extLst>
            </p:cNvPr>
            <p:cNvCxnSpPr/>
            <p:nvPr/>
          </p:nvCxnSpPr>
          <p:spPr>
            <a:xfrm>
              <a:off x="8292244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화살표 연결선 143">
              <a:extLst>
                <a:ext uri="{FF2B5EF4-FFF2-40B4-BE49-F238E27FC236}">
                  <a16:creationId xmlns:a16="http://schemas.microsoft.com/office/drawing/2014/main" id="{D80722D2-3B11-854D-DC26-EF5CE005DF2B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56" y="1685893"/>
              <a:ext cx="1692188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6" name="연결선: 꺾임 145">
            <a:extLst>
              <a:ext uri="{FF2B5EF4-FFF2-40B4-BE49-F238E27FC236}">
                <a16:creationId xmlns:a16="http://schemas.microsoft.com/office/drawing/2014/main" id="{C81C0BF0-1089-370F-9F25-812A3D091FC7}"/>
              </a:ext>
            </a:extLst>
          </p:cNvPr>
          <p:cNvCxnSpPr>
            <a:cxnSpLocks/>
            <a:stCxn id="103" idx="1"/>
            <a:endCxn id="111" idx="0"/>
          </p:cNvCxnSpPr>
          <p:nvPr/>
        </p:nvCxnSpPr>
        <p:spPr>
          <a:xfrm rot="10800000" flipV="1">
            <a:off x="7129472" y="3376743"/>
            <a:ext cx="358749" cy="707170"/>
          </a:xfrm>
          <a:prstGeom prst="bentConnector2">
            <a:avLst/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A6A8209F-C5A8-A43D-FBDB-46E4667DE292}"/>
              </a:ext>
            </a:extLst>
          </p:cNvPr>
          <p:cNvSpPr txBox="1"/>
          <p:nvPr/>
        </p:nvSpPr>
        <p:spPr>
          <a:xfrm>
            <a:off x="10211903" y="7058"/>
            <a:ext cx="1970411" cy="215444"/>
          </a:xfrm>
          <a:prstGeom prst="rect">
            <a:avLst/>
          </a:prstGeom>
          <a:solidFill>
            <a:srgbClr val="00B050"/>
          </a:solidFill>
        </p:spPr>
        <p:txBody>
          <a:bodyPr wrap="none" rtlCol="0">
            <a:spAutoFit/>
          </a:bodyPr>
          <a:lstStyle/>
          <a:p>
            <a:pPr algn="r"/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v0.21 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현재 상태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sz="8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리프레시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버튼 삭제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3426C84-5DFF-AE58-C4FB-4B47D00ED0E9}"/>
              </a:ext>
            </a:extLst>
          </p:cNvPr>
          <p:cNvSpPr txBox="1"/>
          <p:nvPr/>
        </p:nvSpPr>
        <p:spPr>
          <a:xfrm>
            <a:off x="7683326" y="2422272"/>
            <a:ext cx="248618" cy="263778"/>
          </a:xfrm>
          <a:prstGeom prst="rect">
            <a:avLst/>
          </a:prstGeom>
          <a:solidFill>
            <a:schemeClr val="tx1">
              <a:lumMod val="50000"/>
              <a:lumOff val="50000"/>
              <a:alpha val="47000"/>
            </a:schemeClr>
          </a:solidFill>
        </p:spPr>
        <p:txBody>
          <a:bodyPr wrap="none" lIns="0" tIns="0" rIns="0" bIns="0" rtlCol="0" anchor="ctr" anchorCtr="0">
            <a:noAutofit/>
          </a:bodyPr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버튼</a:t>
            </a:r>
            <a:endParaRPr lang="en-US" altLang="ko-KR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</a:p>
        </p:txBody>
      </p:sp>
    </p:spTree>
    <p:extLst>
      <p:ext uri="{BB962C8B-B14F-4D97-AF65-F5344CB8AC3E}">
        <p14:creationId xmlns:p14="http://schemas.microsoft.com/office/powerpoint/2010/main" val="320493181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1A12C969-C1EC-D4DF-080B-88513F2927AD}"/>
              </a:ext>
            </a:extLst>
          </p:cNvPr>
          <p:cNvGrpSpPr/>
          <p:nvPr/>
        </p:nvGrpSpPr>
        <p:grpSpPr>
          <a:xfrm>
            <a:off x="572400" y="1595109"/>
            <a:ext cx="7433067" cy="4521304"/>
            <a:chOff x="572400" y="1595109"/>
            <a:chExt cx="7433067" cy="4521304"/>
          </a:xfrm>
        </p:grpSpPr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B9EFF3A7-2362-5A0A-175E-A36C80ECB944}"/>
                </a:ext>
              </a:extLst>
            </p:cNvPr>
            <p:cNvGrpSpPr/>
            <p:nvPr/>
          </p:nvGrpSpPr>
          <p:grpSpPr>
            <a:xfrm>
              <a:off x="572400" y="1595109"/>
              <a:ext cx="7433067" cy="4521304"/>
              <a:chOff x="726309" y="1404986"/>
              <a:chExt cx="7433067" cy="4521304"/>
            </a:xfrm>
          </p:grpSpPr>
          <p:grpSp>
            <p:nvGrpSpPr>
              <p:cNvPr id="14" name="그룹 13">
                <a:extLst>
                  <a:ext uri="{FF2B5EF4-FFF2-40B4-BE49-F238E27FC236}">
                    <a16:creationId xmlns:a16="http://schemas.microsoft.com/office/drawing/2014/main" id="{7F92F903-5203-4263-53B9-C8392D91B1DB}"/>
                  </a:ext>
                </a:extLst>
              </p:cNvPr>
              <p:cNvGrpSpPr/>
              <p:nvPr/>
            </p:nvGrpSpPr>
            <p:grpSpPr>
              <a:xfrm>
                <a:off x="726309" y="1404986"/>
                <a:ext cx="7433067" cy="4521304"/>
                <a:chOff x="1658793" y="1772816"/>
                <a:chExt cx="7433067" cy="4521304"/>
              </a:xfrm>
            </p:grpSpPr>
            <p:sp>
              <p:nvSpPr>
                <p:cNvPr id="50" name="Google Shape;1197;p27">
                  <a:extLst>
                    <a:ext uri="{FF2B5EF4-FFF2-40B4-BE49-F238E27FC236}">
                      <a16:creationId xmlns:a16="http://schemas.microsoft.com/office/drawing/2014/main" id="{404CF1C9-4D3E-0D0A-CBF7-3EA3D7A5C513}"/>
                    </a:ext>
                  </a:extLst>
                </p:cNvPr>
                <p:cNvSpPr/>
                <p:nvPr/>
              </p:nvSpPr>
              <p:spPr>
                <a:xfrm>
                  <a:off x="1658793" y="1772816"/>
                  <a:ext cx="7433067" cy="4521304"/>
                </a:xfrm>
                <a:prstGeom prst="roundRect">
                  <a:avLst>
                    <a:gd name="adj" fmla="val 580"/>
                  </a:avLst>
                </a:prstGeom>
                <a:solidFill>
                  <a:srgbClr val="7F7F7F"/>
                </a:solidFill>
                <a:ln w="9525" cap="flat" cmpd="sng">
                  <a:solidFill>
                    <a:srgbClr val="33333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61650" tIns="24650" rIns="61650" bIns="24650" anchor="t" anchorCtr="0">
                  <a:noAutofit/>
                </a:bodyPr>
                <a:lstStyle/>
                <a:p>
                  <a:pPr>
                    <a:spcBef>
                      <a:spcPts val="0"/>
                    </a:spcBef>
                    <a:spcAft>
                      <a:spcPts val="0"/>
                    </a:spcAft>
                  </a:pPr>
                  <a:endParaRPr sz="856" b="1" dirty="0">
                    <a:solidFill>
                      <a:prstClr val="white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51" name="Google Shape;1199;p27">
                  <a:extLst>
                    <a:ext uri="{FF2B5EF4-FFF2-40B4-BE49-F238E27FC236}">
                      <a16:creationId xmlns:a16="http://schemas.microsoft.com/office/drawing/2014/main" id="{2AF4136F-58D5-B578-1841-5D437D29B58B}"/>
                    </a:ext>
                  </a:extLst>
                </p:cNvPr>
                <p:cNvGrpSpPr/>
                <p:nvPr/>
              </p:nvGrpSpPr>
              <p:grpSpPr>
                <a:xfrm>
                  <a:off x="8564998" y="1831918"/>
                  <a:ext cx="442113" cy="87537"/>
                  <a:chOff x="8040633" y="187272"/>
                  <a:chExt cx="890272" cy="181679"/>
                </a:xfrm>
              </p:grpSpPr>
              <p:sp>
                <p:nvSpPr>
                  <p:cNvPr id="55" name="Google Shape;1200;p27">
                    <a:extLst>
                      <a:ext uri="{FF2B5EF4-FFF2-40B4-BE49-F238E27FC236}">
                        <a16:creationId xmlns:a16="http://schemas.microsoft.com/office/drawing/2014/main" id="{4A742347-5E5A-A235-0D6C-24EF851FED49}"/>
                      </a:ext>
                    </a:extLst>
                  </p:cNvPr>
                  <p:cNvSpPr/>
                  <p:nvPr/>
                </p:nvSpPr>
                <p:spPr>
                  <a:xfrm>
                    <a:off x="8753828" y="191300"/>
                    <a:ext cx="177077" cy="1776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6" h="241" extrusionOk="0">
                        <a:moveTo>
                          <a:pt x="12" y="15"/>
                        </a:moveTo>
                        <a:cubicBezTo>
                          <a:pt x="0" y="26"/>
                          <a:pt x="0" y="45"/>
                          <a:pt x="12" y="56"/>
                        </a:cubicBezTo>
                        <a:lnTo>
                          <a:pt x="80" y="122"/>
                        </a:lnTo>
                        <a:lnTo>
                          <a:pt x="12" y="188"/>
                        </a:lnTo>
                        <a:cubicBezTo>
                          <a:pt x="0" y="199"/>
                          <a:pt x="0" y="218"/>
                          <a:pt x="12" y="229"/>
                        </a:cubicBezTo>
                        <a:cubicBezTo>
                          <a:pt x="24" y="241"/>
                          <a:pt x="44" y="241"/>
                          <a:pt x="56" y="229"/>
                        </a:cubicBezTo>
                        <a:lnTo>
                          <a:pt x="123" y="165"/>
                        </a:lnTo>
                        <a:lnTo>
                          <a:pt x="190" y="229"/>
                        </a:lnTo>
                        <a:cubicBezTo>
                          <a:pt x="202" y="241"/>
                          <a:pt x="222" y="241"/>
                          <a:pt x="234" y="229"/>
                        </a:cubicBezTo>
                        <a:cubicBezTo>
                          <a:pt x="246" y="218"/>
                          <a:pt x="246" y="199"/>
                          <a:pt x="234" y="188"/>
                        </a:cubicBezTo>
                        <a:lnTo>
                          <a:pt x="167" y="122"/>
                        </a:lnTo>
                        <a:lnTo>
                          <a:pt x="234" y="56"/>
                        </a:lnTo>
                        <a:cubicBezTo>
                          <a:pt x="246" y="45"/>
                          <a:pt x="246" y="26"/>
                          <a:pt x="234" y="15"/>
                        </a:cubicBezTo>
                        <a:cubicBezTo>
                          <a:pt x="222" y="3"/>
                          <a:pt x="202" y="3"/>
                          <a:pt x="190" y="15"/>
                        </a:cubicBezTo>
                        <a:lnTo>
                          <a:pt x="123" y="79"/>
                        </a:lnTo>
                        <a:lnTo>
                          <a:pt x="56" y="15"/>
                        </a:lnTo>
                        <a:cubicBezTo>
                          <a:pt x="41" y="0"/>
                          <a:pt x="26" y="3"/>
                          <a:pt x="12" y="15"/>
                        </a:cubicBezTo>
                        <a:close/>
                      </a:path>
                    </a:pathLst>
                  </a:custGeom>
                  <a:solidFill>
                    <a:sysClr val="window" lastClr="FFFFFF"/>
                  </a:solidFill>
                  <a:ln w="9525" cap="flat" cmpd="sng">
                    <a:solidFill>
                      <a:srgbClr val="33333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78300" tIns="39150" rIns="78300" bIns="39150" anchor="t" anchorCtr="0">
                    <a:noAutofit/>
                  </a:bodyPr>
                  <a:lstStyle/>
                  <a:p>
                    <a:pPr fontAlgn="auto" latinLnBrk="0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sz="771" kern="0">
                      <a:solidFill>
                        <a:srgbClr val="262626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6" name="Google Shape;1201;p27">
                    <a:extLst>
                      <a:ext uri="{FF2B5EF4-FFF2-40B4-BE49-F238E27FC236}">
                        <a16:creationId xmlns:a16="http://schemas.microsoft.com/office/drawing/2014/main" id="{A84FF458-EFDB-4164-48A5-A78B51310EEC}"/>
                      </a:ext>
                    </a:extLst>
                  </p:cNvPr>
                  <p:cNvSpPr/>
                  <p:nvPr/>
                </p:nvSpPr>
                <p:spPr>
                  <a:xfrm>
                    <a:off x="8403131" y="187272"/>
                    <a:ext cx="179950" cy="1816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0" h="246" extrusionOk="0">
                        <a:moveTo>
                          <a:pt x="154" y="0"/>
                        </a:moveTo>
                        <a:cubicBezTo>
                          <a:pt x="131" y="0"/>
                          <a:pt x="108" y="1"/>
                          <a:pt x="86" y="1"/>
                        </a:cubicBezTo>
                        <a:cubicBezTo>
                          <a:pt x="70" y="1"/>
                          <a:pt x="57" y="13"/>
                          <a:pt x="57" y="28"/>
                        </a:cubicBezTo>
                        <a:lnTo>
                          <a:pt x="57" y="59"/>
                        </a:lnTo>
                        <a:cubicBezTo>
                          <a:pt x="48" y="59"/>
                          <a:pt x="38" y="59"/>
                          <a:pt x="28" y="59"/>
                        </a:cubicBezTo>
                        <a:cubicBezTo>
                          <a:pt x="13" y="59"/>
                          <a:pt x="0" y="71"/>
                          <a:pt x="0" y="86"/>
                        </a:cubicBezTo>
                        <a:lnTo>
                          <a:pt x="0" y="218"/>
                        </a:lnTo>
                        <a:cubicBezTo>
                          <a:pt x="0" y="233"/>
                          <a:pt x="13" y="246"/>
                          <a:pt x="28" y="246"/>
                        </a:cubicBezTo>
                        <a:lnTo>
                          <a:pt x="165" y="246"/>
                        </a:lnTo>
                        <a:cubicBezTo>
                          <a:pt x="183" y="246"/>
                          <a:pt x="193" y="231"/>
                          <a:pt x="193" y="218"/>
                        </a:cubicBezTo>
                        <a:lnTo>
                          <a:pt x="193" y="188"/>
                        </a:lnTo>
                        <a:lnTo>
                          <a:pt x="222" y="188"/>
                        </a:lnTo>
                        <a:cubicBezTo>
                          <a:pt x="240" y="188"/>
                          <a:pt x="250" y="173"/>
                          <a:pt x="250" y="160"/>
                        </a:cubicBezTo>
                        <a:lnTo>
                          <a:pt x="250" y="27"/>
                        </a:lnTo>
                        <a:cubicBezTo>
                          <a:pt x="250" y="9"/>
                          <a:pt x="237" y="0"/>
                          <a:pt x="222" y="0"/>
                        </a:cubicBezTo>
                        <a:cubicBezTo>
                          <a:pt x="199" y="0"/>
                          <a:pt x="177" y="0"/>
                          <a:pt x="154" y="0"/>
                        </a:cubicBezTo>
                        <a:close/>
                        <a:moveTo>
                          <a:pt x="109" y="52"/>
                        </a:moveTo>
                        <a:lnTo>
                          <a:pt x="198" y="52"/>
                        </a:lnTo>
                        <a:lnTo>
                          <a:pt x="198" y="138"/>
                        </a:lnTo>
                        <a:lnTo>
                          <a:pt x="193" y="138"/>
                        </a:lnTo>
                        <a:lnTo>
                          <a:pt x="193" y="85"/>
                        </a:lnTo>
                        <a:cubicBezTo>
                          <a:pt x="193" y="67"/>
                          <a:pt x="180" y="58"/>
                          <a:pt x="165" y="58"/>
                        </a:cubicBezTo>
                        <a:cubicBezTo>
                          <a:pt x="146" y="58"/>
                          <a:pt x="128" y="58"/>
                          <a:pt x="109" y="58"/>
                        </a:cubicBezTo>
                        <a:lnTo>
                          <a:pt x="109" y="52"/>
                        </a:lnTo>
                        <a:close/>
                        <a:moveTo>
                          <a:pt x="53" y="110"/>
                        </a:moveTo>
                        <a:lnTo>
                          <a:pt x="141" y="110"/>
                        </a:lnTo>
                        <a:lnTo>
                          <a:pt x="141" y="196"/>
                        </a:lnTo>
                        <a:lnTo>
                          <a:pt x="53" y="196"/>
                        </a:lnTo>
                        <a:lnTo>
                          <a:pt x="53" y="110"/>
                        </a:lnTo>
                        <a:close/>
                      </a:path>
                    </a:pathLst>
                  </a:custGeom>
                  <a:solidFill>
                    <a:sysClr val="window" lastClr="FFFFFF"/>
                  </a:solidFill>
                  <a:ln w="9525" cap="flat" cmpd="sng">
                    <a:solidFill>
                      <a:srgbClr val="33333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78300" tIns="39150" rIns="78300" bIns="39150" anchor="t" anchorCtr="0">
                    <a:noAutofit/>
                  </a:bodyPr>
                  <a:lstStyle/>
                  <a:p>
                    <a:pPr fontAlgn="auto" latinLnBrk="0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sz="771" kern="0">
                      <a:solidFill>
                        <a:srgbClr val="262626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7" name="Google Shape;1202;p27">
                    <a:extLst>
                      <a:ext uri="{FF2B5EF4-FFF2-40B4-BE49-F238E27FC236}">
                        <a16:creationId xmlns:a16="http://schemas.microsoft.com/office/drawing/2014/main" id="{4A763172-ECEE-3D0D-24D4-F68128C7B271}"/>
                      </a:ext>
                    </a:extLst>
                  </p:cNvPr>
                  <p:cNvSpPr/>
                  <p:nvPr/>
                </p:nvSpPr>
                <p:spPr>
                  <a:xfrm>
                    <a:off x="8040633" y="325833"/>
                    <a:ext cx="169606" cy="431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6" h="59" extrusionOk="0">
                        <a:moveTo>
                          <a:pt x="32" y="0"/>
                        </a:moveTo>
                        <a:cubicBezTo>
                          <a:pt x="15" y="0"/>
                          <a:pt x="0" y="13"/>
                          <a:pt x="0" y="30"/>
                        </a:cubicBezTo>
                        <a:cubicBezTo>
                          <a:pt x="0" y="46"/>
                          <a:pt x="15" y="59"/>
                          <a:pt x="32" y="59"/>
                        </a:cubicBezTo>
                        <a:lnTo>
                          <a:pt x="205" y="59"/>
                        </a:lnTo>
                        <a:cubicBezTo>
                          <a:pt x="222" y="59"/>
                          <a:pt x="236" y="46"/>
                          <a:pt x="236" y="30"/>
                        </a:cubicBezTo>
                        <a:cubicBezTo>
                          <a:pt x="236" y="13"/>
                          <a:pt x="222" y="0"/>
                          <a:pt x="205" y="0"/>
                        </a:cubicBezTo>
                        <a:lnTo>
                          <a:pt x="32" y="0"/>
                        </a:lnTo>
                        <a:close/>
                      </a:path>
                    </a:pathLst>
                  </a:custGeom>
                  <a:solidFill>
                    <a:sysClr val="window" lastClr="FFFFFF"/>
                  </a:solidFill>
                  <a:ln w="9525" cap="flat" cmpd="sng">
                    <a:solidFill>
                      <a:srgbClr val="33333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78300" tIns="39150" rIns="78300" bIns="39150" anchor="t" anchorCtr="0">
                    <a:noAutofit/>
                  </a:bodyPr>
                  <a:lstStyle/>
                  <a:p>
                    <a:pPr fontAlgn="auto" latinLnBrk="0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sz="771" kern="0">
                      <a:solidFill>
                        <a:srgbClr val="262626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52" name="그룹 51">
                  <a:extLst>
                    <a:ext uri="{FF2B5EF4-FFF2-40B4-BE49-F238E27FC236}">
                      <a16:creationId xmlns:a16="http://schemas.microsoft.com/office/drawing/2014/main" id="{677578FF-3561-04E6-0750-B3E5543F994C}"/>
                    </a:ext>
                  </a:extLst>
                </p:cNvPr>
                <p:cNvGrpSpPr/>
                <p:nvPr/>
              </p:nvGrpSpPr>
              <p:grpSpPr>
                <a:xfrm>
                  <a:off x="1707875" y="1805158"/>
                  <a:ext cx="816595" cy="128258"/>
                  <a:chOff x="186200" y="958444"/>
                  <a:chExt cx="900035" cy="128258"/>
                </a:xfrm>
              </p:grpSpPr>
              <p:pic>
                <p:nvPicPr>
                  <p:cNvPr id="53" name="그림 52">
                    <a:extLst>
                      <a:ext uri="{FF2B5EF4-FFF2-40B4-BE49-F238E27FC236}">
                        <a16:creationId xmlns:a16="http://schemas.microsoft.com/office/drawing/2014/main" id="{7D191213-6598-0A78-F272-D777FAFE7DA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r="58636"/>
                  <a:stretch/>
                </p:blipFill>
                <p:spPr>
                  <a:xfrm>
                    <a:off x="186200" y="958444"/>
                    <a:ext cx="372764" cy="128258"/>
                  </a:xfrm>
                  <a:prstGeom prst="rect">
                    <a:avLst/>
                  </a:prstGeom>
                </p:spPr>
              </p:pic>
              <p:pic>
                <p:nvPicPr>
                  <p:cNvPr id="54" name="그림 53">
                    <a:extLst>
                      <a:ext uri="{FF2B5EF4-FFF2-40B4-BE49-F238E27FC236}">
                        <a16:creationId xmlns:a16="http://schemas.microsoft.com/office/drawing/2014/main" id="{2C229FA8-EB4B-85E0-6297-6D300C7E44F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2">
                    <a:lum bright="70000" contrast="-70000"/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41491"/>
                  <a:stretch/>
                </p:blipFill>
                <p:spPr>
                  <a:xfrm>
                    <a:off x="558964" y="958444"/>
                    <a:ext cx="527271" cy="128258"/>
                  </a:xfrm>
                  <a:prstGeom prst="rect">
                    <a:avLst/>
                  </a:prstGeom>
                </p:spPr>
              </p:pic>
            </p:grpSp>
          </p:grpSp>
          <p:sp>
            <p:nvSpPr>
              <p:cNvPr id="15" name="직사각형 14">
                <a:extLst>
                  <a:ext uri="{FF2B5EF4-FFF2-40B4-BE49-F238E27FC236}">
                    <a16:creationId xmlns:a16="http://schemas.microsoft.com/office/drawing/2014/main" id="{37144F1C-AE07-C363-E38B-D8199F240247}"/>
                  </a:ext>
                </a:extLst>
              </p:cNvPr>
              <p:cNvSpPr/>
              <p:nvPr/>
            </p:nvSpPr>
            <p:spPr>
              <a:xfrm>
                <a:off x="766896" y="1612266"/>
                <a:ext cx="7346293" cy="174091"/>
              </a:xfrm>
              <a:prstGeom prst="rect">
                <a:avLst/>
              </a:prstGeom>
              <a:solidFill>
                <a:sysClr val="window" lastClr="FFFFFF">
                  <a:lumMod val="8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latinLnBrk="0"/>
                <a:r>
                  <a:rPr lang="en-US" altLang="ko-KR" sz="800" b="1" kern="0" dirty="0">
                    <a:solidFill>
                      <a:prstClr val="black"/>
                    </a:solidFill>
                    <a:latin typeface="Cambria" panose="02040503050406030204"/>
                    <a:ea typeface="맑은 고딕" panose="020B0503020000020004" pitchFamily="50" charset="-127"/>
                    <a:sym typeface="Webdings" panose="05030102010509060703" pitchFamily="18" charset="2"/>
                  </a:rPr>
                  <a:t>      </a:t>
                </a:r>
                <a:r>
                  <a:rPr lang="en-US" altLang="ko-KR" sz="800" b="1" kern="0" dirty="0">
                    <a:solidFill>
                      <a:prstClr val="black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[</a:t>
                </a:r>
                <a:r>
                  <a:rPr lang="ko-KR" altLang="en-US" sz="800" b="1" kern="0" dirty="0">
                    <a:solidFill>
                      <a:prstClr val="black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이벤트 수상</a:t>
                </a:r>
                <a:r>
                  <a:rPr lang="en-US" altLang="ko-KR" sz="800" b="1" kern="0" dirty="0">
                    <a:solidFill>
                      <a:prstClr val="black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] 2025 </a:t>
                </a:r>
                <a:r>
                  <a:rPr lang="ko-KR" altLang="en-US" sz="800" b="1" kern="0" dirty="0">
                    <a:solidFill>
                      <a:prstClr val="black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투네이션 어워드 수상자 발표</a:t>
                </a:r>
              </a:p>
            </p:txBody>
          </p:sp>
          <p:pic>
            <p:nvPicPr>
              <p:cNvPr id="16" name="그래픽 15">
                <a:extLst>
                  <a:ext uri="{FF2B5EF4-FFF2-40B4-BE49-F238E27FC236}">
                    <a16:creationId xmlns:a16="http://schemas.microsoft.com/office/drawing/2014/main" id="{9E3C2AF9-3BEF-C7E4-FA11-472CBAC39E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781075" y="1618787"/>
                <a:ext cx="159090" cy="159090"/>
              </a:xfrm>
              <a:prstGeom prst="rect">
                <a:avLst/>
              </a:prstGeom>
            </p:spPr>
          </p:pic>
          <p:grpSp>
            <p:nvGrpSpPr>
              <p:cNvPr id="17" name="그룹 16">
                <a:extLst>
                  <a:ext uri="{FF2B5EF4-FFF2-40B4-BE49-F238E27FC236}">
                    <a16:creationId xmlns:a16="http://schemas.microsoft.com/office/drawing/2014/main" id="{33101FD5-74BD-5955-9E09-F74236B0BB2E}"/>
                  </a:ext>
                </a:extLst>
              </p:cNvPr>
              <p:cNvGrpSpPr/>
              <p:nvPr/>
            </p:nvGrpSpPr>
            <p:grpSpPr>
              <a:xfrm>
                <a:off x="7968208" y="1808820"/>
                <a:ext cx="153985" cy="4066819"/>
                <a:chOff x="8996362" y="1394838"/>
                <a:chExt cx="153985" cy="4066819"/>
              </a:xfrm>
            </p:grpSpPr>
            <p:sp>
              <p:nvSpPr>
                <p:cNvPr id="45" name="직사각형 44">
                  <a:extLst>
                    <a:ext uri="{FF2B5EF4-FFF2-40B4-BE49-F238E27FC236}">
                      <a16:creationId xmlns:a16="http://schemas.microsoft.com/office/drawing/2014/main" id="{F58D7FCA-CA57-37AA-8BBC-D93599567382}"/>
                    </a:ext>
                  </a:extLst>
                </p:cNvPr>
                <p:cNvSpPr/>
                <p:nvPr/>
              </p:nvSpPr>
              <p:spPr>
                <a:xfrm rot="5400000">
                  <a:off x="7039945" y="3351255"/>
                  <a:ext cx="4066819" cy="153985"/>
                </a:xfrm>
                <a:prstGeom prst="rect">
                  <a:avLst/>
                </a:prstGeom>
                <a:solidFill>
                  <a:sysClr val="windowText" lastClr="00000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algn="ctr" latinLnBrk="0"/>
                  <a:endParaRPr lang="ko-KR" altLang="en-US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46" name="그룹 45">
                  <a:extLst>
                    <a:ext uri="{FF2B5EF4-FFF2-40B4-BE49-F238E27FC236}">
                      <a16:creationId xmlns:a16="http://schemas.microsoft.com/office/drawing/2014/main" id="{CE41BD69-D9B1-8BBC-0C7D-87472886416E}"/>
                    </a:ext>
                  </a:extLst>
                </p:cNvPr>
                <p:cNvGrpSpPr/>
                <p:nvPr/>
              </p:nvGrpSpPr>
              <p:grpSpPr>
                <a:xfrm>
                  <a:off x="9022645" y="3366303"/>
                  <a:ext cx="103354" cy="112704"/>
                  <a:chOff x="11526163" y="182706"/>
                  <a:chExt cx="618370" cy="524775"/>
                </a:xfrm>
              </p:grpSpPr>
              <p:sp>
                <p:nvSpPr>
                  <p:cNvPr id="47" name="순서도: 판단 46">
                    <a:extLst>
                      <a:ext uri="{FF2B5EF4-FFF2-40B4-BE49-F238E27FC236}">
                        <a16:creationId xmlns:a16="http://schemas.microsoft.com/office/drawing/2014/main" id="{044CE010-A1A6-F7D8-611F-3458349D8208}"/>
                      </a:ext>
                    </a:extLst>
                  </p:cNvPr>
                  <p:cNvSpPr/>
                  <p:nvPr/>
                </p:nvSpPr>
                <p:spPr>
                  <a:xfrm>
                    <a:off x="11526163" y="483040"/>
                    <a:ext cx="618370" cy="224441"/>
                  </a:xfrm>
                  <a:prstGeom prst="flowChartDecision">
                    <a:avLst/>
                  </a:prstGeom>
                  <a:solidFill>
                    <a:sysClr val="windowText" lastClr="000000"/>
                  </a:solidFill>
                  <a:ln w="12700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tlCol="0" anchor="ctr"/>
                  <a:lstStyle/>
                  <a:p>
                    <a:pPr algn="ctr" latinLnBrk="0"/>
                    <a:endParaRPr lang="ko-KR" altLang="en-US" kern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48" name="순서도: 판단 47">
                    <a:extLst>
                      <a:ext uri="{FF2B5EF4-FFF2-40B4-BE49-F238E27FC236}">
                        <a16:creationId xmlns:a16="http://schemas.microsoft.com/office/drawing/2014/main" id="{90743EC7-4A32-00F9-4C29-DF882A009C4A}"/>
                      </a:ext>
                    </a:extLst>
                  </p:cNvPr>
                  <p:cNvSpPr/>
                  <p:nvPr/>
                </p:nvSpPr>
                <p:spPr>
                  <a:xfrm>
                    <a:off x="11526163" y="332875"/>
                    <a:ext cx="618370" cy="224441"/>
                  </a:xfrm>
                  <a:prstGeom prst="flowChartDecision">
                    <a:avLst/>
                  </a:prstGeom>
                  <a:solidFill>
                    <a:sysClr val="windowText" lastClr="000000"/>
                  </a:solidFill>
                  <a:ln w="12700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tlCol="0" anchor="ctr"/>
                  <a:lstStyle/>
                  <a:p>
                    <a:pPr algn="ctr" latinLnBrk="0"/>
                    <a:endParaRPr lang="ko-KR" altLang="en-US" kern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49" name="순서도: 판단 48">
                    <a:extLst>
                      <a:ext uri="{FF2B5EF4-FFF2-40B4-BE49-F238E27FC236}">
                        <a16:creationId xmlns:a16="http://schemas.microsoft.com/office/drawing/2014/main" id="{71160E60-3EB1-C5E7-E6AB-86246FE49C4C}"/>
                      </a:ext>
                    </a:extLst>
                  </p:cNvPr>
                  <p:cNvSpPr/>
                  <p:nvPr/>
                </p:nvSpPr>
                <p:spPr>
                  <a:xfrm>
                    <a:off x="11526163" y="182706"/>
                    <a:ext cx="618370" cy="224441"/>
                  </a:xfrm>
                  <a:prstGeom prst="flowChartDecision">
                    <a:avLst/>
                  </a:prstGeom>
                  <a:solidFill>
                    <a:sysClr val="windowText" lastClr="000000"/>
                  </a:solidFill>
                  <a:ln w="12700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tlCol="0" anchor="ctr"/>
                  <a:lstStyle/>
                  <a:p>
                    <a:pPr algn="ctr" latinLnBrk="0"/>
                    <a:endParaRPr lang="ko-KR" altLang="en-US" kern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</p:grpSp>
          </p:grpSp>
          <p:pic>
            <p:nvPicPr>
              <p:cNvPr id="18" name="그래픽 17">
                <a:extLst>
                  <a:ext uri="{FF2B5EF4-FFF2-40B4-BE49-F238E27FC236}">
                    <a16:creationId xmlns:a16="http://schemas.microsoft.com/office/drawing/2014/main" id="{7F8F9B3E-D5AB-3590-3AE2-81895D0287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7417417" y="1428908"/>
                <a:ext cx="145612" cy="145612"/>
              </a:xfrm>
              <a:prstGeom prst="rect">
                <a:avLst/>
              </a:prstGeom>
            </p:spPr>
          </p:pic>
          <p:pic>
            <p:nvPicPr>
              <p:cNvPr id="19" name="그림 18">
                <a:extLst>
                  <a:ext uri="{FF2B5EF4-FFF2-40B4-BE49-F238E27FC236}">
                    <a16:creationId xmlns:a16="http://schemas.microsoft.com/office/drawing/2014/main" id="{6D768871-BBBA-9FB5-E75B-468FDA80D8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biLevel thresh="75000"/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rightnessContrast bright="-40000"/>
                        </a14:imgEffect>
                      </a14:imgLayer>
                    </a14:imgProps>
                  </a:ext>
                </a:extLst>
              </a:blip>
              <a:stretch>
                <a:fillRect/>
              </a:stretch>
            </p:blipFill>
            <p:spPr>
              <a:xfrm>
                <a:off x="7912468" y="1621879"/>
                <a:ext cx="162159" cy="162161"/>
              </a:xfrm>
              <a:prstGeom prst="rect">
                <a:avLst/>
              </a:prstGeom>
            </p:spPr>
          </p:pic>
          <p:pic>
            <p:nvPicPr>
              <p:cNvPr id="20" name="그림 19">
                <a:extLst>
                  <a:ext uri="{FF2B5EF4-FFF2-40B4-BE49-F238E27FC236}">
                    <a16:creationId xmlns:a16="http://schemas.microsoft.com/office/drawing/2014/main" id="{AB77A8B3-25AA-4C47-A92C-F15A9B6D87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biLevel thresh="75000"/>
                <a:extLst>
                  <a:ext uri="{BEBA8EAE-BF5A-486C-A8C5-ECC9F3942E4B}">
                    <a14:imgProps xmlns:a14="http://schemas.microsoft.com/office/drawing/2010/main">
                      <a14:imgLayer r:embed="rId10">
                        <a14:imgEffect>
                          <a14:brightnessContrast bright="-40000"/>
                        </a14:imgEffect>
                      </a14:imgLayer>
                    </a14:imgProps>
                  </a:ext>
                </a:extLst>
              </a:blip>
              <a:stretch>
                <a:fillRect/>
              </a:stretch>
            </p:blipFill>
            <p:spPr>
              <a:xfrm>
                <a:off x="7707024" y="1621879"/>
                <a:ext cx="162161" cy="162162"/>
              </a:xfrm>
              <a:prstGeom prst="rect">
                <a:avLst/>
              </a:prstGeom>
            </p:spPr>
          </p:pic>
          <p:pic>
            <p:nvPicPr>
              <p:cNvPr id="21" name="그림 20">
                <a:extLst>
                  <a:ext uri="{FF2B5EF4-FFF2-40B4-BE49-F238E27FC236}">
                    <a16:creationId xmlns:a16="http://schemas.microsoft.com/office/drawing/2014/main" id="{9CA1F9E2-B0E5-EAE4-FD4C-7A3E0D946B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66896" y="1802201"/>
                <a:ext cx="4291956" cy="3334801"/>
              </a:xfrm>
              <a:prstGeom prst="rect">
                <a:avLst/>
              </a:prstGeom>
            </p:spPr>
          </p:pic>
          <p:pic>
            <p:nvPicPr>
              <p:cNvPr id="22" name="그림 21">
                <a:extLst>
                  <a:ext uri="{FF2B5EF4-FFF2-40B4-BE49-F238E27FC236}">
                    <a16:creationId xmlns:a16="http://schemas.microsoft.com/office/drawing/2014/main" id="{91EBBEBB-F7BF-2581-6DD0-62BCB28C9C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5077324" y="1802170"/>
                <a:ext cx="1536325" cy="4066384"/>
              </a:xfrm>
              <a:prstGeom prst="rect">
                <a:avLst/>
              </a:prstGeom>
            </p:spPr>
          </p:pic>
          <p:pic>
            <p:nvPicPr>
              <p:cNvPr id="23" name="그림 22">
                <a:extLst>
                  <a:ext uri="{FF2B5EF4-FFF2-40B4-BE49-F238E27FC236}">
                    <a16:creationId xmlns:a16="http://schemas.microsoft.com/office/drawing/2014/main" id="{75DA234C-7AA1-C106-5C80-FAA0B56B34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628191" y="4500540"/>
                <a:ext cx="1316850" cy="1377815"/>
              </a:xfrm>
              <a:prstGeom prst="rect">
                <a:avLst/>
              </a:prstGeom>
            </p:spPr>
          </p:pic>
          <p:pic>
            <p:nvPicPr>
              <p:cNvPr id="24" name="그림 23">
                <a:extLst>
                  <a:ext uri="{FF2B5EF4-FFF2-40B4-BE49-F238E27FC236}">
                    <a16:creationId xmlns:a16="http://schemas.microsoft.com/office/drawing/2014/main" id="{5428B8FE-9825-E29C-928F-BE864CB433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6623925" y="1808894"/>
                <a:ext cx="1329043" cy="2682472"/>
              </a:xfrm>
              <a:prstGeom prst="rect">
                <a:avLst/>
              </a:prstGeom>
            </p:spPr>
          </p:pic>
          <p:pic>
            <p:nvPicPr>
              <p:cNvPr id="25" name="그림 24">
                <a:extLst>
                  <a:ext uri="{FF2B5EF4-FFF2-40B4-BE49-F238E27FC236}">
                    <a16:creationId xmlns:a16="http://schemas.microsoft.com/office/drawing/2014/main" id="{54CDBE00-B707-1D9F-097D-DACE283526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6896" y="5152846"/>
                <a:ext cx="3225064" cy="713294"/>
              </a:xfrm>
              <a:prstGeom prst="rect">
                <a:avLst/>
              </a:prstGeom>
            </p:spPr>
          </p:pic>
          <p:pic>
            <p:nvPicPr>
              <p:cNvPr id="26" name="그림 25">
                <a:extLst>
                  <a:ext uri="{FF2B5EF4-FFF2-40B4-BE49-F238E27FC236}">
                    <a16:creationId xmlns:a16="http://schemas.microsoft.com/office/drawing/2014/main" id="{409ACA64-F7DA-5ADC-8514-0527EB98818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4010108" y="5150543"/>
                <a:ext cx="1059225" cy="722765"/>
              </a:xfrm>
              <a:prstGeom prst="rect">
                <a:avLst/>
              </a:prstGeom>
            </p:spPr>
          </p:pic>
          <p:grpSp>
            <p:nvGrpSpPr>
              <p:cNvPr id="27" name="그룹 26">
                <a:extLst>
                  <a:ext uri="{FF2B5EF4-FFF2-40B4-BE49-F238E27FC236}">
                    <a16:creationId xmlns:a16="http://schemas.microsoft.com/office/drawing/2014/main" id="{BBA5E775-2608-5962-2F22-6CF4C68B0C3D}"/>
                  </a:ext>
                </a:extLst>
              </p:cNvPr>
              <p:cNvGrpSpPr/>
              <p:nvPr/>
            </p:nvGrpSpPr>
            <p:grpSpPr>
              <a:xfrm>
                <a:off x="1986579" y="5232688"/>
                <a:ext cx="4962702" cy="469914"/>
                <a:chOff x="3035660" y="5647049"/>
                <a:chExt cx="4962702" cy="469914"/>
              </a:xfrm>
            </p:grpSpPr>
            <p:grpSp>
              <p:nvGrpSpPr>
                <p:cNvPr id="28" name="그룹 27">
                  <a:extLst>
                    <a:ext uri="{FF2B5EF4-FFF2-40B4-BE49-F238E27FC236}">
                      <a16:creationId xmlns:a16="http://schemas.microsoft.com/office/drawing/2014/main" id="{FE437584-2ED9-7D7B-8AE5-D5968AA18D9E}"/>
                    </a:ext>
                  </a:extLst>
                </p:cNvPr>
                <p:cNvGrpSpPr/>
                <p:nvPr/>
              </p:nvGrpSpPr>
              <p:grpSpPr>
                <a:xfrm>
                  <a:off x="3035660" y="5647049"/>
                  <a:ext cx="4962702" cy="469914"/>
                  <a:chOff x="1961391" y="5208063"/>
                  <a:chExt cx="4962702" cy="469914"/>
                </a:xfrm>
              </p:grpSpPr>
              <p:sp>
                <p:nvSpPr>
                  <p:cNvPr id="30" name="사각형: 둥근 모서리 29">
                    <a:extLst>
                      <a:ext uri="{FF2B5EF4-FFF2-40B4-BE49-F238E27FC236}">
                        <a16:creationId xmlns:a16="http://schemas.microsoft.com/office/drawing/2014/main" id="{33A479E9-D2CA-1710-9E62-A044D84C4249}"/>
                      </a:ext>
                    </a:extLst>
                  </p:cNvPr>
                  <p:cNvSpPr/>
                  <p:nvPr/>
                </p:nvSpPr>
                <p:spPr>
                  <a:xfrm>
                    <a:off x="1961391" y="5208063"/>
                    <a:ext cx="4962702" cy="469914"/>
                  </a:xfrm>
                  <a:prstGeom prst="roundRect">
                    <a:avLst/>
                  </a:prstGeom>
                  <a:solidFill>
                    <a:sysClr val="windowText" lastClr="000000"/>
                  </a:solidFill>
                  <a:ln w="12700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tlCol="0" anchor="ctr"/>
                  <a:lstStyle/>
                  <a:p>
                    <a:pPr algn="ctr" latinLnBrk="0"/>
                    <a:endParaRPr lang="ko-KR" altLang="en-US" kern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31" name="그룹 30">
                    <a:extLst>
                      <a:ext uri="{FF2B5EF4-FFF2-40B4-BE49-F238E27FC236}">
                        <a16:creationId xmlns:a16="http://schemas.microsoft.com/office/drawing/2014/main" id="{F0018ED2-A01B-50AE-F604-48714E9CC003}"/>
                      </a:ext>
                    </a:extLst>
                  </p:cNvPr>
                  <p:cNvGrpSpPr/>
                  <p:nvPr/>
                </p:nvGrpSpPr>
                <p:grpSpPr>
                  <a:xfrm>
                    <a:off x="2054587" y="5282944"/>
                    <a:ext cx="320153" cy="320153"/>
                    <a:chOff x="3446562" y="5826004"/>
                    <a:chExt cx="342329" cy="342329"/>
                  </a:xfrm>
                </p:grpSpPr>
                <p:pic>
                  <p:nvPicPr>
                    <p:cNvPr id="43" name="그래픽 42">
                      <a:extLst>
                        <a:ext uri="{FF2B5EF4-FFF2-40B4-BE49-F238E27FC236}">
                          <a16:creationId xmlns:a16="http://schemas.microsoft.com/office/drawing/2014/main" id="{41CA86EF-7733-54B6-7873-B4FD64A1BF1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7">
                      <a:extLst>
                        <a:ext uri="{96DAC541-7B7A-43D3-8B79-37D633B846F1}">
                          <asvg:svgBlip xmlns:asvg="http://schemas.microsoft.com/office/drawing/2016/SVG/main" r:embed="rId18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446562" y="5826004"/>
                      <a:ext cx="342329" cy="342329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44" name="그래픽 43">
                      <a:extLst>
                        <a:ext uri="{FF2B5EF4-FFF2-40B4-BE49-F238E27FC236}">
                          <a16:creationId xmlns:a16="http://schemas.microsoft.com/office/drawing/2014/main" id="{52C07ED7-46B0-BFC4-665E-7505CE578D9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5">
                      <a:extLst>
                        <a:ext uri="{96DAC541-7B7A-43D3-8B79-37D633B846F1}">
                          <asvg:svgBlip xmlns:asvg="http://schemas.microsoft.com/office/drawing/2016/SVG/main" r:embed="rId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2524" y="5924778"/>
                      <a:ext cx="158400" cy="158400"/>
                    </a:xfrm>
                    <a:prstGeom prst="rect">
                      <a:avLst/>
                    </a:prstGeom>
                  </p:spPr>
                </p:pic>
              </p:grpSp>
              <p:cxnSp>
                <p:nvCxnSpPr>
                  <p:cNvPr id="32" name="직선 연결선 31">
                    <a:extLst>
                      <a:ext uri="{FF2B5EF4-FFF2-40B4-BE49-F238E27FC236}">
                        <a16:creationId xmlns:a16="http://schemas.microsoft.com/office/drawing/2014/main" id="{E819F84C-98C6-3B59-81AE-734D9ED1E38D}"/>
                      </a:ext>
                    </a:extLst>
                  </p:cNvPr>
                  <p:cNvCxnSpPr/>
                  <p:nvPr/>
                </p:nvCxnSpPr>
                <p:spPr>
                  <a:xfrm>
                    <a:off x="2902006" y="5355125"/>
                    <a:ext cx="0" cy="17815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</p:cxnSp>
              <p:sp>
                <p:nvSpPr>
                  <p:cNvPr id="33" name="사각형: 둥근 모서리 32">
                    <a:extLst>
                      <a:ext uri="{FF2B5EF4-FFF2-40B4-BE49-F238E27FC236}">
                        <a16:creationId xmlns:a16="http://schemas.microsoft.com/office/drawing/2014/main" id="{8BC335C4-730F-A647-6FD9-1B87EC6CC170}"/>
                      </a:ext>
                    </a:extLst>
                  </p:cNvPr>
                  <p:cNvSpPr/>
                  <p:nvPr/>
                </p:nvSpPr>
                <p:spPr>
                  <a:xfrm>
                    <a:off x="3004117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1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34" name="사각형: 둥근 모서리 33">
                    <a:extLst>
                      <a:ext uri="{FF2B5EF4-FFF2-40B4-BE49-F238E27FC236}">
                        <a16:creationId xmlns:a16="http://schemas.microsoft.com/office/drawing/2014/main" id="{085CF6E9-B0D4-CC88-4E60-6A7C052551E8}"/>
                      </a:ext>
                    </a:extLst>
                  </p:cNvPr>
                  <p:cNvSpPr/>
                  <p:nvPr/>
                </p:nvSpPr>
                <p:spPr>
                  <a:xfrm>
                    <a:off x="3396281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2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35" name="사각형: 둥근 모서리 34">
                    <a:extLst>
                      <a:ext uri="{FF2B5EF4-FFF2-40B4-BE49-F238E27FC236}">
                        <a16:creationId xmlns:a16="http://schemas.microsoft.com/office/drawing/2014/main" id="{58A56DB1-2A9E-1B93-4E26-37CDD8FA3FD4}"/>
                      </a:ext>
                    </a:extLst>
                  </p:cNvPr>
                  <p:cNvSpPr/>
                  <p:nvPr/>
                </p:nvSpPr>
                <p:spPr>
                  <a:xfrm>
                    <a:off x="3788445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3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36" name="사각형: 둥근 모서리 35">
                    <a:extLst>
                      <a:ext uri="{FF2B5EF4-FFF2-40B4-BE49-F238E27FC236}">
                        <a16:creationId xmlns:a16="http://schemas.microsoft.com/office/drawing/2014/main" id="{D9925C5A-3E27-4C6F-BDC0-B31CFD7C10A4}"/>
                      </a:ext>
                    </a:extLst>
                  </p:cNvPr>
                  <p:cNvSpPr/>
                  <p:nvPr/>
                </p:nvSpPr>
                <p:spPr>
                  <a:xfrm>
                    <a:off x="4180609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4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37" name="사각형: 둥근 모서리 36">
                    <a:extLst>
                      <a:ext uri="{FF2B5EF4-FFF2-40B4-BE49-F238E27FC236}">
                        <a16:creationId xmlns:a16="http://schemas.microsoft.com/office/drawing/2014/main" id="{B0FFD377-965A-3432-151C-07BE66CC1A6E}"/>
                      </a:ext>
                    </a:extLst>
                  </p:cNvPr>
                  <p:cNvSpPr/>
                  <p:nvPr/>
                </p:nvSpPr>
                <p:spPr>
                  <a:xfrm>
                    <a:off x="4572773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5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38" name="사각형: 둥근 모서리 37">
                    <a:extLst>
                      <a:ext uri="{FF2B5EF4-FFF2-40B4-BE49-F238E27FC236}">
                        <a16:creationId xmlns:a16="http://schemas.microsoft.com/office/drawing/2014/main" id="{4A3BFFF9-1E40-47EA-7A44-AF2A9D4A75E3}"/>
                      </a:ext>
                    </a:extLst>
                  </p:cNvPr>
                  <p:cNvSpPr/>
                  <p:nvPr/>
                </p:nvSpPr>
                <p:spPr>
                  <a:xfrm>
                    <a:off x="4964937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6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39" name="사각형: 둥근 모서리 38">
                    <a:extLst>
                      <a:ext uri="{FF2B5EF4-FFF2-40B4-BE49-F238E27FC236}">
                        <a16:creationId xmlns:a16="http://schemas.microsoft.com/office/drawing/2014/main" id="{47C5ECC2-0785-9748-B9B7-A67FD416DDA7}"/>
                      </a:ext>
                    </a:extLst>
                  </p:cNvPr>
                  <p:cNvSpPr/>
                  <p:nvPr/>
                </p:nvSpPr>
                <p:spPr>
                  <a:xfrm>
                    <a:off x="5357101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7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40" name="사각형: 둥근 모서리 39">
                    <a:extLst>
                      <a:ext uri="{FF2B5EF4-FFF2-40B4-BE49-F238E27FC236}">
                        <a16:creationId xmlns:a16="http://schemas.microsoft.com/office/drawing/2014/main" id="{86DC096A-EC2B-D61C-6FDC-1FD6920DF0BD}"/>
                      </a:ext>
                    </a:extLst>
                  </p:cNvPr>
                  <p:cNvSpPr/>
                  <p:nvPr/>
                </p:nvSpPr>
                <p:spPr>
                  <a:xfrm>
                    <a:off x="5749265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8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41" name="사각형: 둥근 모서리 40">
                    <a:extLst>
                      <a:ext uri="{FF2B5EF4-FFF2-40B4-BE49-F238E27FC236}">
                        <a16:creationId xmlns:a16="http://schemas.microsoft.com/office/drawing/2014/main" id="{C30F936A-0439-1AB0-458D-976192080078}"/>
                      </a:ext>
                    </a:extLst>
                  </p:cNvPr>
                  <p:cNvSpPr/>
                  <p:nvPr/>
                </p:nvSpPr>
                <p:spPr>
                  <a:xfrm>
                    <a:off x="6141425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9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42" name="사각형: 둥근 모서리 41">
                    <a:extLst>
                      <a:ext uri="{FF2B5EF4-FFF2-40B4-BE49-F238E27FC236}">
                        <a16:creationId xmlns:a16="http://schemas.microsoft.com/office/drawing/2014/main" id="{6E99706E-9962-B003-BC3D-6801FDC2A7DC}"/>
                      </a:ext>
                    </a:extLst>
                  </p:cNvPr>
                  <p:cNvSpPr/>
                  <p:nvPr/>
                </p:nvSpPr>
                <p:spPr>
                  <a:xfrm>
                    <a:off x="6532759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10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</p:grpSp>
            <p:pic>
              <p:nvPicPr>
                <p:cNvPr id="29" name="그림 28">
                  <a:extLst>
                    <a:ext uri="{FF2B5EF4-FFF2-40B4-BE49-F238E27FC236}">
                      <a16:creationId xmlns:a16="http://schemas.microsoft.com/office/drawing/2014/main" id="{5AA98329-71AF-53A1-574E-2A1E94586D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>
                  <a:extLst>
                    <a:ext uri="{BEBA8EAE-BF5A-486C-A8C5-ECC9F3942E4B}">
                      <a14:imgProps xmlns:a14="http://schemas.microsoft.com/office/drawing/2010/main">
                        <a14:imgLayer r:embed="rId20">
                          <a14:imgEffect>
                            <a14:saturation sat="0"/>
                          </a14:imgEffect>
                          <a14:imgEffect>
                            <a14:brightnessContrast bright="-20000"/>
                          </a14:imgEffect>
                        </a14:imgLayer>
                      </a14:imgProps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27186" y="5721930"/>
                  <a:ext cx="320153" cy="320153"/>
                </a:xfrm>
                <a:prstGeom prst="rect">
                  <a:avLst/>
                </a:prstGeom>
              </p:spPr>
            </p:pic>
          </p:grpSp>
        </p:grpSp>
        <p:pic>
          <p:nvPicPr>
            <p:cNvPr id="58" name="그림 57">
              <a:extLst>
                <a:ext uri="{FF2B5EF4-FFF2-40B4-BE49-F238E27FC236}">
                  <a16:creationId xmlns:a16="http://schemas.microsoft.com/office/drawing/2014/main" id="{76B1A540-7343-3668-2721-65C4D82141FD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BEBA8EAE-BF5A-486C-A8C5-ECC9F3942E4B}">
                  <a14:imgProps xmlns:a14="http://schemas.microsoft.com/office/drawing/2010/main">
                    <a14:imgLayer r:embed="rId22">
                      <a14:imgEffect>
                        <a14:brightnessContrast bright="-40000" contrast="-4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02198" y="1995913"/>
              <a:ext cx="7187807" cy="4078577"/>
            </a:xfrm>
            <a:prstGeom prst="rect">
              <a:avLst/>
            </a:prstGeom>
          </p:spPr>
        </p:pic>
      </p:grp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863FAD1D-A38C-261C-8CF1-5C2779E5BBC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알림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A79E865A-BE87-64A5-7FAE-4A468E0963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클라이언트 리모컨 기본 구성 </a:t>
            </a:r>
            <a:r>
              <a:rPr lang="en-US" altLang="ko-KR" dirty="0"/>
              <a:t>&gt; </a:t>
            </a:r>
            <a:r>
              <a:rPr lang="ko-KR" altLang="en-US" dirty="0"/>
              <a:t>알림</a:t>
            </a:r>
          </a:p>
        </p:txBody>
      </p:sp>
      <p:graphicFrame>
        <p:nvGraphicFramePr>
          <p:cNvPr id="160" name="Group 323">
            <a:extLst>
              <a:ext uri="{FF2B5EF4-FFF2-40B4-BE49-F238E27FC236}">
                <a16:creationId xmlns:a16="http://schemas.microsoft.com/office/drawing/2014/main" id="{EA94F1D9-2FBC-F268-C8D6-F223241154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6274218"/>
              </p:ext>
            </p:extLst>
          </p:nvPr>
        </p:nvGraphicFramePr>
        <p:xfrm>
          <a:off x="9625013" y="575703"/>
          <a:ext cx="2519969" cy="2304288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투네이션 관리자 배너시스템 연동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텍스트 및 링크 설정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※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추가 기능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알림 영역 백그라운드 컬러 및 텍스트 컬러 지정 기능 추가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알림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알림 리스트가 있는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모달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장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각 알림 리스트 클릭 시 고객 센터의 해당 링크로 새 창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모달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창 이외의 영역 클릭 시 창 닫힘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아이콘의 알림 숫자는 안 읽은 알림 수를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└ 읽으면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씩 감소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└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모두 읽음 표시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]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클릭하면 알림 숫자는 사라짐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61" name="타원 160">
            <a:extLst>
              <a:ext uri="{FF2B5EF4-FFF2-40B4-BE49-F238E27FC236}">
                <a16:creationId xmlns:a16="http://schemas.microsoft.com/office/drawing/2014/main" id="{E63EF000-1BBB-5FD6-6CF0-E15D073D1FE9}"/>
              </a:ext>
            </a:extLst>
          </p:cNvPr>
          <p:cNvSpPr/>
          <p:nvPr/>
        </p:nvSpPr>
        <p:spPr>
          <a:xfrm>
            <a:off x="6759184" y="1763546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B3D89B26-16C8-C8C5-2A04-5170BE4F7BE8}"/>
              </a:ext>
            </a:extLst>
          </p:cNvPr>
          <p:cNvPicPr>
            <a:picLocks noChangeAspect="1"/>
          </p:cNvPicPr>
          <p:nvPr/>
        </p:nvPicPr>
        <p:blipFill rotWithShape="1">
          <a:blip r:embed="rId23"/>
          <a:srcRect l="7843" t="10363" r="3742" b="16117"/>
          <a:stretch>
            <a:fillRect/>
          </a:stretch>
        </p:blipFill>
        <p:spPr>
          <a:xfrm>
            <a:off x="6144762" y="2035577"/>
            <a:ext cx="1571002" cy="1967082"/>
          </a:xfrm>
          <a:prstGeom prst="roundRect">
            <a:avLst>
              <a:gd name="adj" fmla="val 4111"/>
            </a:avLst>
          </a:prstGeom>
          <a:solidFill>
            <a:srgbClr val="FFFFFF">
              <a:shade val="85000"/>
            </a:srgbClr>
          </a:solidFill>
          <a:ln w="28575">
            <a:solidFill>
              <a:schemeClr val="bg1">
                <a:lumMod val="85000"/>
              </a:schemeClr>
            </a:solidFill>
            <a:prstDash val="solid"/>
          </a:ln>
          <a:effectLst/>
        </p:spPr>
      </p:pic>
      <p:cxnSp>
        <p:nvCxnSpPr>
          <p:cNvPr id="62" name="연결선: 꺾임 61">
            <a:extLst>
              <a:ext uri="{FF2B5EF4-FFF2-40B4-BE49-F238E27FC236}">
                <a16:creationId xmlns:a16="http://schemas.microsoft.com/office/drawing/2014/main" id="{2B151177-E1D1-8155-F1A0-81F1EDBAFC7A}"/>
              </a:ext>
            </a:extLst>
          </p:cNvPr>
          <p:cNvCxnSpPr>
            <a:cxnSpLocks/>
            <a:stCxn id="20" idx="1"/>
            <a:endCxn id="6" idx="0"/>
          </p:cNvCxnSpPr>
          <p:nvPr/>
        </p:nvCxnSpPr>
        <p:spPr>
          <a:xfrm rot="10800000" flipV="1">
            <a:off x="6930263" y="1893083"/>
            <a:ext cx="622852" cy="142494"/>
          </a:xfrm>
          <a:prstGeom prst="bentConnector2">
            <a:avLst/>
          </a:prstGeom>
          <a:ln>
            <a:solidFill>
              <a:srgbClr val="FF0000"/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9" name="타원 128">
            <a:extLst>
              <a:ext uri="{FF2B5EF4-FFF2-40B4-BE49-F238E27FC236}">
                <a16:creationId xmlns:a16="http://schemas.microsoft.com/office/drawing/2014/main" id="{C58EE9EB-DFED-BC44-2047-6F85AD855749}"/>
              </a:ext>
            </a:extLst>
          </p:cNvPr>
          <p:cNvSpPr/>
          <p:nvPr/>
        </p:nvSpPr>
        <p:spPr>
          <a:xfrm>
            <a:off x="456525" y="1808725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45713B5-C937-C28C-411A-156A1631A3EC}"/>
              </a:ext>
            </a:extLst>
          </p:cNvPr>
          <p:cNvSpPr txBox="1"/>
          <p:nvPr/>
        </p:nvSpPr>
        <p:spPr>
          <a:xfrm>
            <a:off x="10769747" y="7058"/>
            <a:ext cx="1412567" cy="215444"/>
          </a:xfrm>
          <a:prstGeom prst="rect">
            <a:avLst/>
          </a:prstGeom>
          <a:solidFill>
            <a:srgbClr val="00B050"/>
          </a:solidFill>
        </p:spPr>
        <p:txBody>
          <a:bodyPr wrap="none" rtlCol="0">
            <a:spAutoFit/>
          </a:bodyPr>
          <a:lstStyle/>
          <a:p>
            <a:pPr algn="r"/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v0.21 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알림 모두 보기 삭제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BCE6DA4-25E1-88FB-4434-F04052A9C6A8}"/>
              </a:ext>
            </a:extLst>
          </p:cNvPr>
          <p:cNvSpPr txBox="1"/>
          <p:nvPr/>
        </p:nvSpPr>
        <p:spPr>
          <a:xfrm>
            <a:off x="6966353" y="2083072"/>
            <a:ext cx="74892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rPr>
              <a:t>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모두 읽음</a:t>
            </a:r>
          </a:p>
        </p:txBody>
      </p:sp>
    </p:spTree>
    <p:extLst>
      <p:ext uri="{BB962C8B-B14F-4D97-AF65-F5344CB8AC3E}">
        <p14:creationId xmlns:p14="http://schemas.microsoft.com/office/powerpoint/2010/main" val="245891425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그룹 54">
            <a:extLst>
              <a:ext uri="{FF2B5EF4-FFF2-40B4-BE49-F238E27FC236}">
                <a16:creationId xmlns:a16="http://schemas.microsoft.com/office/drawing/2014/main" id="{013AA516-CEE5-A476-991A-E2B9E117CDE4}"/>
              </a:ext>
            </a:extLst>
          </p:cNvPr>
          <p:cNvGrpSpPr/>
          <p:nvPr/>
        </p:nvGrpSpPr>
        <p:grpSpPr>
          <a:xfrm>
            <a:off x="912680" y="1314885"/>
            <a:ext cx="7433067" cy="4521304"/>
            <a:chOff x="572400" y="1595109"/>
            <a:chExt cx="7433067" cy="4521304"/>
          </a:xfrm>
        </p:grpSpPr>
        <p:grpSp>
          <p:nvGrpSpPr>
            <p:cNvPr id="62" name="그룹 61">
              <a:extLst>
                <a:ext uri="{FF2B5EF4-FFF2-40B4-BE49-F238E27FC236}">
                  <a16:creationId xmlns:a16="http://schemas.microsoft.com/office/drawing/2014/main" id="{3088840A-5E9A-16D3-619C-839FE38CFA8A}"/>
                </a:ext>
              </a:extLst>
            </p:cNvPr>
            <p:cNvGrpSpPr/>
            <p:nvPr/>
          </p:nvGrpSpPr>
          <p:grpSpPr>
            <a:xfrm>
              <a:off x="572400" y="1595109"/>
              <a:ext cx="7433067" cy="4521304"/>
              <a:chOff x="726309" y="1404986"/>
              <a:chExt cx="7433067" cy="4521304"/>
            </a:xfrm>
          </p:grpSpPr>
          <p:grpSp>
            <p:nvGrpSpPr>
              <p:cNvPr id="64" name="그룹 63">
                <a:extLst>
                  <a:ext uri="{FF2B5EF4-FFF2-40B4-BE49-F238E27FC236}">
                    <a16:creationId xmlns:a16="http://schemas.microsoft.com/office/drawing/2014/main" id="{C72D17A7-220A-470E-F9DB-2DEB04CAE80D}"/>
                  </a:ext>
                </a:extLst>
              </p:cNvPr>
              <p:cNvGrpSpPr/>
              <p:nvPr/>
            </p:nvGrpSpPr>
            <p:grpSpPr>
              <a:xfrm>
                <a:off x="726309" y="1404986"/>
                <a:ext cx="7433067" cy="4521304"/>
                <a:chOff x="1658793" y="1772816"/>
                <a:chExt cx="7433067" cy="4521304"/>
              </a:xfrm>
            </p:grpSpPr>
            <p:sp>
              <p:nvSpPr>
                <p:cNvPr id="100" name="Google Shape;1197;p27">
                  <a:extLst>
                    <a:ext uri="{FF2B5EF4-FFF2-40B4-BE49-F238E27FC236}">
                      <a16:creationId xmlns:a16="http://schemas.microsoft.com/office/drawing/2014/main" id="{63D1C90B-D05A-B892-D06B-36B2DB38D8AA}"/>
                    </a:ext>
                  </a:extLst>
                </p:cNvPr>
                <p:cNvSpPr/>
                <p:nvPr/>
              </p:nvSpPr>
              <p:spPr>
                <a:xfrm>
                  <a:off x="1658793" y="1772816"/>
                  <a:ext cx="7433067" cy="4521304"/>
                </a:xfrm>
                <a:prstGeom prst="roundRect">
                  <a:avLst>
                    <a:gd name="adj" fmla="val 580"/>
                  </a:avLst>
                </a:prstGeom>
                <a:solidFill>
                  <a:srgbClr val="7F7F7F"/>
                </a:solidFill>
                <a:ln w="9525" cap="flat" cmpd="sng">
                  <a:solidFill>
                    <a:srgbClr val="33333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61650" tIns="24650" rIns="61650" bIns="24650" anchor="t" anchorCtr="0">
                  <a:noAutofit/>
                </a:bodyPr>
                <a:lstStyle/>
                <a:p>
                  <a:pPr>
                    <a:spcBef>
                      <a:spcPts val="0"/>
                    </a:spcBef>
                    <a:spcAft>
                      <a:spcPts val="0"/>
                    </a:spcAft>
                  </a:pPr>
                  <a:endParaRPr sz="856" b="1" dirty="0">
                    <a:solidFill>
                      <a:prstClr val="white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101" name="Google Shape;1199;p27">
                  <a:extLst>
                    <a:ext uri="{FF2B5EF4-FFF2-40B4-BE49-F238E27FC236}">
                      <a16:creationId xmlns:a16="http://schemas.microsoft.com/office/drawing/2014/main" id="{5741425F-D00D-505A-6C9A-4558B9B8CD8E}"/>
                    </a:ext>
                  </a:extLst>
                </p:cNvPr>
                <p:cNvGrpSpPr/>
                <p:nvPr/>
              </p:nvGrpSpPr>
              <p:grpSpPr>
                <a:xfrm>
                  <a:off x="8564998" y="1831918"/>
                  <a:ext cx="442113" cy="87537"/>
                  <a:chOff x="8040633" y="187272"/>
                  <a:chExt cx="890272" cy="181679"/>
                </a:xfrm>
              </p:grpSpPr>
              <p:sp>
                <p:nvSpPr>
                  <p:cNvPr id="105" name="Google Shape;1200;p27">
                    <a:extLst>
                      <a:ext uri="{FF2B5EF4-FFF2-40B4-BE49-F238E27FC236}">
                        <a16:creationId xmlns:a16="http://schemas.microsoft.com/office/drawing/2014/main" id="{B17C4588-E786-8864-9BA4-7C3B167F6CF4}"/>
                      </a:ext>
                    </a:extLst>
                  </p:cNvPr>
                  <p:cNvSpPr/>
                  <p:nvPr/>
                </p:nvSpPr>
                <p:spPr>
                  <a:xfrm>
                    <a:off x="8753828" y="191300"/>
                    <a:ext cx="177077" cy="1776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6" h="241" extrusionOk="0">
                        <a:moveTo>
                          <a:pt x="12" y="15"/>
                        </a:moveTo>
                        <a:cubicBezTo>
                          <a:pt x="0" y="26"/>
                          <a:pt x="0" y="45"/>
                          <a:pt x="12" y="56"/>
                        </a:cubicBezTo>
                        <a:lnTo>
                          <a:pt x="80" y="122"/>
                        </a:lnTo>
                        <a:lnTo>
                          <a:pt x="12" y="188"/>
                        </a:lnTo>
                        <a:cubicBezTo>
                          <a:pt x="0" y="199"/>
                          <a:pt x="0" y="218"/>
                          <a:pt x="12" y="229"/>
                        </a:cubicBezTo>
                        <a:cubicBezTo>
                          <a:pt x="24" y="241"/>
                          <a:pt x="44" y="241"/>
                          <a:pt x="56" y="229"/>
                        </a:cubicBezTo>
                        <a:lnTo>
                          <a:pt x="123" y="165"/>
                        </a:lnTo>
                        <a:lnTo>
                          <a:pt x="190" y="229"/>
                        </a:lnTo>
                        <a:cubicBezTo>
                          <a:pt x="202" y="241"/>
                          <a:pt x="222" y="241"/>
                          <a:pt x="234" y="229"/>
                        </a:cubicBezTo>
                        <a:cubicBezTo>
                          <a:pt x="246" y="218"/>
                          <a:pt x="246" y="199"/>
                          <a:pt x="234" y="188"/>
                        </a:cubicBezTo>
                        <a:lnTo>
                          <a:pt x="167" y="122"/>
                        </a:lnTo>
                        <a:lnTo>
                          <a:pt x="234" y="56"/>
                        </a:lnTo>
                        <a:cubicBezTo>
                          <a:pt x="246" y="45"/>
                          <a:pt x="246" y="26"/>
                          <a:pt x="234" y="15"/>
                        </a:cubicBezTo>
                        <a:cubicBezTo>
                          <a:pt x="222" y="3"/>
                          <a:pt x="202" y="3"/>
                          <a:pt x="190" y="15"/>
                        </a:cubicBezTo>
                        <a:lnTo>
                          <a:pt x="123" y="79"/>
                        </a:lnTo>
                        <a:lnTo>
                          <a:pt x="56" y="15"/>
                        </a:lnTo>
                        <a:cubicBezTo>
                          <a:pt x="41" y="0"/>
                          <a:pt x="26" y="3"/>
                          <a:pt x="12" y="15"/>
                        </a:cubicBezTo>
                        <a:close/>
                      </a:path>
                    </a:pathLst>
                  </a:custGeom>
                  <a:solidFill>
                    <a:sysClr val="window" lastClr="FFFFFF"/>
                  </a:solidFill>
                  <a:ln w="9525" cap="flat" cmpd="sng">
                    <a:solidFill>
                      <a:srgbClr val="33333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78300" tIns="39150" rIns="78300" bIns="39150" anchor="t" anchorCtr="0">
                    <a:noAutofit/>
                  </a:bodyPr>
                  <a:lstStyle/>
                  <a:p>
                    <a:pPr fontAlgn="auto" latinLnBrk="0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sz="771" kern="0">
                      <a:solidFill>
                        <a:srgbClr val="262626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06" name="Google Shape;1201;p27">
                    <a:extLst>
                      <a:ext uri="{FF2B5EF4-FFF2-40B4-BE49-F238E27FC236}">
                        <a16:creationId xmlns:a16="http://schemas.microsoft.com/office/drawing/2014/main" id="{BBA91E61-A1EE-C33A-70AE-3715EFDF65D5}"/>
                      </a:ext>
                    </a:extLst>
                  </p:cNvPr>
                  <p:cNvSpPr/>
                  <p:nvPr/>
                </p:nvSpPr>
                <p:spPr>
                  <a:xfrm>
                    <a:off x="8403131" y="187272"/>
                    <a:ext cx="179950" cy="1816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0" h="246" extrusionOk="0">
                        <a:moveTo>
                          <a:pt x="154" y="0"/>
                        </a:moveTo>
                        <a:cubicBezTo>
                          <a:pt x="131" y="0"/>
                          <a:pt x="108" y="1"/>
                          <a:pt x="86" y="1"/>
                        </a:cubicBezTo>
                        <a:cubicBezTo>
                          <a:pt x="70" y="1"/>
                          <a:pt x="57" y="13"/>
                          <a:pt x="57" y="28"/>
                        </a:cubicBezTo>
                        <a:lnTo>
                          <a:pt x="57" y="59"/>
                        </a:lnTo>
                        <a:cubicBezTo>
                          <a:pt x="48" y="59"/>
                          <a:pt x="38" y="59"/>
                          <a:pt x="28" y="59"/>
                        </a:cubicBezTo>
                        <a:cubicBezTo>
                          <a:pt x="13" y="59"/>
                          <a:pt x="0" y="71"/>
                          <a:pt x="0" y="86"/>
                        </a:cubicBezTo>
                        <a:lnTo>
                          <a:pt x="0" y="218"/>
                        </a:lnTo>
                        <a:cubicBezTo>
                          <a:pt x="0" y="233"/>
                          <a:pt x="13" y="246"/>
                          <a:pt x="28" y="246"/>
                        </a:cubicBezTo>
                        <a:lnTo>
                          <a:pt x="165" y="246"/>
                        </a:lnTo>
                        <a:cubicBezTo>
                          <a:pt x="183" y="246"/>
                          <a:pt x="193" y="231"/>
                          <a:pt x="193" y="218"/>
                        </a:cubicBezTo>
                        <a:lnTo>
                          <a:pt x="193" y="188"/>
                        </a:lnTo>
                        <a:lnTo>
                          <a:pt x="222" y="188"/>
                        </a:lnTo>
                        <a:cubicBezTo>
                          <a:pt x="240" y="188"/>
                          <a:pt x="250" y="173"/>
                          <a:pt x="250" y="160"/>
                        </a:cubicBezTo>
                        <a:lnTo>
                          <a:pt x="250" y="27"/>
                        </a:lnTo>
                        <a:cubicBezTo>
                          <a:pt x="250" y="9"/>
                          <a:pt x="237" y="0"/>
                          <a:pt x="222" y="0"/>
                        </a:cubicBezTo>
                        <a:cubicBezTo>
                          <a:pt x="199" y="0"/>
                          <a:pt x="177" y="0"/>
                          <a:pt x="154" y="0"/>
                        </a:cubicBezTo>
                        <a:close/>
                        <a:moveTo>
                          <a:pt x="109" y="52"/>
                        </a:moveTo>
                        <a:lnTo>
                          <a:pt x="198" y="52"/>
                        </a:lnTo>
                        <a:lnTo>
                          <a:pt x="198" y="138"/>
                        </a:lnTo>
                        <a:lnTo>
                          <a:pt x="193" y="138"/>
                        </a:lnTo>
                        <a:lnTo>
                          <a:pt x="193" y="85"/>
                        </a:lnTo>
                        <a:cubicBezTo>
                          <a:pt x="193" y="67"/>
                          <a:pt x="180" y="58"/>
                          <a:pt x="165" y="58"/>
                        </a:cubicBezTo>
                        <a:cubicBezTo>
                          <a:pt x="146" y="58"/>
                          <a:pt x="128" y="58"/>
                          <a:pt x="109" y="58"/>
                        </a:cubicBezTo>
                        <a:lnTo>
                          <a:pt x="109" y="52"/>
                        </a:lnTo>
                        <a:close/>
                        <a:moveTo>
                          <a:pt x="53" y="110"/>
                        </a:moveTo>
                        <a:lnTo>
                          <a:pt x="141" y="110"/>
                        </a:lnTo>
                        <a:lnTo>
                          <a:pt x="141" y="196"/>
                        </a:lnTo>
                        <a:lnTo>
                          <a:pt x="53" y="196"/>
                        </a:lnTo>
                        <a:lnTo>
                          <a:pt x="53" y="110"/>
                        </a:lnTo>
                        <a:close/>
                      </a:path>
                    </a:pathLst>
                  </a:custGeom>
                  <a:solidFill>
                    <a:sysClr val="window" lastClr="FFFFFF"/>
                  </a:solidFill>
                  <a:ln w="9525" cap="flat" cmpd="sng">
                    <a:solidFill>
                      <a:srgbClr val="33333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78300" tIns="39150" rIns="78300" bIns="39150" anchor="t" anchorCtr="0">
                    <a:noAutofit/>
                  </a:bodyPr>
                  <a:lstStyle/>
                  <a:p>
                    <a:pPr fontAlgn="auto" latinLnBrk="0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sz="771" kern="0">
                      <a:solidFill>
                        <a:srgbClr val="262626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07" name="Google Shape;1202;p27">
                    <a:extLst>
                      <a:ext uri="{FF2B5EF4-FFF2-40B4-BE49-F238E27FC236}">
                        <a16:creationId xmlns:a16="http://schemas.microsoft.com/office/drawing/2014/main" id="{BD441F16-A02D-EE29-09E9-49127F035BC3}"/>
                      </a:ext>
                    </a:extLst>
                  </p:cNvPr>
                  <p:cNvSpPr/>
                  <p:nvPr/>
                </p:nvSpPr>
                <p:spPr>
                  <a:xfrm>
                    <a:off x="8040633" y="325833"/>
                    <a:ext cx="169606" cy="431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6" h="59" extrusionOk="0">
                        <a:moveTo>
                          <a:pt x="32" y="0"/>
                        </a:moveTo>
                        <a:cubicBezTo>
                          <a:pt x="15" y="0"/>
                          <a:pt x="0" y="13"/>
                          <a:pt x="0" y="30"/>
                        </a:cubicBezTo>
                        <a:cubicBezTo>
                          <a:pt x="0" y="46"/>
                          <a:pt x="15" y="59"/>
                          <a:pt x="32" y="59"/>
                        </a:cubicBezTo>
                        <a:lnTo>
                          <a:pt x="205" y="59"/>
                        </a:lnTo>
                        <a:cubicBezTo>
                          <a:pt x="222" y="59"/>
                          <a:pt x="236" y="46"/>
                          <a:pt x="236" y="30"/>
                        </a:cubicBezTo>
                        <a:cubicBezTo>
                          <a:pt x="236" y="13"/>
                          <a:pt x="222" y="0"/>
                          <a:pt x="205" y="0"/>
                        </a:cubicBezTo>
                        <a:lnTo>
                          <a:pt x="32" y="0"/>
                        </a:lnTo>
                        <a:close/>
                      </a:path>
                    </a:pathLst>
                  </a:custGeom>
                  <a:solidFill>
                    <a:sysClr val="window" lastClr="FFFFFF"/>
                  </a:solidFill>
                  <a:ln w="9525" cap="flat" cmpd="sng">
                    <a:solidFill>
                      <a:srgbClr val="33333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78300" tIns="39150" rIns="78300" bIns="39150" anchor="t" anchorCtr="0">
                    <a:noAutofit/>
                  </a:bodyPr>
                  <a:lstStyle/>
                  <a:p>
                    <a:pPr fontAlgn="auto" latinLnBrk="0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sz="771" kern="0">
                      <a:solidFill>
                        <a:srgbClr val="262626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102" name="그룹 101">
                  <a:extLst>
                    <a:ext uri="{FF2B5EF4-FFF2-40B4-BE49-F238E27FC236}">
                      <a16:creationId xmlns:a16="http://schemas.microsoft.com/office/drawing/2014/main" id="{062CD43F-226C-5126-A1F0-1F5DCDC68614}"/>
                    </a:ext>
                  </a:extLst>
                </p:cNvPr>
                <p:cNvGrpSpPr/>
                <p:nvPr/>
              </p:nvGrpSpPr>
              <p:grpSpPr>
                <a:xfrm>
                  <a:off x="1707875" y="1805158"/>
                  <a:ext cx="816595" cy="128258"/>
                  <a:chOff x="186200" y="958444"/>
                  <a:chExt cx="900035" cy="128258"/>
                </a:xfrm>
              </p:grpSpPr>
              <p:pic>
                <p:nvPicPr>
                  <p:cNvPr id="103" name="그림 102">
                    <a:extLst>
                      <a:ext uri="{FF2B5EF4-FFF2-40B4-BE49-F238E27FC236}">
                        <a16:creationId xmlns:a16="http://schemas.microsoft.com/office/drawing/2014/main" id="{26096439-DEA1-17C2-6A1F-1D3D0158675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r="58636"/>
                  <a:stretch/>
                </p:blipFill>
                <p:spPr>
                  <a:xfrm>
                    <a:off x="186200" y="958444"/>
                    <a:ext cx="372764" cy="128258"/>
                  </a:xfrm>
                  <a:prstGeom prst="rect">
                    <a:avLst/>
                  </a:prstGeom>
                </p:spPr>
              </p:pic>
              <p:pic>
                <p:nvPicPr>
                  <p:cNvPr id="104" name="그림 103">
                    <a:extLst>
                      <a:ext uri="{FF2B5EF4-FFF2-40B4-BE49-F238E27FC236}">
                        <a16:creationId xmlns:a16="http://schemas.microsoft.com/office/drawing/2014/main" id="{B7EAE04F-7F96-F459-0466-D9AA537FA63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2">
                    <a:lum bright="70000" contrast="-70000"/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41491"/>
                  <a:stretch/>
                </p:blipFill>
                <p:spPr>
                  <a:xfrm>
                    <a:off x="558964" y="958444"/>
                    <a:ext cx="527271" cy="128258"/>
                  </a:xfrm>
                  <a:prstGeom prst="rect">
                    <a:avLst/>
                  </a:prstGeom>
                </p:spPr>
              </p:pic>
            </p:grpSp>
          </p:grpSp>
          <p:sp>
            <p:nvSpPr>
              <p:cNvPr id="65" name="직사각형 64">
                <a:extLst>
                  <a:ext uri="{FF2B5EF4-FFF2-40B4-BE49-F238E27FC236}">
                    <a16:creationId xmlns:a16="http://schemas.microsoft.com/office/drawing/2014/main" id="{47FA9113-E676-E13D-72DA-240C7B4E97F3}"/>
                  </a:ext>
                </a:extLst>
              </p:cNvPr>
              <p:cNvSpPr/>
              <p:nvPr/>
            </p:nvSpPr>
            <p:spPr>
              <a:xfrm>
                <a:off x="766896" y="1612266"/>
                <a:ext cx="7346293" cy="174091"/>
              </a:xfrm>
              <a:prstGeom prst="rect">
                <a:avLst/>
              </a:prstGeom>
              <a:solidFill>
                <a:sysClr val="window" lastClr="FFFFFF">
                  <a:lumMod val="8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latinLnBrk="0"/>
                <a:r>
                  <a:rPr lang="en-US" altLang="ko-KR" sz="800" b="1" kern="0" dirty="0">
                    <a:solidFill>
                      <a:prstClr val="black"/>
                    </a:solidFill>
                    <a:latin typeface="Cambria" panose="02040503050406030204"/>
                    <a:ea typeface="맑은 고딕" panose="020B0503020000020004" pitchFamily="50" charset="-127"/>
                    <a:sym typeface="Webdings" panose="05030102010509060703" pitchFamily="18" charset="2"/>
                  </a:rPr>
                  <a:t>      </a:t>
                </a:r>
                <a:r>
                  <a:rPr lang="en-US" altLang="ko-KR" sz="800" b="1" kern="0" dirty="0">
                    <a:solidFill>
                      <a:prstClr val="black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[</a:t>
                </a:r>
                <a:r>
                  <a:rPr lang="ko-KR" altLang="en-US" sz="800" b="1" kern="0" dirty="0">
                    <a:solidFill>
                      <a:prstClr val="black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이벤트 수상</a:t>
                </a:r>
                <a:r>
                  <a:rPr lang="en-US" altLang="ko-KR" sz="800" b="1" kern="0" dirty="0">
                    <a:solidFill>
                      <a:prstClr val="black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] 2025 </a:t>
                </a:r>
                <a:r>
                  <a:rPr lang="ko-KR" altLang="en-US" sz="800" b="1" kern="0" dirty="0">
                    <a:solidFill>
                      <a:prstClr val="black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투네이션 어워드 수상자 발표</a:t>
                </a:r>
              </a:p>
            </p:txBody>
          </p:sp>
          <p:pic>
            <p:nvPicPr>
              <p:cNvPr id="66" name="그래픽 65">
                <a:extLst>
                  <a:ext uri="{FF2B5EF4-FFF2-40B4-BE49-F238E27FC236}">
                    <a16:creationId xmlns:a16="http://schemas.microsoft.com/office/drawing/2014/main" id="{5026DC0A-C09C-05ED-CBDC-B61EBE5B38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781075" y="1618787"/>
                <a:ext cx="159090" cy="159090"/>
              </a:xfrm>
              <a:prstGeom prst="rect">
                <a:avLst/>
              </a:prstGeom>
            </p:spPr>
          </p:pic>
          <p:grpSp>
            <p:nvGrpSpPr>
              <p:cNvPr id="67" name="그룹 66">
                <a:extLst>
                  <a:ext uri="{FF2B5EF4-FFF2-40B4-BE49-F238E27FC236}">
                    <a16:creationId xmlns:a16="http://schemas.microsoft.com/office/drawing/2014/main" id="{E637FAD8-5598-8B29-4B17-C3BFFD70AF17}"/>
                  </a:ext>
                </a:extLst>
              </p:cNvPr>
              <p:cNvGrpSpPr/>
              <p:nvPr/>
            </p:nvGrpSpPr>
            <p:grpSpPr>
              <a:xfrm>
                <a:off x="7968208" y="1808820"/>
                <a:ext cx="153985" cy="4066819"/>
                <a:chOff x="8996362" y="1394838"/>
                <a:chExt cx="153985" cy="4066819"/>
              </a:xfrm>
            </p:grpSpPr>
            <p:sp>
              <p:nvSpPr>
                <p:cNvPr id="95" name="직사각형 94">
                  <a:extLst>
                    <a:ext uri="{FF2B5EF4-FFF2-40B4-BE49-F238E27FC236}">
                      <a16:creationId xmlns:a16="http://schemas.microsoft.com/office/drawing/2014/main" id="{2695C88F-493A-936C-3D85-CB77524C7841}"/>
                    </a:ext>
                  </a:extLst>
                </p:cNvPr>
                <p:cNvSpPr/>
                <p:nvPr/>
              </p:nvSpPr>
              <p:spPr>
                <a:xfrm rot="5400000">
                  <a:off x="7039945" y="3351255"/>
                  <a:ext cx="4066819" cy="153985"/>
                </a:xfrm>
                <a:prstGeom prst="rect">
                  <a:avLst/>
                </a:prstGeom>
                <a:solidFill>
                  <a:sysClr val="windowText" lastClr="00000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algn="ctr" latinLnBrk="0"/>
                  <a:endParaRPr lang="ko-KR" altLang="en-US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96" name="그룹 95">
                  <a:extLst>
                    <a:ext uri="{FF2B5EF4-FFF2-40B4-BE49-F238E27FC236}">
                      <a16:creationId xmlns:a16="http://schemas.microsoft.com/office/drawing/2014/main" id="{40295111-B8FD-9037-0ACD-C03283104F19}"/>
                    </a:ext>
                  </a:extLst>
                </p:cNvPr>
                <p:cNvGrpSpPr/>
                <p:nvPr/>
              </p:nvGrpSpPr>
              <p:grpSpPr>
                <a:xfrm>
                  <a:off x="9022645" y="3366303"/>
                  <a:ext cx="103354" cy="112704"/>
                  <a:chOff x="11526163" y="182706"/>
                  <a:chExt cx="618370" cy="524775"/>
                </a:xfrm>
              </p:grpSpPr>
              <p:sp>
                <p:nvSpPr>
                  <p:cNvPr id="97" name="순서도: 판단 96">
                    <a:extLst>
                      <a:ext uri="{FF2B5EF4-FFF2-40B4-BE49-F238E27FC236}">
                        <a16:creationId xmlns:a16="http://schemas.microsoft.com/office/drawing/2014/main" id="{C2942D29-19D4-075D-2EA0-7E128FF6D426}"/>
                      </a:ext>
                    </a:extLst>
                  </p:cNvPr>
                  <p:cNvSpPr/>
                  <p:nvPr/>
                </p:nvSpPr>
                <p:spPr>
                  <a:xfrm>
                    <a:off x="11526163" y="483040"/>
                    <a:ext cx="618370" cy="224441"/>
                  </a:xfrm>
                  <a:prstGeom prst="flowChartDecision">
                    <a:avLst/>
                  </a:prstGeom>
                  <a:solidFill>
                    <a:sysClr val="windowText" lastClr="000000"/>
                  </a:solidFill>
                  <a:ln w="12700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tlCol="0" anchor="ctr"/>
                  <a:lstStyle/>
                  <a:p>
                    <a:pPr algn="ctr" latinLnBrk="0"/>
                    <a:endParaRPr lang="ko-KR" altLang="en-US" kern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98" name="순서도: 판단 97">
                    <a:extLst>
                      <a:ext uri="{FF2B5EF4-FFF2-40B4-BE49-F238E27FC236}">
                        <a16:creationId xmlns:a16="http://schemas.microsoft.com/office/drawing/2014/main" id="{22345CE1-5749-1A4F-0E94-009753DC8E76}"/>
                      </a:ext>
                    </a:extLst>
                  </p:cNvPr>
                  <p:cNvSpPr/>
                  <p:nvPr/>
                </p:nvSpPr>
                <p:spPr>
                  <a:xfrm>
                    <a:off x="11526163" y="332875"/>
                    <a:ext cx="618370" cy="224441"/>
                  </a:xfrm>
                  <a:prstGeom prst="flowChartDecision">
                    <a:avLst/>
                  </a:prstGeom>
                  <a:solidFill>
                    <a:sysClr val="windowText" lastClr="000000"/>
                  </a:solidFill>
                  <a:ln w="12700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tlCol="0" anchor="ctr"/>
                  <a:lstStyle/>
                  <a:p>
                    <a:pPr algn="ctr" latinLnBrk="0"/>
                    <a:endParaRPr lang="ko-KR" altLang="en-US" kern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99" name="순서도: 판단 98">
                    <a:extLst>
                      <a:ext uri="{FF2B5EF4-FFF2-40B4-BE49-F238E27FC236}">
                        <a16:creationId xmlns:a16="http://schemas.microsoft.com/office/drawing/2014/main" id="{0D418611-C3C8-FA54-52AF-DD9933D2BCFF}"/>
                      </a:ext>
                    </a:extLst>
                  </p:cNvPr>
                  <p:cNvSpPr/>
                  <p:nvPr/>
                </p:nvSpPr>
                <p:spPr>
                  <a:xfrm>
                    <a:off x="11526163" y="182706"/>
                    <a:ext cx="618370" cy="224441"/>
                  </a:xfrm>
                  <a:prstGeom prst="flowChartDecision">
                    <a:avLst/>
                  </a:prstGeom>
                  <a:solidFill>
                    <a:sysClr val="windowText" lastClr="000000"/>
                  </a:solidFill>
                  <a:ln w="12700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tlCol="0" anchor="ctr"/>
                  <a:lstStyle/>
                  <a:p>
                    <a:pPr algn="ctr" latinLnBrk="0"/>
                    <a:endParaRPr lang="ko-KR" altLang="en-US" kern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</p:grpSp>
          </p:grpSp>
          <p:pic>
            <p:nvPicPr>
              <p:cNvPr id="68" name="그래픽 67">
                <a:extLst>
                  <a:ext uri="{FF2B5EF4-FFF2-40B4-BE49-F238E27FC236}">
                    <a16:creationId xmlns:a16="http://schemas.microsoft.com/office/drawing/2014/main" id="{93171D44-6D7F-1752-C271-5BDABC2674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7417417" y="1428908"/>
                <a:ext cx="145612" cy="145612"/>
              </a:xfrm>
              <a:prstGeom prst="rect">
                <a:avLst/>
              </a:prstGeom>
            </p:spPr>
          </p:pic>
          <p:pic>
            <p:nvPicPr>
              <p:cNvPr id="69" name="그림 68">
                <a:extLst>
                  <a:ext uri="{FF2B5EF4-FFF2-40B4-BE49-F238E27FC236}">
                    <a16:creationId xmlns:a16="http://schemas.microsoft.com/office/drawing/2014/main" id="{6D19D17E-F40A-3DE2-66FF-8A4CECC151F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biLevel thresh="75000"/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rightnessContrast bright="-40000"/>
                        </a14:imgEffect>
                      </a14:imgLayer>
                    </a14:imgProps>
                  </a:ext>
                </a:extLst>
              </a:blip>
              <a:stretch>
                <a:fillRect/>
              </a:stretch>
            </p:blipFill>
            <p:spPr>
              <a:xfrm>
                <a:off x="7912468" y="1621879"/>
                <a:ext cx="162159" cy="162161"/>
              </a:xfrm>
              <a:prstGeom prst="rect">
                <a:avLst/>
              </a:prstGeom>
            </p:spPr>
          </p:pic>
          <p:pic>
            <p:nvPicPr>
              <p:cNvPr id="70" name="그림 69">
                <a:extLst>
                  <a:ext uri="{FF2B5EF4-FFF2-40B4-BE49-F238E27FC236}">
                    <a16:creationId xmlns:a16="http://schemas.microsoft.com/office/drawing/2014/main" id="{CAAA6D8C-5A7A-E0E6-9B8B-DAC784BF3F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biLevel thresh="75000"/>
                <a:extLst>
                  <a:ext uri="{BEBA8EAE-BF5A-486C-A8C5-ECC9F3942E4B}">
                    <a14:imgProps xmlns:a14="http://schemas.microsoft.com/office/drawing/2010/main">
                      <a14:imgLayer r:embed="rId10">
                        <a14:imgEffect>
                          <a14:brightnessContrast bright="-40000"/>
                        </a14:imgEffect>
                      </a14:imgLayer>
                    </a14:imgProps>
                  </a:ext>
                </a:extLst>
              </a:blip>
              <a:stretch>
                <a:fillRect/>
              </a:stretch>
            </p:blipFill>
            <p:spPr>
              <a:xfrm>
                <a:off x="7707024" y="1621879"/>
                <a:ext cx="162161" cy="162162"/>
              </a:xfrm>
              <a:prstGeom prst="rect">
                <a:avLst/>
              </a:prstGeom>
            </p:spPr>
          </p:pic>
          <p:pic>
            <p:nvPicPr>
              <p:cNvPr id="71" name="그림 70">
                <a:extLst>
                  <a:ext uri="{FF2B5EF4-FFF2-40B4-BE49-F238E27FC236}">
                    <a16:creationId xmlns:a16="http://schemas.microsoft.com/office/drawing/2014/main" id="{30630161-B3D0-92F2-61A2-FEAF535DA8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66896" y="1802201"/>
                <a:ext cx="4291956" cy="3334801"/>
              </a:xfrm>
              <a:prstGeom prst="rect">
                <a:avLst/>
              </a:prstGeom>
            </p:spPr>
          </p:pic>
          <p:pic>
            <p:nvPicPr>
              <p:cNvPr id="72" name="그림 71">
                <a:extLst>
                  <a:ext uri="{FF2B5EF4-FFF2-40B4-BE49-F238E27FC236}">
                    <a16:creationId xmlns:a16="http://schemas.microsoft.com/office/drawing/2014/main" id="{AE7C0817-9E1E-F39F-E88F-A315E68FBF9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5077324" y="1802170"/>
                <a:ext cx="1536325" cy="4066384"/>
              </a:xfrm>
              <a:prstGeom prst="rect">
                <a:avLst/>
              </a:prstGeom>
            </p:spPr>
          </p:pic>
          <p:pic>
            <p:nvPicPr>
              <p:cNvPr id="73" name="그림 72">
                <a:extLst>
                  <a:ext uri="{FF2B5EF4-FFF2-40B4-BE49-F238E27FC236}">
                    <a16:creationId xmlns:a16="http://schemas.microsoft.com/office/drawing/2014/main" id="{5A443CCC-FAE5-FB8B-C392-32BBB3BAE5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628191" y="4500540"/>
                <a:ext cx="1316850" cy="1377815"/>
              </a:xfrm>
              <a:prstGeom prst="rect">
                <a:avLst/>
              </a:prstGeom>
            </p:spPr>
          </p:pic>
          <p:pic>
            <p:nvPicPr>
              <p:cNvPr id="74" name="그림 73">
                <a:extLst>
                  <a:ext uri="{FF2B5EF4-FFF2-40B4-BE49-F238E27FC236}">
                    <a16:creationId xmlns:a16="http://schemas.microsoft.com/office/drawing/2014/main" id="{23E67F2C-B2A9-EA72-DB1E-636F2083EE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6623925" y="1808894"/>
                <a:ext cx="1329043" cy="2682472"/>
              </a:xfrm>
              <a:prstGeom prst="rect">
                <a:avLst/>
              </a:prstGeom>
            </p:spPr>
          </p:pic>
          <p:pic>
            <p:nvPicPr>
              <p:cNvPr id="75" name="그림 74">
                <a:extLst>
                  <a:ext uri="{FF2B5EF4-FFF2-40B4-BE49-F238E27FC236}">
                    <a16:creationId xmlns:a16="http://schemas.microsoft.com/office/drawing/2014/main" id="{BAD92C35-48A7-3BA0-7D17-6841AA54708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6896" y="5152846"/>
                <a:ext cx="3225064" cy="713294"/>
              </a:xfrm>
              <a:prstGeom prst="rect">
                <a:avLst/>
              </a:prstGeom>
            </p:spPr>
          </p:pic>
          <p:pic>
            <p:nvPicPr>
              <p:cNvPr id="76" name="그림 75">
                <a:extLst>
                  <a:ext uri="{FF2B5EF4-FFF2-40B4-BE49-F238E27FC236}">
                    <a16:creationId xmlns:a16="http://schemas.microsoft.com/office/drawing/2014/main" id="{7FE7CA27-6866-6007-B49A-980AE9F183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4010108" y="5150543"/>
                <a:ext cx="1059225" cy="722765"/>
              </a:xfrm>
              <a:prstGeom prst="rect">
                <a:avLst/>
              </a:prstGeom>
            </p:spPr>
          </p:pic>
          <p:grpSp>
            <p:nvGrpSpPr>
              <p:cNvPr id="77" name="그룹 76">
                <a:extLst>
                  <a:ext uri="{FF2B5EF4-FFF2-40B4-BE49-F238E27FC236}">
                    <a16:creationId xmlns:a16="http://schemas.microsoft.com/office/drawing/2014/main" id="{1CD57306-98A7-98DC-CB22-AD8995D66E55}"/>
                  </a:ext>
                </a:extLst>
              </p:cNvPr>
              <p:cNvGrpSpPr/>
              <p:nvPr/>
            </p:nvGrpSpPr>
            <p:grpSpPr>
              <a:xfrm>
                <a:off x="1986579" y="5232688"/>
                <a:ext cx="4962702" cy="469914"/>
                <a:chOff x="3035660" y="5647049"/>
                <a:chExt cx="4962702" cy="469914"/>
              </a:xfrm>
            </p:grpSpPr>
            <p:grpSp>
              <p:nvGrpSpPr>
                <p:cNvPr id="78" name="그룹 77">
                  <a:extLst>
                    <a:ext uri="{FF2B5EF4-FFF2-40B4-BE49-F238E27FC236}">
                      <a16:creationId xmlns:a16="http://schemas.microsoft.com/office/drawing/2014/main" id="{E55B9221-58ED-BE68-1EB3-194ED0EB9350}"/>
                    </a:ext>
                  </a:extLst>
                </p:cNvPr>
                <p:cNvGrpSpPr/>
                <p:nvPr/>
              </p:nvGrpSpPr>
              <p:grpSpPr>
                <a:xfrm>
                  <a:off x="3035660" y="5647049"/>
                  <a:ext cx="4962702" cy="469914"/>
                  <a:chOff x="1961391" y="5208063"/>
                  <a:chExt cx="4962702" cy="469914"/>
                </a:xfrm>
              </p:grpSpPr>
              <p:sp>
                <p:nvSpPr>
                  <p:cNvPr id="80" name="사각형: 둥근 모서리 79">
                    <a:extLst>
                      <a:ext uri="{FF2B5EF4-FFF2-40B4-BE49-F238E27FC236}">
                        <a16:creationId xmlns:a16="http://schemas.microsoft.com/office/drawing/2014/main" id="{16ACD52B-6B95-3C7F-B1F4-CC51FAD2EDA5}"/>
                      </a:ext>
                    </a:extLst>
                  </p:cNvPr>
                  <p:cNvSpPr/>
                  <p:nvPr/>
                </p:nvSpPr>
                <p:spPr>
                  <a:xfrm>
                    <a:off x="1961391" y="5208063"/>
                    <a:ext cx="4962702" cy="469914"/>
                  </a:xfrm>
                  <a:prstGeom prst="roundRect">
                    <a:avLst/>
                  </a:prstGeom>
                  <a:solidFill>
                    <a:sysClr val="windowText" lastClr="000000"/>
                  </a:solidFill>
                  <a:ln w="12700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tlCol="0" anchor="ctr"/>
                  <a:lstStyle/>
                  <a:p>
                    <a:pPr algn="ctr" latinLnBrk="0"/>
                    <a:endParaRPr lang="ko-KR" altLang="en-US" kern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81" name="그룹 80">
                    <a:extLst>
                      <a:ext uri="{FF2B5EF4-FFF2-40B4-BE49-F238E27FC236}">
                        <a16:creationId xmlns:a16="http://schemas.microsoft.com/office/drawing/2014/main" id="{6B4066CC-B276-1B05-2233-B63361CFEAD4}"/>
                      </a:ext>
                    </a:extLst>
                  </p:cNvPr>
                  <p:cNvGrpSpPr/>
                  <p:nvPr/>
                </p:nvGrpSpPr>
                <p:grpSpPr>
                  <a:xfrm>
                    <a:off x="2054587" y="5282944"/>
                    <a:ext cx="320153" cy="320153"/>
                    <a:chOff x="3446562" y="5826004"/>
                    <a:chExt cx="342329" cy="342329"/>
                  </a:xfrm>
                </p:grpSpPr>
                <p:pic>
                  <p:nvPicPr>
                    <p:cNvPr id="93" name="그래픽 92">
                      <a:extLst>
                        <a:ext uri="{FF2B5EF4-FFF2-40B4-BE49-F238E27FC236}">
                          <a16:creationId xmlns:a16="http://schemas.microsoft.com/office/drawing/2014/main" id="{2069719F-410F-D78D-792C-F6BB84D30C35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7">
                      <a:extLst>
                        <a:ext uri="{96DAC541-7B7A-43D3-8B79-37D633B846F1}">
                          <asvg:svgBlip xmlns:asvg="http://schemas.microsoft.com/office/drawing/2016/SVG/main" r:embed="rId18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446562" y="5826004"/>
                      <a:ext cx="342329" cy="342329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94" name="그래픽 93">
                      <a:extLst>
                        <a:ext uri="{FF2B5EF4-FFF2-40B4-BE49-F238E27FC236}">
                          <a16:creationId xmlns:a16="http://schemas.microsoft.com/office/drawing/2014/main" id="{B497F363-1129-0ABC-5313-086381C691E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5">
                      <a:extLst>
                        <a:ext uri="{96DAC541-7B7A-43D3-8B79-37D633B846F1}">
                          <asvg:svgBlip xmlns:asvg="http://schemas.microsoft.com/office/drawing/2016/SVG/main" r:embed="rId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2524" y="5924778"/>
                      <a:ext cx="158400" cy="158400"/>
                    </a:xfrm>
                    <a:prstGeom prst="rect">
                      <a:avLst/>
                    </a:prstGeom>
                  </p:spPr>
                </p:pic>
              </p:grpSp>
              <p:cxnSp>
                <p:nvCxnSpPr>
                  <p:cNvPr id="82" name="직선 연결선 81">
                    <a:extLst>
                      <a:ext uri="{FF2B5EF4-FFF2-40B4-BE49-F238E27FC236}">
                        <a16:creationId xmlns:a16="http://schemas.microsoft.com/office/drawing/2014/main" id="{CA3B7AD4-61E9-E8AD-DD79-6DAB297B3655}"/>
                      </a:ext>
                    </a:extLst>
                  </p:cNvPr>
                  <p:cNvCxnSpPr/>
                  <p:nvPr/>
                </p:nvCxnSpPr>
                <p:spPr>
                  <a:xfrm>
                    <a:off x="2902006" y="5355125"/>
                    <a:ext cx="0" cy="17815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</p:cxnSp>
              <p:sp>
                <p:nvSpPr>
                  <p:cNvPr id="83" name="사각형: 둥근 모서리 82">
                    <a:extLst>
                      <a:ext uri="{FF2B5EF4-FFF2-40B4-BE49-F238E27FC236}">
                        <a16:creationId xmlns:a16="http://schemas.microsoft.com/office/drawing/2014/main" id="{CA4C7A14-4A0D-0FDF-B5C3-BB8500768ACE}"/>
                      </a:ext>
                    </a:extLst>
                  </p:cNvPr>
                  <p:cNvSpPr/>
                  <p:nvPr/>
                </p:nvSpPr>
                <p:spPr>
                  <a:xfrm>
                    <a:off x="3004117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1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84" name="사각형: 둥근 모서리 83">
                    <a:extLst>
                      <a:ext uri="{FF2B5EF4-FFF2-40B4-BE49-F238E27FC236}">
                        <a16:creationId xmlns:a16="http://schemas.microsoft.com/office/drawing/2014/main" id="{4B1BDA38-02A5-8980-283D-1F8E66E64EC4}"/>
                      </a:ext>
                    </a:extLst>
                  </p:cNvPr>
                  <p:cNvSpPr/>
                  <p:nvPr/>
                </p:nvSpPr>
                <p:spPr>
                  <a:xfrm>
                    <a:off x="3396281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2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85" name="사각형: 둥근 모서리 84">
                    <a:extLst>
                      <a:ext uri="{FF2B5EF4-FFF2-40B4-BE49-F238E27FC236}">
                        <a16:creationId xmlns:a16="http://schemas.microsoft.com/office/drawing/2014/main" id="{8428073B-5D80-8359-2600-4E43955F9383}"/>
                      </a:ext>
                    </a:extLst>
                  </p:cNvPr>
                  <p:cNvSpPr/>
                  <p:nvPr/>
                </p:nvSpPr>
                <p:spPr>
                  <a:xfrm>
                    <a:off x="3788445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3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86" name="사각형: 둥근 모서리 85">
                    <a:extLst>
                      <a:ext uri="{FF2B5EF4-FFF2-40B4-BE49-F238E27FC236}">
                        <a16:creationId xmlns:a16="http://schemas.microsoft.com/office/drawing/2014/main" id="{C18947DE-90F3-831E-A7F4-E039303D23B5}"/>
                      </a:ext>
                    </a:extLst>
                  </p:cNvPr>
                  <p:cNvSpPr/>
                  <p:nvPr/>
                </p:nvSpPr>
                <p:spPr>
                  <a:xfrm>
                    <a:off x="4180609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4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87" name="사각형: 둥근 모서리 86">
                    <a:extLst>
                      <a:ext uri="{FF2B5EF4-FFF2-40B4-BE49-F238E27FC236}">
                        <a16:creationId xmlns:a16="http://schemas.microsoft.com/office/drawing/2014/main" id="{525F0AAB-0F5F-78D5-4219-4EC8481939CA}"/>
                      </a:ext>
                    </a:extLst>
                  </p:cNvPr>
                  <p:cNvSpPr/>
                  <p:nvPr/>
                </p:nvSpPr>
                <p:spPr>
                  <a:xfrm>
                    <a:off x="4572773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5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88" name="사각형: 둥근 모서리 87">
                    <a:extLst>
                      <a:ext uri="{FF2B5EF4-FFF2-40B4-BE49-F238E27FC236}">
                        <a16:creationId xmlns:a16="http://schemas.microsoft.com/office/drawing/2014/main" id="{98A10C8C-DFCF-3387-6E82-3053F1BA8C94}"/>
                      </a:ext>
                    </a:extLst>
                  </p:cNvPr>
                  <p:cNvSpPr/>
                  <p:nvPr/>
                </p:nvSpPr>
                <p:spPr>
                  <a:xfrm>
                    <a:off x="4964937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6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89" name="사각형: 둥근 모서리 88">
                    <a:extLst>
                      <a:ext uri="{FF2B5EF4-FFF2-40B4-BE49-F238E27FC236}">
                        <a16:creationId xmlns:a16="http://schemas.microsoft.com/office/drawing/2014/main" id="{44C3431C-DF77-4C87-69DF-EB30CDBE50B8}"/>
                      </a:ext>
                    </a:extLst>
                  </p:cNvPr>
                  <p:cNvSpPr/>
                  <p:nvPr/>
                </p:nvSpPr>
                <p:spPr>
                  <a:xfrm>
                    <a:off x="5357101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7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90" name="사각형: 둥근 모서리 89">
                    <a:extLst>
                      <a:ext uri="{FF2B5EF4-FFF2-40B4-BE49-F238E27FC236}">
                        <a16:creationId xmlns:a16="http://schemas.microsoft.com/office/drawing/2014/main" id="{48E7DD43-BE62-5888-500B-F91C4C62DAD8}"/>
                      </a:ext>
                    </a:extLst>
                  </p:cNvPr>
                  <p:cNvSpPr/>
                  <p:nvPr/>
                </p:nvSpPr>
                <p:spPr>
                  <a:xfrm>
                    <a:off x="5749265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8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91" name="사각형: 둥근 모서리 90">
                    <a:extLst>
                      <a:ext uri="{FF2B5EF4-FFF2-40B4-BE49-F238E27FC236}">
                        <a16:creationId xmlns:a16="http://schemas.microsoft.com/office/drawing/2014/main" id="{4AC0A431-7096-E670-BEAF-84180CA1E4F5}"/>
                      </a:ext>
                    </a:extLst>
                  </p:cNvPr>
                  <p:cNvSpPr/>
                  <p:nvPr/>
                </p:nvSpPr>
                <p:spPr>
                  <a:xfrm>
                    <a:off x="6141425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9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92" name="사각형: 둥근 모서리 91">
                    <a:extLst>
                      <a:ext uri="{FF2B5EF4-FFF2-40B4-BE49-F238E27FC236}">
                        <a16:creationId xmlns:a16="http://schemas.microsoft.com/office/drawing/2014/main" id="{A300C0A6-87FE-7ACF-FE45-37C5856641FD}"/>
                      </a:ext>
                    </a:extLst>
                  </p:cNvPr>
                  <p:cNvSpPr/>
                  <p:nvPr/>
                </p:nvSpPr>
                <p:spPr>
                  <a:xfrm>
                    <a:off x="6532759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10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</p:grpSp>
            <p:pic>
              <p:nvPicPr>
                <p:cNvPr id="79" name="그림 78">
                  <a:extLst>
                    <a:ext uri="{FF2B5EF4-FFF2-40B4-BE49-F238E27FC236}">
                      <a16:creationId xmlns:a16="http://schemas.microsoft.com/office/drawing/2014/main" id="{A6980AC7-4D60-35E7-F38E-4D87DF2B1F2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>
                  <a:extLst>
                    <a:ext uri="{BEBA8EAE-BF5A-486C-A8C5-ECC9F3942E4B}">
                      <a14:imgProps xmlns:a14="http://schemas.microsoft.com/office/drawing/2010/main">
                        <a14:imgLayer r:embed="rId20">
                          <a14:imgEffect>
                            <a14:saturation sat="0"/>
                          </a14:imgEffect>
                          <a14:imgEffect>
                            <a14:brightnessContrast bright="-20000"/>
                          </a14:imgEffect>
                        </a14:imgLayer>
                      </a14:imgProps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27186" y="5721930"/>
                  <a:ext cx="320153" cy="320153"/>
                </a:xfrm>
                <a:prstGeom prst="rect">
                  <a:avLst/>
                </a:prstGeom>
              </p:spPr>
            </p:pic>
          </p:grpSp>
        </p:grpSp>
        <p:pic>
          <p:nvPicPr>
            <p:cNvPr id="63" name="그림 62">
              <a:extLst>
                <a:ext uri="{FF2B5EF4-FFF2-40B4-BE49-F238E27FC236}">
                  <a16:creationId xmlns:a16="http://schemas.microsoft.com/office/drawing/2014/main" id="{00F30416-108E-4673-C4BF-33E01F10F537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BEBA8EAE-BF5A-486C-A8C5-ECC9F3942E4B}">
                  <a14:imgProps xmlns:a14="http://schemas.microsoft.com/office/drawing/2010/main">
                    <a14:imgLayer r:embed="rId22">
                      <a14:imgEffect>
                        <a14:brightnessContrast bright="-40000" contrast="-4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02198" y="1995913"/>
              <a:ext cx="7187807" cy="4078577"/>
            </a:xfrm>
            <a:prstGeom prst="rect">
              <a:avLst/>
            </a:prstGeom>
          </p:spPr>
        </p:pic>
      </p:grp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C6A547C3-18B3-9741-BA64-D4FC75831210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설정 </a:t>
            </a:r>
            <a:r>
              <a:rPr lang="en-US" altLang="ko-KR" dirty="0"/>
              <a:t>&gt; </a:t>
            </a:r>
            <a:r>
              <a:rPr lang="ko-KR" altLang="en-US" dirty="0"/>
              <a:t>기본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BABB0FB3-F691-F0CD-5CA7-3F4B18D68E5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클라이언트 리모컨 기본 구성 </a:t>
            </a:r>
            <a:r>
              <a:rPr lang="en-US" altLang="ko-KR" dirty="0"/>
              <a:t>&gt; </a:t>
            </a:r>
            <a:r>
              <a:rPr lang="ko-KR" altLang="en-US" dirty="0"/>
              <a:t>설정 </a:t>
            </a:r>
            <a:r>
              <a:rPr lang="en-US" altLang="ko-KR" dirty="0"/>
              <a:t>&gt; </a:t>
            </a:r>
            <a:r>
              <a:rPr lang="ko-KR" altLang="en-US" dirty="0"/>
              <a:t>기본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68D7B49-329C-3D5C-8F1D-D655F40D94B4}"/>
              </a:ext>
            </a:extLst>
          </p:cNvPr>
          <p:cNvGrpSpPr/>
          <p:nvPr/>
        </p:nvGrpSpPr>
        <p:grpSpPr>
          <a:xfrm>
            <a:off x="1793734" y="1730820"/>
            <a:ext cx="5274374" cy="4025036"/>
            <a:chOff x="2118986" y="2104264"/>
            <a:chExt cx="5274374" cy="4025036"/>
          </a:xfrm>
        </p:grpSpPr>
        <p:sp>
          <p:nvSpPr>
            <p:cNvPr id="5" name="사각형: 둥근 모서리 4">
              <a:extLst>
                <a:ext uri="{FF2B5EF4-FFF2-40B4-BE49-F238E27FC236}">
                  <a16:creationId xmlns:a16="http://schemas.microsoft.com/office/drawing/2014/main" id="{20DF0C3E-C213-7C94-6113-9D6AB4A4C8DA}"/>
                </a:ext>
              </a:extLst>
            </p:cNvPr>
            <p:cNvSpPr/>
            <p:nvPr/>
          </p:nvSpPr>
          <p:spPr bwMode="auto">
            <a:xfrm>
              <a:off x="2118986" y="2104264"/>
              <a:ext cx="5274374" cy="402503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tIns="90000" rtlCol="0" anchor="t"/>
            <a:lstStyle/>
            <a:p>
              <a:pPr algn="ctr"/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설정</a:t>
              </a:r>
            </a:p>
          </p:txBody>
        </p: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76BE64CB-641F-2447-6003-48408CCC19C5}"/>
                </a:ext>
              </a:extLst>
            </p:cNvPr>
            <p:cNvCxnSpPr/>
            <p:nvPr/>
          </p:nvCxnSpPr>
          <p:spPr>
            <a:xfrm>
              <a:off x="2118986" y="2420888"/>
              <a:ext cx="5274374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582CF84C-24AF-4D87-E678-138539A51171}"/>
                </a:ext>
              </a:extLst>
            </p:cNvPr>
            <p:cNvCxnSpPr>
              <a:cxnSpLocks/>
            </p:cNvCxnSpPr>
            <p:nvPr/>
          </p:nvCxnSpPr>
          <p:spPr>
            <a:xfrm>
              <a:off x="3071664" y="2420888"/>
              <a:ext cx="0" cy="3708412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B0D35DEF-2808-526A-8E3C-1EF52CFCB779}"/>
              </a:ext>
            </a:extLst>
          </p:cNvPr>
          <p:cNvSpPr txBox="1"/>
          <p:nvPr/>
        </p:nvSpPr>
        <p:spPr>
          <a:xfrm>
            <a:off x="6748262" y="1771471"/>
            <a:ext cx="29848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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DFE666-9840-CD43-9C0A-C66C419E7C55}"/>
              </a:ext>
            </a:extLst>
          </p:cNvPr>
          <p:cNvSpPr txBox="1"/>
          <p:nvPr/>
        </p:nvSpPr>
        <p:spPr>
          <a:xfrm>
            <a:off x="3034444" y="2138034"/>
            <a:ext cx="41549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테마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ACC1AD2-E1FD-2535-69DF-4888FC70313D}"/>
              </a:ext>
            </a:extLst>
          </p:cNvPr>
          <p:cNvSpPr txBox="1"/>
          <p:nvPr/>
        </p:nvSpPr>
        <p:spPr>
          <a:xfrm>
            <a:off x="3304598" y="2376170"/>
            <a:ext cx="6319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다크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모드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4651E06-EA91-784E-DCE8-4030543CC645}"/>
              </a:ext>
            </a:extLst>
          </p:cNvPr>
          <p:cNvSpPr txBox="1"/>
          <p:nvPr/>
        </p:nvSpPr>
        <p:spPr>
          <a:xfrm>
            <a:off x="4788248" y="2370668"/>
            <a:ext cx="7344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라이트 모드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2127DC05-5F5D-DA2B-3080-85DE3DC5A679}"/>
              </a:ext>
            </a:extLst>
          </p:cNvPr>
          <p:cNvCxnSpPr/>
          <p:nvPr/>
        </p:nvCxnSpPr>
        <p:spPr>
          <a:xfrm>
            <a:off x="2890428" y="2731520"/>
            <a:ext cx="3988968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타원 12">
            <a:extLst>
              <a:ext uri="{FF2B5EF4-FFF2-40B4-BE49-F238E27FC236}">
                <a16:creationId xmlns:a16="http://schemas.microsoft.com/office/drawing/2014/main" id="{7DC61649-E450-7015-EA82-DD720EA923DB}"/>
              </a:ext>
            </a:extLst>
          </p:cNvPr>
          <p:cNvSpPr/>
          <p:nvPr/>
        </p:nvSpPr>
        <p:spPr>
          <a:xfrm>
            <a:off x="3237180" y="2436596"/>
            <a:ext cx="97084" cy="97084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EFA22591-7DE6-59AF-24BD-4DE9E3F91937}"/>
              </a:ext>
            </a:extLst>
          </p:cNvPr>
          <p:cNvSpPr/>
          <p:nvPr/>
        </p:nvSpPr>
        <p:spPr>
          <a:xfrm>
            <a:off x="4713773" y="2428415"/>
            <a:ext cx="97084" cy="97084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E4670F3-2E41-620A-06FD-A6635B22C95E}"/>
              </a:ext>
            </a:extLst>
          </p:cNvPr>
          <p:cNvSpPr txBox="1"/>
          <p:nvPr/>
        </p:nvSpPr>
        <p:spPr>
          <a:xfrm>
            <a:off x="3034444" y="2839532"/>
            <a:ext cx="80182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900" b="1">
                <a:latin typeface="맑은 고딕" panose="020B0503020000020004" pitchFamily="50" charset="-127"/>
                <a:ea typeface="맑은 고딕" panose="020B0503020000020004" pitchFamily="50" charset="-127"/>
              </a:rPr>
              <a:t>텍스트 크기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8079AED6-1CF1-639F-ADB4-42F5654961E1}"/>
              </a:ext>
            </a:extLst>
          </p:cNvPr>
          <p:cNvCxnSpPr/>
          <p:nvPr/>
        </p:nvCxnSpPr>
        <p:spPr>
          <a:xfrm>
            <a:off x="2890428" y="3415596"/>
            <a:ext cx="3988968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E79C9507-6F2D-C6B0-2038-89C6A7F874CF}"/>
              </a:ext>
            </a:extLst>
          </p:cNvPr>
          <p:cNvSpPr txBox="1"/>
          <p:nvPr/>
        </p:nvSpPr>
        <p:spPr>
          <a:xfrm>
            <a:off x="3034444" y="3559612"/>
            <a:ext cx="95731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후원 차단 설정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1890BC1-CF0F-6BF9-02CD-E4DCCCD64C9A}"/>
              </a:ext>
            </a:extLst>
          </p:cNvPr>
          <p:cNvSpPr txBox="1"/>
          <p:nvPr/>
        </p:nvSpPr>
        <p:spPr>
          <a:xfrm>
            <a:off x="3034444" y="4525617"/>
            <a:ext cx="41549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언어</a:t>
            </a: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7EA7A6ED-C277-AF31-9EC3-82BB5257DED7}"/>
              </a:ext>
            </a:extLst>
          </p:cNvPr>
          <p:cNvCxnSpPr/>
          <p:nvPr/>
        </p:nvCxnSpPr>
        <p:spPr>
          <a:xfrm>
            <a:off x="2890428" y="4426310"/>
            <a:ext cx="3988968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>
            <a:extLst>
              <a:ext uri="{FF2B5EF4-FFF2-40B4-BE49-F238E27FC236}">
                <a16:creationId xmlns:a16="http://schemas.microsoft.com/office/drawing/2014/main" id="{BF161F03-B1E0-1451-8BA3-DA82B2A5AC5B}"/>
              </a:ext>
            </a:extLst>
          </p:cNvPr>
          <p:cNvSpPr txBox="1"/>
          <p:nvPr/>
        </p:nvSpPr>
        <p:spPr>
          <a:xfrm>
            <a:off x="3311655" y="3039873"/>
            <a:ext cx="43954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100%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60361B99-A35A-C460-05C1-B12BDFDC1B57}"/>
              </a:ext>
            </a:extLst>
          </p:cNvPr>
          <p:cNvSpPr/>
          <p:nvPr/>
        </p:nvSpPr>
        <p:spPr>
          <a:xfrm>
            <a:off x="3237180" y="3097620"/>
            <a:ext cx="97084" cy="97084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14223C1-818D-F0FE-2730-AAD515AEAFD6}"/>
              </a:ext>
            </a:extLst>
          </p:cNvPr>
          <p:cNvSpPr txBox="1"/>
          <p:nvPr/>
        </p:nvSpPr>
        <p:spPr>
          <a:xfrm>
            <a:off x="4788248" y="3039873"/>
            <a:ext cx="43954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125%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792D70E0-833D-00B9-49DF-55F726E63085}"/>
              </a:ext>
            </a:extLst>
          </p:cNvPr>
          <p:cNvSpPr/>
          <p:nvPr/>
        </p:nvSpPr>
        <p:spPr>
          <a:xfrm>
            <a:off x="4713773" y="3097620"/>
            <a:ext cx="97084" cy="97084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9395904-8195-C86E-959E-A79B164F7B2E}"/>
              </a:ext>
            </a:extLst>
          </p:cNvPr>
          <p:cNvSpPr txBox="1"/>
          <p:nvPr/>
        </p:nvSpPr>
        <p:spPr>
          <a:xfrm>
            <a:off x="6339316" y="3039873"/>
            <a:ext cx="43954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150%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3C58C668-C392-B381-6AC8-BF674ADC3482}"/>
              </a:ext>
            </a:extLst>
          </p:cNvPr>
          <p:cNvSpPr/>
          <p:nvPr/>
        </p:nvSpPr>
        <p:spPr>
          <a:xfrm>
            <a:off x="6264841" y="3097620"/>
            <a:ext cx="97084" cy="97084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BE7DFAC2-B54B-9B4F-9E6E-946FE6D51822}"/>
              </a:ext>
            </a:extLst>
          </p:cNvPr>
          <p:cNvSpPr txBox="1"/>
          <p:nvPr/>
        </p:nvSpPr>
        <p:spPr>
          <a:xfrm>
            <a:off x="3149323" y="3812800"/>
            <a:ext cx="87395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차단 버튼 표시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B1C395A-C163-F18A-A640-D5BA80D1E071}"/>
              </a:ext>
            </a:extLst>
          </p:cNvPr>
          <p:cNvSpPr txBox="1"/>
          <p:nvPr/>
        </p:nvSpPr>
        <p:spPr>
          <a:xfrm>
            <a:off x="3149323" y="4046350"/>
            <a:ext cx="263726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800"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r>
              <a:rPr lang="ko-KR" altLang="en-US" dirty="0"/>
              <a:t>후원 차단 시 허용</a:t>
            </a:r>
            <a:r>
              <a:rPr lang="en-US" altLang="ko-KR" dirty="0"/>
              <a:t>/</a:t>
            </a:r>
            <a:r>
              <a:rPr lang="ko-KR" altLang="en-US" dirty="0"/>
              <a:t>거절하지 않은 영상후원 상태 유지</a:t>
            </a: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BC69A83B-A134-CE65-A9A6-A86DA26599DB}"/>
              </a:ext>
            </a:extLst>
          </p:cNvPr>
          <p:cNvGrpSpPr/>
          <p:nvPr/>
        </p:nvGrpSpPr>
        <p:grpSpPr>
          <a:xfrm>
            <a:off x="5823960" y="3851947"/>
            <a:ext cx="263900" cy="137151"/>
            <a:chOff x="2951148" y="2098954"/>
            <a:chExt cx="263900" cy="137151"/>
          </a:xfrm>
        </p:grpSpPr>
        <p:sp>
          <p:nvSpPr>
            <p:cNvPr id="29" name="사각형: 둥근 모서리 28">
              <a:extLst>
                <a:ext uri="{FF2B5EF4-FFF2-40B4-BE49-F238E27FC236}">
                  <a16:creationId xmlns:a16="http://schemas.microsoft.com/office/drawing/2014/main" id="{D2FAF712-5751-1871-F1BA-2A64D2EA05F7}"/>
                </a:ext>
              </a:extLst>
            </p:cNvPr>
            <p:cNvSpPr/>
            <p:nvPr/>
          </p:nvSpPr>
          <p:spPr>
            <a:xfrm>
              <a:off x="2951148" y="2098954"/>
              <a:ext cx="246686" cy="13715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" name="타원 29">
              <a:extLst>
                <a:ext uri="{FF2B5EF4-FFF2-40B4-BE49-F238E27FC236}">
                  <a16:creationId xmlns:a16="http://schemas.microsoft.com/office/drawing/2014/main" id="{F4D6BEC0-DCE9-E0E8-C6F3-60B054663151}"/>
                </a:ext>
              </a:extLst>
            </p:cNvPr>
            <p:cNvSpPr/>
            <p:nvPr/>
          </p:nvSpPr>
          <p:spPr>
            <a:xfrm>
              <a:off x="3077898" y="2098955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C302B384-AF3E-8A6C-43BE-2A26CC1B0007}"/>
              </a:ext>
            </a:extLst>
          </p:cNvPr>
          <p:cNvGrpSpPr/>
          <p:nvPr/>
        </p:nvGrpSpPr>
        <p:grpSpPr>
          <a:xfrm>
            <a:off x="5823960" y="4085497"/>
            <a:ext cx="263900" cy="137151"/>
            <a:chOff x="2951148" y="2098954"/>
            <a:chExt cx="263900" cy="137151"/>
          </a:xfrm>
        </p:grpSpPr>
        <p:sp>
          <p:nvSpPr>
            <p:cNvPr id="32" name="사각형: 둥근 모서리 31">
              <a:extLst>
                <a:ext uri="{FF2B5EF4-FFF2-40B4-BE49-F238E27FC236}">
                  <a16:creationId xmlns:a16="http://schemas.microsoft.com/office/drawing/2014/main" id="{BD63492A-11B6-27F2-0E00-338E12F49CFE}"/>
                </a:ext>
              </a:extLst>
            </p:cNvPr>
            <p:cNvSpPr/>
            <p:nvPr/>
          </p:nvSpPr>
          <p:spPr>
            <a:xfrm>
              <a:off x="2951148" y="2098954"/>
              <a:ext cx="246686" cy="13715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" name="타원 32">
              <a:extLst>
                <a:ext uri="{FF2B5EF4-FFF2-40B4-BE49-F238E27FC236}">
                  <a16:creationId xmlns:a16="http://schemas.microsoft.com/office/drawing/2014/main" id="{A47ED25F-6553-5175-1551-DCF86AE76602}"/>
                </a:ext>
              </a:extLst>
            </p:cNvPr>
            <p:cNvSpPr/>
            <p:nvPr/>
          </p:nvSpPr>
          <p:spPr>
            <a:xfrm>
              <a:off x="3077898" y="2098955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6F980CCC-C15E-23C2-69D2-DCF7F6C2275F}"/>
              </a:ext>
            </a:extLst>
          </p:cNvPr>
          <p:cNvCxnSpPr/>
          <p:nvPr/>
        </p:nvCxnSpPr>
        <p:spPr>
          <a:xfrm>
            <a:off x="2890428" y="5115196"/>
            <a:ext cx="3988968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025A142F-AC33-C27E-06D7-1C469474ECC9}"/>
              </a:ext>
            </a:extLst>
          </p:cNvPr>
          <p:cNvSpPr txBox="1"/>
          <p:nvPr/>
        </p:nvSpPr>
        <p:spPr>
          <a:xfrm>
            <a:off x="6182960" y="5431820"/>
            <a:ext cx="59503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b="1" u="sng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로그아웃</a:t>
            </a: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80F70205-02C6-B709-27BF-96D2A35F85E9}"/>
              </a:ext>
            </a:extLst>
          </p:cNvPr>
          <p:cNvSpPr/>
          <p:nvPr/>
        </p:nvSpPr>
        <p:spPr>
          <a:xfrm>
            <a:off x="4737585" y="2451156"/>
            <a:ext cx="54221" cy="54221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3FBF5368-DD66-C51D-A315-D92AFDC8612A}"/>
              </a:ext>
            </a:extLst>
          </p:cNvPr>
          <p:cNvSpPr/>
          <p:nvPr/>
        </p:nvSpPr>
        <p:spPr>
          <a:xfrm>
            <a:off x="3258956" y="3120023"/>
            <a:ext cx="54221" cy="54221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2658796F-86FF-20D0-DC9F-99A6233D3683}"/>
              </a:ext>
            </a:extLst>
          </p:cNvPr>
          <p:cNvSpPr/>
          <p:nvPr/>
        </p:nvSpPr>
        <p:spPr>
          <a:xfrm>
            <a:off x="1841359" y="2147559"/>
            <a:ext cx="862339" cy="219129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AFAE3B17-508D-1DB9-407B-B4B10D028C69}"/>
              </a:ext>
            </a:extLst>
          </p:cNvPr>
          <p:cNvSpPr txBox="1"/>
          <p:nvPr/>
        </p:nvSpPr>
        <p:spPr>
          <a:xfrm>
            <a:off x="2175284" y="2138034"/>
            <a:ext cx="41549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900" b="1">
                <a:solidFill>
                  <a:schemeClr val="bg1">
                    <a:lumMod val="9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기본</a:t>
            </a:r>
            <a:endParaRPr lang="ko-KR" altLang="en-US" sz="900" b="1" dirty="0">
              <a:solidFill>
                <a:schemeClr val="bg1">
                  <a:lumMod val="9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5AD8E46E-C0A0-C9BC-E10C-A86A3DD2A109}"/>
              </a:ext>
            </a:extLst>
          </p:cNvPr>
          <p:cNvSpPr txBox="1"/>
          <p:nvPr/>
        </p:nvSpPr>
        <p:spPr>
          <a:xfrm>
            <a:off x="2059867" y="2480072"/>
            <a:ext cx="53091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단축키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AC8479AF-98D3-35A5-E2C2-18052040BD5F}"/>
              </a:ext>
            </a:extLst>
          </p:cNvPr>
          <p:cNvSpPr txBox="1"/>
          <p:nvPr/>
        </p:nvSpPr>
        <p:spPr>
          <a:xfrm>
            <a:off x="2175285" y="2822110"/>
            <a:ext cx="41549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정보</a:t>
            </a:r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82B77B5B-EC9C-C8DA-861A-261F40323AC2}"/>
              </a:ext>
            </a:extLst>
          </p:cNvPr>
          <p:cNvGrpSpPr/>
          <p:nvPr/>
        </p:nvGrpSpPr>
        <p:grpSpPr>
          <a:xfrm>
            <a:off x="3206510" y="4734537"/>
            <a:ext cx="1183055" cy="622382"/>
            <a:chOff x="3519954" y="4970340"/>
            <a:chExt cx="1183055" cy="622382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B8A6A09B-0F62-612B-6FB8-81F18FA17A84}"/>
                </a:ext>
              </a:extLst>
            </p:cNvPr>
            <p:cNvSpPr txBox="1"/>
            <p:nvPr/>
          </p:nvSpPr>
          <p:spPr>
            <a:xfrm>
              <a:off x="3519954" y="4970340"/>
              <a:ext cx="1183055" cy="215444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txBody>
            <a:bodyPr wrap="square" rtlCol="0">
              <a:spAutoFit/>
            </a:bodyPr>
            <a:lstStyle/>
            <a:p>
              <a:pPr algn="l"/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한국어                ▼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D98CD06B-6CA6-6899-8FDF-B8DD12DF2CC0}"/>
                </a:ext>
              </a:extLst>
            </p:cNvPr>
            <p:cNvSpPr txBox="1"/>
            <p:nvPr/>
          </p:nvSpPr>
          <p:spPr>
            <a:xfrm>
              <a:off x="3519954" y="5219478"/>
              <a:ext cx="1183055" cy="3732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txBody>
            <a:bodyPr wrap="square" rtlCol="0">
              <a:spAutoFit/>
            </a:bodyPr>
            <a:lstStyle/>
            <a:p>
              <a:pPr algn="l">
                <a:lnSpc>
                  <a:spcPct val="120000"/>
                </a:lnSpc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한국어               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l">
                <a:lnSpc>
                  <a:spcPct val="120000"/>
                </a:lnSpc>
              </a:pP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English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45" name="타원 44">
            <a:extLst>
              <a:ext uri="{FF2B5EF4-FFF2-40B4-BE49-F238E27FC236}">
                <a16:creationId xmlns:a16="http://schemas.microsoft.com/office/drawing/2014/main" id="{66202FE4-33C4-24B1-7291-700F9AE4E127}"/>
              </a:ext>
            </a:extLst>
          </p:cNvPr>
          <p:cNvSpPr/>
          <p:nvPr/>
        </p:nvSpPr>
        <p:spPr>
          <a:xfrm>
            <a:off x="3034445" y="3836181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46" name="연결선: 꺾임 45">
            <a:extLst>
              <a:ext uri="{FF2B5EF4-FFF2-40B4-BE49-F238E27FC236}">
                <a16:creationId xmlns:a16="http://schemas.microsoft.com/office/drawing/2014/main" id="{1423394F-EE09-217F-CDE2-E6F8A7665D5F}"/>
              </a:ext>
            </a:extLst>
          </p:cNvPr>
          <p:cNvCxnSpPr>
            <a:cxnSpLocks/>
            <a:stCxn id="30" idx="6"/>
            <a:endCxn id="33" idx="6"/>
          </p:cNvCxnSpPr>
          <p:nvPr/>
        </p:nvCxnSpPr>
        <p:spPr>
          <a:xfrm>
            <a:off x="6087860" y="3920523"/>
            <a:ext cx="12700" cy="233550"/>
          </a:xfrm>
          <a:prstGeom prst="bentConnector3">
            <a:avLst>
              <a:gd name="adj1" fmla="val 1800000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타원 46">
            <a:extLst>
              <a:ext uri="{FF2B5EF4-FFF2-40B4-BE49-F238E27FC236}">
                <a16:creationId xmlns:a16="http://schemas.microsoft.com/office/drawing/2014/main" id="{AD5F4CDA-BA56-B6BB-538D-1C132E597C68}"/>
              </a:ext>
            </a:extLst>
          </p:cNvPr>
          <p:cNvSpPr/>
          <p:nvPr/>
        </p:nvSpPr>
        <p:spPr>
          <a:xfrm>
            <a:off x="3034444" y="4098670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480E5F0D-4016-5E02-D9B0-3E346F3D7DAB}"/>
              </a:ext>
            </a:extLst>
          </p:cNvPr>
          <p:cNvGrpSpPr/>
          <p:nvPr/>
        </p:nvGrpSpPr>
        <p:grpSpPr>
          <a:xfrm>
            <a:off x="7221165" y="4597320"/>
            <a:ext cx="2239306" cy="1145954"/>
            <a:chOff x="3789910" y="4844732"/>
            <a:chExt cx="2239306" cy="1145954"/>
          </a:xfrm>
        </p:grpSpPr>
        <p:sp>
          <p:nvSpPr>
            <p:cNvPr id="49" name="사각형: 둥근 모서리 48">
              <a:extLst>
                <a:ext uri="{FF2B5EF4-FFF2-40B4-BE49-F238E27FC236}">
                  <a16:creationId xmlns:a16="http://schemas.microsoft.com/office/drawing/2014/main" id="{9C267CC5-2252-73C3-4D30-0E916D7FE9A9}"/>
                </a:ext>
              </a:extLst>
            </p:cNvPr>
            <p:cNvSpPr/>
            <p:nvPr/>
          </p:nvSpPr>
          <p:spPr bwMode="auto">
            <a:xfrm>
              <a:off x="3811372" y="4844732"/>
              <a:ext cx="2156988" cy="114595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tIns="72000" rtlCol="0" anchor="t"/>
            <a:lstStyle/>
            <a:p>
              <a:endPara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0" name="Button">
              <a:extLst>
                <a:ext uri="{FF2B5EF4-FFF2-40B4-BE49-F238E27FC236}">
                  <a16:creationId xmlns:a16="http://schemas.microsoft.com/office/drawing/2014/main" id="{FDBB86CD-555E-4BA2-9DC4-33D7930DF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492" y="5606210"/>
              <a:ext cx="657124" cy="230676"/>
            </a:xfrm>
            <a:prstGeom prst="roundRect">
              <a:avLst>
                <a:gd name="adj" fmla="val 15416"/>
              </a:avLst>
            </a:prstGeom>
            <a:solidFill>
              <a:schemeClr val="tx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rIns="36000"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확인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36F056CB-95DC-A6C2-B464-B42E476F1278}"/>
                </a:ext>
              </a:extLst>
            </p:cNvPr>
            <p:cNvSpPr txBox="1"/>
            <p:nvPr/>
          </p:nvSpPr>
          <p:spPr>
            <a:xfrm>
              <a:off x="5730736" y="4855933"/>
              <a:ext cx="29848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  <a:sym typeface="Wingdings 2" panose="05020102010507070707" pitchFamily="18" charset="2"/>
                </a:rPr>
                <a:t></a:t>
              </a:r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9178C025-FF32-0097-4BD5-ECFE5D97AF9F}"/>
                </a:ext>
              </a:extLst>
            </p:cNvPr>
            <p:cNvSpPr txBox="1"/>
            <p:nvPr/>
          </p:nvSpPr>
          <p:spPr>
            <a:xfrm>
              <a:off x="3789910" y="5152086"/>
              <a:ext cx="2192758" cy="24622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로그아웃 하시겠습니까</a:t>
              </a:r>
              <a:r>
                <a:rPr kumimoji="1" lang="en-US" altLang="ko-KR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?</a:t>
              </a:r>
            </a:p>
          </p:txBody>
        </p:sp>
        <p:sp>
          <p:nvSpPr>
            <p:cNvPr id="53" name="Button">
              <a:extLst>
                <a:ext uri="{FF2B5EF4-FFF2-40B4-BE49-F238E27FC236}">
                  <a16:creationId xmlns:a16="http://schemas.microsoft.com/office/drawing/2014/main" id="{620F8A5F-510D-C17B-750C-E7C51917D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519" y="5606210"/>
              <a:ext cx="657124" cy="230676"/>
            </a:xfrm>
            <a:prstGeom prst="roundRect">
              <a:avLst>
                <a:gd name="adj" fmla="val 15416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rIns="36000"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취소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cxnSp>
        <p:nvCxnSpPr>
          <p:cNvPr id="54" name="연결선: 꺾임 53">
            <a:extLst>
              <a:ext uri="{FF2B5EF4-FFF2-40B4-BE49-F238E27FC236}">
                <a16:creationId xmlns:a16="http://schemas.microsoft.com/office/drawing/2014/main" id="{C2A5A574-EB90-844E-F5C1-460DE996017D}"/>
              </a:ext>
            </a:extLst>
          </p:cNvPr>
          <p:cNvCxnSpPr>
            <a:cxnSpLocks/>
            <a:stCxn id="35" idx="0"/>
            <a:endCxn id="52" idx="1"/>
          </p:cNvCxnSpPr>
          <p:nvPr/>
        </p:nvCxnSpPr>
        <p:spPr>
          <a:xfrm rot="5400000" flipH="1" flipV="1">
            <a:off x="6648804" y="4859460"/>
            <a:ext cx="404035" cy="740687"/>
          </a:xfrm>
          <a:prstGeom prst="bentConnector2">
            <a:avLst/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8" name="Group 323">
            <a:extLst>
              <a:ext uri="{FF2B5EF4-FFF2-40B4-BE49-F238E27FC236}">
                <a16:creationId xmlns:a16="http://schemas.microsoft.com/office/drawing/2014/main" id="{271F415B-25F3-0203-9630-5DAAF2F7B1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5692180"/>
              </p:ext>
            </p:extLst>
          </p:nvPr>
        </p:nvGraphicFramePr>
        <p:xfrm>
          <a:off x="9625013" y="575703"/>
          <a:ext cx="2519969" cy="2225040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모달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창 오픈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차단 버튼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차단 버튼 표시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on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 경우에만 하단 ③항목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dirty="0"/>
                        <a:t>후원 차단 시 허용</a:t>
                      </a:r>
                      <a:r>
                        <a:rPr lang="en-US" altLang="ko-KR" sz="800" dirty="0"/>
                        <a:t>/</a:t>
                      </a:r>
                      <a:r>
                        <a:rPr lang="ko-KR" altLang="en-US" sz="800" dirty="0"/>
                        <a:t>거절하지 않은 영상후원 상태 유지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리스트에서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버튼에 대한 노출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비노출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설정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9295457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영상 자동 재생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off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 설정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&gt;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영상 후원 받아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중인 후원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에 영상 후원 노출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&gt;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리스트에서 해당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도네이터를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차단 할 경우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On : 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중인 후원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창에 그 상태로 유지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Off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자동으로 거절된 상태가 되며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중인 후원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창에는 노출되지 않고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 영상 후원은 리스트에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6802520"/>
                  </a:ext>
                </a:extLst>
              </a:tr>
            </a:tbl>
          </a:graphicData>
        </a:graphic>
      </p:graphicFrame>
      <p:cxnSp>
        <p:nvCxnSpPr>
          <p:cNvPr id="59" name="연결선: 꺾임 58">
            <a:extLst>
              <a:ext uri="{FF2B5EF4-FFF2-40B4-BE49-F238E27FC236}">
                <a16:creationId xmlns:a16="http://schemas.microsoft.com/office/drawing/2014/main" id="{328706EC-A70E-07F8-59E4-B02E7FDAD692}"/>
              </a:ext>
            </a:extLst>
          </p:cNvPr>
          <p:cNvCxnSpPr>
            <a:cxnSpLocks/>
            <a:stCxn id="69" idx="0"/>
            <a:endCxn id="5" idx="0"/>
          </p:cNvCxnSpPr>
          <p:nvPr/>
        </p:nvCxnSpPr>
        <p:spPr>
          <a:xfrm rot="16200000" flipH="1" flipV="1">
            <a:off x="6205899" y="-243200"/>
            <a:ext cx="199042" cy="3748998"/>
          </a:xfrm>
          <a:prstGeom prst="bentConnector3">
            <a:avLst>
              <a:gd name="adj1" fmla="val -169433"/>
            </a:avLst>
          </a:prstGeom>
          <a:ln>
            <a:solidFill>
              <a:srgbClr val="FF0000"/>
            </a:solidFill>
            <a:prstDash val="solid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타원 59">
            <a:extLst>
              <a:ext uri="{FF2B5EF4-FFF2-40B4-BE49-F238E27FC236}">
                <a16:creationId xmlns:a16="http://schemas.microsoft.com/office/drawing/2014/main" id="{1827D445-174D-6D9C-29BD-813D1206B909}"/>
              </a:ext>
            </a:extLst>
          </p:cNvPr>
          <p:cNvSpPr/>
          <p:nvPr/>
        </p:nvSpPr>
        <p:spPr>
          <a:xfrm>
            <a:off x="8274388" y="1297287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7050343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" name="그룹 74">
            <a:extLst>
              <a:ext uri="{FF2B5EF4-FFF2-40B4-BE49-F238E27FC236}">
                <a16:creationId xmlns:a16="http://schemas.microsoft.com/office/drawing/2014/main" id="{95F3B90C-90B1-28CA-7022-98C111751747}"/>
              </a:ext>
            </a:extLst>
          </p:cNvPr>
          <p:cNvGrpSpPr/>
          <p:nvPr/>
        </p:nvGrpSpPr>
        <p:grpSpPr>
          <a:xfrm>
            <a:off x="912680" y="1314885"/>
            <a:ext cx="7433067" cy="4521304"/>
            <a:chOff x="572400" y="1595109"/>
            <a:chExt cx="7433067" cy="4521304"/>
          </a:xfrm>
        </p:grpSpPr>
        <p:grpSp>
          <p:nvGrpSpPr>
            <p:cNvPr id="76" name="그룹 75">
              <a:extLst>
                <a:ext uri="{FF2B5EF4-FFF2-40B4-BE49-F238E27FC236}">
                  <a16:creationId xmlns:a16="http://schemas.microsoft.com/office/drawing/2014/main" id="{2E708D7B-C91A-4D81-BB63-E8D5206C820A}"/>
                </a:ext>
              </a:extLst>
            </p:cNvPr>
            <p:cNvGrpSpPr/>
            <p:nvPr/>
          </p:nvGrpSpPr>
          <p:grpSpPr>
            <a:xfrm>
              <a:off x="572400" y="1595109"/>
              <a:ext cx="7433067" cy="4521304"/>
              <a:chOff x="726309" y="1404986"/>
              <a:chExt cx="7433067" cy="4521304"/>
            </a:xfrm>
          </p:grpSpPr>
          <p:grpSp>
            <p:nvGrpSpPr>
              <p:cNvPr id="78" name="그룹 77">
                <a:extLst>
                  <a:ext uri="{FF2B5EF4-FFF2-40B4-BE49-F238E27FC236}">
                    <a16:creationId xmlns:a16="http://schemas.microsoft.com/office/drawing/2014/main" id="{EB637351-AB28-7752-0532-7B258F9D2472}"/>
                  </a:ext>
                </a:extLst>
              </p:cNvPr>
              <p:cNvGrpSpPr/>
              <p:nvPr/>
            </p:nvGrpSpPr>
            <p:grpSpPr>
              <a:xfrm>
                <a:off x="726309" y="1404986"/>
                <a:ext cx="7433067" cy="4521304"/>
                <a:chOff x="1658793" y="1772816"/>
                <a:chExt cx="7433067" cy="4521304"/>
              </a:xfrm>
            </p:grpSpPr>
            <p:sp>
              <p:nvSpPr>
                <p:cNvPr id="114" name="Google Shape;1197;p27">
                  <a:extLst>
                    <a:ext uri="{FF2B5EF4-FFF2-40B4-BE49-F238E27FC236}">
                      <a16:creationId xmlns:a16="http://schemas.microsoft.com/office/drawing/2014/main" id="{370C8E76-E038-C053-A7E4-2DE8951F5B29}"/>
                    </a:ext>
                  </a:extLst>
                </p:cNvPr>
                <p:cNvSpPr/>
                <p:nvPr/>
              </p:nvSpPr>
              <p:spPr>
                <a:xfrm>
                  <a:off x="1658793" y="1772816"/>
                  <a:ext cx="7433067" cy="4521304"/>
                </a:xfrm>
                <a:prstGeom prst="roundRect">
                  <a:avLst>
                    <a:gd name="adj" fmla="val 580"/>
                  </a:avLst>
                </a:prstGeom>
                <a:solidFill>
                  <a:srgbClr val="7F7F7F"/>
                </a:solidFill>
                <a:ln w="9525" cap="flat" cmpd="sng">
                  <a:solidFill>
                    <a:srgbClr val="33333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61650" tIns="24650" rIns="61650" bIns="24650" anchor="t" anchorCtr="0">
                  <a:noAutofit/>
                </a:bodyPr>
                <a:lstStyle/>
                <a:p>
                  <a:pPr>
                    <a:spcBef>
                      <a:spcPts val="0"/>
                    </a:spcBef>
                    <a:spcAft>
                      <a:spcPts val="0"/>
                    </a:spcAft>
                  </a:pPr>
                  <a:endParaRPr sz="856" b="1" dirty="0">
                    <a:solidFill>
                      <a:prstClr val="white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115" name="Google Shape;1199;p27">
                  <a:extLst>
                    <a:ext uri="{FF2B5EF4-FFF2-40B4-BE49-F238E27FC236}">
                      <a16:creationId xmlns:a16="http://schemas.microsoft.com/office/drawing/2014/main" id="{8E1E6E62-AD39-DA20-907A-8B8AF0690333}"/>
                    </a:ext>
                  </a:extLst>
                </p:cNvPr>
                <p:cNvGrpSpPr/>
                <p:nvPr/>
              </p:nvGrpSpPr>
              <p:grpSpPr>
                <a:xfrm>
                  <a:off x="8564998" y="1831918"/>
                  <a:ext cx="442113" cy="87537"/>
                  <a:chOff x="8040633" y="187272"/>
                  <a:chExt cx="890272" cy="181679"/>
                </a:xfrm>
              </p:grpSpPr>
              <p:sp>
                <p:nvSpPr>
                  <p:cNvPr id="119" name="Google Shape;1200;p27">
                    <a:extLst>
                      <a:ext uri="{FF2B5EF4-FFF2-40B4-BE49-F238E27FC236}">
                        <a16:creationId xmlns:a16="http://schemas.microsoft.com/office/drawing/2014/main" id="{37530B93-F0F1-36EB-5AF2-CE261D0B7D25}"/>
                      </a:ext>
                    </a:extLst>
                  </p:cNvPr>
                  <p:cNvSpPr/>
                  <p:nvPr/>
                </p:nvSpPr>
                <p:spPr>
                  <a:xfrm>
                    <a:off x="8753828" y="191300"/>
                    <a:ext cx="177077" cy="1776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6" h="241" extrusionOk="0">
                        <a:moveTo>
                          <a:pt x="12" y="15"/>
                        </a:moveTo>
                        <a:cubicBezTo>
                          <a:pt x="0" y="26"/>
                          <a:pt x="0" y="45"/>
                          <a:pt x="12" y="56"/>
                        </a:cubicBezTo>
                        <a:lnTo>
                          <a:pt x="80" y="122"/>
                        </a:lnTo>
                        <a:lnTo>
                          <a:pt x="12" y="188"/>
                        </a:lnTo>
                        <a:cubicBezTo>
                          <a:pt x="0" y="199"/>
                          <a:pt x="0" y="218"/>
                          <a:pt x="12" y="229"/>
                        </a:cubicBezTo>
                        <a:cubicBezTo>
                          <a:pt x="24" y="241"/>
                          <a:pt x="44" y="241"/>
                          <a:pt x="56" y="229"/>
                        </a:cubicBezTo>
                        <a:lnTo>
                          <a:pt x="123" y="165"/>
                        </a:lnTo>
                        <a:lnTo>
                          <a:pt x="190" y="229"/>
                        </a:lnTo>
                        <a:cubicBezTo>
                          <a:pt x="202" y="241"/>
                          <a:pt x="222" y="241"/>
                          <a:pt x="234" y="229"/>
                        </a:cubicBezTo>
                        <a:cubicBezTo>
                          <a:pt x="246" y="218"/>
                          <a:pt x="246" y="199"/>
                          <a:pt x="234" y="188"/>
                        </a:cubicBezTo>
                        <a:lnTo>
                          <a:pt x="167" y="122"/>
                        </a:lnTo>
                        <a:lnTo>
                          <a:pt x="234" y="56"/>
                        </a:lnTo>
                        <a:cubicBezTo>
                          <a:pt x="246" y="45"/>
                          <a:pt x="246" y="26"/>
                          <a:pt x="234" y="15"/>
                        </a:cubicBezTo>
                        <a:cubicBezTo>
                          <a:pt x="222" y="3"/>
                          <a:pt x="202" y="3"/>
                          <a:pt x="190" y="15"/>
                        </a:cubicBezTo>
                        <a:lnTo>
                          <a:pt x="123" y="79"/>
                        </a:lnTo>
                        <a:lnTo>
                          <a:pt x="56" y="15"/>
                        </a:lnTo>
                        <a:cubicBezTo>
                          <a:pt x="41" y="0"/>
                          <a:pt x="26" y="3"/>
                          <a:pt x="12" y="15"/>
                        </a:cubicBezTo>
                        <a:close/>
                      </a:path>
                    </a:pathLst>
                  </a:custGeom>
                  <a:solidFill>
                    <a:sysClr val="window" lastClr="FFFFFF"/>
                  </a:solidFill>
                  <a:ln w="9525" cap="flat" cmpd="sng">
                    <a:solidFill>
                      <a:srgbClr val="33333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78300" tIns="39150" rIns="78300" bIns="39150" anchor="t" anchorCtr="0">
                    <a:noAutofit/>
                  </a:bodyPr>
                  <a:lstStyle/>
                  <a:p>
                    <a:pPr fontAlgn="auto" latinLnBrk="0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sz="771" kern="0">
                      <a:solidFill>
                        <a:srgbClr val="262626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20" name="Google Shape;1201;p27">
                    <a:extLst>
                      <a:ext uri="{FF2B5EF4-FFF2-40B4-BE49-F238E27FC236}">
                        <a16:creationId xmlns:a16="http://schemas.microsoft.com/office/drawing/2014/main" id="{8E3EE794-FA46-C269-1917-FDD402D4AD08}"/>
                      </a:ext>
                    </a:extLst>
                  </p:cNvPr>
                  <p:cNvSpPr/>
                  <p:nvPr/>
                </p:nvSpPr>
                <p:spPr>
                  <a:xfrm>
                    <a:off x="8403131" y="187272"/>
                    <a:ext cx="179950" cy="1816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0" h="246" extrusionOk="0">
                        <a:moveTo>
                          <a:pt x="154" y="0"/>
                        </a:moveTo>
                        <a:cubicBezTo>
                          <a:pt x="131" y="0"/>
                          <a:pt x="108" y="1"/>
                          <a:pt x="86" y="1"/>
                        </a:cubicBezTo>
                        <a:cubicBezTo>
                          <a:pt x="70" y="1"/>
                          <a:pt x="57" y="13"/>
                          <a:pt x="57" y="28"/>
                        </a:cubicBezTo>
                        <a:lnTo>
                          <a:pt x="57" y="59"/>
                        </a:lnTo>
                        <a:cubicBezTo>
                          <a:pt x="48" y="59"/>
                          <a:pt x="38" y="59"/>
                          <a:pt x="28" y="59"/>
                        </a:cubicBezTo>
                        <a:cubicBezTo>
                          <a:pt x="13" y="59"/>
                          <a:pt x="0" y="71"/>
                          <a:pt x="0" y="86"/>
                        </a:cubicBezTo>
                        <a:lnTo>
                          <a:pt x="0" y="218"/>
                        </a:lnTo>
                        <a:cubicBezTo>
                          <a:pt x="0" y="233"/>
                          <a:pt x="13" y="246"/>
                          <a:pt x="28" y="246"/>
                        </a:cubicBezTo>
                        <a:lnTo>
                          <a:pt x="165" y="246"/>
                        </a:lnTo>
                        <a:cubicBezTo>
                          <a:pt x="183" y="246"/>
                          <a:pt x="193" y="231"/>
                          <a:pt x="193" y="218"/>
                        </a:cubicBezTo>
                        <a:lnTo>
                          <a:pt x="193" y="188"/>
                        </a:lnTo>
                        <a:lnTo>
                          <a:pt x="222" y="188"/>
                        </a:lnTo>
                        <a:cubicBezTo>
                          <a:pt x="240" y="188"/>
                          <a:pt x="250" y="173"/>
                          <a:pt x="250" y="160"/>
                        </a:cubicBezTo>
                        <a:lnTo>
                          <a:pt x="250" y="27"/>
                        </a:lnTo>
                        <a:cubicBezTo>
                          <a:pt x="250" y="9"/>
                          <a:pt x="237" y="0"/>
                          <a:pt x="222" y="0"/>
                        </a:cubicBezTo>
                        <a:cubicBezTo>
                          <a:pt x="199" y="0"/>
                          <a:pt x="177" y="0"/>
                          <a:pt x="154" y="0"/>
                        </a:cubicBezTo>
                        <a:close/>
                        <a:moveTo>
                          <a:pt x="109" y="52"/>
                        </a:moveTo>
                        <a:lnTo>
                          <a:pt x="198" y="52"/>
                        </a:lnTo>
                        <a:lnTo>
                          <a:pt x="198" y="138"/>
                        </a:lnTo>
                        <a:lnTo>
                          <a:pt x="193" y="138"/>
                        </a:lnTo>
                        <a:lnTo>
                          <a:pt x="193" y="85"/>
                        </a:lnTo>
                        <a:cubicBezTo>
                          <a:pt x="193" y="67"/>
                          <a:pt x="180" y="58"/>
                          <a:pt x="165" y="58"/>
                        </a:cubicBezTo>
                        <a:cubicBezTo>
                          <a:pt x="146" y="58"/>
                          <a:pt x="128" y="58"/>
                          <a:pt x="109" y="58"/>
                        </a:cubicBezTo>
                        <a:lnTo>
                          <a:pt x="109" y="52"/>
                        </a:lnTo>
                        <a:close/>
                        <a:moveTo>
                          <a:pt x="53" y="110"/>
                        </a:moveTo>
                        <a:lnTo>
                          <a:pt x="141" y="110"/>
                        </a:lnTo>
                        <a:lnTo>
                          <a:pt x="141" y="196"/>
                        </a:lnTo>
                        <a:lnTo>
                          <a:pt x="53" y="196"/>
                        </a:lnTo>
                        <a:lnTo>
                          <a:pt x="53" y="110"/>
                        </a:lnTo>
                        <a:close/>
                      </a:path>
                    </a:pathLst>
                  </a:custGeom>
                  <a:solidFill>
                    <a:sysClr val="window" lastClr="FFFFFF"/>
                  </a:solidFill>
                  <a:ln w="9525" cap="flat" cmpd="sng">
                    <a:solidFill>
                      <a:srgbClr val="33333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78300" tIns="39150" rIns="78300" bIns="39150" anchor="t" anchorCtr="0">
                    <a:noAutofit/>
                  </a:bodyPr>
                  <a:lstStyle/>
                  <a:p>
                    <a:pPr fontAlgn="auto" latinLnBrk="0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sz="771" kern="0">
                      <a:solidFill>
                        <a:srgbClr val="262626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21" name="Google Shape;1202;p27">
                    <a:extLst>
                      <a:ext uri="{FF2B5EF4-FFF2-40B4-BE49-F238E27FC236}">
                        <a16:creationId xmlns:a16="http://schemas.microsoft.com/office/drawing/2014/main" id="{D6FCC9A2-5713-37F9-3678-E4136F488B44}"/>
                      </a:ext>
                    </a:extLst>
                  </p:cNvPr>
                  <p:cNvSpPr/>
                  <p:nvPr/>
                </p:nvSpPr>
                <p:spPr>
                  <a:xfrm>
                    <a:off x="8040633" y="325833"/>
                    <a:ext cx="169606" cy="431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6" h="59" extrusionOk="0">
                        <a:moveTo>
                          <a:pt x="32" y="0"/>
                        </a:moveTo>
                        <a:cubicBezTo>
                          <a:pt x="15" y="0"/>
                          <a:pt x="0" y="13"/>
                          <a:pt x="0" y="30"/>
                        </a:cubicBezTo>
                        <a:cubicBezTo>
                          <a:pt x="0" y="46"/>
                          <a:pt x="15" y="59"/>
                          <a:pt x="32" y="59"/>
                        </a:cubicBezTo>
                        <a:lnTo>
                          <a:pt x="205" y="59"/>
                        </a:lnTo>
                        <a:cubicBezTo>
                          <a:pt x="222" y="59"/>
                          <a:pt x="236" y="46"/>
                          <a:pt x="236" y="30"/>
                        </a:cubicBezTo>
                        <a:cubicBezTo>
                          <a:pt x="236" y="13"/>
                          <a:pt x="222" y="0"/>
                          <a:pt x="205" y="0"/>
                        </a:cubicBezTo>
                        <a:lnTo>
                          <a:pt x="32" y="0"/>
                        </a:lnTo>
                        <a:close/>
                      </a:path>
                    </a:pathLst>
                  </a:custGeom>
                  <a:solidFill>
                    <a:sysClr val="window" lastClr="FFFFFF"/>
                  </a:solidFill>
                  <a:ln w="9525" cap="flat" cmpd="sng">
                    <a:solidFill>
                      <a:srgbClr val="33333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78300" tIns="39150" rIns="78300" bIns="39150" anchor="t" anchorCtr="0">
                    <a:noAutofit/>
                  </a:bodyPr>
                  <a:lstStyle/>
                  <a:p>
                    <a:pPr fontAlgn="auto" latinLnBrk="0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sz="771" kern="0">
                      <a:solidFill>
                        <a:srgbClr val="262626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116" name="그룹 115">
                  <a:extLst>
                    <a:ext uri="{FF2B5EF4-FFF2-40B4-BE49-F238E27FC236}">
                      <a16:creationId xmlns:a16="http://schemas.microsoft.com/office/drawing/2014/main" id="{61859C04-7472-C743-372B-02E48821FC37}"/>
                    </a:ext>
                  </a:extLst>
                </p:cNvPr>
                <p:cNvGrpSpPr/>
                <p:nvPr/>
              </p:nvGrpSpPr>
              <p:grpSpPr>
                <a:xfrm>
                  <a:off x="1707875" y="1805158"/>
                  <a:ext cx="816595" cy="128258"/>
                  <a:chOff x="186200" y="958444"/>
                  <a:chExt cx="900035" cy="128258"/>
                </a:xfrm>
              </p:grpSpPr>
              <p:pic>
                <p:nvPicPr>
                  <p:cNvPr id="117" name="그림 116">
                    <a:extLst>
                      <a:ext uri="{FF2B5EF4-FFF2-40B4-BE49-F238E27FC236}">
                        <a16:creationId xmlns:a16="http://schemas.microsoft.com/office/drawing/2014/main" id="{AD131AE1-BEEB-BC3F-C560-963642E3C24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r="58636"/>
                  <a:stretch/>
                </p:blipFill>
                <p:spPr>
                  <a:xfrm>
                    <a:off x="186200" y="958444"/>
                    <a:ext cx="372764" cy="128258"/>
                  </a:xfrm>
                  <a:prstGeom prst="rect">
                    <a:avLst/>
                  </a:prstGeom>
                </p:spPr>
              </p:pic>
              <p:pic>
                <p:nvPicPr>
                  <p:cNvPr id="118" name="그림 117">
                    <a:extLst>
                      <a:ext uri="{FF2B5EF4-FFF2-40B4-BE49-F238E27FC236}">
                        <a16:creationId xmlns:a16="http://schemas.microsoft.com/office/drawing/2014/main" id="{07F374FD-86AB-1EF6-A0FD-64D49E1E5CC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2">
                    <a:lum bright="70000" contrast="-70000"/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41491"/>
                  <a:stretch/>
                </p:blipFill>
                <p:spPr>
                  <a:xfrm>
                    <a:off x="558964" y="958444"/>
                    <a:ext cx="527271" cy="128258"/>
                  </a:xfrm>
                  <a:prstGeom prst="rect">
                    <a:avLst/>
                  </a:prstGeom>
                </p:spPr>
              </p:pic>
            </p:grpSp>
          </p:grpSp>
          <p:sp>
            <p:nvSpPr>
              <p:cNvPr id="79" name="직사각형 78">
                <a:extLst>
                  <a:ext uri="{FF2B5EF4-FFF2-40B4-BE49-F238E27FC236}">
                    <a16:creationId xmlns:a16="http://schemas.microsoft.com/office/drawing/2014/main" id="{7521010F-3CC7-479F-D003-AFD7966462AF}"/>
                  </a:ext>
                </a:extLst>
              </p:cNvPr>
              <p:cNvSpPr/>
              <p:nvPr/>
            </p:nvSpPr>
            <p:spPr>
              <a:xfrm>
                <a:off x="766896" y="1612266"/>
                <a:ext cx="7346293" cy="174091"/>
              </a:xfrm>
              <a:prstGeom prst="rect">
                <a:avLst/>
              </a:prstGeom>
              <a:solidFill>
                <a:sysClr val="window" lastClr="FFFFFF">
                  <a:lumMod val="8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latinLnBrk="0"/>
                <a:r>
                  <a:rPr lang="en-US" altLang="ko-KR" sz="800" b="1" kern="0" dirty="0">
                    <a:solidFill>
                      <a:prstClr val="black"/>
                    </a:solidFill>
                    <a:latin typeface="Cambria" panose="02040503050406030204"/>
                    <a:ea typeface="맑은 고딕" panose="020B0503020000020004" pitchFamily="50" charset="-127"/>
                    <a:sym typeface="Webdings" panose="05030102010509060703" pitchFamily="18" charset="2"/>
                  </a:rPr>
                  <a:t>      </a:t>
                </a:r>
                <a:r>
                  <a:rPr lang="en-US" altLang="ko-KR" sz="800" b="1" kern="0" dirty="0">
                    <a:solidFill>
                      <a:prstClr val="black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[</a:t>
                </a:r>
                <a:r>
                  <a:rPr lang="ko-KR" altLang="en-US" sz="800" b="1" kern="0" dirty="0">
                    <a:solidFill>
                      <a:prstClr val="black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이벤트 수상</a:t>
                </a:r>
                <a:r>
                  <a:rPr lang="en-US" altLang="ko-KR" sz="800" b="1" kern="0" dirty="0">
                    <a:solidFill>
                      <a:prstClr val="black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] 2025 </a:t>
                </a:r>
                <a:r>
                  <a:rPr lang="ko-KR" altLang="en-US" sz="800" b="1" kern="0" dirty="0">
                    <a:solidFill>
                      <a:prstClr val="black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투네이션 어워드 수상자 발표</a:t>
                </a:r>
              </a:p>
            </p:txBody>
          </p:sp>
          <p:pic>
            <p:nvPicPr>
              <p:cNvPr id="80" name="그래픽 79">
                <a:extLst>
                  <a:ext uri="{FF2B5EF4-FFF2-40B4-BE49-F238E27FC236}">
                    <a16:creationId xmlns:a16="http://schemas.microsoft.com/office/drawing/2014/main" id="{93340E68-8EB5-344F-6806-C66E2F5A88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781075" y="1618787"/>
                <a:ext cx="159090" cy="159090"/>
              </a:xfrm>
              <a:prstGeom prst="rect">
                <a:avLst/>
              </a:prstGeom>
            </p:spPr>
          </p:pic>
          <p:grpSp>
            <p:nvGrpSpPr>
              <p:cNvPr id="81" name="그룹 80">
                <a:extLst>
                  <a:ext uri="{FF2B5EF4-FFF2-40B4-BE49-F238E27FC236}">
                    <a16:creationId xmlns:a16="http://schemas.microsoft.com/office/drawing/2014/main" id="{22F19801-8025-5185-CD14-DBB1B2B192BC}"/>
                  </a:ext>
                </a:extLst>
              </p:cNvPr>
              <p:cNvGrpSpPr/>
              <p:nvPr/>
            </p:nvGrpSpPr>
            <p:grpSpPr>
              <a:xfrm>
                <a:off x="7968208" y="1808820"/>
                <a:ext cx="153985" cy="4066819"/>
                <a:chOff x="8996362" y="1394838"/>
                <a:chExt cx="153985" cy="4066819"/>
              </a:xfrm>
            </p:grpSpPr>
            <p:sp>
              <p:nvSpPr>
                <p:cNvPr id="109" name="직사각형 108">
                  <a:extLst>
                    <a:ext uri="{FF2B5EF4-FFF2-40B4-BE49-F238E27FC236}">
                      <a16:creationId xmlns:a16="http://schemas.microsoft.com/office/drawing/2014/main" id="{CD6E22C9-A4E3-9C6C-3EAA-A3AF4A9B6369}"/>
                    </a:ext>
                  </a:extLst>
                </p:cNvPr>
                <p:cNvSpPr/>
                <p:nvPr/>
              </p:nvSpPr>
              <p:spPr>
                <a:xfrm rot="5400000">
                  <a:off x="7039945" y="3351255"/>
                  <a:ext cx="4066819" cy="153985"/>
                </a:xfrm>
                <a:prstGeom prst="rect">
                  <a:avLst/>
                </a:prstGeom>
                <a:solidFill>
                  <a:sysClr val="windowText" lastClr="00000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algn="ctr" latinLnBrk="0"/>
                  <a:endParaRPr lang="ko-KR" altLang="en-US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110" name="그룹 109">
                  <a:extLst>
                    <a:ext uri="{FF2B5EF4-FFF2-40B4-BE49-F238E27FC236}">
                      <a16:creationId xmlns:a16="http://schemas.microsoft.com/office/drawing/2014/main" id="{760D5469-12E1-6E09-8066-F0A30450359B}"/>
                    </a:ext>
                  </a:extLst>
                </p:cNvPr>
                <p:cNvGrpSpPr/>
                <p:nvPr/>
              </p:nvGrpSpPr>
              <p:grpSpPr>
                <a:xfrm>
                  <a:off x="9022645" y="3366303"/>
                  <a:ext cx="103354" cy="112704"/>
                  <a:chOff x="11526163" y="182706"/>
                  <a:chExt cx="618370" cy="524775"/>
                </a:xfrm>
              </p:grpSpPr>
              <p:sp>
                <p:nvSpPr>
                  <p:cNvPr id="111" name="순서도: 판단 110">
                    <a:extLst>
                      <a:ext uri="{FF2B5EF4-FFF2-40B4-BE49-F238E27FC236}">
                        <a16:creationId xmlns:a16="http://schemas.microsoft.com/office/drawing/2014/main" id="{784AF362-E066-AAC4-D023-6B12C61DF575}"/>
                      </a:ext>
                    </a:extLst>
                  </p:cNvPr>
                  <p:cNvSpPr/>
                  <p:nvPr/>
                </p:nvSpPr>
                <p:spPr>
                  <a:xfrm>
                    <a:off x="11526163" y="483040"/>
                    <a:ext cx="618370" cy="224441"/>
                  </a:xfrm>
                  <a:prstGeom prst="flowChartDecision">
                    <a:avLst/>
                  </a:prstGeom>
                  <a:solidFill>
                    <a:sysClr val="windowText" lastClr="000000"/>
                  </a:solidFill>
                  <a:ln w="12700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tlCol="0" anchor="ctr"/>
                  <a:lstStyle/>
                  <a:p>
                    <a:pPr algn="ctr" latinLnBrk="0"/>
                    <a:endParaRPr lang="ko-KR" altLang="en-US" kern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112" name="순서도: 판단 111">
                    <a:extLst>
                      <a:ext uri="{FF2B5EF4-FFF2-40B4-BE49-F238E27FC236}">
                        <a16:creationId xmlns:a16="http://schemas.microsoft.com/office/drawing/2014/main" id="{15A393B0-DC9D-19F1-0F76-53E3CA2EBFF2}"/>
                      </a:ext>
                    </a:extLst>
                  </p:cNvPr>
                  <p:cNvSpPr/>
                  <p:nvPr/>
                </p:nvSpPr>
                <p:spPr>
                  <a:xfrm>
                    <a:off x="11526163" y="332875"/>
                    <a:ext cx="618370" cy="224441"/>
                  </a:xfrm>
                  <a:prstGeom prst="flowChartDecision">
                    <a:avLst/>
                  </a:prstGeom>
                  <a:solidFill>
                    <a:sysClr val="windowText" lastClr="000000"/>
                  </a:solidFill>
                  <a:ln w="12700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tlCol="0" anchor="ctr"/>
                  <a:lstStyle/>
                  <a:p>
                    <a:pPr algn="ctr" latinLnBrk="0"/>
                    <a:endParaRPr lang="ko-KR" altLang="en-US" kern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113" name="순서도: 판단 112">
                    <a:extLst>
                      <a:ext uri="{FF2B5EF4-FFF2-40B4-BE49-F238E27FC236}">
                        <a16:creationId xmlns:a16="http://schemas.microsoft.com/office/drawing/2014/main" id="{ACEE626B-E66C-0CAF-97B6-25AA8F2CECBE}"/>
                      </a:ext>
                    </a:extLst>
                  </p:cNvPr>
                  <p:cNvSpPr/>
                  <p:nvPr/>
                </p:nvSpPr>
                <p:spPr>
                  <a:xfrm>
                    <a:off x="11526163" y="182706"/>
                    <a:ext cx="618370" cy="224441"/>
                  </a:xfrm>
                  <a:prstGeom prst="flowChartDecision">
                    <a:avLst/>
                  </a:prstGeom>
                  <a:solidFill>
                    <a:sysClr val="windowText" lastClr="000000"/>
                  </a:solidFill>
                  <a:ln w="12700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tlCol="0" anchor="ctr"/>
                  <a:lstStyle/>
                  <a:p>
                    <a:pPr algn="ctr" latinLnBrk="0"/>
                    <a:endParaRPr lang="ko-KR" altLang="en-US" kern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</p:grpSp>
          </p:grpSp>
          <p:pic>
            <p:nvPicPr>
              <p:cNvPr id="82" name="그래픽 81">
                <a:extLst>
                  <a:ext uri="{FF2B5EF4-FFF2-40B4-BE49-F238E27FC236}">
                    <a16:creationId xmlns:a16="http://schemas.microsoft.com/office/drawing/2014/main" id="{D577B86B-FC12-30F7-44C5-DCAC7BE413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7417417" y="1428908"/>
                <a:ext cx="145612" cy="145612"/>
              </a:xfrm>
              <a:prstGeom prst="rect">
                <a:avLst/>
              </a:prstGeom>
            </p:spPr>
          </p:pic>
          <p:pic>
            <p:nvPicPr>
              <p:cNvPr id="83" name="그림 82">
                <a:extLst>
                  <a:ext uri="{FF2B5EF4-FFF2-40B4-BE49-F238E27FC236}">
                    <a16:creationId xmlns:a16="http://schemas.microsoft.com/office/drawing/2014/main" id="{94588583-BCBA-4574-FEB4-FD8C0B062E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biLevel thresh="75000"/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rightnessContrast bright="-40000"/>
                        </a14:imgEffect>
                      </a14:imgLayer>
                    </a14:imgProps>
                  </a:ext>
                </a:extLst>
              </a:blip>
              <a:stretch>
                <a:fillRect/>
              </a:stretch>
            </p:blipFill>
            <p:spPr>
              <a:xfrm>
                <a:off x="7912468" y="1621879"/>
                <a:ext cx="162159" cy="162161"/>
              </a:xfrm>
              <a:prstGeom prst="rect">
                <a:avLst/>
              </a:prstGeom>
            </p:spPr>
          </p:pic>
          <p:pic>
            <p:nvPicPr>
              <p:cNvPr id="84" name="그림 83">
                <a:extLst>
                  <a:ext uri="{FF2B5EF4-FFF2-40B4-BE49-F238E27FC236}">
                    <a16:creationId xmlns:a16="http://schemas.microsoft.com/office/drawing/2014/main" id="{D3D583A6-E2CB-34AB-C249-A7329CD804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biLevel thresh="75000"/>
                <a:extLst>
                  <a:ext uri="{BEBA8EAE-BF5A-486C-A8C5-ECC9F3942E4B}">
                    <a14:imgProps xmlns:a14="http://schemas.microsoft.com/office/drawing/2010/main">
                      <a14:imgLayer r:embed="rId10">
                        <a14:imgEffect>
                          <a14:brightnessContrast bright="-40000"/>
                        </a14:imgEffect>
                      </a14:imgLayer>
                    </a14:imgProps>
                  </a:ext>
                </a:extLst>
              </a:blip>
              <a:stretch>
                <a:fillRect/>
              </a:stretch>
            </p:blipFill>
            <p:spPr>
              <a:xfrm>
                <a:off x="7707024" y="1621879"/>
                <a:ext cx="162161" cy="162162"/>
              </a:xfrm>
              <a:prstGeom prst="rect">
                <a:avLst/>
              </a:prstGeom>
            </p:spPr>
          </p:pic>
          <p:pic>
            <p:nvPicPr>
              <p:cNvPr id="85" name="그림 84">
                <a:extLst>
                  <a:ext uri="{FF2B5EF4-FFF2-40B4-BE49-F238E27FC236}">
                    <a16:creationId xmlns:a16="http://schemas.microsoft.com/office/drawing/2014/main" id="{120335FB-2FDB-D92A-DFB3-AD88FBF2D4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66896" y="1802201"/>
                <a:ext cx="4291956" cy="3334801"/>
              </a:xfrm>
              <a:prstGeom prst="rect">
                <a:avLst/>
              </a:prstGeom>
            </p:spPr>
          </p:pic>
          <p:pic>
            <p:nvPicPr>
              <p:cNvPr id="86" name="그림 85">
                <a:extLst>
                  <a:ext uri="{FF2B5EF4-FFF2-40B4-BE49-F238E27FC236}">
                    <a16:creationId xmlns:a16="http://schemas.microsoft.com/office/drawing/2014/main" id="{CA14B0FF-0657-5D9E-83CF-897A5B7CAF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5077324" y="1802170"/>
                <a:ext cx="1536325" cy="4066384"/>
              </a:xfrm>
              <a:prstGeom prst="rect">
                <a:avLst/>
              </a:prstGeom>
            </p:spPr>
          </p:pic>
          <p:pic>
            <p:nvPicPr>
              <p:cNvPr id="87" name="그림 86">
                <a:extLst>
                  <a:ext uri="{FF2B5EF4-FFF2-40B4-BE49-F238E27FC236}">
                    <a16:creationId xmlns:a16="http://schemas.microsoft.com/office/drawing/2014/main" id="{14FB8107-2503-2D37-9AE2-99BEC548C28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628191" y="4500540"/>
                <a:ext cx="1316850" cy="1377815"/>
              </a:xfrm>
              <a:prstGeom prst="rect">
                <a:avLst/>
              </a:prstGeom>
            </p:spPr>
          </p:pic>
          <p:pic>
            <p:nvPicPr>
              <p:cNvPr id="88" name="그림 87">
                <a:extLst>
                  <a:ext uri="{FF2B5EF4-FFF2-40B4-BE49-F238E27FC236}">
                    <a16:creationId xmlns:a16="http://schemas.microsoft.com/office/drawing/2014/main" id="{D7D285D9-4B19-BE7D-24E6-0507529A7B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6623925" y="1808894"/>
                <a:ext cx="1329043" cy="2682472"/>
              </a:xfrm>
              <a:prstGeom prst="rect">
                <a:avLst/>
              </a:prstGeom>
            </p:spPr>
          </p:pic>
          <p:pic>
            <p:nvPicPr>
              <p:cNvPr id="89" name="그림 88">
                <a:extLst>
                  <a:ext uri="{FF2B5EF4-FFF2-40B4-BE49-F238E27FC236}">
                    <a16:creationId xmlns:a16="http://schemas.microsoft.com/office/drawing/2014/main" id="{C0CA6331-A5D8-AE80-84AC-653E9B3E2F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6896" y="5152846"/>
                <a:ext cx="3225064" cy="713294"/>
              </a:xfrm>
              <a:prstGeom prst="rect">
                <a:avLst/>
              </a:prstGeom>
            </p:spPr>
          </p:pic>
          <p:pic>
            <p:nvPicPr>
              <p:cNvPr id="90" name="그림 89">
                <a:extLst>
                  <a:ext uri="{FF2B5EF4-FFF2-40B4-BE49-F238E27FC236}">
                    <a16:creationId xmlns:a16="http://schemas.microsoft.com/office/drawing/2014/main" id="{FACB3FA6-C214-B102-3BE3-E97FFDF7C7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4010108" y="5150543"/>
                <a:ext cx="1059225" cy="722765"/>
              </a:xfrm>
              <a:prstGeom prst="rect">
                <a:avLst/>
              </a:prstGeom>
            </p:spPr>
          </p:pic>
          <p:grpSp>
            <p:nvGrpSpPr>
              <p:cNvPr id="91" name="그룹 90">
                <a:extLst>
                  <a:ext uri="{FF2B5EF4-FFF2-40B4-BE49-F238E27FC236}">
                    <a16:creationId xmlns:a16="http://schemas.microsoft.com/office/drawing/2014/main" id="{87AFDF92-0690-3F25-D4DB-9F2C81DD0599}"/>
                  </a:ext>
                </a:extLst>
              </p:cNvPr>
              <p:cNvGrpSpPr/>
              <p:nvPr/>
            </p:nvGrpSpPr>
            <p:grpSpPr>
              <a:xfrm>
                <a:off x="1986579" y="5232688"/>
                <a:ext cx="4962702" cy="469914"/>
                <a:chOff x="3035660" y="5647049"/>
                <a:chExt cx="4962702" cy="469914"/>
              </a:xfrm>
            </p:grpSpPr>
            <p:grpSp>
              <p:nvGrpSpPr>
                <p:cNvPr id="92" name="그룹 91">
                  <a:extLst>
                    <a:ext uri="{FF2B5EF4-FFF2-40B4-BE49-F238E27FC236}">
                      <a16:creationId xmlns:a16="http://schemas.microsoft.com/office/drawing/2014/main" id="{7D9BDEE6-2410-3675-9AE9-743B46B39BC0}"/>
                    </a:ext>
                  </a:extLst>
                </p:cNvPr>
                <p:cNvGrpSpPr/>
                <p:nvPr/>
              </p:nvGrpSpPr>
              <p:grpSpPr>
                <a:xfrm>
                  <a:off x="3035660" y="5647049"/>
                  <a:ext cx="4962702" cy="469914"/>
                  <a:chOff x="1961391" y="5208063"/>
                  <a:chExt cx="4962702" cy="469914"/>
                </a:xfrm>
              </p:grpSpPr>
              <p:sp>
                <p:nvSpPr>
                  <p:cNvPr id="94" name="사각형: 둥근 모서리 93">
                    <a:extLst>
                      <a:ext uri="{FF2B5EF4-FFF2-40B4-BE49-F238E27FC236}">
                        <a16:creationId xmlns:a16="http://schemas.microsoft.com/office/drawing/2014/main" id="{6BD65B01-87A2-867F-BCD2-ECD49FCA0AB4}"/>
                      </a:ext>
                    </a:extLst>
                  </p:cNvPr>
                  <p:cNvSpPr/>
                  <p:nvPr/>
                </p:nvSpPr>
                <p:spPr>
                  <a:xfrm>
                    <a:off x="1961391" y="5208063"/>
                    <a:ext cx="4962702" cy="469914"/>
                  </a:xfrm>
                  <a:prstGeom prst="roundRect">
                    <a:avLst/>
                  </a:prstGeom>
                  <a:solidFill>
                    <a:sysClr val="windowText" lastClr="000000"/>
                  </a:solidFill>
                  <a:ln w="12700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tlCol="0" anchor="ctr"/>
                  <a:lstStyle/>
                  <a:p>
                    <a:pPr algn="ctr" latinLnBrk="0"/>
                    <a:endParaRPr lang="ko-KR" altLang="en-US" kern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95" name="그룹 94">
                    <a:extLst>
                      <a:ext uri="{FF2B5EF4-FFF2-40B4-BE49-F238E27FC236}">
                        <a16:creationId xmlns:a16="http://schemas.microsoft.com/office/drawing/2014/main" id="{0EB91572-73A5-148C-F0F6-28C941EFA968}"/>
                      </a:ext>
                    </a:extLst>
                  </p:cNvPr>
                  <p:cNvGrpSpPr/>
                  <p:nvPr/>
                </p:nvGrpSpPr>
                <p:grpSpPr>
                  <a:xfrm>
                    <a:off x="2054587" y="5282944"/>
                    <a:ext cx="320153" cy="320153"/>
                    <a:chOff x="3446562" y="5826004"/>
                    <a:chExt cx="342329" cy="342329"/>
                  </a:xfrm>
                </p:grpSpPr>
                <p:pic>
                  <p:nvPicPr>
                    <p:cNvPr id="107" name="그래픽 106">
                      <a:extLst>
                        <a:ext uri="{FF2B5EF4-FFF2-40B4-BE49-F238E27FC236}">
                          <a16:creationId xmlns:a16="http://schemas.microsoft.com/office/drawing/2014/main" id="{756C26B9-514A-51F7-0CB9-7A39E3B09305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7">
                      <a:extLst>
                        <a:ext uri="{96DAC541-7B7A-43D3-8B79-37D633B846F1}">
                          <asvg:svgBlip xmlns:asvg="http://schemas.microsoft.com/office/drawing/2016/SVG/main" r:embed="rId18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446562" y="5826004"/>
                      <a:ext cx="342329" cy="342329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8" name="그래픽 107">
                      <a:extLst>
                        <a:ext uri="{FF2B5EF4-FFF2-40B4-BE49-F238E27FC236}">
                          <a16:creationId xmlns:a16="http://schemas.microsoft.com/office/drawing/2014/main" id="{214BF0C2-A8B3-F773-B87D-AA7D02EE883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5">
                      <a:extLst>
                        <a:ext uri="{96DAC541-7B7A-43D3-8B79-37D633B846F1}">
                          <asvg:svgBlip xmlns:asvg="http://schemas.microsoft.com/office/drawing/2016/SVG/main" r:embed="rId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2524" y="5924778"/>
                      <a:ext cx="158400" cy="158400"/>
                    </a:xfrm>
                    <a:prstGeom prst="rect">
                      <a:avLst/>
                    </a:prstGeom>
                  </p:spPr>
                </p:pic>
              </p:grpSp>
              <p:cxnSp>
                <p:nvCxnSpPr>
                  <p:cNvPr id="96" name="직선 연결선 95">
                    <a:extLst>
                      <a:ext uri="{FF2B5EF4-FFF2-40B4-BE49-F238E27FC236}">
                        <a16:creationId xmlns:a16="http://schemas.microsoft.com/office/drawing/2014/main" id="{400CFB98-49DE-3F38-6DAC-770DC3F96AA4}"/>
                      </a:ext>
                    </a:extLst>
                  </p:cNvPr>
                  <p:cNvCxnSpPr/>
                  <p:nvPr/>
                </p:nvCxnSpPr>
                <p:spPr>
                  <a:xfrm>
                    <a:off x="2902006" y="5355125"/>
                    <a:ext cx="0" cy="17815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</p:cxnSp>
              <p:sp>
                <p:nvSpPr>
                  <p:cNvPr id="97" name="사각형: 둥근 모서리 96">
                    <a:extLst>
                      <a:ext uri="{FF2B5EF4-FFF2-40B4-BE49-F238E27FC236}">
                        <a16:creationId xmlns:a16="http://schemas.microsoft.com/office/drawing/2014/main" id="{457FDA29-948A-A47E-9F5C-3ACDBE45B2E9}"/>
                      </a:ext>
                    </a:extLst>
                  </p:cNvPr>
                  <p:cNvSpPr/>
                  <p:nvPr/>
                </p:nvSpPr>
                <p:spPr>
                  <a:xfrm>
                    <a:off x="3004117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1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98" name="사각형: 둥근 모서리 97">
                    <a:extLst>
                      <a:ext uri="{FF2B5EF4-FFF2-40B4-BE49-F238E27FC236}">
                        <a16:creationId xmlns:a16="http://schemas.microsoft.com/office/drawing/2014/main" id="{1A1244A2-299F-3011-8C17-2094FCC8D6AB}"/>
                      </a:ext>
                    </a:extLst>
                  </p:cNvPr>
                  <p:cNvSpPr/>
                  <p:nvPr/>
                </p:nvSpPr>
                <p:spPr>
                  <a:xfrm>
                    <a:off x="3396281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2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99" name="사각형: 둥근 모서리 98">
                    <a:extLst>
                      <a:ext uri="{FF2B5EF4-FFF2-40B4-BE49-F238E27FC236}">
                        <a16:creationId xmlns:a16="http://schemas.microsoft.com/office/drawing/2014/main" id="{F50982D7-6384-EEE9-DA46-4E88C2253337}"/>
                      </a:ext>
                    </a:extLst>
                  </p:cNvPr>
                  <p:cNvSpPr/>
                  <p:nvPr/>
                </p:nvSpPr>
                <p:spPr>
                  <a:xfrm>
                    <a:off x="3788445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3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100" name="사각형: 둥근 모서리 99">
                    <a:extLst>
                      <a:ext uri="{FF2B5EF4-FFF2-40B4-BE49-F238E27FC236}">
                        <a16:creationId xmlns:a16="http://schemas.microsoft.com/office/drawing/2014/main" id="{0A7C8D4C-9D7E-67F4-D2F2-9766521F7B54}"/>
                      </a:ext>
                    </a:extLst>
                  </p:cNvPr>
                  <p:cNvSpPr/>
                  <p:nvPr/>
                </p:nvSpPr>
                <p:spPr>
                  <a:xfrm>
                    <a:off x="4180609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4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101" name="사각형: 둥근 모서리 100">
                    <a:extLst>
                      <a:ext uri="{FF2B5EF4-FFF2-40B4-BE49-F238E27FC236}">
                        <a16:creationId xmlns:a16="http://schemas.microsoft.com/office/drawing/2014/main" id="{929FBA1D-BBB4-2365-B74A-F1C25CCE876E}"/>
                      </a:ext>
                    </a:extLst>
                  </p:cNvPr>
                  <p:cNvSpPr/>
                  <p:nvPr/>
                </p:nvSpPr>
                <p:spPr>
                  <a:xfrm>
                    <a:off x="4572773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5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102" name="사각형: 둥근 모서리 101">
                    <a:extLst>
                      <a:ext uri="{FF2B5EF4-FFF2-40B4-BE49-F238E27FC236}">
                        <a16:creationId xmlns:a16="http://schemas.microsoft.com/office/drawing/2014/main" id="{198BE18D-253C-5FC5-5B31-4959EEF8FE61}"/>
                      </a:ext>
                    </a:extLst>
                  </p:cNvPr>
                  <p:cNvSpPr/>
                  <p:nvPr/>
                </p:nvSpPr>
                <p:spPr>
                  <a:xfrm>
                    <a:off x="4964937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6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103" name="사각형: 둥근 모서리 102">
                    <a:extLst>
                      <a:ext uri="{FF2B5EF4-FFF2-40B4-BE49-F238E27FC236}">
                        <a16:creationId xmlns:a16="http://schemas.microsoft.com/office/drawing/2014/main" id="{D4AE035A-BB5B-F888-4BF3-48C98E23F09E}"/>
                      </a:ext>
                    </a:extLst>
                  </p:cNvPr>
                  <p:cNvSpPr/>
                  <p:nvPr/>
                </p:nvSpPr>
                <p:spPr>
                  <a:xfrm>
                    <a:off x="5357101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7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104" name="사각형: 둥근 모서리 103">
                    <a:extLst>
                      <a:ext uri="{FF2B5EF4-FFF2-40B4-BE49-F238E27FC236}">
                        <a16:creationId xmlns:a16="http://schemas.microsoft.com/office/drawing/2014/main" id="{C78CC1FC-39A3-7E7B-04E9-C3071DE5A792}"/>
                      </a:ext>
                    </a:extLst>
                  </p:cNvPr>
                  <p:cNvSpPr/>
                  <p:nvPr/>
                </p:nvSpPr>
                <p:spPr>
                  <a:xfrm>
                    <a:off x="5749265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8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105" name="사각형: 둥근 모서리 104">
                    <a:extLst>
                      <a:ext uri="{FF2B5EF4-FFF2-40B4-BE49-F238E27FC236}">
                        <a16:creationId xmlns:a16="http://schemas.microsoft.com/office/drawing/2014/main" id="{2459916E-AE85-2F37-66D6-4F1F524267CF}"/>
                      </a:ext>
                    </a:extLst>
                  </p:cNvPr>
                  <p:cNvSpPr/>
                  <p:nvPr/>
                </p:nvSpPr>
                <p:spPr>
                  <a:xfrm>
                    <a:off x="6141425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9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106" name="사각형: 둥근 모서리 105">
                    <a:extLst>
                      <a:ext uri="{FF2B5EF4-FFF2-40B4-BE49-F238E27FC236}">
                        <a16:creationId xmlns:a16="http://schemas.microsoft.com/office/drawing/2014/main" id="{F1F40DC1-A61D-0E0A-5F4F-DFABD8EA8CCC}"/>
                      </a:ext>
                    </a:extLst>
                  </p:cNvPr>
                  <p:cNvSpPr/>
                  <p:nvPr/>
                </p:nvSpPr>
                <p:spPr>
                  <a:xfrm>
                    <a:off x="6532759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10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</p:grpSp>
            <p:pic>
              <p:nvPicPr>
                <p:cNvPr id="93" name="그림 92">
                  <a:extLst>
                    <a:ext uri="{FF2B5EF4-FFF2-40B4-BE49-F238E27FC236}">
                      <a16:creationId xmlns:a16="http://schemas.microsoft.com/office/drawing/2014/main" id="{65CCF4BD-DF6C-FE35-33BE-3876915180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>
                  <a:extLst>
                    <a:ext uri="{BEBA8EAE-BF5A-486C-A8C5-ECC9F3942E4B}">
                      <a14:imgProps xmlns:a14="http://schemas.microsoft.com/office/drawing/2010/main">
                        <a14:imgLayer r:embed="rId20">
                          <a14:imgEffect>
                            <a14:saturation sat="0"/>
                          </a14:imgEffect>
                          <a14:imgEffect>
                            <a14:brightnessContrast bright="-20000"/>
                          </a14:imgEffect>
                        </a14:imgLayer>
                      </a14:imgProps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27186" y="5721930"/>
                  <a:ext cx="320153" cy="320153"/>
                </a:xfrm>
                <a:prstGeom prst="rect">
                  <a:avLst/>
                </a:prstGeom>
              </p:spPr>
            </p:pic>
          </p:grpSp>
        </p:grpSp>
        <p:pic>
          <p:nvPicPr>
            <p:cNvPr id="77" name="그림 76">
              <a:extLst>
                <a:ext uri="{FF2B5EF4-FFF2-40B4-BE49-F238E27FC236}">
                  <a16:creationId xmlns:a16="http://schemas.microsoft.com/office/drawing/2014/main" id="{0153CBEB-55F1-0491-B2F6-6B3584DAC77F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BEBA8EAE-BF5A-486C-A8C5-ECC9F3942E4B}">
                  <a14:imgProps xmlns:a14="http://schemas.microsoft.com/office/drawing/2010/main">
                    <a14:imgLayer r:embed="rId22">
                      <a14:imgEffect>
                        <a14:brightnessContrast bright="-40000" contrast="-4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02198" y="1995913"/>
              <a:ext cx="7187807" cy="4078577"/>
            </a:xfrm>
            <a:prstGeom prst="rect">
              <a:avLst/>
            </a:prstGeom>
          </p:spPr>
        </p:pic>
      </p:grp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13AACA88-3EB6-F3FA-C095-E0EFC030EC40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설정 </a:t>
            </a:r>
            <a:r>
              <a:rPr lang="en-US" altLang="ko-KR" dirty="0"/>
              <a:t>&gt; </a:t>
            </a:r>
            <a:r>
              <a:rPr lang="ko-KR" altLang="en-US" dirty="0"/>
              <a:t>단축키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931FE087-26F6-BB91-F34C-FA32E2E7EA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클라이언트 리모컨 기본 구성 </a:t>
            </a:r>
            <a:r>
              <a:rPr lang="en-US" altLang="ko-KR" dirty="0"/>
              <a:t>&gt; </a:t>
            </a:r>
            <a:r>
              <a:rPr lang="ko-KR" altLang="en-US" dirty="0"/>
              <a:t>설정 </a:t>
            </a:r>
            <a:r>
              <a:rPr lang="en-US" altLang="ko-KR" dirty="0"/>
              <a:t>&gt; </a:t>
            </a:r>
            <a:r>
              <a:rPr lang="ko-KR" altLang="en-US" dirty="0"/>
              <a:t>단축키</a:t>
            </a: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83CDB2DF-C8C0-853C-4D45-AEC74AFEFD71}"/>
              </a:ext>
            </a:extLst>
          </p:cNvPr>
          <p:cNvGrpSpPr/>
          <p:nvPr/>
        </p:nvGrpSpPr>
        <p:grpSpPr>
          <a:xfrm>
            <a:off x="1793626" y="1726326"/>
            <a:ext cx="5274374" cy="4025036"/>
            <a:chOff x="2118986" y="2104264"/>
            <a:chExt cx="5274374" cy="4025036"/>
          </a:xfrm>
        </p:grpSpPr>
        <p:sp>
          <p:nvSpPr>
            <p:cNvPr id="7" name="사각형: 둥근 모서리 6">
              <a:extLst>
                <a:ext uri="{FF2B5EF4-FFF2-40B4-BE49-F238E27FC236}">
                  <a16:creationId xmlns:a16="http://schemas.microsoft.com/office/drawing/2014/main" id="{71324B1F-E9E0-189C-57F7-6303C732EBB5}"/>
                </a:ext>
              </a:extLst>
            </p:cNvPr>
            <p:cNvSpPr/>
            <p:nvPr/>
          </p:nvSpPr>
          <p:spPr bwMode="auto">
            <a:xfrm>
              <a:off x="2118986" y="2104264"/>
              <a:ext cx="5274374" cy="402503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tIns="90000" rtlCol="0" anchor="t"/>
            <a:lstStyle/>
            <a:p>
              <a:pPr algn="ctr"/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설정</a:t>
              </a:r>
            </a:p>
          </p:txBody>
        </p: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1C8A8448-50D5-EDCF-7024-EB772C3FF3EA}"/>
                </a:ext>
              </a:extLst>
            </p:cNvPr>
            <p:cNvCxnSpPr/>
            <p:nvPr/>
          </p:nvCxnSpPr>
          <p:spPr>
            <a:xfrm>
              <a:off x="2118986" y="2420888"/>
              <a:ext cx="5274374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8985B4B-72A1-55E6-E883-5DE5765AA758}"/>
                </a:ext>
              </a:extLst>
            </p:cNvPr>
            <p:cNvCxnSpPr>
              <a:cxnSpLocks/>
            </p:cNvCxnSpPr>
            <p:nvPr/>
          </p:nvCxnSpPr>
          <p:spPr>
            <a:xfrm>
              <a:off x="3071664" y="2420888"/>
              <a:ext cx="0" cy="3708412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7E7E5C89-E401-1624-CD4C-436072EABF6B}"/>
              </a:ext>
            </a:extLst>
          </p:cNvPr>
          <p:cNvSpPr txBox="1"/>
          <p:nvPr/>
        </p:nvSpPr>
        <p:spPr>
          <a:xfrm>
            <a:off x="3034336" y="2133540"/>
            <a:ext cx="80182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단축키 설정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37F9C864-0334-BB61-5201-8B86CB313D1F}"/>
              </a:ext>
            </a:extLst>
          </p:cNvPr>
          <p:cNvSpPr/>
          <p:nvPr/>
        </p:nvSpPr>
        <p:spPr>
          <a:xfrm>
            <a:off x="1841251" y="2480931"/>
            <a:ext cx="862339" cy="219129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0B33219-A983-3BCD-EC9A-7F2943624EFA}"/>
              </a:ext>
            </a:extLst>
          </p:cNvPr>
          <p:cNvSpPr txBox="1"/>
          <p:nvPr/>
        </p:nvSpPr>
        <p:spPr>
          <a:xfrm>
            <a:off x="2175176" y="2133540"/>
            <a:ext cx="41549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기본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AC2AA25-3E6D-2693-52F8-81459AD85E34}"/>
              </a:ext>
            </a:extLst>
          </p:cNvPr>
          <p:cNvSpPr txBox="1"/>
          <p:nvPr/>
        </p:nvSpPr>
        <p:spPr>
          <a:xfrm>
            <a:off x="2059759" y="2475578"/>
            <a:ext cx="53091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단축키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0BB0E30-13B1-6EF6-984E-DC460A1C0D2D}"/>
              </a:ext>
            </a:extLst>
          </p:cNvPr>
          <p:cNvSpPr txBox="1"/>
          <p:nvPr/>
        </p:nvSpPr>
        <p:spPr>
          <a:xfrm>
            <a:off x="2175177" y="2817616"/>
            <a:ext cx="41549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정보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2716D8D-BD5B-7305-DE43-44E764C6EE78}"/>
              </a:ext>
            </a:extLst>
          </p:cNvPr>
          <p:cNvSpPr txBox="1"/>
          <p:nvPr/>
        </p:nvSpPr>
        <p:spPr>
          <a:xfrm>
            <a:off x="2890320" y="2414772"/>
            <a:ext cx="4138207" cy="64370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 algn="l">
              <a:lnSpc>
                <a:spcPts val="1080"/>
              </a:lnSpc>
              <a:buFont typeface="Arial" panose="020B0604020202020204" pitchFamily="34" charset="0"/>
              <a:buChar char="•"/>
            </a:pP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리모컨이</a:t>
            </a:r>
            <a:r>
              <a:rPr lang="ko-KR" altLang="en-US" sz="8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+mn-ea"/>
                <a:ea typeface="+mn-ea"/>
              </a:rPr>
              <a:t> 실행되는 동안에는 설정 되어있는 단축키가 우선적으로 작동하여 기존 기능이 동작하지 않습니다</a:t>
            </a:r>
            <a:r>
              <a:rPr lang="en-US" altLang="ko-KR" sz="8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+mn-ea"/>
                <a:ea typeface="+mn-ea"/>
              </a:rPr>
              <a:t>.</a:t>
            </a:r>
            <a:r>
              <a:rPr lang="en-US" altLang="ko-KR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 </a:t>
            </a:r>
            <a:br>
              <a:rPr lang="en-US" altLang="ko-KR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</a:br>
            <a:r>
              <a:rPr lang="en-US" altLang="ko-KR" sz="8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+mn-ea"/>
                <a:ea typeface="+mn-ea"/>
              </a:rPr>
              <a:t>ex) </a:t>
            </a:r>
            <a:r>
              <a:rPr lang="en-US" altLang="ko-KR" sz="800" i="0" dirty="0" err="1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+mn-ea"/>
                <a:ea typeface="+mn-ea"/>
              </a:rPr>
              <a:t>ctrl+c</a:t>
            </a:r>
            <a:r>
              <a:rPr lang="ko-KR" altLang="en-US" sz="8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+mn-ea"/>
                <a:ea typeface="+mn-ea"/>
              </a:rPr>
              <a:t>로 설정 시 기존 복사하기 기능이 동작하지 않음</a:t>
            </a:r>
            <a:r>
              <a:rPr lang="en-US" altLang="ko-KR" sz="8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+mn-ea"/>
                <a:ea typeface="+mn-ea"/>
              </a:rPr>
              <a:t>.</a:t>
            </a:r>
          </a:p>
          <a:p>
            <a:pPr marL="171450" indent="-171450" algn="l">
              <a:lnSpc>
                <a:spcPts val="1080"/>
              </a:lnSpc>
              <a:buFont typeface="Arial" panose="020B0604020202020204" pitchFamily="34" charset="0"/>
              <a:buChar char="•"/>
            </a:pPr>
            <a:r>
              <a:rPr lang="ko-KR" altLang="en-US" sz="8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+mn-ea"/>
                <a:ea typeface="+mn-ea"/>
              </a:rPr>
              <a:t>타 프로그램과 단축키가 중첩 될 경우 정상적으로 작동되지 않을 수 있습니다</a:t>
            </a:r>
            <a:r>
              <a:rPr lang="en-US" altLang="ko-KR" sz="8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+mn-ea"/>
                <a:ea typeface="+mn-ea"/>
              </a:rPr>
              <a:t>.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748C585-9FB7-D405-7715-460D83C29FC9}"/>
              </a:ext>
            </a:extLst>
          </p:cNvPr>
          <p:cNvSpPr/>
          <p:nvPr/>
        </p:nvSpPr>
        <p:spPr>
          <a:xfrm>
            <a:off x="6003096" y="2162698"/>
            <a:ext cx="862339" cy="219129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latin typeface="+mn-ea"/>
              </a:rPr>
              <a:t>+ </a:t>
            </a:r>
            <a:r>
              <a:rPr lang="ko-KR" altLang="en-US" sz="800" b="1" dirty="0">
                <a:latin typeface="+mn-ea"/>
              </a:rPr>
              <a:t>단축키 추가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BB28D84-74BC-202D-215C-CA654CAF7383}"/>
              </a:ext>
            </a:extLst>
          </p:cNvPr>
          <p:cNvSpPr txBox="1"/>
          <p:nvPr/>
        </p:nvSpPr>
        <p:spPr>
          <a:xfrm>
            <a:off x="3142348" y="3167989"/>
            <a:ext cx="1183055" cy="215444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l"/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기능 선택            ▼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D97BA7B-070F-78FD-8A53-9B32112D1B81}"/>
              </a:ext>
            </a:extLst>
          </p:cNvPr>
          <p:cNvSpPr txBox="1"/>
          <p:nvPr/>
        </p:nvSpPr>
        <p:spPr>
          <a:xfrm>
            <a:off x="4430813" y="3167989"/>
            <a:ext cx="2203923" cy="215444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l"/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단축키를 입력하세요</a:t>
            </a:r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C367CC2-29AB-F394-E007-188C2D77DD5C}"/>
              </a:ext>
            </a:extLst>
          </p:cNvPr>
          <p:cNvSpPr txBox="1"/>
          <p:nvPr/>
        </p:nvSpPr>
        <p:spPr>
          <a:xfrm>
            <a:off x="6598732" y="3167989"/>
            <a:ext cx="28725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sym typeface="Webdings" panose="05030102010509060703" pitchFamily="18" charset="2"/>
              </a:rPr>
              <a:t></a:t>
            </a:r>
            <a:endParaRPr lang="ko-KR" altLang="en-US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4C1C899-92E9-D975-C878-91A6C1E16373}"/>
              </a:ext>
            </a:extLst>
          </p:cNvPr>
          <p:cNvSpPr txBox="1"/>
          <p:nvPr/>
        </p:nvSpPr>
        <p:spPr>
          <a:xfrm>
            <a:off x="6748154" y="1766977"/>
            <a:ext cx="29848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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1" name="연결선: 꺾임 20">
            <a:extLst>
              <a:ext uri="{FF2B5EF4-FFF2-40B4-BE49-F238E27FC236}">
                <a16:creationId xmlns:a16="http://schemas.microsoft.com/office/drawing/2014/main" id="{B636D767-688E-DE70-1CC7-9638672527D5}"/>
              </a:ext>
            </a:extLst>
          </p:cNvPr>
          <p:cNvCxnSpPr>
            <a:cxnSpLocks/>
            <a:stCxn id="16" idx="3"/>
            <a:endCxn id="19" idx="3"/>
          </p:cNvCxnSpPr>
          <p:nvPr/>
        </p:nvCxnSpPr>
        <p:spPr>
          <a:xfrm>
            <a:off x="6865435" y="2272263"/>
            <a:ext cx="20555" cy="1003448"/>
          </a:xfrm>
          <a:prstGeom prst="bentConnector3">
            <a:avLst>
              <a:gd name="adj1" fmla="val 1212138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타원 21">
            <a:extLst>
              <a:ext uri="{FF2B5EF4-FFF2-40B4-BE49-F238E27FC236}">
                <a16:creationId xmlns:a16="http://schemas.microsoft.com/office/drawing/2014/main" id="{F2D21D52-0DAC-2D0B-DD22-7AEF6C6B30A7}"/>
              </a:ext>
            </a:extLst>
          </p:cNvPr>
          <p:cNvSpPr/>
          <p:nvPr/>
        </p:nvSpPr>
        <p:spPr>
          <a:xfrm>
            <a:off x="5833542" y="2176736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CFFA9F4-BDD2-DAC4-5A33-DEEB34F5434A}"/>
              </a:ext>
            </a:extLst>
          </p:cNvPr>
          <p:cNvSpPr/>
          <p:nvPr/>
        </p:nvSpPr>
        <p:spPr>
          <a:xfrm>
            <a:off x="6790935" y="3343720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04341B41-B431-3262-5E8A-1165195072AF}"/>
              </a:ext>
            </a:extLst>
          </p:cNvPr>
          <p:cNvSpPr/>
          <p:nvPr/>
        </p:nvSpPr>
        <p:spPr>
          <a:xfrm>
            <a:off x="2952499" y="3189615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41" name="Group 323">
            <a:extLst>
              <a:ext uri="{FF2B5EF4-FFF2-40B4-BE49-F238E27FC236}">
                <a16:creationId xmlns:a16="http://schemas.microsoft.com/office/drawing/2014/main" id="{C8E95554-56FA-C908-54AB-D4F130FB27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6093478"/>
              </p:ext>
            </p:extLst>
          </p:nvPr>
        </p:nvGraphicFramePr>
        <p:xfrm>
          <a:off x="9625013" y="575703"/>
          <a:ext cx="2519969" cy="1347216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단축키 추가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하단에 새로운 설정 항목 추가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highlight>
                            <a:srgbClr val="E1EEFF"/>
                          </a:highlight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highlight>
                            <a:srgbClr val="E1EEFF"/>
                          </a:highlight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highlight>
                            <a:srgbClr val="E1EEFF"/>
                          </a:highlight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highlight>
                            <a:srgbClr val="E1EEFF"/>
                          </a:highlight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개까지 추가 가능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highlight>
                          <a:srgbClr val="E1EEFF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항목 삭제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X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버튼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클릭시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해당 항목 삭제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9295457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단축키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기능 선택 후 키보드의 키를 선택하면 단축키 설정 완료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680252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2786080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" name="그룹 71">
            <a:extLst>
              <a:ext uri="{FF2B5EF4-FFF2-40B4-BE49-F238E27FC236}">
                <a16:creationId xmlns:a16="http://schemas.microsoft.com/office/drawing/2014/main" id="{8D61BBBF-378A-F288-34C0-371FE6631CC0}"/>
              </a:ext>
            </a:extLst>
          </p:cNvPr>
          <p:cNvGrpSpPr/>
          <p:nvPr/>
        </p:nvGrpSpPr>
        <p:grpSpPr>
          <a:xfrm>
            <a:off x="912680" y="1314885"/>
            <a:ext cx="7433067" cy="4521304"/>
            <a:chOff x="572400" y="1595109"/>
            <a:chExt cx="7433067" cy="4521304"/>
          </a:xfrm>
        </p:grpSpPr>
        <p:grpSp>
          <p:nvGrpSpPr>
            <p:cNvPr id="73" name="그룹 72">
              <a:extLst>
                <a:ext uri="{FF2B5EF4-FFF2-40B4-BE49-F238E27FC236}">
                  <a16:creationId xmlns:a16="http://schemas.microsoft.com/office/drawing/2014/main" id="{0CB1E476-5B52-D144-C064-46EAF62757F5}"/>
                </a:ext>
              </a:extLst>
            </p:cNvPr>
            <p:cNvGrpSpPr/>
            <p:nvPr/>
          </p:nvGrpSpPr>
          <p:grpSpPr>
            <a:xfrm>
              <a:off x="572400" y="1595109"/>
              <a:ext cx="7433067" cy="4521304"/>
              <a:chOff x="726309" y="1404986"/>
              <a:chExt cx="7433067" cy="4521304"/>
            </a:xfrm>
          </p:grpSpPr>
          <p:grpSp>
            <p:nvGrpSpPr>
              <p:cNvPr id="75" name="그룹 74">
                <a:extLst>
                  <a:ext uri="{FF2B5EF4-FFF2-40B4-BE49-F238E27FC236}">
                    <a16:creationId xmlns:a16="http://schemas.microsoft.com/office/drawing/2014/main" id="{12183AFD-676F-1294-E2E3-C10077244744}"/>
                  </a:ext>
                </a:extLst>
              </p:cNvPr>
              <p:cNvGrpSpPr/>
              <p:nvPr/>
            </p:nvGrpSpPr>
            <p:grpSpPr>
              <a:xfrm>
                <a:off x="726309" y="1404986"/>
                <a:ext cx="7433067" cy="4521304"/>
                <a:chOff x="1658793" y="1772816"/>
                <a:chExt cx="7433067" cy="4521304"/>
              </a:xfrm>
            </p:grpSpPr>
            <p:sp>
              <p:nvSpPr>
                <p:cNvPr id="111" name="Google Shape;1197;p27">
                  <a:extLst>
                    <a:ext uri="{FF2B5EF4-FFF2-40B4-BE49-F238E27FC236}">
                      <a16:creationId xmlns:a16="http://schemas.microsoft.com/office/drawing/2014/main" id="{2A0F4E08-2B27-38B6-9DB4-BEBD3A5C7463}"/>
                    </a:ext>
                  </a:extLst>
                </p:cNvPr>
                <p:cNvSpPr/>
                <p:nvPr/>
              </p:nvSpPr>
              <p:spPr>
                <a:xfrm>
                  <a:off x="1658793" y="1772816"/>
                  <a:ext cx="7433067" cy="4521304"/>
                </a:xfrm>
                <a:prstGeom prst="roundRect">
                  <a:avLst>
                    <a:gd name="adj" fmla="val 580"/>
                  </a:avLst>
                </a:prstGeom>
                <a:solidFill>
                  <a:srgbClr val="7F7F7F"/>
                </a:solidFill>
                <a:ln w="9525" cap="flat" cmpd="sng">
                  <a:solidFill>
                    <a:srgbClr val="33333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61650" tIns="24650" rIns="61650" bIns="24650" anchor="t" anchorCtr="0">
                  <a:noAutofit/>
                </a:bodyPr>
                <a:lstStyle/>
                <a:p>
                  <a:pPr>
                    <a:spcBef>
                      <a:spcPts val="0"/>
                    </a:spcBef>
                    <a:spcAft>
                      <a:spcPts val="0"/>
                    </a:spcAft>
                  </a:pPr>
                  <a:endParaRPr sz="856" b="1" dirty="0">
                    <a:solidFill>
                      <a:prstClr val="white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112" name="Google Shape;1199;p27">
                  <a:extLst>
                    <a:ext uri="{FF2B5EF4-FFF2-40B4-BE49-F238E27FC236}">
                      <a16:creationId xmlns:a16="http://schemas.microsoft.com/office/drawing/2014/main" id="{999A471C-534C-7A42-3E75-48A37E55C737}"/>
                    </a:ext>
                  </a:extLst>
                </p:cNvPr>
                <p:cNvGrpSpPr/>
                <p:nvPr/>
              </p:nvGrpSpPr>
              <p:grpSpPr>
                <a:xfrm>
                  <a:off x="8564998" y="1831918"/>
                  <a:ext cx="442113" cy="87537"/>
                  <a:chOff x="8040633" y="187272"/>
                  <a:chExt cx="890272" cy="181679"/>
                </a:xfrm>
              </p:grpSpPr>
              <p:sp>
                <p:nvSpPr>
                  <p:cNvPr id="116" name="Google Shape;1200;p27">
                    <a:extLst>
                      <a:ext uri="{FF2B5EF4-FFF2-40B4-BE49-F238E27FC236}">
                        <a16:creationId xmlns:a16="http://schemas.microsoft.com/office/drawing/2014/main" id="{A0FFC795-FD19-47D9-7B81-1C87F6695159}"/>
                      </a:ext>
                    </a:extLst>
                  </p:cNvPr>
                  <p:cNvSpPr/>
                  <p:nvPr/>
                </p:nvSpPr>
                <p:spPr>
                  <a:xfrm>
                    <a:off x="8753828" y="191300"/>
                    <a:ext cx="177077" cy="1776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6" h="241" extrusionOk="0">
                        <a:moveTo>
                          <a:pt x="12" y="15"/>
                        </a:moveTo>
                        <a:cubicBezTo>
                          <a:pt x="0" y="26"/>
                          <a:pt x="0" y="45"/>
                          <a:pt x="12" y="56"/>
                        </a:cubicBezTo>
                        <a:lnTo>
                          <a:pt x="80" y="122"/>
                        </a:lnTo>
                        <a:lnTo>
                          <a:pt x="12" y="188"/>
                        </a:lnTo>
                        <a:cubicBezTo>
                          <a:pt x="0" y="199"/>
                          <a:pt x="0" y="218"/>
                          <a:pt x="12" y="229"/>
                        </a:cubicBezTo>
                        <a:cubicBezTo>
                          <a:pt x="24" y="241"/>
                          <a:pt x="44" y="241"/>
                          <a:pt x="56" y="229"/>
                        </a:cubicBezTo>
                        <a:lnTo>
                          <a:pt x="123" y="165"/>
                        </a:lnTo>
                        <a:lnTo>
                          <a:pt x="190" y="229"/>
                        </a:lnTo>
                        <a:cubicBezTo>
                          <a:pt x="202" y="241"/>
                          <a:pt x="222" y="241"/>
                          <a:pt x="234" y="229"/>
                        </a:cubicBezTo>
                        <a:cubicBezTo>
                          <a:pt x="246" y="218"/>
                          <a:pt x="246" y="199"/>
                          <a:pt x="234" y="188"/>
                        </a:cubicBezTo>
                        <a:lnTo>
                          <a:pt x="167" y="122"/>
                        </a:lnTo>
                        <a:lnTo>
                          <a:pt x="234" y="56"/>
                        </a:lnTo>
                        <a:cubicBezTo>
                          <a:pt x="246" y="45"/>
                          <a:pt x="246" y="26"/>
                          <a:pt x="234" y="15"/>
                        </a:cubicBezTo>
                        <a:cubicBezTo>
                          <a:pt x="222" y="3"/>
                          <a:pt x="202" y="3"/>
                          <a:pt x="190" y="15"/>
                        </a:cubicBezTo>
                        <a:lnTo>
                          <a:pt x="123" y="79"/>
                        </a:lnTo>
                        <a:lnTo>
                          <a:pt x="56" y="15"/>
                        </a:lnTo>
                        <a:cubicBezTo>
                          <a:pt x="41" y="0"/>
                          <a:pt x="26" y="3"/>
                          <a:pt x="12" y="15"/>
                        </a:cubicBezTo>
                        <a:close/>
                      </a:path>
                    </a:pathLst>
                  </a:custGeom>
                  <a:solidFill>
                    <a:sysClr val="window" lastClr="FFFFFF"/>
                  </a:solidFill>
                  <a:ln w="9525" cap="flat" cmpd="sng">
                    <a:solidFill>
                      <a:srgbClr val="33333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78300" tIns="39150" rIns="78300" bIns="39150" anchor="t" anchorCtr="0">
                    <a:noAutofit/>
                  </a:bodyPr>
                  <a:lstStyle/>
                  <a:p>
                    <a:pPr fontAlgn="auto" latinLnBrk="0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sz="771" kern="0">
                      <a:solidFill>
                        <a:srgbClr val="262626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17" name="Google Shape;1201;p27">
                    <a:extLst>
                      <a:ext uri="{FF2B5EF4-FFF2-40B4-BE49-F238E27FC236}">
                        <a16:creationId xmlns:a16="http://schemas.microsoft.com/office/drawing/2014/main" id="{B77605E7-C7DD-4457-A1E1-3F19F26FFA89}"/>
                      </a:ext>
                    </a:extLst>
                  </p:cNvPr>
                  <p:cNvSpPr/>
                  <p:nvPr/>
                </p:nvSpPr>
                <p:spPr>
                  <a:xfrm>
                    <a:off x="8403131" y="187272"/>
                    <a:ext cx="179950" cy="1816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0" h="246" extrusionOk="0">
                        <a:moveTo>
                          <a:pt x="154" y="0"/>
                        </a:moveTo>
                        <a:cubicBezTo>
                          <a:pt x="131" y="0"/>
                          <a:pt x="108" y="1"/>
                          <a:pt x="86" y="1"/>
                        </a:cubicBezTo>
                        <a:cubicBezTo>
                          <a:pt x="70" y="1"/>
                          <a:pt x="57" y="13"/>
                          <a:pt x="57" y="28"/>
                        </a:cubicBezTo>
                        <a:lnTo>
                          <a:pt x="57" y="59"/>
                        </a:lnTo>
                        <a:cubicBezTo>
                          <a:pt x="48" y="59"/>
                          <a:pt x="38" y="59"/>
                          <a:pt x="28" y="59"/>
                        </a:cubicBezTo>
                        <a:cubicBezTo>
                          <a:pt x="13" y="59"/>
                          <a:pt x="0" y="71"/>
                          <a:pt x="0" y="86"/>
                        </a:cubicBezTo>
                        <a:lnTo>
                          <a:pt x="0" y="218"/>
                        </a:lnTo>
                        <a:cubicBezTo>
                          <a:pt x="0" y="233"/>
                          <a:pt x="13" y="246"/>
                          <a:pt x="28" y="246"/>
                        </a:cubicBezTo>
                        <a:lnTo>
                          <a:pt x="165" y="246"/>
                        </a:lnTo>
                        <a:cubicBezTo>
                          <a:pt x="183" y="246"/>
                          <a:pt x="193" y="231"/>
                          <a:pt x="193" y="218"/>
                        </a:cubicBezTo>
                        <a:lnTo>
                          <a:pt x="193" y="188"/>
                        </a:lnTo>
                        <a:lnTo>
                          <a:pt x="222" y="188"/>
                        </a:lnTo>
                        <a:cubicBezTo>
                          <a:pt x="240" y="188"/>
                          <a:pt x="250" y="173"/>
                          <a:pt x="250" y="160"/>
                        </a:cubicBezTo>
                        <a:lnTo>
                          <a:pt x="250" y="27"/>
                        </a:lnTo>
                        <a:cubicBezTo>
                          <a:pt x="250" y="9"/>
                          <a:pt x="237" y="0"/>
                          <a:pt x="222" y="0"/>
                        </a:cubicBezTo>
                        <a:cubicBezTo>
                          <a:pt x="199" y="0"/>
                          <a:pt x="177" y="0"/>
                          <a:pt x="154" y="0"/>
                        </a:cubicBezTo>
                        <a:close/>
                        <a:moveTo>
                          <a:pt x="109" y="52"/>
                        </a:moveTo>
                        <a:lnTo>
                          <a:pt x="198" y="52"/>
                        </a:lnTo>
                        <a:lnTo>
                          <a:pt x="198" y="138"/>
                        </a:lnTo>
                        <a:lnTo>
                          <a:pt x="193" y="138"/>
                        </a:lnTo>
                        <a:lnTo>
                          <a:pt x="193" y="85"/>
                        </a:lnTo>
                        <a:cubicBezTo>
                          <a:pt x="193" y="67"/>
                          <a:pt x="180" y="58"/>
                          <a:pt x="165" y="58"/>
                        </a:cubicBezTo>
                        <a:cubicBezTo>
                          <a:pt x="146" y="58"/>
                          <a:pt x="128" y="58"/>
                          <a:pt x="109" y="58"/>
                        </a:cubicBezTo>
                        <a:lnTo>
                          <a:pt x="109" y="52"/>
                        </a:lnTo>
                        <a:close/>
                        <a:moveTo>
                          <a:pt x="53" y="110"/>
                        </a:moveTo>
                        <a:lnTo>
                          <a:pt x="141" y="110"/>
                        </a:lnTo>
                        <a:lnTo>
                          <a:pt x="141" y="196"/>
                        </a:lnTo>
                        <a:lnTo>
                          <a:pt x="53" y="196"/>
                        </a:lnTo>
                        <a:lnTo>
                          <a:pt x="53" y="110"/>
                        </a:lnTo>
                        <a:close/>
                      </a:path>
                    </a:pathLst>
                  </a:custGeom>
                  <a:solidFill>
                    <a:sysClr val="window" lastClr="FFFFFF"/>
                  </a:solidFill>
                  <a:ln w="9525" cap="flat" cmpd="sng">
                    <a:solidFill>
                      <a:srgbClr val="33333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78300" tIns="39150" rIns="78300" bIns="39150" anchor="t" anchorCtr="0">
                    <a:noAutofit/>
                  </a:bodyPr>
                  <a:lstStyle/>
                  <a:p>
                    <a:pPr fontAlgn="auto" latinLnBrk="0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sz="771" kern="0">
                      <a:solidFill>
                        <a:srgbClr val="262626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18" name="Google Shape;1202;p27">
                    <a:extLst>
                      <a:ext uri="{FF2B5EF4-FFF2-40B4-BE49-F238E27FC236}">
                        <a16:creationId xmlns:a16="http://schemas.microsoft.com/office/drawing/2014/main" id="{CEF04E69-A04E-1CA3-08F7-36A27F9BFADD}"/>
                      </a:ext>
                    </a:extLst>
                  </p:cNvPr>
                  <p:cNvSpPr/>
                  <p:nvPr/>
                </p:nvSpPr>
                <p:spPr>
                  <a:xfrm>
                    <a:off x="8040633" y="325833"/>
                    <a:ext cx="169606" cy="431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6" h="59" extrusionOk="0">
                        <a:moveTo>
                          <a:pt x="32" y="0"/>
                        </a:moveTo>
                        <a:cubicBezTo>
                          <a:pt x="15" y="0"/>
                          <a:pt x="0" y="13"/>
                          <a:pt x="0" y="30"/>
                        </a:cubicBezTo>
                        <a:cubicBezTo>
                          <a:pt x="0" y="46"/>
                          <a:pt x="15" y="59"/>
                          <a:pt x="32" y="59"/>
                        </a:cubicBezTo>
                        <a:lnTo>
                          <a:pt x="205" y="59"/>
                        </a:lnTo>
                        <a:cubicBezTo>
                          <a:pt x="222" y="59"/>
                          <a:pt x="236" y="46"/>
                          <a:pt x="236" y="30"/>
                        </a:cubicBezTo>
                        <a:cubicBezTo>
                          <a:pt x="236" y="13"/>
                          <a:pt x="222" y="0"/>
                          <a:pt x="205" y="0"/>
                        </a:cubicBezTo>
                        <a:lnTo>
                          <a:pt x="32" y="0"/>
                        </a:lnTo>
                        <a:close/>
                      </a:path>
                    </a:pathLst>
                  </a:custGeom>
                  <a:solidFill>
                    <a:sysClr val="window" lastClr="FFFFFF"/>
                  </a:solidFill>
                  <a:ln w="9525" cap="flat" cmpd="sng">
                    <a:solidFill>
                      <a:srgbClr val="33333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78300" tIns="39150" rIns="78300" bIns="39150" anchor="t" anchorCtr="0">
                    <a:noAutofit/>
                  </a:bodyPr>
                  <a:lstStyle/>
                  <a:p>
                    <a:pPr fontAlgn="auto" latinLnBrk="0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sz="771" kern="0">
                      <a:solidFill>
                        <a:srgbClr val="262626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113" name="그룹 112">
                  <a:extLst>
                    <a:ext uri="{FF2B5EF4-FFF2-40B4-BE49-F238E27FC236}">
                      <a16:creationId xmlns:a16="http://schemas.microsoft.com/office/drawing/2014/main" id="{67185400-1D22-108A-D349-A0928EDE3608}"/>
                    </a:ext>
                  </a:extLst>
                </p:cNvPr>
                <p:cNvGrpSpPr/>
                <p:nvPr/>
              </p:nvGrpSpPr>
              <p:grpSpPr>
                <a:xfrm>
                  <a:off x="1707875" y="1805158"/>
                  <a:ext cx="816595" cy="128258"/>
                  <a:chOff x="186200" y="958444"/>
                  <a:chExt cx="900035" cy="128258"/>
                </a:xfrm>
              </p:grpSpPr>
              <p:pic>
                <p:nvPicPr>
                  <p:cNvPr id="114" name="그림 113">
                    <a:extLst>
                      <a:ext uri="{FF2B5EF4-FFF2-40B4-BE49-F238E27FC236}">
                        <a16:creationId xmlns:a16="http://schemas.microsoft.com/office/drawing/2014/main" id="{B244C9C0-08F1-E76B-134F-30FD8417142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r="58636"/>
                  <a:stretch/>
                </p:blipFill>
                <p:spPr>
                  <a:xfrm>
                    <a:off x="186200" y="958444"/>
                    <a:ext cx="372764" cy="128258"/>
                  </a:xfrm>
                  <a:prstGeom prst="rect">
                    <a:avLst/>
                  </a:prstGeom>
                </p:spPr>
              </p:pic>
              <p:pic>
                <p:nvPicPr>
                  <p:cNvPr id="115" name="그림 114">
                    <a:extLst>
                      <a:ext uri="{FF2B5EF4-FFF2-40B4-BE49-F238E27FC236}">
                        <a16:creationId xmlns:a16="http://schemas.microsoft.com/office/drawing/2014/main" id="{9362AD52-77C9-F526-D01E-3BB9FDA047F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2">
                    <a:lum bright="70000" contrast="-70000"/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41491"/>
                  <a:stretch/>
                </p:blipFill>
                <p:spPr>
                  <a:xfrm>
                    <a:off x="558964" y="958444"/>
                    <a:ext cx="527271" cy="128258"/>
                  </a:xfrm>
                  <a:prstGeom prst="rect">
                    <a:avLst/>
                  </a:prstGeom>
                </p:spPr>
              </p:pic>
            </p:grpSp>
          </p:grpSp>
          <p:sp>
            <p:nvSpPr>
              <p:cNvPr id="76" name="직사각형 75">
                <a:extLst>
                  <a:ext uri="{FF2B5EF4-FFF2-40B4-BE49-F238E27FC236}">
                    <a16:creationId xmlns:a16="http://schemas.microsoft.com/office/drawing/2014/main" id="{43F511A3-E024-A243-DBD5-392CC962215F}"/>
                  </a:ext>
                </a:extLst>
              </p:cNvPr>
              <p:cNvSpPr/>
              <p:nvPr/>
            </p:nvSpPr>
            <p:spPr>
              <a:xfrm>
                <a:off x="766896" y="1612266"/>
                <a:ext cx="7346293" cy="174091"/>
              </a:xfrm>
              <a:prstGeom prst="rect">
                <a:avLst/>
              </a:prstGeom>
              <a:solidFill>
                <a:sysClr val="window" lastClr="FFFFFF">
                  <a:lumMod val="8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latinLnBrk="0"/>
                <a:r>
                  <a:rPr lang="en-US" altLang="ko-KR" sz="800" b="1" kern="0" dirty="0">
                    <a:solidFill>
                      <a:prstClr val="black"/>
                    </a:solidFill>
                    <a:latin typeface="Cambria" panose="02040503050406030204"/>
                    <a:ea typeface="맑은 고딕" panose="020B0503020000020004" pitchFamily="50" charset="-127"/>
                    <a:sym typeface="Webdings" panose="05030102010509060703" pitchFamily="18" charset="2"/>
                  </a:rPr>
                  <a:t>      </a:t>
                </a:r>
                <a:r>
                  <a:rPr lang="en-US" altLang="ko-KR" sz="800" b="1" kern="0" dirty="0">
                    <a:solidFill>
                      <a:prstClr val="black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[</a:t>
                </a:r>
                <a:r>
                  <a:rPr lang="ko-KR" altLang="en-US" sz="800" b="1" kern="0" dirty="0">
                    <a:solidFill>
                      <a:prstClr val="black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이벤트 수상</a:t>
                </a:r>
                <a:r>
                  <a:rPr lang="en-US" altLang="ko-KR" sz="800" b="1" kern="0" dirty="0">
                    <a:solidFill>
                      <a:prstClr val="black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] 2025 </a:t>
                </a:r>
                <a:r>
                  <a:rPr lang="ko-KR" altLang="en-US" sz="800" b="1" kern="0" dirty="0">
                    <a:solidFill>
                      <a:prstClr val="black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투네이션 어워드 수상자 발표</a:t>
                </a:r>
              </a:p>
            </p:txBody>
          </p:sp>
          <p:pic>
            <p:nvPicPr>
              <p:cNvPr id="77" name="그래픽 76">
                <a:extLst>
                  <a:ext uri="{FF2B5EF4-FFF2-40B4-BE49-F238E27FC236}">
                    <a16:creationId xmlns:a16="http://schemas.microsoft.com/office/drawing/2014/main" id="{07C940B4-7DB5-4F33-EB64-46F301FA0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781075" y="1618787"/>
                <a:ext cx="159090" cy="159090"/>
              </a:xfrm>
              <a:prstGeom prst="rect">
                <a:avLst/>
              </a:prstGeom>
            </p:spPr>
          </p:pic>
          <p:grpSp>
            <p:nvGrpSpPr>
              <p:cNvPr id="78" name="그룹 77">
                <a:extLst>
                  <a:ext uri="{FF2B5EF4-FFF2-40B4-BE49-F238E27FC236}">
                    <a16:creationId xmlns:a16="http://schemas.microsoft.com/office/drawing/2014/main" id="{BF4B9881-4BC9-61CB-8063-48ED19172149}"/>
                  </a:ext>
                </a:extLst>
              </p:cNvPr>
              <p:cNvGrpSpPr/>
              <p:nvPr/>
            </p:nvGrpSpPr>
            <p:grpSpPr>
              <a:xfrm>
                <a:off x="7968208" y="1808820"/>
                <a:ext cx="153985" cy="4066819"/>
                <a:chOff x="8996362" y="1394838"/>
                <a:chExt cx="153985" cy="4066819"/>
              </a:xfrm>
            </p:grpSpPr>
            <p:sp>
              <p:nvSpPr>
                <p:cNvPr id="106" name="직사각형 105">
                  <a:extLst>
                    <a:ext uri="{FF2B5EF4-FFF2-40B4-BE49-F238E27FC236}">
                      <a16:creationId xmlns:a16="http://schemas.microsoft.com/office/drawing/2014/main" id="{2FABE4E8-27B0-BD0D-039C-05B96B58C1B5}"/>
                    </a:ext>
                  </a:extLst>
                </p:cNvPr>
                <p:cNvSpPr/>
                <p:nvPr/>
              </p:nvSpPr>
              <p:spPr>
                <a:xfrm rot="5400000">
                  <a:off x="7039945" y="3351255"/>
                  <a:ext cx="4066819" cy="153985"/>
                </a:xfrm>
                <a:prstGeom prst="rect">
                  <a:avLst/>
                </a:prstGeom>
                <a:solidFill>
                  <a:sysClr val="windowText" lastClr="00000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algn="ctr" latinLnBrk="0"/>
                  <a:endParaRPr lang="ko-KR" altLang="en-US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107" name="그룹 106">
                  <a:extLst>
                    <a:ext uri="{FF2B5EF4-FFF2-40B4-BE49-F238E27FC236}">
                      <a16:creationId xmlns:a16="http://schemas.microsoft.com/office/drawing/2014/main" id="{AFB384E4-7FC7-D9F1-FF5D-187CD1300B58}"/>
                    </a:ext>
                  </a:extLst>
                </p:cNvPr>
                <p:cNvGrpSpPr/>
                <p:nvPr/>
              </p:nvGrpSpPr>
              <p:grpSpPr>
                <a:xfrm>
                  <a:off x="9022645" y="3366303"/>
                  <a:ext cx="103354" cy="112704"/>
                  <a:chOff x="11526163" y="182706"/>
                  <a:chExt cx="618370" cy="524775"/>
                </a:xfrm>
              </p:grpSpPr>
              <p:sp>
                <p:nvSpPr>
                  <p:cNvPr id="108" name="순서도: 판단 107">
                    <a:extLst>
                      <a:ext uri="{FF2B5EF4-FFF2-40B4-BE49-F238E27FC236}">
                        <a16:creationId xmlns:a16="http://schemas.microsoft.com/office/drawing/2014/main" id="{C34400E1-3EB0-3545-AF0A-4FEF477CC5D1}"/>
                      </a:ext>
                    </a:extLst>
                  </p:cNvPr>
                  <p:cNvSpPr/>
                  <p:nvPr/>
                </p:nvSpPr>
                <p:spPr>
                  <a:xfrm>
                    <a:off x="11526163" y="483040"/>
                    <a:ext cx="618370" cy="224441"/>
                  </a:xfrm>
                  <a:prstGeom prst="flowChartDecision">
                    <a:avLst/>
                  </a:prstGeom>
                  <a:solidFill>
                    <a:sysClr val="windowText" lastClr="000000"/>
                  </a:solidFill>
                  <a:ln w="12700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tlCol="0" anchor="ctr"/>
                  <a:lstStyle/>
                  <a:p>
                    <a:pPr algn="ctr" latinLnBrk="0"/>
                    <a:endParaRPr lang="ko-KR" altLang="en-US" kern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109" name="순서도: 판단 108">
                    <a:extLst>
                      <a:ext uri="{FF2B5EF4-FFF2-40B4-BE49-F238E27FC236}">
                        <a16:creationId xmlns:a16="http://schemas.microsoft.com/office/drawing/2014/main" id="{4C1200DF-5A80-B86D-4631-2C0D41A0E4B1}"/>
                      </a:ext>
                    </a:extLst>
                  </p:cNvPr>
                  <p:cNvSpPr/>
                  <p:nvPr/>
                </p:nvSpPr>
                <p:spPr>
                  <a:xfrm>
                    <a:off x="11526163" y="332875"/>
                    <a:ext cx="618370" cy="224441"/>
                  </a:xfrm>
                  <a:prstGeom prst="flowChartDecision">
                    <a:avLst/>
                  </a:prstGeom>
                  <a:solidFill>
                    <a:sysClr val="windowText" lastClr="000000"/>
                  </a:solidFill>
                  <a:ln w="12700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tlCol="0" anchor="ctr"/>
                  <a:lstStyle/>
                  <a:p>
                    <a:pPr algn="ctr" latinLnBrk="0"/>
                    <a:endParaRPr lang="ko-KR" altLang="en-US" kern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110" name="순서도: 판단 109">
                    <a:extLst>
                      <a:ext uri="{FF2B5EF4-FFF2-40B4-BE49-F238E27FC236}">
                        <a16:creationId xmlns:a16="http://schemas.microsoft.com/office/drawing/2014/main" id="{D415B8D4-91B7-C266-E239-10A4D0073F09}"/>
                      </a:ext>
                    </a:extLst>
                  </p:cNvPr>
                  <p:cNvSpPr/>
                  <p:nvPr/>
                </p:nvSpPr>
                <p:spPr>
                  <a:xfrm>
                    <a:off x="11526163" y="182706"/>
                    <a:ext cx="618370" cy="224441"/>
                  </a:xfrm>
                  <a:prstGeom prst="flowChartDecision">
                    <a:avLst/>
                  </a:prstGeom>
                  <a:solidFill>
                    <a:sysClr val="windowText" lastClr="000000"/>
                  </a:solidFill>
                  <a:ln w="12700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tlCol="0" anchor="ctr"/>
                  <a:lstStyle/>
                  <a:p>
                    <a:pPr algn="ctr" latinLnBrk="0"/>
                    <a:endParaRPr lang="ko-KR" altLang="en-US" kern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</p:grpSp>
          </p:grpSp>
          <p:pic>
            <p:nvPicPr>
              <p:cNvPr id="79" name="그래픽 78">
                <a:extLst>
                  <a:ext uri="{FF2B5EF4-FFF2-40B4-BE49-F238E27FC236}">
                    <a16:creationId xmlns:a16="http://schemas.microsoft.com/office/drawing/2014/main" id="{B0045B00-DDE8-BBC0-6E36-63A54CF291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7417417" y="1428908"/>
                <a:ext cx="145612" cy="145612"/>
              </a:xfrm>
              <a:prstGeom prst="rect">
                <a:avLst/>
              </a:prstGeom>
            </p:spPr>
          </p:pic>
          <p:pic>
            <p:nvPicPr>
              <p:cNvPr id="80" name="그림 79">
                <a:extLst>
                  <a:ext uri="{FF2B5EF4-FFF2-40B4-BE49-F238E27FC236}">
                    <a16:creationId xmlns:a16="http://schemas.microsoft.com/office/drawing/2014/main" id="{B79E0D34-4A63-1BA6-E7AD-AF52A3E780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biLevel thresh="75000"/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rightnessContrast bright="-40000"/>
                        </a14:imgEffect>
                      </a14:imgLayer>
                    </a14:imgProps>
                  </a:ext>
                </a:extLst>
              </a:blip>
              <a:stretch>
                <a:fillRect/>
              </a:stretch>
            </p:blipFill>
            <p:spPr>
              <a:xfrm>
                <a:off x="7912468" y="1621879"/>
                <a:ext cx="162159" cy="162161"/>
              </a:xfrm>
              <a:prstGeom prst="rect">
                <a:avLst/>
              </a:prstGeom>
            </p:spPr>
          </p:pic>
          <p:pic>
            <p:nvPicPr>
              <p:cNvPr id="81" name="그림 80">
                <a:extLst>
                  <a:ext uri="{FF2B5EF4-FFF2-40B4-BE49-F238E27FC236}">
                    <a16:creationId xmlns:a16="http://schemas.microsoft.com/office/drawing/2014/main" id="{CD61F125-1C78-BC68-C79D-A27A117240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biLevel thresh="75000"/>
                <a:extLst>
                  <a:ext uri="{BEBA8EAE-BF5A-486C-A8C5-ECC9F3942E4B}">
                    <a14:imgProps xmlns:a14="http://schemas.microsoft.com/office/drawing/2010/main">
                      <a14:imgLayer r:embed="rId10">
                        <a14:imgEffect>
                          <a14:brightnessContrast bright="-40000"/>
                        </a14:imgEffect>
                      </a14:imgLayer>
                    </a14:imgProps>
                  </a:ext>
                </a:extLst>
              </a:blip>
              <a:stretch>
                <a:fillRect/>
              </a:stretch>
            </p:blipFill>
            <p:spPr>
              <a:xfrm>
                <a:off x="7707024" y="1621879"/>
                <a:ext cx="162161" cy="162162"/>
              </a:xfrm>
              <a:prstGeom prst="rect">
                <a:avLst/>
              </a:prstGeom>
            </p:spPr>
          </p:pic>
          <p:pic>
            <p:nvPicPr>
              <p:cNvPr id="82" name="그림 81">
                <a:extLst>
                  <a:ext uri="{FF2B5EF4-FFF2-40B4-BE49-F238E27FC236}">
                    <a16:creationId xmlns:a16="http://schemas.microsoft.com/office/drawing/2014/main" id="{E678332B-0FBF-3FD2-DAFE-A2FA7F2CEF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66896" y="1802201"/>
                <a:ext cx="4291956" cy="3334801"/>
              </a:xfrm>
              <a:prstGeom prst="rect">
                <a:avLst/>
              </a:prstGeom>
            </p:spPr>
          </p:pic>
          <p:pic>
            <p:nvPicPr>
              <p:cNvPr id="83" name="그림 82">
                <a:extLst>
                  <a:ext uri="{FF2B5EF4-FFF2-40B4-BE49-F238E27FC236}">
                    <a16:creationId xmlns:a16="http://schemas.microsoft.com/office/drawing/2014/main" id="{C6CC1ED7-7729-CC89-CB68-EF8AAAA6616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5077324" y="1802170"/>
                <a:ext cx="1536325" cy="4066384"/>
              </a:xfrm>
              <a:prstGeom prst="rect">
                <a:avLst/>
              </a:prstGeom>
            </p:spPr>
          </p:pic>
          <p:pic>
            <p:nvPicPr>
              <p:cNvPr id="84" name="그림 83">
                <a:extLst>
                  <a:ext uri="{FF2B5EF4-FFF2-40B4-BE49-F238E27FC236}">
                    <a16:creationId xmlns:a16="http://schemas.microsoft.com/office/drawing/2014/main" id="{2A2A3D95-56E7-7AC1-2B6F-42AC26D2199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628191" y="4500540"/>
                <a:ext cx="1316850" cy="1377815"/>
              </a:xfrm>
              <a:prstGeom prst="rect">
                <a:avLst/>
              </a:prstGeom>
            </p:spPr>
          </p:pic>
          <p:pic>
            <p:nvPicPr>
              <p:cNvPr id="85" name="그림 84">
                <a:extLst>
                  <a:ext uri="{FF2B5EF4-FFF2-40B4-BE49-F238E27FC236}">
                    <a16:creationId xmlns:a16="http://schemas.microsoft.com/office/drawing/2014/main" id="{0F7ABE54-A232-1AA5-42D3-94EF33A1B2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6623925" y="1808894"/>
                <a:ext cx="1329043" cy="2682472"/>
              </a:xfrm>
              <a:prstGeom prst="rect">
                <a:avLst/>
              </a:prstGeom>
            </p:spPr>
          </p:pic>
          <p:pic>
            <p:nvPicPr>
              <p:cNvPr id="86" name="그림 85">
                <a:extLst>
                  <a:ext uri="{FF2B5EF4-FFF2-40B4-BE49-F238E27FC236}">
                    <a16:creationId xmlns:a16="http://schemas.microsoft.com/office/drawing/2014/main" id="{45F5A414-A144-CEED-1F37-EC2FDF310C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6896" y="5152846"/>
                <a:ext cx="3225064" cy="713294"/>
              </a:xfrm>
              <a:prstGeom prst="rect">
                <a:avLst/>
              </a:prstGeom>
            </p:spPr>
          </p:pic>
          <p:pic>
            <p:nvPicPr>
              <p:cNvPr id="87" name="그림 86">
                <a:extLst>
                  <a:ext uri="{FF2B5EF4-FFF2-40B4-BE49-F238E27FC236}">
                    <a16:creationId xmlns:a16="http://schemas.microsoft.com/office/drawing/2014/main" id="{63C44CD1-CB8F-F6D2-7E12-5D7FFA65F09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4010108" y="5150543"/>
                <a:ext cx="1059225" cy="722765"/>
              </a:xfrm>
              <a:prstGeom prst="rect">
                <a:avLst/>
              </a:prstGeom>
            </p:spPr>
          </p:pic>
          <p:grpSp>
            <p:nvGrpSpPr>
              <p:cNvPr id="88" name="그룹 87">
                <a:extLst>
                  <a:ext uri="{FF2B5EF4-FFF2-40B4-BE49-F238E27FC236}">
                    <a16:creationId xmlns:a16="http://schemas.microsoft.com/office/drawing/2014/main" id="{C994DE5E-6617-5F27-CE67-34A4D31AE2B9}"/>
                  </a:ext>
                </a:extLst>
              </p:cNvPr>
              <p:cNvGrpSpPr/>
              <p:nvPr/>
            </p:nvGrpSpPr>
            <p:grpSpPr>
              <a:xfrm>
                <a:off x="1986579" y="5232688"/>
                <a:ext cx="4962702" cy="469914"/>
                <a:chOff x="3035660" y="5647049"/>
                <a:chExt cx="4962702" cy="469914"/>
              </a:xfrm>
            </p:grpSpPr>
            <p:grpSp>
              <p:nvGrpSpPr>
                <p:cNvPr id="89" name="그룹 88">
                  <a:extLst>
                    <a:ext uri="{FF2B5EF4-FFF2-40B4-BE49-F238E27FC236}">
                      <a16:creationId xmlns:a16="http://schemas.microsoft.com/office/drawing/2014/main" id="{8E093305-AF55-FF23-7BE6-4AFF0773C941}"/>
                    </a:ext>
                  </a:extLst>
                </p:cNvPr>
                <p:cNvGrpSpPr/>
                <p:nvPr/>
              </p:nvGrpSpPr>
              <p:grpSpPr>
                <a:xfrm>
                  <a:off x="3035660" y="5647049"/>
                  <a:ext cx="4962702" cy="469914"/>
                  <a:chOff x="1961391" y="5208063"/>
                  <a:chExt cx="4962702" cy="469914"/>
                </a:xfrm>
              </p:grpSpPr>
              <p:sp>
                <p:nvSpPr>
                  <p:cNvPr id="91" name="사각형: 둥근 모서리 90">
                    <a:extLst>
                      <a:ext uri="{FF2B5EF4-FFF2-40B4-BE49-F238E27FC236}">
                        <a16:creationId xmlns:a16="http://schemas.microsoft.com/office/drawing/2014/main" id="{283D5746-0B28-03A9-952B-BBBA1E717FFC}"/>
                      </a:ext>
                    </a:extLst>
                  </p:cNvPr>
                  <p:cNvSpPr/>
                  <p:nvPr/>
                </p:nvSpPr>
                <p:spPr>
                  <a:xfrm>
                    <a:off x="1961391" y="5208063"/>
                    <a:ext cx="4962702" cy="469914"/>
                  </a:xfrm>
                  <a:prstGeom prst="roundRect">
                    <a:avLst/>
                  </a:prstGeom>
                  <a:solidFill>
                    <a:sysClr val="windowText" lastClr="000000"/>
                  </a:solidFill>
                  <a:ln w="12700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tlCol="0" anchor="ctr"/>
                  <a:lstStyle/>
                  <a:p>
                    <a:pPr algn="ctr" latinLnBrk="0"/>
                    <a:endParaRPr lang="ko-KR" altLang="en-US" kern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92" name="그룹 91">
                    <a:extLst>
                      <a:ext uri="{FF2B5EF4-FFF2-40B4-BE49-F238E27FC236}">
                        <a16:creationId xmlns:a16="http://schemas.microsoft.com/office/drawing/2014/main" id="{DA5DA5EF-821D-0243-CD1F-810EF22C10ED}"/>
                      </a:ext>
                    </a:extLst>
                  </p:cNvPr>
                  <p:cNvGrpSpPr/>
                  <p:nvPr/>
                </p:nvGrpSpPr>
                <p:grpSpPr>
                  <a:xfrm>
                    <a:off x="2054587" y="5282944"/>
                    <a:ext cx="320153" cy="320153"/>
                    <a:chOff x="3446562" y="5826004"/>
                    <a:chExt cx="342329" cy="342329"/>
                  </a:xfrm>
                </p:grpSpPr>
                <p:pic>
                  <p:nvPicPr>
                    <p:cNvPr id="104" name="그래픽 103">
                      <a:extLst>
                        <a:ext uri="{FF2B5EF4-FFF2-40B4-BE49-F238E27FC236}">
                          <a16:creationId xmlns:a16="http://schemas.microsoft.com/office/drawing/2014/main" id="{812EF003-C44E-B653-93C1-37943FBE741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7">
                      <a:extLst>
                        <a:ext uri="{96DAC541-7B7A-43D3-8B79-37D633B846F1}">
                          <asvg:svgBlip xmlns:asvg="http://schemas.microsoft.com/office/drawing/2016/SVG/main" r:embed="rId18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446562" y="5826004"/>
                      <a:ext cx="342329" cy="342329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" name="그래픽 104">
                      <a:extLst>
                        <a:ext uri="{FF2B5EF4-FFF2-40B4-BE49-F238E27FC236}">
                          <a16:creationId xmlns:a16="http://schemas.microsoft.com/office/drawing/2014/main" id="{51E05073-FAD5-0F03-FE30-21D819C71DB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5">
                      <a:extLst>
                        <a:ext uri="{96DAC541-7B7A-43D3-8B79-37D633B846F1}">
                          <asvg:svgBlip xmlns:asvg="http://schemas.microsoft.com/office/drawing/2016/SVG/main" r:embed="rId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2524" y="5924778"/>
                      <a:ext cx="158400" cy="158400"/>
                    </a:xfrm>
                    <a:prstGeom prst="rect">
                      <a:avLst/>
                    </a:prstGeom>
                  </p:spPr>
                </p:pic>
              </p:grpSp>
              <p:cxnSp>
                <p:nvCxnSpPr>
                  <p:cNvPr id="93" name="직선 연결선 92">
                    <a:extLst>
                      <a:ext uri="{FF2B5EF4-FFF2-40B4-BE49-F238E27FC236}">
                        <a16:creationId xmlns:a16="http://schemas.microsoft.com/office/drawing/2014/main" id="{D8545DB2-6115-34A8-2197-FA3BF928851B}"/>
                      </a:ext>
                    </a:extLst>
                  </p:cNvPr>
                  <p:cNvCxnSpPr/>
                  <p:nvPr/>
                </p:nvCxnSpPr>
                <p:spPr>
                  <a:xfrm>
                    <a:off x="2902006" y="5355125"/>
                    <a:ext cx="0" cy="17815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</p:cxnSp>
              <p:sp>
                <p:nvSpPr>
                  <p:cNvPr id="94" name="사각형: 둥근 모서리 93">
                    <a:extLst>
                      <a:ext uri="{FF2B5EF4-FFF2-40B4-BE49-F238E27FC236}">
                        <a16:creationId xmlns:a16="http://schemas.microsoft.com/office/drawing/2014/main" id="{CF850BC9-4D64-F8A3-2CF4-5FE983F5EA37}"/>
                      </a:ext>
                    </a:extLst>
                  </p:cNvPr>
                  <p:cNvSpPr/>
                  <p:nvPr/>
                </p:nvSpPr>
                <p:spPr>
                  <a:xfrm>
                    <a:off x="3004117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1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95" name="사각형: 둥근 모서리 94">
                    <a:extLst>
                      <a:ext uri="{FF2B5EF4-FFF2-40B4-BE49-F238E27FC236}">
                        <a16:creationId xmlns:a16="http://schemas.microsoft.com/office/drawing/2014/main" id="{1BD06B34-BD13-9988-3FC2-422BA7EC614D}"/>
                      </a:ext>
                    </a:extLst>
                  </p:cNvPr>
                  <p:cNvSpPr/>
                  <p:nvPr/>
                </p:nvSpPr>
                <p:spPr>
                  <a:xfrm>
                    <a:off x="3396281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2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96" name="사각형: 둥근 모서리 95">
                    <a:extLst>
                      <a:ext uri="{FF2B5EF4-FFF2-40B4-BE49-F238E27FC236}">
                        <a16:creationId xmlns:a16="http://schemas.microsoft.com/office/drawing/2014/main" id="{5B27D985-858B-4033-6148-B1A26D9D38B1}"/>
                      </a:ext>
                    </a:extLst>
                  </p:cNvPr>
                  <p:cNvSpPr/>
                  <p:nvPr/>
                </p:nvSpPr>
                <p:spPr>
                  <a:xfrm>
                    <a:off x="3788445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3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97" name="사각형: 둥근 모서리 96">
                    <a:extLst>
                      <a:ext uri="{FF2B5EF4-FFF2-40B4-BE49-F238E27FC236}">
                        <a16:creationId xmlns:a16="http://schemas.microsoft.com/office/drawing/2014/main" id="{BAF1C235-8002-250F-2126-B8AF29D5DADB}"/>
                      </a:ext>
                    </a:extLst>
                  </p:cNvPr>
                  <p:cNvSpPr/>
                  <p:nvPr/>
                </p:nvSpPr>
                <p:spPr>
                  <a:xfrm>
                    <a:off x="4180609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4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98" name="사각형: 둥근 모서리 97">
                    <a:extLst>
                      <a:ext uri="{FF2B5EF4-FFF2-40B4-BE49-F238E27FC236}">
                        <a16:creationId xmlns:a16="http://schemas.microsoft.com/office/drawing/2014/main" id="{FD9049A0-8DD2-E3B1-E2D9-A9F46BB2CDFA}"/>
                      </a:ext>
                    </a:extLst>
                  </p:cNvPr>
                  <p:cNvSpPr/>
                  <p:nvPr/>
                </p:nvSpPr>
                <p:spPr>
                  <a:xfrm>
                    <a:off x="4572773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5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99" name="사각형: 둥근 모서리 98">
                    <a:extLst>
                      <a:ext uri="{FF2B5EF4-FFF2-40B4-BE49-F238E27FC236}">
                        <a16:creationId xmlns:a16="http://schemas.microsoft.com/office/drawing/2014/main" id="{330BA365-C141-F1B4-1F6E-AD3373546602}"/>
                      </a:ext>
                    </a:extLst>
                  </p:cNvPr>
                  <p:cNvSpPr/>
                  <p:nvPr/>
                </p:nvSpPr>
                <p:spPr>
                  <a:xfrm>
                    <a:off x="4964937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6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100" name="사각형: 둥근 모서리 99">
                    <a:extLst>
                      <a:ext uri="{FF2B5EF4-FFF2-40B4-BE49-F238E27FC236}">
                        <a16:creationId xmlns:a16="http://schemas.microsoft.com/office/drawing/2014/main" id="{1BCB04E5-4C69-853E-051F-3E80B3971E1E}"/>
                      </a:ext>
                    </a:extLst>
                  </p:cNvPr>
                  <p:cNvSpPr/>
                  <p:nvPr/>
                </p:nvSpPr>
                <p:spPr>
                  <a:xfrm>
                    <a:off x="5357101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7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101" name="사각형: 둥근 모서리 100">
                    <a:extLst>
                      <a:ext uri="{FF2B5EF4-FFF2-40B4-BE49-F238E27FC236}">
                        <a16:creationId xmlns:a16="http://schemas.microsoft.com/office/drawing/2014/main" id="{5BBCB032-EFEF-2574-ADCE-83C4C2BA38D6}"/>
                      </a:ext>
                    </a:extLst>
                  </p:cNvPr>
                  <p:cNvSpPr/>
                  <p:nvPr/>
                </p:nvSpPr>
                <p:spPr>
                  <a:xfrm>
                    <a:off x="5749265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8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102" name="사각형: 둥근 모서리 101">
                    <a:extLst>
                      <a:ext uri="{FF2B5EF4-FFF2-40B4-BE49-F238E27FC236}">
                        <a16:creationId xmlns:a16="http://schemas.microsoft.com/office/drawing/2014/main" id="{5E3BA033-9F5F-62BE-6A68-82F77DAC783D}"/>
                      </a:ext>
                    </a:extLst>
                  </p:cNvPr>
                  <p:cNvSpPr/>
                  <p:nvPr/>
                </p:nvSpPr>
                <p:spPr>
                  <a:xfrm>
                    <a:off x="6141425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9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103" name="사각형: 둥근 모서리 102">
                    <a:extLst>
                      <a:ext uri="{FF2B5EF4-FFF2-40B4-BE49-F238E27FC236}">
                        <a16:creationId xmlns:a16="http://schemas.microsoft.com/office/drawing/2014/main" id="{D6A33B90-EBF3-2AA3-624B-B27A77C5A34F}"/>
                      </a:ext>
                    </a:extLst>
                  </p:cNvPr>
                  <p:cNvSpPr/>
                  <p:nvPr/>
                </p:nvSpPr>
                <p:spPr>
                  <a:xfrm>
                    <a:off x="6532759" y="5282944"/>
                    <a:ext cx="320153" cy="320153"/>
                  </a:xfrm>
                  <a:prstGeom prst="roundRect">
                    <a:avLst>
                      <a:gd name="adj" fmla="val 23361"/>
                    </a:avLst>
                  </a:prstGeom>
                  <a:solidFill>
                    <a:sysClr val="windowText" lastClr="000000">
                      <a:lumMod val="50000"/>
                      <a:lumOff val="50000"/>
                    </a:sys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none" rtlCol="0" anchor="ctr"/>
                  <a:lstStyle/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Icon</a:t>
                    </a:r>
                  </a:p>
                  <a:p>
                    <a:pPr algn="ctr" latinLnBrk="0"/>
                    <a:r>
                      <a:rPr lang="en-US" altLang="ko-KR" sz="800" kern="0" dirty="0">
                        <a:solidFill>
                          <a:prstClr val="white"/>
                        </a:solidFill>
                        <a:latin typeface="Cambria" panose="02040503050406030204"/>
                        <a:ea typeface="맑은 고딕" panose="020B0503020000020004" pitchFamily="50" charset="-127"/>
                      </a:rPr>
                      <a:t>10</a:t>
                    </a:r>
                    <a:endParaRPr lang="ko-KR" altLang="en-US" sz="800" kern="0" dirty="0">
                      <a:solidFill>
                        <a:prstClr val="white"/>
                      </a:solidFill>
                      <a:latin typeface="Cambria" panose="02040503050406030204"/>
                      <a:ea typeface="맑은 고딕" panose="020B0503020000020004" pitchFamily="50" charset="-127"/>
                    </a:endParaRPr>
                  </a:p>
                </p:txBody>
              </p:sp>
            </p:grpSp>
            <p:pic>
              <p:nvPicPr>
                <p:cNvPr id="90" name="그림 89">
                  <a:extLst>
                    <a:ext uri="{FF2B5EF4-FFF2-40B4-BE49-F238E27FC236}">
                      <a16:creationId xmlns:a16="http://schemas.microsoft.com/office/drawing/2014/main" id="{2BAEEED7-74F4-CDAB-C2AB-FD25AAAB8AD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>
                  <a:extLst>
                    <a:ext uri="{BEBA8EAE-BF5A-486C-A8C5-ECC9F3942E4B}">
                      <a14:imgProps xmlns:a14="http://schemas.microsoft.com/office/drawing/2010/main">
                        <a14:imgLayer r:embed="rId20">
                          <a14:imgEffect>
                            <a14:saturation sat="0"/>
                          </a14:imgEffect>
                          <a14:imgEffect>
                            <a14:brightnessContrast bright="-20000"/>
                          </a14:imgEffect>
                        </a14:imgLayer>
                      </a14:imgProps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27186" y="5721930"/>
                  <a:ext cx="320153" cy="320153"/>
                </a:xfrm>
                <a:prstGeom prst="rect">
                  <a:avLst/>
                </a:prstGeom>
              </p:spPr>
            </p:pic>
          </p:grpSp>
        </p:grpSp>
        <p:pic>
          <p:nvPicPr>
            <p:cNvPr id="74" name="그림 73">
              <a:extLst>
                <a:ext uri="{FF2B5EF4-FFF2-40B4-BE49-F238E27FC236}">
                  <a16:creationId xmlns:a16="http://schemas.microsoft.com/office/drawing/2014/main" id="{DB15A262-D515-E0CE-24D1-0AE1B5FA9A1E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BEBA8EAE-BF5A-486C-A8C5-ECC9F3942E4B}">
                  <a14:imgProps xmlns:a14="http://schemas.microsoft.com/office/drawing/2010/main">
                    <a14:imgLayer r:embed="rId22">
                      <a14:imgEffect>
                        <a14:brightnessContrast bright="-40000" contrast="-4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02198" y="1995913"/>
              <a:ext cx="7187807" cy="4078577"/>
            </a:xfrm>
            <a:prstGeom prst="rect">
              <a:avLst/>
            </a:prstGeom>
          </p:spPr>
        </p:pic>
      </p:grp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DF6683C8-7523-17E0-B2F3-14659CE5601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설정 </a:t>
            </a:r>
            <a:r>
              <a:rPr lang="en-US" altLang="ko-KR" dirty="0"/>
              <a:t>&gt; </a:t>
            </a:r>
            <a:r>
              <a:rPr lang="ko-KR" altLang="en-US" dirty="0"/>
              <a:t>정보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555AF889-A481-83FC-9361-E3B09C17437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클라이언트 리모컨 기본 구성 </a:t>
            </a:r>
            <a:r>
              <a:rPr lang="en-US" altLang="ko-KR" dirty="0"/>
              <a:t>&gt; </a:t>
            </a:r>
            <a:r>
              <a:rPr lang="ko-KR" altLang="en-US" dirty="0"/>
              <a:t>설정 </a:t>
            </a:r>
            <a:r>
              <a:rPr lang="en-US" altLang="ko-KR" dirty="0"/>
              <a:t>&gt; </a:t>
            </a:r>
            <a:r>
              <a:rPr lang="ko-KR" altLang="en-US" dirty="0"/>
              <a:t>정보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3C995529-C1C0-C4F6-3EA6-15412AC9134D}"/>
              </a:ext>
            </a:extLst>
          </p:cNvPr>
          <p:cNvGrpSpPr/>
          <p:nvPr/>
        </p:nvGrpSpPr>
        <p:grpSpPr>
          <a:xfrm>
            <a:off x="1793834" y="1726118"/>
            <a:ext cx="5274374" cy="4025036"/>
            <a:chOff x="2118986" y="2104264"/>
            <a:chExt cx="5274374" cy="4025036"/>
          </a:xfrm>
        </p:grpSpPr>
        <p:sp>
          <p:nvSpPr>
            <p:cNvPr id="8" name="사각형: 둥근 모서리 7">
              <a:extLst>
                <a:ext uri="{FF2B5EF4-FFF2-40B4-BE49-F238E27FC236}">
                  <a16:creationId xmlns:a16="http://schemas.microsoft.com/office/drawing/2014/main" id="{6D7FB392-4691-AB99-786D-3CD5B22A7368}"/>
                </a:ext>
              </a:extLst>
            </p:cNvPr>
            <p:cNvSpPr/>
            <p:nvPr/>
          </p:nvSpPr>
          <p:spPr bwMode="auto">
            <a:xfrm>
              <a:off x="2118986" y="2104264"/>
              <a:ext cx="5274374" cy="402503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tIns="90000" rtlCol="0" anchor="t"/>
            <a:lstStyle/>
            <a:p>
              <a:pPr algn="ctr"/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설정</a:t>
              </a:r>
            </a:p>
          </p:txBody>
        </p: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A4F09D57-534E-8A0D-222A-12174F45E6B9}"/>
                </a:ext>
              </a:extLst>
            </p:cNvPr>
            <p:cNvCxnSpPr/>
            <p:nvPr/>
          </p:nvCxnSpPr>
          <p:spPr>
            <a:xfrm>
              <a:off x="2118986" y="2420888"/>
              <a:ext cx="5274374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49755A56-691D-54FB-43EF-F175E2B901C0}"/>
                </a:ext>
              </a:extLst>
            </p:cNvPr>
            <p:cNvCxnSpPr>
              <a:cxnSpLocks/>
            </p:cNvCxnSpPr>
            <p:nvPr/>
          </p:nvCxnSpPr>
          <p:spPr>
            <a:xfrm>
              <a:off x="3071664" y="2420888"/>
              <a:ext cx="0" cy="3708412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2C7B4F5C-5840-9BC3-1ED9-61D2AB5E8707}"/>
              </a:ext>
            </a:extLst>
          </p:cNvPr>
          <p:cNvSpPr txBox="1"/>
          <p:nvPr/>
        </p:nvSpPr>
        <p:spPr>
          <a:xfrm>
            <a:off x="3034544" y="2133332"/>
            <a:ext cx="164981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투네이션 크리에이터 리모컨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386977CF-8987-B874-6BA2-868B9126EE52}"/>
              </a:ext>
            </a:extLst>
          </p:cNvPr>
          <p:cNvSpPr/>
          <p:nvPr/>
        </p:nvSpPr>
        <p:spPr>
          <a:xfrm>
            <a:off x="1841459" y="2814637"/>
            <a:ext cx="862339" cy="219129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93FFFC9-C6C9-6676-2CF5-CAD3C50CC20F}"/>
              </a:ext>
            </a:extLst>
          </p:cNvPr>
          <p:cNvSpPr txBox="1"/>
          <p:nvPr/>
        </p:nvSpPr>
        <p:spPr>
          <a:xfrm>
            <a:off x="2175384" y="2133332"/>
            <a:ext cx="41549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기본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E4291D2-BFE5-8D97-8DF9-3B7B7EEC74BB}"/>
              </a:ext>
            </a:extLst>
          </p:cNvPr>
          <p:cNvSpPr txBox="1"/>
          <p:nvPr/>
        </p:nvSpPr>
        <p:spPr>
          <a:xfrm>
            <a:off x="2059967" y="2475370"/>
            <a:ext cx="53091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단축키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8838F43-381A-0B28-CED3-0ED4825D5EC3}"/>
              </a:ext>
            </a:extLst>
          </p:cNvPr>
          <p:cNvSpPr txBox="1"/>
          <p:nvPr/>
        </p:nvSpPr>
        <p:spPr>
          <a:xfrm>
            <a:off x="2175385" y="2817408"/>
            <a:ext cx="41549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정보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BD41149-9995-842C-2E3C-D308B77E9652}"/>
              </a:ext>
            </a:extLst>
          </p:cNvPr>
          <p:cNvSpPr txBox="1"/>
          <p:nvPr/>
        </p:nvSpPr>
        <p:spPr>
          <a:xfrm>
            <a:off x="3076565" y="2447938"/>
            <a:ext cx="1942592" cy="6225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ct val="150000"/>
              </a:lnSpc>
            </a:pPr>
            <a:r>
              <a:rPr lang="ko-KR" altLang="en-US" sz="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리모컨 버전</a:t>
            </a:r>
            <a:r>
              <a:rPr lang="ko-KR" alt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 </a:t>
            </a:r>
            <a:r>
              <a:rPr lang="en-US" altLang="ko-KR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: 0.0.0</a:t>
            </a:r>
          </a:p>
          <a:p>
            <a:pPr algn="l">
              <a:lnSpc>
                <a:spcPct val="150000"/>
              </a:lnSpc>
            </a:pPr>
            <a:r>
              <a:rPr lang="ko-KR" altLang="en-US" sz="80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+mn-ea"/>
                <a:ea typeface="+mn-ea"/>
              </a:rPr>
              <a:t>로그인 방법</a:t>
            </a:r>
            <a:r>
              <a:rPr lang="ko-KR" altLang="en-US" sz="8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+mn-ea"/>
                <a:ea typeface="+mn-ea"/>
              </a:rPr>
              <a:t> </a:t>
            </a:r>
            <a:r>
              <a:rPr lang="en-US" altLang="ko-KR" sz="8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+mn-ea"/>
                <a:ea typeface="+mn-ea"/>
              </a:rPr>
              <a:t>: </a:t>
            </a:r>
            <a:r>
              <a:rPr lang="ko-KR" altLang="en-US" sz="8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+mn-ea"/>
                <a:ea typeface="+mn-ea"/>
              </a:rPr>
              <a:t>통합 로그인</a:t>
            </a:r>
            <a:endParaRPr lang="en-US" altLang="ko-KR" sz="800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+mn-ea"/>
              <a:ea typeface="+mn-ea"/>
            </a:endParaRPr>
          </a:p>
          <a:p>
            <a:pPr marL="0" marR="0" lvl="0" indent="0" algn="l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공식 홈페이지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: </a:t>
            </a:r>
            <a:r>
              <a:rPr kumimoji="1" lang="en-US" altLang="ko-KR" sz="800" b="0" i="0" u="sng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https://toon.at</a:t>
            </a:r>
          </a:p>
        </p:txBody>
      </p:sp>
      <p:pic>
        <p:nvPicPr>
          <p:cNvPr id="17" name="그림 16">
            <a:extLst>
              <a:ext uri="{FF2B5EF4-FFF2-40B4-BE49-F238E27FC236}">
                <a16:creationId xmlns:a16="http://schemas.microsoft.com/office/drawing/2014/main" id="{95F00E2E-68AA-4F9D-6316-4E025046090B}"/>
              </a:ext>
            </a:extLst>
          </p:cNvPr>
          <p:cNvPicPr>
            <a:picLocks noChangeAspect="1"/>
          </p:cNvPicPr>
          <p:nvPr/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70848" y="2632501"/>
            <a:ext cx="777230" cy="286334"/>
          </a:xfrm>
          <a:prstGeom prst="rect">
            <a:avLst/>
          </a:prstGeom>
        </p:spPr>
      </p:pic>
      <p:sp>
        <p:nvSpPr>
          <p:cNvPr id="18" name="TextBox 17">
            <a:extLst>
              <a:ext uri="{FF2B5EF4-FFF2-40B4-BE49-F238E27FC236}">
                <a16:creationId xmlns:a16="http://schemas.microsoft.com/office/drawing/2014/main" id="{6D517C53-7CFE-8F96-1115-93BE320F4269}"/>
              </a:ext>
            </a:extLst>
          </p:cNvPr>
          <p:cNvSpPr txBox="1"/>
          <p:nvPr/>
        </p:nvSpPr>
        <p:spPr>
          <a:xfrm>
            <a:off x="6748362" y="1766769"/>
            <a:ext cx="29848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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932D1D99-D32D-B31C-6B6A-3AC8E43420FA}"/>
              </a:ext>
            </a:extLst>
          </p:cNvPr>
          <p:cNvSpPr/>
          <p:nvPr/>
        </p:nvSpPr>
        <p:spPr>
          <a:xfrm>
            <a:off x="2038016" y="2837343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EE272603-53F5-5F19-663F-5F4D847AE1C1}"/>
              </a:ext>
            </a:extLst>
          </p:cNvPr>
          <p:cNvSpPr/>
          <p:nvPr/>
        </p:nvSpPr>
        <p:spPr>
          <a:xfrm>
            <a:off x="2960045" y="2508452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E52CC67E-E57E-93CE-ED26-364294B1FCB7}"/>
              </a:ext>
            </a:extLst>
          </p:cNvPr>
          <p:cNvSpPr/>
          <p:nvPr/>
        </p:nvSpPr>
        <p:spPr>
          <a:xfrm>
            <a:off x="2960045" y="2699716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6AF5AA6-090F-C55D-01C5-2876DFCF3BC6}"/>
              </a:ext>
            </a:extLst>
          </p:cNvPr>
          <p:cNvSpPr/>
          <p:nvPr/>
        </p:nvSpPr>
        <p:spPr>
          <a:xfrm>
            <a:off x="2960045" y="2890979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4" name="Group 323">
            <a:extLst>
              <a:ext uri="{FF2B5EF4-FFF2-40B4-BE49-F238E27FC236}">
                <a16:creationId xmlns:a16="http://schemas.microsoft.com/office/drawing/2014/main" id="{F8ECF705-7F18-9792-4A59-FE42A80DD8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0100553"/>
              </p:ext>
            </p:extLst>
          </p:nvPr>
        </p:nvGraphicFramePr>
        <p:xfrm>
          <a:off x="9625013" y="575703"/>
          <a:ext cx="2519969" cy="1214148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highlight>
                            <a:srgbClr val="E1EEFF"/>
                          </a:highlight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리모컨 프로그램 정보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highlight>
                          <a:srgbClr val="E1EEFF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리모컨 버전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9295457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 방법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6802520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URL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 새 창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134024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7398082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CF5C30EA-EFE4-205E-5F9A-805BDD2FAF32}"/>
              </a:ext>
            </a:extLst>
          </p:cNvPr>
          <p:cNvSpPr>
            <a:spLocks noGrp="1"/>
          </p:cNvSpPr>
          <p:nvPr>
            <p:ph sz="quarter" idx="10"/>
          </p:nvPr>
        </p:nvSpPr>
        <p:spPr/>
        <p:txBody>
          <a:bodyPr/>
          <a:lstStyle/>
          <a:p>
            <a:r>
              <a:rPr lang="ko-KR" altLang="en-US" dirty="0"/>
              <a:t>위젯 동작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C995675C-A87A-0EB1-01B8-0D79CFC56453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6947172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6810165B-E7A4-E07B-EC26-119E79A52D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리모컨 그리드 및 위젯 정책 정리 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928DC65-42EC-E374-99CD-4173F50E134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6418418"/>
              </p:ext>
            </p:extLst>
          </p:nvPr>
        </p:nvGraphicFramePr>
        <p:xfrm>
          <a:off x="731404" y="759647"/>
          <a:ext cx="10741893" cy="5885815"/>
        </p:xfrm>
        <a:graphic>
          <a:graphicData uri="http://schemas.openxmlformats.org/drawingml/2006/table">
            <a:tbl>
              <a:tblPr/>
              <a:tblGrid>
                <a:gridCol w="1102850">
                  <a:extLst>
                    <a:ext uri="{9D8B030D-6E8A-4147-A177-3AD203B41FA5}">
                      <a16:colId xmlns:a16="http://schemas.microsoft.com/office/drawing/2014/main" val="4290337683"/>
                    </a:ext>
                  </a:extLst>
                </a:gridCol>
                <a:gridCol w="1285738">
                  <a:extLst>
                    <a:ext uri="{9D8B030D-6E8A-4147-A177-3AD203B41FA5}">
                      <a16:colId xmlns:a16="http://schemas.microsoft.com/office/drawing/2014/main" val="151224413"/>
                    </a:ext>
                  </a:extLst>
                </a:gridCol>
                <a:gridCol w="6936448">
                  <a:extLst>
                    <a:ext uri="{9D8B030D-6E8A-4147-A177-3AD203B41FA5}">
                      <a16:colId xmlns:a16="http://schemas.microsoft.com/office/drawing/2014/main" val="3493728897"/>
                    </a:ext>
                  </a:extLst>
                </a:gridCol>
                <a:gridCol w="1416857">
                  <a:extLst>
                    <a:ext uri="{9D8B030D-6E8A-4147-A177-3AD203B41FA5}">
                      <a16:colId xmlns:a16="http://schemas.microsoft.com/office/drawing/2014/main" val="517220414"/>
                    </a:ext>
                  </a:extLst>
                </a:gridCol>
              </a:tblGrid>
              <a:tr h="293089">
                <a:tc gridSpan="2">
                  <a:txBody>
                    <a:bodyPr/>
                    <a:lstStyle/>
                    <a:p>
                      <a:pPr algn="ctr"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900" b="1">
                          <a:effectLst/>
                        </a:rPr>
                        <a:t>구분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900" b="1" dirty="0">
                          <a:effectLst/>
                        </a:rPr>
                        <a:t>내용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900" b="1">
                          <a:effectLst/>
                        </a:rPr>
                        <a:t>비고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9379184"/>
                  </a:ext>
                </a:extLst>
              </a:tr>
              <a:tr h="324868">
                <a:tc rowSpan="3">
                  <a:txBody>
                    <a:bodyPr/>
                    <a:lstStyle/>
                    <a:p>
                      <a:pPr algn="ctr"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900" b="1" dirty="0">
                          <a:effectLst/>
                        </a:rPr>
                        <a:t>그리드 및 캔버스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900" b="1" dirty="0">
                          <a:effectLst/>
                        </a:rPr>
                        <a:t>유동형 비율 캔버스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r>
                        <a:rPr lang="en-US" altLang="ko-KR" sz="900" dirty="0">
                          <a:effectLst/>
                        </a:rPr>
                        <a:t>- </a:t>
                      </a:r>
                      <a:r>
                        <a:rPr lang="ko-KR" altLang="en-US" sz="900" dirty="0">
                          <a:effectLst/>
                        </a:rPr>
                        <a:t>전체 작업 영역은 브라우저의 </a:t>
                      </a:r>
                      <a:r>
                        <a:rPr lang="ko-KR" altLang="en-US" sz="900" dirty="0" err="1">
                          <a:effectLst/>
                        </a:rPr>
                        <a:t>뷰포트</a:t>
                      </a:r>
                      <a:r>
                        <a:rPr lang="ko-KR" altLang="en-US" sz="900" dirty="0">
                          <a:effectLst/>
                        </a:rPr>
                        <a:t> </a:t>
                      </a:r>
                      <a:r>
                        <a:rPr lang="ko-KR" altLang="en-US" sz="900" dirty="0" err="1">
                          <a:effectLst/>
                        </a:rPr>
                        <a:t>크기맞춰</a:t>
                      </a:r>
                      <a:r>
                        <a:rPr lang="ko-KR" altLang="en-US" sz="900" dirty="0">
                          <a:effectLst/>
                        </a:rPr>
                        <a:t> 고정되며</a:t>
                      </a:r>
                      <a:r>
                        <a:rPr lang="en-US" altLang="ko-KR" sz="900" dirty="0">
                          <a:effectLst/>
                        </a:rPr>
                        <a:t>, </a:t>
                      </a:r>
                      <a:r>
                        <a:rPr lang="ko-KR" altLang="en-US" sz="900" dirty="0">
                          <a:effectLst/>
                        </a:rPr>
                        <a:t>위젯들은 설정된 비율</a:t>
                      </a:r>
                      <a:r>
                        <a:rPr lang="en-US" altLang="ko-KR" sz="900" dirty="0">
                          <a:effectLst/>
                        </a:rPr>
                        <a:t>(%)</a:t>
                      </a:r>
                      <a:r>
                        <a:rPr lang="ko-KR" altLang="en-US" sz="900" dirty="0">
                          <a:effectLst/>
                        </a:rPr>
                        <a:t>을 유지하며 함께 확대</a:t>
                      </a:r>
                      <a:r>
                        <a:rPr lang="en-US" altLang="ko-KR" sz="900" dirty="0">
                          <a:effectLst/>
                        </a:rPr>
                        <a:t>/</a:t>
                      </a:r>
                      <a:r>
                        <a:rPr lang="ko-KR" altLang="en-US" sz="900" dirty="0">
                          <a:effectLst/>
                        </a:rPr>
                        <a:t>축소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endParaRPr lang="ko-KR" altLang="en-US" sz="900">
                        <a:effectLst/>
                      </a:endParaRP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6845746"/>
                  </a:ext>
                </a:extLst>
              </a:tr>
              <a:tr h="3248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900" b="1" dirty="0">
                          <a:effectLst/>
                        </a:rPr>
                        <a:t>최소 사이즈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r>
                        <a:rPr lang="en-US" altLang="ko-KR" sz="900" dirty="0">
                          <a:effectLst/>
                        </a:rPr>
                        <a:t>- </a:t>
                      </a:r>
                      <a:r>
                        <a:rPr lang="ko-KR" altLang="en-US" sz="900" dirty="0">
                          <a:effectLst/>
                        </a:rPr>
                        <a:t>리모컨의 전체 사이즈는 가로와 세로 최소 값을 설정해 그 이하로 축소되지 않음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endParaRPr lang="ko-KR" altLang="en-US" sz="900" dirty="0">
                        <a:effectLst/>
                      </a:endParaRP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439627"/>
                  </a:ext>
                </a:extLst>
              </a:tr>
              <a:tr h="3248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900" b="1" dirty="0">
                          <a:effectLst/>
                        </a:rPr>
                        <a:t>레이아웃 저장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r>
                        <a:rPr lang="en-US" altLang="ko-KR" sz="900" dirty="0">
                          <a:effectLst/>
                        </a:rPr>
                        <a:t>- </a:t>
                      </a:r>
                      <a:r>
                        <a:rPr lang="ko-KR" altLang="en-US" sz="900" dirty="0">
                          <a:effectLst/>
                        </a:rPr>
                        <a:t>사용자가 </a:t>
                      </a:r>
                      <a:r>
                        <a:rPr lang="ko-KR" altLang="en-US" sz="900" dirty="0" err="1">
                          <a:effectLst/>
                        </a:rPr>
                        <a:t>커스텀한</a:t>
                      </a:r>
                      <a:r>
                        <a:rPr lang="ko-KR" altLang="en-US" sz="900" dirty="0">
                          <a:effectLst/>
                        </a:rPr>
                        <a:t> 위젯의 위치</a:t>
                      </a:r>
                      <a:r>
                        <a:rPr lang="en-US" altLang="ko-KR" sz="900" dirty="0">
                          <a:effectLst/>
                        </a:rPr>
                        <a:t>, </a:t>
                      </a:r>
                      <a:r>
                        <a:rPr lang="ko-KR" altLang="en-US" sz="900" dirty="0">
                          <a:effectLst/>
                        </a:rPr>
                        <a:t>크기</a:t>
                      </a:r>
                      <a:r>
                        <a:rPr lang="en-US" altLang="ko-KR" sz="900" dirty="0">
                          <a:effectLst/>
                        </a:rPr>
                        <a:t>, </a:t>
                      </a:r>
                      <a:r>
                        <a:rPr lang="ko-KR" altLang="en-US" sz="900" dirty="0">
                          <a:effectLst/>
                        </a:rPr>
                        <a:t>그룹 </a:t>
                      </a:r>
                      <a:r>
                        <a:rPr lang="ko-KR" altLang="en-US" sz="900" dirty="0" err="1">
                          <a:effectLst/>
                        </a:rPr>
                        <a:t>링킹</a:t>
                      </a:r>
                      <a:r>
                        <a:rPr lang="ko-KR" altLang="en-US" sz="900" dirty="0">
                          <a:effectLst/>
                        </a:rPr>
                        <a:t> 상태를 저장하여 </a:t>
                      </a:r>
                      <a:r>
                        <a:rPr lang="ko-KR" altLang="en-US" sz="900" dirty="0" err="1">
                          <a:effectLst/>
                        </a:rPr>
                        <a:t>재접속</a:t>
                      </a:r>
                      <a:r>
                        <a:rPr lang="ko-KR" altLang="en-US" sz="900" dirty="0">
                          <a:effectLst/>
                        </a:rPr>
                        <a:t> 시 동일한 환경을 복구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endParaRPr lang="ko-KR" altLang="en-US" sz="900" dirty="0">
                        <a:effectLst/>
                      </a:endParaRP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25624189"/>
                  </a:ext>
                </a:extLst>
              </a:tr>
              <a:tr h="1155978">
                <a:tc rowSpan="2">
                  <a:txBody>
                    <a:bodyPr/>
                    <a:lstStyle/>
                    <a:p>
                      <a:pPr algn="ctr"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900" b="1" dirty="0">
                          <a:effectLst/>
                        </a:rPr>
                        <a:t>위젯 추가 및 삭제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900" b="1" dirty="0">
                          <a:effectLst/>
                        </a:rPr>
                        <a:t>위젯 추가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r>
                        <a:rPr lang="en-US" altLang="ko-KR" sz="900" dirty="0">
                          <a:effectLst/>
                        </a:rPr>
                        <a:t>- Dock</a:t>
                      </a:r>
                      <a:r>
                        <a:rPr lang="ko-KR" altLang="en-US" sz="900" dirty="0">
                          <a:effectLst/>
                        </a:rPr>
                        <a:t>의 아이콘을 누르면 위젯은 캔버스 가운데 뜬다</a:t>
                      </a:r>
                      <a:r>
                        <a:rPr lang="en-US" altLang="ko-KR" sz="900" dirty="0">
                          <a:effectLst/>
                        </a:rPr>
                        <a:t>.</a:t>
                      </a:r>
                      <a:br>
                        <a:rPr lang="en-US" altLang="ko-KR" sz="900" dirty="0">
                          <a:effectLst/>
                        </a:rPr>
                      </a:br>
                      <a:r>
                        <a:rPr lang="en-US" altLang="ko-KR" sz="900" dirty="0">
                          <a:effectLst/>
                        </a:rPr>
                        <a:t>- </a:t>
                      </a:r>
                      <a:r>
                        <a:rPr lang="ko-KR" altLang="en-US" sz="900" dirty="0">
                          <a:effectLst/>
                        </a:rPr>
                        <a:t>캔버스 가운데 새로운 위젯이 뜨면 모든 위젯들은 도킹 인디케이터가 나타난다</a:t>
                      </a:r>
                      <a:r>
                        <a:rPr lang="en-US" altLang="ko-KR" sz="900" dirty="0">
                          <a:effectLst/>
                        </a:rPr>
                        <a:t>.</a:t>
                      </a:r>
                      <a:br>
                        <a:rPr lang="en-US" altLang="ko-KR" sz="900" dirty="0">
                          <a:effectLst/>
                        </a:rPr>
                      </a:br>
                      <a:r>
                        <a:rPr lang="en-US" altLang="ko-KR" sz="900" dirty="0">
                          <a:effectLst/>
                        </a:rPr>
                        <a:t>└ </a:t>
                      </a:r>
                      <a:r>
                        <a:rPr lang="ko-KR" altLang="en-US" sz="900" dirty="0">
                          <a:effectLst/>
                        </a:rPr>
                        <a:t>예외 </a:t>
                      </a:r>
                      <a:r>
                        <a:rPr lang="en-US" altLang="ko-KR" sz="900" dirty="0">
                          <a:effectLst/>
                        </a:rPr>
                        <a:t>: </a:t>
                      </a:r>
                      <a:r>
                        <a:rPr lang="ko-KR" altLang="en-US" sz="900" dirty="0">
                          <a:effectLst/>
                        </a:rPr>
                        <a:t>이때에만 </a:t>
                      </a:r>
                      <a:r>
                        <a:rPr lang="ko-KR" altLang="en-US" sz="900" dirty="0" err="1">
                          <a:effectLst/>
                        </a:rPr>
                        <a:t>도킹인디케이터의</a:t>
                      </a:r>
                      <a:r>
                        <a:rPr lang="ko-KR" altLang="en-US" sz="900" dirty="0">
                          <a:effectLst/>
                        </a:rPr>
                        <a:t> 가운데 버튼은 선택할 수 없도록 비활성화 처리된다</a:t>
                      </a:r>
                      <a:r>
                        <a:rPr lang="en-US" altLang="ko-KR" sz="900" dirty="0">
                          <a:effectLst/>
                        </a:rPr>
                        <a:t>.</a:t>
                      </a:r>
                      <a:br>
                        <a:rPr lang="en-US" altLang="ko-KR" sz="900" dirty="0">
                          <a:effectLst/>
                        </a:rPr>
                      </a:br>
                      <a:r>
                        <a:rPr lang="en-US" altLang="ko-KR" sz="900" dirty="0">
                          <a:effectLst/>
                        </a:rPr>
                        <a:t>- </a:t>
                      </a:r>
                      <a:r>
                        <a:rPr lang="ko-KR" altLang="en-US" sz="900" dirty="0">
                          <a:effectLst/>
                        </a:rPr>
                        <a:t>새로 추가된 위젯의 위치를 확정하기 전까지</a:t>
                      </a:r>
                      <a:r>
                        <a:rPr lang="en-US" altLang="ko-KR" sz="900" dirty="0">
                          <a:effectLst/>
                        </a:rPr>
                        <a:t>, Dock</a:t>
                      </a:r>
                      <a:r>
                        <a:rPr lang="ko-KR" altLang="en-US" sz="900" dirty="0">
                          <a:effectLst/>
                        </a:rPr>
                        <a:t>은 하단으로 자동 숨김 처리되어 클릭할 수 없게 된다</a:t>
                      </a:r>
                      <a:r>
                        <a:rPr lang="en-US" altLang="ko-KR" sz="900" dirty="0">
                          <a:effectLst/>
                        </a:rPr>
                        <a:t>.</a:t>
                      </a:r>
                      <a:br>
                        <a:rPr lang="en-US" altLang="ko-KR" sz="900" dirty="0">
                          <a:effectLst/>
                        </a:rPr>
                      </a:br>
                      <a:r>
                        <a:rPr lang="en-US" altLang="ko-KR" sz="900" dirty="0">
                          <a:effectLst/>
                        </a:rPr>
                        <a:t>- </a:t>
                      </a:r>
                      <a:r>
                        <a:rPr lang="ko-KR" altLang="en-US" sz="900" dirty="0">
                          <a:effectLst/>
                        </a:rPr>
                        <a:t>가운데 뜬 위젯의 우측상단의 </a:t>
                      </a:r>
                      <a:r>
                        <a:rPr lang="en-US" altLang="ko-KR" sz="900" dirty="0">
                          <a:effectLst/>
                        </a:rPr>
                        <a:t>x</a:t>
                      </a:r>
                      <a:r>
                        <a:rPr lang="ko-KR" altLang="en-US" sz="900" dirty="0">
                          <a:effectLst/>
                        </a:rPr>
                        <a:t>버튼</a:t>
                      </a:r>
                      <a:r>
                        <a:rPr lang="en-US" altLang="ko-KR" sz="900" dirty="0">
                          <a:effectLst/>
                        </a:rPr>
                        <a:t>(</a:t>
                      </a:r>
                      <a:r>
                        <a:rPr lang="ko-KR" altLang="en-US" sz="900" dirty="0">
                          <a:effectLst/>
                        </a:rPr>
                        <a:t>닫기 버튼</a:t>
                      </a:r>
                      <a:r>
                        <a:rPr lang="en-US" altLang="ko-KR" sz="900" dirty="0">
                          <a:effectLst/>
                        </a:rPr>
                        <a:t>)</a:t>
                      </a:r>
                      <a:r>
                        <a:rPr lang="ko-KR" altLang="en-US" sz="900" dirty="0">
                          <a:effectLst/>
                        </a:rPr>
                        <a:t>을 클릭하면 해당 위젯은 닫힌다</a:t>
                      </a:r>
                      <a:r>
                        <a:rPr lang="en-US" altLang="ko-KR" sz="900" dirty="0">
                          <a:effectLst/>
                        </a:rPr>
                        <a:t>. (</a:t>
                      </a:r>
                      <a:r>
                        <a:rPr lang="ko-KR" altLang="en-US" sz="900" dirty="0">
                          <a:effectLst/>
                        </a:rPr>
                        <a:t>위젯 추가 취소</a:t>
                      </a:r>
                      <a:r>
                        <a:rPr lang="en-US" altLang="ko-KR" sz="900" dirty="0">
                          <a:effectLst/>
                        </a:rPr>
                        <a:t>)</a:t>
                      </a:r>
                      <a:br>
                        <a:rPr lang="ko-KR" altLang="en-US" sz="900" dirty="0">
                          <a:effectLst/>
                        </a:rPr>
                      </a:br>
                      <a:r>
                        <a:rPr lang="en-US" altLang="ko-KR" sz="900" dirty="0">
                          <a:effectLst/>
                        </a:rPr>
                        <a:t>- </a:t>
                      </a:r>
                      <a:r>
                        <a:rPr lang="ko-KR" altLang="en-US" sz="900" dirty="0">
                          <a:effectLst/>
                        </a:rPr>
                        <a:t>새로 추가된 위젯을 </a:t>
                      </a:r>
                      <a:r>
                        <a:rPr lang="ko-KR" altLang="en-US" sz="900" dirty="0" err="1">
                          <a:effectLst/>
                        </a:rPr>
                        <a:t>드레그하여</a:t>
                      </a:r>
                      <a:r>
                        <a:rPr lang="ko-KR" altLang="en-US" sz="900" dirty="0">
                          <a:effectLst/>
                        </a:rPr>
                        <a:t> 원하는 인디케이터에 위치시킨다</a:t>
                      </a:r>
                      <a:r>
                        <a:rPr lang="en-US" altLang="ko-KR" sz="900" dirty="0">
                          <a:effectLst/>
                        </a:rPr>
                        <a:t>.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endParaRPr lang="ko-KR" altLang="en-US" sz="900">
                        <a:effectLst/>
                      </a:endParaRP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0616865"/>
                  </a:ext>
                </a:extLst>
              </a:tr>
              <a:tr h="9897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900" b="1" dirty="0">
                          <a:effectLst/>
                        </a:rPr>
                        <a:t>위젯 삭제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r>
                        <a:rPr lang="en-US" altLang="ko-KR" sz="900" dirty="0">
                          <a:effectLst/>
                        </a:rPr>
                        <a:t>- </a:t>
                      </a:r>
                      <a:r>
                        <a:rPr lang="ko-KR" altLang="en-US" sz="900" dirty="0">
                          <a:effectLst/>
                        </a:rPr>
                        <a:t>위젯을 삭제하면 해당 위젯의 추가 당시 분할된 위젯의 위치에 있던 위젯이 그 자리를 채운다</a:t>
                      </a:r>
                      <a:r>
                        <a:rPr lang="en-US" altLang="ko-KR" sz="900" dirty="0">
                          <a:effectLst/>
                        </a:rPr>
                        <a:t>.</a:t>
                      </a:r>
                      <a:br>
                        <a:rPr lang="en-US" altLang="ko-KR" sz="900" dirty="0">
                          <a:effectLst/>
                        </a:rPr>
                      </a:br>
                      <a:r>
                        <a:rPr lang="en-US" altLang="ko-KR" sz="900" dirty="0">
                          <a:effectLst/>
                        </a:rPr>
                        <a:t>- </a:t>
                      </a:r>
                      <a:r>
                        <a:rPr lang="ko-KR" altLang="en-US" sz="900" dirty="0">
                          <a:effectLst/>
                        </a:rPr>
                        <a:t>분할 전 위젯의 위치가 다른 위젯과 바뀌었더라도</a:t>
                      </a:r>
                      <a:r>
                        <a:rPr lang="en-US" altLang="ko-KR" sz="900" dirty="0">
                          <a:effectLst/>
                        </a:rPr>
                        <a:t>, </a:t>
                      </a:r>
                      <a:r>
                        <a:rPr lang="ko-KR" altLang="en-US" sz="900" dirty="0">
                          <a:effectLst/>
                        </a:rPr>
                        <a:t>분할된 위젯의 위치에 있는 위젯이 삭제된 위젯의 자리를 채운다</a:t>
                      </a:r>
                      <a:r>
                        <a:rPr lang="en-US" altLang="ko-KR" sz="900" dirty="0">
                          <a:effectLst/>
                        </a:rPr>
                        <a:t>.</a:t>
                      </a:r>
                      <a:br>
                        <a:rPr lang="en-US" altLang="ko-KR" sz="900" dirty="0">
                          <a:effectLst/>
                        </a:rPr>
                      </a:br>
                      <a:r>
                        <a:rPr lang="en-US" altLang="ko-KR" sz="900" dirty="0">
                          <a:effectLst/>
                        </a:rPr>
                        <a:t>- </a:t>
                      </a:r>
                      <a:r>
                        <a:rPr lang="ko-KR" altLang="en-US" sz="900" dirty="0">
                          <a:effectLst/>
                        </a:rPr>
                        <a:t>분할된 한쪽의 위젯이 상하 여러 개로 분할되어 있는 상태에서 다른 한쪽 위젯을 삭제할 경우</a:t>
                      </a:r>
                      <a:br>
                        <a:rPr lang="ko-KR" altLang="en-US" sz="900" dirty="0">
                          <a:effectLst/>
                        </a:rPr>
                      </a:br>
                      <a:r>
                        <a:rPr lang="ko-KR" altLang="en-US" sz="900" dirty="0">
                          <a:effectLst/>
                        </a:rPr>
                        <a:t>└ 상하로 분할된 여러 개의 위젯이 동일한 비율의 크기로 삭제된 위젯의 공간을 채운다</a:t>
                      </a:r>
                      <a:r>
                        <a:rPr lang="en-US" altLang="ko-KR" sz="900" dirty="0">
                          <a:effectLst/>
                        </a:rPr>
                        <a:t>.</a:t>
                      </a:r>
                      <a:br>
                        <a:rPr lang="en-US" altLang="ko-KR" sz="900" dirty="0">
                          <a:effectLst/>
                        </a:rPr>
                      </a:br>
                      <a:r>
                        <a:rPr lang="en-US" altLang="ko-KR" sz="900" dirty="0">
                          <a:effectLst/>
                        </a:rPr>
                        <a:t>- </a:t>
                      </a:r>
                      <a:r>
                        <a:rPr lang="ko-KR" altLang="en-US" sz="900" dirty="0">
                          <a:effectLst/>
                        </a:rPr>
                        <a:t>캔버스 </a:t>
                      </a:r>
                      <a:r>
                        <a:rPr lang="ko-KR" altLang="en-US" sz="900" dirty="0" err="1">
                          <a:effectLst/>
                        </a:rPr>
                        <a:t>상하좌우면과</a:t>
                      </a:r>
                      <a:r>
                        <a:rPr lang="ko-KR" altLang="en-US" sz="900" dirty="0">
                          <a:effectLst/>
                        </a:rPr>
                        <a:t> 접한 위젯이 하나의 위젯일 경우</a:t>
                      </a:r>
                      <a:r>
                        <a:rPr lang="en-US" altLang="ko-KR" sz="900" dirty="0">
                          <a:effectLst/>
                        </a:rPr>
                        <a:t>, </a:t>
                      </a:r>
                      <a:r>
                        <a:rPr lang="ko-KR" altLang="en-US" sz="900" dirty="0">
                          <a:effectLst/>
                        </a:rPr>
                        <a:t>이 위젯을 삭제하면 인접한 위젯들이 함께 그 공간을 채운다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endParaRPr lang="ko-KR" altLang="en-US" sz="900">
                        <a:effectLst/>
                      </a:endParaRP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9205101"/>
                  </a:ext>
                </a:extLst>
              </a:tr>
              <a:tr h="1488421">
                <a:tc rowSpan="3">
                  <a:txBody>
                    <a:bodyPr/>
                    <a:lstStyle/>
                    <a:p>
                      <a:pPr algn="ctr"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900" b="1" dirty="0">
                          <a:effectLst/>
                        </a:rPr>
                        <a:t>위젯 리사이징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900" b="1" dirty="0">
                          <a:effectLst/>
                        </a:rPr>
                        <a:t>조인트 리사이징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r>
                        <a:rPr lang="en-US" altLang="ko-KR" sz="900" dirty="0">
                          <a:effectLst/>
                        </a:rPr>
                        <a:t>- </a:t>
                      </a:r>
                      <a:r>
                        <a:rPr lang="ko-KR" altLang="en-US" sz="900" dirty="0">
                          <a:effectLst/>
                        </a:rPr>
                        <a:t>분할된 위젯 사이의 경계선을 </a:t>
                      </a:r>
                      <a:r>
                        <a:rPr lang="ko-KR" altLang="en-US" sz="900" dirty="0" err="1">
                          <a:effectLst/>
                        </a:rPr>
                        <a:t>드래그할</a:t>
                      </a:r>
                      <a:r>
                        <a:rPr lang="ko-KR" altLang="en-US" sz="900" dirty="0">
                          <a:effectLst/>
                        </a:rPr>
                        <a:t> 경우 한쪽이 늘어나는 만큼 다른 쪽은 줄어든다</a:t>
                      </a:r>
                      <a:r>
                        <a:rPr lang="en-US" altLang="ko-KR" sz="900" dirty="0">
                          <a:effectLst/>
                        </a:rPr>
                        <a:t>.</a:t>
                      </a:r>
                      <a:br>
                        <a:rPr lang="en-US" altLang="ko-KR" sz="900" dirty="0">
                          <a:effectLst/>
                        </a:rPr>
                      </a:br>
                      <a:r>
                        <a:rPr lang="en-US" altLang="ko-KR" sz="900" dirty="0">
                          <a:effectLst/>
                        </a:rPr>
                        <a:t>- </a:t>
                      </a:r>
                      <a:r>
                        <a:rPr lang="ko-KR" altLang="en-US" sz="900" dirty="0">
                          <a:effectLst/>
                        </a:rPr>
                        <a:t>분할된 위젯의 경계선과 접한 위젯들만 리사이징 된다</a:t>
                      </a:r>
                      <a:r>
                        <a:rPr lang="en-US" altLang="ko-KR" sz="900" dirty="0">
                          <a:effectLst/>
                        </a:rPr>
                        <a:t>.</a:t>
                      </a:r>
                      <a:br>
                        <a:rPr lang="en-US" altLang="ko-KR" sz="900" dirty="0">
                          <a:effectLst/>
                        </a:rPr>
                      </a:br>
                      <a:r>
                        <a:rPr lang="en-US" altLang="ko-KR" sz="900" dirty="0">
                          <a:effectLst/>
                        </a:rPr>
                        <a:t>- </a:t>
                      </a:r>
                      <a:r>
                        <a:rPr lang="ko-KR" altLang="en-US" sz="900" dirty="0">
                          <a:effectLst/>
                        </a:rPr>
                        <a:t>리사이징 </a:t>
                      </a:r>
                      <a:r>
                        <a:rPr lang="ko-KR" altLang="en-US" sz="900" dirty="0" err="1">
                          <a:effectLst/>
                        </a:rPr>
                        <a:t>할때</a:t>
                      </a:r>
                      <a:r>
                        <a:rPr lang="ko-KR" altLang="en-US" sz="900" dirty="0">
                          <a:effectLst/>
                        </a:rPr>
                        <a:t> 전체 레이아웃의 합을 유지하여 위젯의 겹침과 캔버스의 빈공간을 방지한다</a:t>
                      </a:r>
                      <a:r>
                        <a:rPr lang="en-US" altLang="ko-KR" sz="900" dirty="0">
                          <a:effectLst/>
                        </a:rPr>
                        <a:t>.</a:t>
                      </a:r>
                      <a:br>
                        <a:rPr lang="en-US" altLang="ko-KR" sz="900" dirty="0">
                          <a:effectLst/>
                        </a:rPr>
                      </a:br>
                      <a:r>
                        <a:rPr lang="en-US" altLang="ko-KR" sz="900" dirty="0">
                          <a:effectLst/>
                        </a:rPr>
                        <a:t>- </a:t>
                      </a:r>
                      <a:r>
                        <a:rPr lang="ko-KR" altLang="en-US" sz="900" dirty="0">
                          <a:effectLst/>
                        </a:rPr>
                        <a:t>분할된 경계면의 위젯이 </a:t>
                      </a:r>
                      <a:r>
                        <a:rPr lang="ko-KR" altLang="en-US" sz="900" dirty="0" err="1">
                          <a:effectLst/>
                        </a:rPr>
                        <a:t>여러개로</a:t>
                      </a:r>
                      <a:r>
                        <a:rPr lang="ko-KR" altLang="en-US" sz="900" dirty="0">
                          <a:effectLst/>
                        </a:rPr>
                        <a:t> 분리되어 </a:t>
                      </a:r>
                      <a:r>
                        <a:rPr lang="ko-KR" altLang="en-US" sz="900" dirty="0" err="1">
                          <a:effectLst/>
                        </a:rPr>
                        <a:t>걸쳐있더라도</a:t>
                      </a:r>
                      <a:r>
                        <a:rPr lang="en-US" altLang="ko-KR" sz="900" dirty="0">
                          <a:effectLst/>
                        </a:rPr>
                        <a:t>, </a:t>
                      </a:r>
                      <a:r>
                        <a:rPr lang="ko-KR" altLang="en-US" sz="900" dirty="0">
                          <a:effectLst/>
                        </a:rPr>
                        <a:t>하나의 경계면으로 움직인다</a:t>
                      </a:r>
                      <a:r>
                        <a:rPr lang="en-US" altLang="ko-KR" sz="900" dirty="0">
                          <a:effectLst/>
                        </a:rPr>
                        <a:t>.</a:t>
                      </a:r>
                      <a:br>
                        <a:rPr lang="en-US" altLang="ko-KR" sz="900" dirty="0">
                          <a:effectLst/>
                        </a:rPr>
                      </a:br>
                      <a:r>
                        <a:rPr lang="en-US" altLang="ko-KR" sz="900" dirty="0">
                          <a:effectLst/>
                        </a:rPr>
                        <a:t>- </a:t>
                      </a:r>
                      <a:r>
                        <a:rPr lang="ko-KR" altLang="en-US" sz="900" dirty="0">
                          <a:effectLst/>
                        </a:rPr>
                        <a:t>순차적 축소 및 확대</a:t>
                      </a:r>
                      <a:br>
                        <a:rPr lang="ko-KR" altLang="en-US" sz="900" dirty="0">
                          <a:effectLst/>
                        </a:rPr>
                      </a:br>
                      <a:r>
                        <a:rPr lang="ko-KR" altLang="en-US" sz="900" dirty="0">
                          <a:effectLst/>
                        </a:rPr>
                        <a:t>└ 여러 번 분할된 위젯을 리사이징 할 경우</a:t>
                      </a:r>
                      <a:r>
                        <a:rPr lang="en-US" altLang="ko-KR" sz="900" dirty="0">
                          <a:effectLst/>
                        </a:rPr>
                        <a:t>, </a:t>
                      </a:r>
                      <a:r>
                        <a:rPr lang="ko-KR" altLang="en-US" sz="900" dirty="0">
                          <a:effectLst/>
                        </a:rPr>
                        <a:t>경계면에 닿아 있는 위젯이 최소 사이즈로 줄어들고 다음 위젯들도 순차적으로 최소사이즈까지 줄어들게 된다</a:t>
                      </a:r>
                      <a:r>
                        <a:rPr lang="en-US" altLang="ko-KR" sz="900" dirty="0">
                          <a:effectLst/>
                        </a:rPr>
                        <a:t>.</a:t>
                      </a:r>
                      <a:br>
                        <a:rPr lang="en-US" altLang="ko-KR" sz="900" dirty="0">
                          <a:effectLst/>
                        </a:rPr>
                      </a:br>
                      <a:r>
                        <a:rPr lang="en-US" altLang="ko-KR" sz="900" dirty="0">
                          <a:effectLst/>
                        </a:rPr>
                        <a:t>└ </a:t>
                      </a:r>
                      <a:r>
                        <a:rPr lang="ko-KR" altLang="en-US" sz="900" dirty="0">
                          <a:effectLst/>
                        </a:rPr>
                        <a:t>다시 </a:t>
                      </a:r>
                      <a:r>
                        <a:rPr lang="ko-KR" altLang="en-US" sz="900" dirty="0" err="1">
                          <a:effectLst/>
                        </a:rPr>
                        <a:t>늘릴땐</a:t>
                      </a:r>
                      <a:r>
                        <a:rPr lang="ko-KR" altLang="en-US" sz="900" dirty="0">
                          <a:effectLst/>
                        </a:rPr>
                        <a:t> 경계면과 맞닿은 위젯만 늘어난다</a:t>
                      </a:r>
                      <a:r>
                        <a:rPr lang="en-US" altLang="ko-KR" sz="900" dirty="0">
                          <a:effectLst/>
                        </a:rPr>
                        <a:t>.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endParaRPr lang="ko-KR" altLang="en-US" sz="900">
                        <a:effectLst/>
                      </a:endParaRP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8085794"/>
                  </a:ext>
                </a:extLst>
              </a:tr>
              <a:tr h="49109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900" b="1">
                          <a:effectLst/>
                        </a:rPr>
                        <a:t>리사이징 제한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r>
                        <a:rPr lang="en-US" altLang="ko-KR" sz="900" dirty="0">
                          <a:effectLst/>
                        </a:rPr>
                        <a:t>- </a:t>
                      </a:r>
                      <a:r>
                        <a:rPr lang="ko-KR" altLang="en-US" sz="900" dirty="0">
                          <a:effectLst/>
                        </a:rPr>
                        <a:t>캔버스 </a:t>
                      </a:r>
                      <a:r>
                        <a:rPr lang="ko-KR" altLang="en-US" sz="900" dirty="0" err="1">
                          <a:effectLst/>
                        </a:rPr>
                        <a:t>상하좌우면과</a:t>
                      </a:r>
                      <a:r>
                        <a:rPr lang="ko-KR" altLang="en-US" sz="900" dirty="0">
                          <a:effectLst/>
                        </a:rPr>
                        <a:t> 접한 위젯의 경계면은 사이즈를 조절할 수 없다</a:t>
                      </a:r>
                      <a:r>
                        <a:rPr lang="en-US" altLang="ko-KR" sz="900" dirty="0">
                          <a:effectLst/>
                        </a:rPr>
                        <a:t>.</a:t>
                      </a:r>
                      <a:br>
                        <a:rPr lang="en-US" altLang="ko-KR" sz="900" dirty="0">
                          <a:effectLst/>
                        </a:rPr>
                      </a:br>
                      <a:r>
                        <a:rPr lang="en-US" altLang="ko-KR" sz="900" dirty="0">
                          <a:effectLst/>
                        </a:rPr>
                        <a:t>└ </a:t>
                      </a:r>
                      <a:r>
                        <a:rPr lang="ko-KR" altLang="en-US" sz="900" dirty="0">
                          <a:effectLst/>
                        </a:rPr>
                        <a:t>그러므로 해당 경계면에 마우스 포인터가 오버되더라도 마우스 포인터의 모양은 변하지 않는다</a:t>
                      </a:r>
                      <a:r>
                        <a:rPr lang="en-US" altLang="ko-KR" sz="900" dirty="0">
                          <a:effectLst/>
                        </a:rPr>
                        <a:t>.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endParaRPr lang="ko-KR" altLang="en-US" sz="900">
                        <a:effectLst/>
                      </a:endParaRP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5051483"/>
                  </a:ext>
                </a:extLst>
              </a:tr>
              <a:tr h="49109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900" b="1" dirty="0">
                          <a:effectLst/>
                        </a:rPr>
                        <a:t>최소 사이즈 보호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r>
                        <a:rPr lang="en-US" altLang="ko-KR" sz="900" dirty="0">
                          <a:effectLst/>
                        </a:rPr>
                        <a:t>- </a:t>
                      </a:r>
                      <a:r>
                        <a:rPr lang="ko-KR" altLang="en-US" sz="900" dirty="0">
                          <a:effectLst/>
                        </a:rPr>
                        <a:t>각 위젯은 고유의 최소 너비</a:t>
                      </a:r>
                      <a:r>
                        <a:rPr lang="en-US" altLang="ko-KR" sz="900" dirty="0">
                          <a:effectLst/>
                        </a:rPr>
                        <a:t>/</a:t>
                      </a:r>
                      <a:r>
                        <a:rPr lang="ko-KR" altLang="en-US" sz="900" dirty="0">
                          <a:effectLst/>
                        </a:rPr>
                        <a:t>높이</a:t>
                      </a:r>
                      <a:r>
                        <a:rPr lang="en-US" altLang="ko-KR" sz="900" dirty="0">
                          <a:effectLst/>
                        </a:rPr>
                        <a:t>(Min-width/height) </a:t>
                      </a:r>
                      <a:r>
                        <a:rPr lang="ko-KR" altLang="en-US" sz="900" dirty="0">
                          <a:effectLst/>
                        </a:rPr>
                        <a:t>값을 가지며</a:t>
                      </a:r>
                      <a:r>
                        <a:rPr lang="en-US" altLang="ko-KR" sz="900" dirty="0">
                          <a:effectLst/>
                        </a:rPr>
                        <a:t>, </a:t>
                      </a:r>
                      <a:r>
                        <a:rPr lang="ko-KR" altLang="en-US" sz="900" dirty="0">
                          <a:effectLst/>
                        </a:rPr>
                        <a:t>인접 위젯에 의해 밀리거나 </a:t>
                      </a:r>
                      <a:r>
                        <a:rPr lang="ko-KR" altLang="en-US" sz="900" dirty="0" err="1">
                          <a:effectLst/>
                        </a:rPr>
                        <a:t>리사이징될</a:t>
                      </a:r>
                      <a:r>
                        <a:rPr lang="ko-KR" altLang="en-US" sz="900" dirty="0">
                          <a:effectLst/>
                        </a:rPr>
                        <a:t> 때 이 값 이하로는 작아지지 않음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endParaRPr lang="ko-KR" altLang="en-US" sz="900" dirty="0">
                        <a:effectLst/>
                      </a:endParaRP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4903776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8226770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4B27630-F1C3-2ED1-5C72-6E4B995BEA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리모컨 그리드 및 위젯 정책 정리 </a:t>
            </a:r>
            <a:r>
              <a:rPr lang="en-US" altLang="ko-KR" dirty="0"/>
              <a:t>(2/2)</a:t>
            </a:r>
            <a:endParaRPr lang="ko-KR" altLang="en-US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0DC73732-56F6-9126-9660-D384A25BEC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4837182"/>
              </p:ext>
            </p:extLst>
          </p:nvPr>
        </p:nvGraphicFramePr>
        <p:xfrm>
          <a:off x="731404" y="908720"/>
          <a:ext cx="10741892" cy="4520820"/>
        </p:xfrm>
        <a:graphic>
          <a:graphicData uri="http://schemas.openxmlformats.org/drawingml/2006/table">
            <a:tbl>
              <a:tblPr/>
              <a:tblGrid>
                <a:gridCol w="1102850">
                  <a:extLst>
                    <a:ext uri="{9D8B030D-6E8A-4147-A177-3AD203B41FA5}">
                      <a16:colId xmlns:a16="http://schemas.microsoft.com/office/drawing/2014/main" val="1006344302"/>
                    </a:ext>
                  </a:extLst>
                </a:gridCol>
                <a:gridCol w="1285740">
                  <a:extLst>
                    <a:ext uri="{9D8B030D-6E8A-4147-A177-3AD203B41FA5}">
                      <a16:colId xmlns:a16="http://schemas.microsoft.com/office/drawing/2014/main" val="2161071911"/>
                    </a:ext>
                  </a:extLst>
                </a:gridCol>
                <a:gridCol w="6572437">
                  <a:extLst>
                    <a:ext uri="{9D8B030D-6E8A-4147-A177-3AD203B41FA5}">
                      <a16:colId xmlns:a16="http://schemas.microsoft.com/office/drawing/2014/main" val="771793990"/>
                    </a:ext>
                  </a:extLst>
                </a:gridCol>
                <a:gridCol w="1780865">
                  <a:extLst>
                    <a:ext uri="{9D8B030D-6E8A-4147-A177-3AD203B41FA5}">
                      <a16:colId xmlns:a16="http://schemas.microsoft.com/office/drawing/2014/main" val="204506236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900" b="1">
                          <a:effectLst/>
                        </a:rPr>
                        <a:t>구분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900" b="1" dirty="0">
                          <a:effectLst/>
                        </a:rPr>
                        <a:t>내용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900" b="1">
                          <a:effectLst/>
                        </a:rPr>
                        <a:t>비고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8002281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900" b="1" dirty="0">
                          <a:effectLst/>
                        </a:rPr>
                        <a:t>위젯 이동 및 저장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900" b="1">
                          <a:effectLst/>
                        </a:rPr>
                        <a:t>비중첩 밀어내기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r>
                        <a:rPr lang="en-US" altLang="ko-KR" sz="900">
                          <a:effectLst/>
                        </a:rPr>
                        <a:t>- </a:t>
                      </a:r>
                      <a:r>
                        <a:rPr lang="ko-KR" altLang="en-US" sz="900">
                          <a:effectLst/>
                        </a:rPr>
                        <a:t>위젯 이동 시 도킹인디케이터를 통해 이동하려는 곳의 위젯을 분할하여 이동하므로 위젯간의 중첩이나 캔버스의 빈공간이 존재하지 않는다</a:t>
                      </a:r>
                      <a:r>
                        <a:rPr lang="en-US" altLang="ko-KR" sz="900">
                          <a:effectLst/>
                        </a:rPr>
                        <a:t>.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endParaRPr lang="ko-KR" altLang="en-US" sz="900" dirty="0">
                        <a:effectLst/>
                      </a:endParaRP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0433381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900" b="1" dirty="0">
                          <a:effectLst/>
                        </a:rPr>
                        <a:t>배치 미리보기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effectLst/>
                        </a:rPr>
                        <a:t>-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마우스 포인터가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도킹인디케이터의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방향 위에 </a:t>
                      </a:r>
                      <a:r>
                        <a:rPr kumimoji="1" lang="ko-KR" alt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호버되면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해당 위치에 안착될 영역을 반투명한 블록으로 미리 시각화 처리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endParaRPr lang="ko-KR" altLang="en-US" sz="900">
                        <a:effectLst/>
                      </a:endParaRP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683648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900" b="1" dirty="0">
                          <a:effectLst/>
                        </a:rPr>
                        <a:t>인디케이터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1000" b="1" dirty="0">
                          <a:effectLst/>
                        </a:rPr>
                        <a:t>도킹 인디케이터</a:t>
                      </a:r>
                    </a:p>
                  </a:txBody>
                  <a:tcPr marL="28575" marR="28575" marT="19050" marB="1905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r>
                        <a:rPr lang="en-US" altLang="ko-KR" sz="1000" dirty="0">
                          <a:effectLst/>
                        </a:rPr>
                        <a:t>- </a:t>
                      </a:r>
                      <a:r>
                        <a:rPr lang="ko-KR" altLang="en-US" sz="1000" dirty="0">
                          <a:effectLst/>
                        </a:rPr>
                        <a:t>위젯을 분할하거나 </a:t>
                      </a:r>
                      <a:r>
                        <a:rPr lang="ko-KR" altLang="en-US" sz="1000" dirty="0" err="1">
                          <a:effectLst/>
                        </a:rPr>
                        <a:t>위젯간의</a:t>
                      </a:r>
                      <a:r>
                        <a:rPr lang="ko-KR" altLang="en-US" sz="1000" dirty="0">
                          <a:effectLst/>
                        </a:rPr>
                        <a:t> 위치교환을 할 때 사용</a:t>
                      </a:r>
                      <a:br>
                        <a:rPr lang="ko-KR" altLang="en-US" sz="1000" dirty="0">
                          <a:effectLst/>
                        </a:rPr>
                      </a:br>
                      <a:r>
                        <a:rPr lang="en-US" altLang="ko-KR" sz="1000" dirty="0">
                          <a:effectLst/>
                        </a:rPr>
                        <a:t>- </a:t>
                      </a:r>
                      <a:r>
                        <a:rPr lang="ko-KR" altLang="en-US" sz="1000" dirty="0">
                          <a:effectLst/>
                        </a:rPr>
                        <a:t>모든 위젯의 중앙에 노출</a:t>
                      </a:r>
                      <a:br>
                        <a:rPr lang="ko-KR" altLang="en-US" sz="1000" dirty="0">
                          <a:effectLst/>
                        </a:rPr>
                      </a:br>
                      <a:r>
                        <a:rPr lang="en-US" altLang="ko-KR" sz="1000" dirty="0">
                          <a:effectLst/>
                        </a:rPr>
                        <a:t>- </a:t>
                      </a:r>
                      <a:r>
                        <a:rPr lang="ko-KR" altLang="en-US" sz="1000" dirty="0">
                          <a:effectLst/>
                        </a:rPr>
                        <a:t>분할 기능 </a:t>
                      </a:r>
                      <a:r>
                        <a:rPr lang="en-US" altLang="ko-KR" sz="1000" dirty="0">
                          <a:effectLst/>
                        </a:rPr>
                        <a:t>: </a:t>
                      </a:r>
                      <a:r>
                        <a:rPr lang="ko-KR" altLang="en-US" sz="1000" dirty="0">
                          <a:effectLst/>
                        </a:rPr>
                        <a:t>방향 버튼을 선택 시 대상 영역을 </a:t>
                      </a:r>
                      <a:r>
                        <a:rPr lang="en-US" altLang="ko-KR" sz="1000" dirty="0">
                          <a:effectLst/>
                        </a:rPr>
                        <a:t>1/2</a:t>
                      </a:r>
                      <a:r>
                        <a:rPr lang="ko-KR" altLang="en-US" sz="1000" dirty="0">
                          <a:effectLst/>
                        </a:rPr>
                        <a:t>로 분할하여 신규 위젯을 배치하고 기존 위젯 크기를 조정</a:t>
                      </a:r>
                      <a:br>
                        <a:rPr lang="ko-KR" altLang="en-US" sz="1000" dirty="0">
                          <a:effectLst/>
                        </a:rPr>
                      </a:br>
                      <a:r>
                        <a:rPr lang="en-US" altLang="ko-KR" sz="1000" dirty="0">
                          <a:effectLst/>
                        </a:rPr>
                        <a:t>- </a:t>
                      </a:r>
                      <a:r>
                        <a:rPr lang="ko-KR" altLang="en-US" sz="1000" dirty="0">
                          <a:effectLst/>
                        </a:rPr>
                        <a:t>위치 교환 기능 </a:t>
                      </a:r>
                      <a:r>
                        <a:rPr lang="en-US" altLang="ko-KR" sz="1000" dirty="0">
                          <a:effectLst/>
                        </a:rPr>
                        <a:t>: </a:t>
                      </a:r>
                      <a:r>
                        <a:rPr lang="ko-KR" altLang="en-US" sz="1000" dirty="0">
                          <a:effectLst/>
                        </a:rPr>
                        <a:t>중앙 버튼을 선택 시 해당 위젯과 위치 교환</a:t>
                      </a:r>
                      <a:endParaRPr lang="en-US" altLang="ko-KR" sz="1000" dirty="0">
                        <a:effectLst/>
                      </a:endParaRP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dirty="0">
                          <a:effectLst/>
                        </a:rPr>
                        <a:t>※ </a:t>
                      </a:r>
                      <a:r>
                        <a:rPr lang="ko-KR" altLang="en-US" sz="1000" dirty="0">
                          <a:effectLst/>
                        </a:rPr>
                        <a:t>위젯을 추가할 때 나타나는 도킹 인디케이터는 중앙 버튼 비활성화 처리</a:t>
                      </a:r>
                    </a:p>
                  </a:txBody>
                  <a:tcPr marL="28575" marR="28575" marT="19050" marB="1905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effectLst/>
                      </a:endParaRP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29949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1000" b="1" dirty="0" err="1">
                          <a:effectLst/>
                        </a:rPr>
                        <a:t>엣지</a:t>
                      </a:r>
                      <a:r>
                        <a:rPr lang="ko-KR" altLang="en-US" sz="1000" b="1" dirty="0">
                          <a:effectLst/>
                        </a:rPr>
                        <a:t> 인디케이터</a:t>
                      </a:r>
                    </a:p>
                  </a:txBody>
                  <a:tcPr marL="28575" marR="28575" marT="19050" marB="1905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r>
                        <a:rPr lang="en-US" altLang="ko-KR" sz="1000" dirty="0">
                          <a:effectLst/>
                        </a:rPr>
                        <a:t>- </a:t>
                      </a:r>
                      <a:r>
                        <a:rPr lang="ko-KR" altLang="en-US" sz="1000" dirty="0">
                          <a:effectLst/>
                        </a:rPr>
                        <a:t>캔버스의 </a:t>
                      </a:r>
                      <a:r>
                        <a:rPr lang="ko-KR" altLang="en-US" sz="1000" dirty="0" err="1">
                          <a:effectLst/>
                        </a:rPr>
                        <a:t>상하좌우면에</a:t>
                      </a:r>
                      <a:r>
                        <a:rPr lang="ko-KR" altLang="en-US" sz="1000" dirty="0">
                          <a:effectLst/>
                        </a:rPr>
                        <a:t> 위젯을 삽입할 때 사용</a:t>
                      </a:r>
                      <a:br>
                        <a:rPr lang="ko-KR" altLang="en-US" sz="1000" dirty="0">
                          <a:effectLst/>
                        </a:rPr>
                      </a:br>
                      <a:r>
                        <a:rPr lang="en-US" altLang="ko-KR" sz="1000" dirty="0">
                          <a:effectLst/>
                        </a:rPr>
                        <a:t>- </a:t>
                      </a:r>
                      <a:r>
                        <a:rPr lang="ko-KR" altLang="en-US" sz="1000" dirty="0">
                          <a:effectLst/>
                        </a:rPr>
                        <a:t>캔버스의 상하좌우면 </a:t>
                      </a:r>
                      <a:r>
                        <a:rPr lang="en-US" altLang="ko-KR" sz="1000" dirty="0">
                          <a:effectLst/>
                        </a:rPr>
                        <a:t>4</a:t>
                      </a:r>
                      <a:r>
                        <a:rPr lang="ko-KR" altLang="en-US" sz="1000" dirty="0">
                          <a:effectLst/>
                        </a:rPr>
                        <a:t>곳에 노출 </a:t>
                      </a:r>
                    </a:p>
                  </a:txBody>
                  <a:tcPr marL="28575" marR="28575" marT="19050" marB="1905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effectLst/>
                      </a:endParaRP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6147786"/>
                  </a:ext>
                </a:extLst>
              </a:tr>
              <a:tr h="0">
                <a:tc rowSpan="4"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900" b="1">
                          <a:effectLst/>
                        </a:rPr>
                        <a:t>독립창 분리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900" b="1">
                          <a:effectLst/>
                        </a:rPr>
                        <a:t>드레그 아웃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r>
                        <a:rPr lang="en-US" altLang="ko-KR" sz="900" dirty="0">
                          <a:effectLst/>
                        </a:rPr>
                        <a:t>- </a:t>
                      </a:r>
                      <a:r>
                        <a:rPr lang="ko-KR" altLang="en-US" sz="900" dirty="0">
                          <a:effectLst/>
                        </a:rPr>
                        <a:t>위젯 상단 헤더를 </a:t>
                      </a:r>
                      <a:r>
                        <a:rPr lang="ko-KR" altLang="en-US" sz="900" dirty="0" err="1">
                          <a:effectLst/>
                        </a:rPr>
                        <a:t>드레그하여</a:t>
                      </a:r>
                      <a:r>
                        <a:rPr lang="ko-KR" altLang="en-US" sz="900" dirty="0">
                          <a:effectLst/>
                        </a:rPr>
                        <a:t> 캔버스 밖으로 </a:t>
                      </a:r>
                      <a:r>
                        <a:rPr lang="ko-KR" altLang="en-US" sz="900" dirty="0" err="1">
                          <a:effectLst/>
                        </a:rPr>
                        <a:t>드레그하면</a:t>
                      </a:r>
                      <a:r>
                        <a:rPr lang="ko-KR" altLang="en-US" sz="900" dirty="0">
                          <a:effectLst/>
                        </a:rPr>
                        <a:t> 위젯은 메인 캔버스에서 제거되고 캔버스 밖에서 컨트롤되는 창으로 분리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endParaRPr lang="ko-KR" altLang="en-US" sz="900" dirty="0">
                        <a:effectLst/>
                      </a:endParaRP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415393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900" b="1">
                          <a:effectLst/>
                        </a:rPr>
                        <a:t>드레그 인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r>
                        <a:rPr lang="en-US" altLang="ko-KR" sz="900">
                          <a:effectLst/>
                        </a:rPr>
                        <a:t>- </a:t>
                      </a:r>
                      <a:r>
                        <a:rPr lang="ko-KR" altLang="en-US" sz="900">
                          <a:effectLst/>
                        </a:rPr>
                        <a:t>독립창을 드레그하여 메인 창 속 원하는 위치로 이동 후 도킹인디케이터를 이용하여 그리드 시스템 안으로 복구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endParaRPr lang="ko-KR" altLang="en-US" sz="900" dirty="0">
                        <a:effectLst/>
                      </a:endParaRP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176932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900" b="1" dirty="0" err="1">
                          <a:effectLst/>
                        </a:rPr>
                        <a:t>독립창</a:t>
                      </a:r>
                      <a:r>
                        <a:rPr lang="ko-KR" altLang="en-US" sz="900" b="1" dirty="0">
                          <a:effectLst/>
                        </a:rPr>
                        <a:t> 속성 유지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r>
                        <a:rPr lang="en-US" altLang="ko-KR" sz="900" dirty="0">
                          <a:effectLst/>
                        </a:rPr>
                        <a:t>- </a:t>
                      </a:r>
                      <a:r>
                        <a:rPr lang="ko-KR" altLang="en-US" sz="900" dirty="0">
                          <a:effectLst/>
                        </a:rPr>
                        <a:t>분리된 창은 메인 창과 동일한 테마</a:t>
                      </a:r>
                      <a:r>
                        <a:rPr lang="en-US" altLang="ko-KR" sz="900" dirty="0">
                          <a:effectLst/>
                        </a:rPr>
                        <a:t>(Dark/Light),</a:t>
                      </a:r>
                      <a:br>
                        <a:rPr lang="en-US" altLang="ko-KR" sz="900" dirty="0">
                          <a:effectLst/>
                        </a:rPr>
                      </a:br>
                      <a:r>
                        <a:rPr lang="en-US" altLang="ko-KR" sz="900" dirty="0">
                          <a:effectLst/>
                        </a:rPr>
                        <a:t>- </a:t>
                      </a:r>
                      <a:r>
                        <a:rPr lang="ko-KR" altLang="en-US" sz="900" dirty="0">
                          <a:effectLst/>
                        </a:rPr>
                        <a:t>데이터 업데이트 상태를 실시간으로 공유 가능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endParaRPr lang="ko-KR" altLang="en-US" sz="900">
                        <a:effectLst/>
                      </a:endParaRP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5492100"/>
                  </a:ext>
                </a:extLst>
              </a:tr>
              <a:tr h="43380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r>
                        <a:rPr lang="ko-KR" altLang="en-US" sz="900" b="1">
                          <a:effectLst/>
                        </a:rPr>
                        <a:t>자석 기능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r>
                        <a:rPr lang="en-US" altLang="ko-KR" sz="900" dirty="0">
                          <a:effectLst/>
                        </a:rPr>
                        <a:t>- </a:t>
                      </a:r>
                      <a:r>
                        <a:rPr lang="ko-KR" altLang="en-US" sz="900" dirty="0">
                          <a:effectLst/>
                        </a:rPr>
                        <a:t>독립된 창은 메인 캔버스와 각각의 위젯끼리 자석기능을 통해 붙는 기능</a:t>
                      </a:r>
                      <a:br>
                        <a:rPr lang="ko-KR" altLang="en-US" sz="900" dirty="0">
                          <a:effectLst/>
                        </a:rPr>
                      </a:br>
                      <a:r>
                        <a:rPr lang="en-US" altLang="ko-KR" sz="900" dirty="0">
                          <a:effectLst/>
                        </a:rPr>
                        <a:t>- </a:t>
                      </a:r>
                      <a:r>
                        <a:rPr lang="ko-KR" altLang="en-US" sz="900" dirty="0">
                          <a:effectLst/>
                        </a:rPr>
                        <a:t>메인 캔버스와 분리된 후원리스트 위젯에 위젯이 붙어있을 경우</a:t>
                      </a:r>
                      <a:br>
                        <a:rPr lang="ko-KR" altLang="en-US" sz="900" dirty="0">
                          <a:effectLst/>
                        </a:rPr>
                      </a:br>
                      <a:r>
                        <a:rPr lang="ko-KR" altLang="en-US" sz="900" dirty="0">
                          <a:effectLst/>
                        </a:rPr>
                        <a:t>└ 메인 캔버스 또는 분리된 후원리스트 위젯을 </a:t>
                      </a:r>
                      <a:r>
                        <a:rPr lang="ko-KR" altLang="en-US" sz="900" dirty="0" err="1">
                          <a:effectLst/>
                        </a:rPr>
                        <a:t>드레그하면</a:t>
                      </a:r>
                      <a:r>
                        <a:rPr lang="ko-KR" altLang="en-US" sz="900" dirty="0">
                          <a:effectLst/>
                        </a:rPr>
                        <a:t> 붙어 있는 위젯은 함께 따라 움직임 </a:t>
                      </a:r>
                      <a:br>
                        <a:rPr lang="ko-KR" altLang="en-US" sz="900" dirty="0">
                          <a:effectLst/>
                        </a:rPr>
                      </a:br>
                      <a:r>
                        <a:rPr lang="ko-KR" altLang="en-US" sz="900" dirty="0">
                          <a:effectLst/>
                        </a:rPr>
                        <a:t>└ 메인 캔버스 또는 분리된 후원리스트 위젯 이외의 붙어있는 위젯을 </a:t>
                      </a:r>
                      <a:r>
                        <a:rPr lang="ko-KR" altLang="en-US" sz="900" dirty="0" err="1">
                          <a:effectLst/>
                        </a:rPr>
                        <a:t>드레그</a:t>
                      </a:r>
                      <a:r>
                        <a:rPr lang="ko-KR" altLang="en-US" sz="900" dirty="0">
                          <a:effectLst/>
                        </a:rPr>
                        <a:t> 할 경우 위젯이 떨어져 움직임</a:t>
                      </a:r>
                      <a:br>
                        <a:rPr lang="ko-KR" altLang="en-US" sz="900" dirty="0">
                          <a:effectLst/>
                        </a:rPr>
                      </a:br>
                      <a:r>
                        <a:rPr lang="ko-KR" altLang="en-US" sz="900" dirty="0">
                          <a:effectLst/>
                        </a:rPr>
                        <a:t>└ 후원리스트 위젯에 다른 위젯이 붙어있는 상태에서 후원리스트 위젯을 캔버스 안쪽으로 </a:t>
                      </a:r>
                      <a:r>
                        <a:rPr lang="ko-KR" altLang="en-US" sz="900" dirty="0" err="1">
                          <a:effectLst/>
                        </a:rPr>
                        <a:t>드레그</a:t>
                      </a:r>
                      <a:r>
                        <a:rPr lang="ko-KR" altLang="en-US" sz="900" dirty="0">
                          <a:effectLst/>
                        </a:rPr>
                        <a:t> 인 할 경우 붙어있던 위젯들은 기존 자리에 유지</a:t>
                      </a: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ctr">
                        <a:lnSpc>
                          <a:spcPct val="110000"/>
                        </a:lnSpc>
                        <a:buNone/>
                      </a:pPr>
                      <a:endParaRPr lang="ko-KR" altLang="en-US" sz="900" dirty="0">
                        <a:effectLst/>
                      </a:endParaRPr>
                    </a:p>
                  </a:txBody>
                  <a:tcPr marL="72000" marR="72000" marT="72000" marB="72000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407966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5619336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0" name="그림 319">
            <a:extLst>
              <a:ext uri="{FF2B5EF4-FFF2-40B4-BE49-F238E27FC236}">
                <a16:creationId xmlns:a16="http://schemas.microsoft.com/office/drawing/2014/main" id="{7B72FA21-D790-3668-5B72-891328BCD74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03412" y="1484784"/>
            <a:ext cx="6842766" cy="4212242"/>
          </a:xfrm>
          <a:prstGeom prst="rect">
            <a:avLst/>
          </a:prstGeom>
        </p:spPr>
      </p:pic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06D8B6EC-0831-35C3-BC03-EC0305918253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초기 셋팅 위젯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C437D9A7-A0B3-44BC-411C-392BE01189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위젯 동작 </a:t>
            </a:r>
            <a:r>
              <a:rPr lang="en-US" altLang="ko-KR" dirty="0"/>
              <a:t>&gt; </a:t>
            </a:r>
            <a:r>
              <a:rPr lang="ko-KR" altLang="en-US" dirty="0"/>
              <a:t>초기 셋팅 위젯</a:t>
            </a:r>
          </a:p>
        </p:txBody>
      </p:sp>
      <p:graphicFrame>
        <p:nvGraphicFramePr>
          <p:cNvPr id="104" name="Group 323">
            <a:extLst>
              <a:ext uri="{FF2B5EF4-FFF2-40B4-BE49-F238E27FC236}">
                <a16:creationId xmlns:a16="http://schemas.microsoft.com/office/drawing/2014/main" id="{850F31BC-CA5F-A69B-1672-6EE36AEA11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8243462"/>
              </p:ext>
            </p:extLst>
          </p:nvPr>
        </p:nvGraphicFramePr>
        <p:xfrm>
          <a:off x="9625013" y="575703"/>
          <a:ext cx="2519969" cy="1370337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초기 노출 위젯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후원 리스트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퀵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제어 두 위젯만 디폴트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초기 설정 값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라이트 모드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Dock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압정 버튼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on 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자동 숨김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off)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9295457"/>
                  </a:ext>
                </a:extLst>
              </a:tr>
            </a:tbl>
          </a:graphicData>
        </a:graphic>
      </p:graphicFrame>
      <p:sp>
        <p:nvSpPr>
          <p:cNvPr id="219" name="타원 218">
            <a:extLst>
              <a:ext uri="{FF2B5EF4-FFF2-40B4-BE49-F238E27FC236}">
                <a16:creationId xmlns:a16="http://schemas.microsoft.com/office/drawing/2014/main" id="{2AD426ED-DD73-CE66-FF9E-715CFB34A01C}"/>
              </a:ext>
            </a:extLst>
          </p:cNvPr>
          <p:cNvSpPr/>
          <p:nvPr/>
        </p:nvSpPr>
        <p:spPr>
          <a:xfrm>
            <a:off x="637744" y="1494320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" name="그래픽 3">
            <a:extLst>
              <a:ext uri="{FF2B5EF4-FFF2-40B4-BE49-F238E27FC236}">
                <a16:creationId xmlns:a16="http://schemas.microsoft.com/office/drawing/2014/main" id="{D7AD93E4-92EE-5CA4-B2EE-E9EA67A90C3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980976" y="1509234"/>
            <a:ext cx="145612" cy="145612"/>
          </a:xfrm>
          <a:prstGeom prst="rect">
            <a:avLst/>
          </a:prstGeom>
        </p:spPr>
      </p:pic>
      <p:sp>
        <p:nvSpPr>
          <p:cNvPr id="8" name="순서도: 처리 7">
            <a:extLst>
              <a:ext uri="{FF2B5EF4-FFF2-40B4-BE49-F238E27FC236}">
                <a16:creationId xmlns:a16="http://schemas.microsoft.com/office/drawing/2014/main" id="{C7EFF72A-8834-2633-ACBC-DF7391F28B4F}"/>
              </a:ext>
            </a:extLst>
          </p:cNvPr>
          <p:cNvSpPr/>
          <p:nvPr/>
        </p:nvSpPr>
        <p:spPr>
          <a:xfrm>
            <a:off x="7151042" y="1950388"/>
            <a:ext cx="302417" cy="124280"/>
          </a:xfrm>
          <a:prstGeom prst="flowChartProcess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" name="순서도: 처리 28">
            <a:extLst>
              <a:ext uri="{FF2B5EF4-FFF2-40B4-BE49-F238E27FC236}">
                <a16:creationId xmlns:a16="http://schemas.microsoft.com/office/drawing/2014/main" id="{24B88D31-BC93-56B6-7C19-1130A0D6999D}"/>
              </a:ext>
            </a:extLst>
          </p:cNvPr>
          <p:cNvSpPr/>
          <p:nvPr/>
        </p:nvSpPr>
        <p:spPr>
          <a:xfrm>
            <a:off x="7154145" y="1944128"/>
            <a:ext cx="342123" cy="156276"/>
          </a:xfrm>
          <a:prstGeom prst="flowChartProcess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45FC0DAA-5091-B5DF-C257-8B7C3BEB5294}"/>
              </a:ext>
            </a:extLst>
          </p:cNvPr>
          <p:cNvGrpSpPr/>
          <p:nvPr/>
        </p:nvGrpSpPr>
        <p:grpSpPr>
          <a:xfrm>
            <a:off x="838583" y="1878290"/>
            <a:ext cx="6612420" cy="3802261"/>
            <a:chOff x="838582" y="1878290"/>
            <a:chExt cx="6728178" cy="3802261"/>
          </a:xfrm>
        </p:grpSpPr>
        <p:pic>
          <p:nvPicPr>
            <p:cNvPr id="9" name="그림 8">
              <a:extLst>
                <a:ext uri="{FF2B5EF4-FFF2-40B4-BE49-F238E27FC236}">
                  <a16:creationId xmlns:a16="http://schemas.microsoft.com/office/drawing/2014/main" id="{1AEB3B26-763A-06D7-A681-41906436D187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838582" y="1878290"/>
              <a:ext cx="6728178" cy="3802261"/>
            </a:xfrm>
            <a:prstGeom prst="rect">
              <a:avLst/>
            </a:prstGeom>
          </p:spPr>
        </p:pic>
        <p:grpSp>
          <p:nvGrpSpPr>
            <p:cNvPr id="44" name="그룹 43">
              <a:extLst>
                <a:ext uri="{FF2B5EF4-FFF2-40B4-BE49-F238E27FC236}">
                  <a16:creationId xmlns:a16="http://schemas.microsoft.com/office/drawing/2014/main" id="{1C0C0539-A8E9-8B9B-ADBF-656019DE6863}"/>
                </a:ext>
              </a:extLst>
            </p:cNvPr>
            <p:cNvGrpSpPr/>
            <p:nvPr/>
          </p:nvGrpSpPr>
          <p:grpSpPr>
            <a:xfrm>
              <a:off x="841972" y="4744016"/>
              <a:ext cx="6717724" cy="921966"/>
              <a:chOff x="841972" y="4744016"/>
              <a:chExt cx="6717724" cy="921966"/>
            </a:xfrm>
          </p:grpSpPr>
          <p:sp>
            <p:nvSpPr>
              <p:cNvPr id="7" name="Google Shape;1301;p29">
                <a:extLst>
                  <a:ext uri="{FF2B5EF4-FFF2-40B4-BE49-F238E27FC236}">
                    <a16:creationId xmlns:a16="http://schemas.microsoft.com/office/drawing/2014/main" id="{2660C73F-D011-7526-1561-A7ECB8B8879B}"/>
                  </a:ext>
                </a:extLst>
              </p:cNvPr>
              <p:cNvSpPr/>
              <p:nvPr/>
            </p:nvSpPr>
            <p:spPr>
              <a:xfrm>
                <a:off x="841972" y="4798337"/>
                <a:ext cx="6717724" cy="867645"/>
              </a:xfrm>
              <a:prstGeom prst="roundRect">
                <a:avLst>
                  <a:gd name="adj" fmla="val 663"/>
                </a:avLst>
              </a:prstGeom>
              <a:solidFill>
                <a:schemeClr val="bg1">
                  <a:lumMod val="50000"/>
                </a:schemeClr>
              </a:solidFill>
              <a:ln w="9525" cap="flat" cmpd="sng">
                <a:solidFill>
                  <a:srgbClr val="33333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08000" tIns="72000" rIns="30825" bIns="27725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ko-KR" altLang="en-US" sz="800" b="1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+mn-ea"/>
                    <a:ea typeface="+mn-ea"/>
                  </a:rPr>
                  <a:t>퀵</a:t>
                </a:r>
                <a:r>
                  <a:rPr lang="ko-KR" altLang="en-US" sz="8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+mn-ea"/>
                    <a:ea typeface="+mn-ea"/>
                  </a:rPr>
                  <a:t> 제어</a:t>
                </a:r>
                <a:endParaRPr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n-ea"/>
                  <a:ea typeface="+mn-ea"/>
                </a:endParaRPr>
              </a:p>
            </p:txBody>
          </p:sp>
          <p:grpSp>
            <p:nvGrpSpPr>
              <p:cNvPr id="25" name="그룹 24">
                <a:extLst>
                  <a:ext uri="{FF2B5EF4-FFF2-40B4-BE49-F238E27FC236}">
                    <a16:creationId xmlns:a16="http://schemas.microsoft.com/office/drawing/2014/main" id="{DB3EA9A2-D587-75CE-63D7-462C6E64DABE}"/>
                  </a:ext>
                </a:extLst>
              </p:cNvPr>
              <p:cNvGrpSpPr/>
              <p:nvPr/>
            </p:nvGrpSpPr>
            <p:grpSpPr>
              <a:xfrm>
                <a:off x="896293" y="5000619"/>
                <a:ext cx="6606252" cy="598684"/>
                <a:chOff x="3009411" y="4841065"/>
                <a:chExt cx="4493134" cy="758243"/>
              </a:xfrm>
            </p:grpSpPr>
            <p:sp>
              <p:nvSpPr>
                <p:cNvPr id="10" name="Google Shape;1303;p29">
                  <a:extLst>
                    <a:ext uri="{FF2B5EF4-FFF2-40B4-BE49-F238E27FC236}">
                      <a16:creationId xmlns:a16="http://schemas.microsoft.com/office/drawing/2014/main" id="{F86E0333-49B6-34B9-B3D5-A023AED6AF26}"/>
                    </a:ext>
                  </a:extLst>
                </p:cNvPr>
                <p:cNvSpPr/>
                <p:nvPr/>
              </p:nvSpPr>
              <p:spPr>
                <a:xfrm>
                  <a:off x="3009412" y="5082442"/>
                  <a:ext cx="4493133" cy="516866"/>
                </a:xfrm>
                <a:prstGeom prst="rect">
                  <a:avLst/>
                </a:prstGeom>
                <a:solidFill>
                  <a:schemeClr val="lt1"/>
                </a:solidFill>
                <a:ln w="9525" cap="flat" cmpd="sng">
                  <a:solidFill>
                    <a:srgbClr val="33333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46225" tIns="27725" rIns="46225" bIns="27725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71" dirty="0">
                    <a:solidFill>
                      <a:srgbClr val="262626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11" name="그룹 10">
                  <a:extLst>
                    <a:ext uri="{FF2B5EF4-FFF2-40B4-BE49-F238E27FC236}">
                      <a16:creationId xmlns:a16="http://schemas.microsoft.com/office/drawing/2014/main" id="{6C58C321-A308-99A0-33C9-FE17212F0424}"/>
                    </a:ext>
                  </a:extLst>
                </p:cNvPr>
                <p:cNvGrpSpPr/>
                <p:nvPr/>
              </p:nvGrpSpPr>
              <p:grpSpPr>
                <a:xfrm>
                  <a:off x="3085612" y="5155440"/>
                  <a:ext cx="4342767" cy="357732"/>
                  <a:chOff x="8673809" y="4130587"/>
                  <a:chExt cx="1080696" cy="526728"/>
                </a:xfrm>
              </p:grpSpPr>
              <p:sp>
                <p:nvSpPr>
                  <p:cNvPr id="12" name="사각형: 둥근 모서리 11">
                    <a:extLst>
                      <a:ext uri="{FF2B5EF4-FFF2-40B4-BE49-F238E27FC236}">
                        <a16:creationId xmlns:a16="http://schemas.microsoft.com/office/drawing/2014/main" id="{14D04B39-664D-2D5A-893E-DFBAB02DA376}"/>
                      </a:ext>
                    </a:extLst>
                  </p:cNvPr>
                  <p:cNvSpPr/>
                  <p:nvPr/>
                </p:nvSpPr>
                <p:spPr>
                  <a:xfrm>
                    <a:off x="8673809" y="4130587"/>
                    <a:ext cx="526728" cy="526728"/>
                  </a:xfrm>
                  <a:prstGeom prst="roundRect">
                    <a:avLst>
                      <a:gd name="adj" fmla="val 9434"/>
                    </a:avLst>
                  </a:prstGeom>
                  <a:solidFill>
                    <a:schemeClr val="tx1">
                      <a:lumMod val="75000"/>
                      <a:lumOff val="25000"/>
                    </a:schemeClr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none" lIns="0" tIns="0" rIns="0" bIns="0" rtlCol="0" anchor="ctr"/>
                  <a:lstStyle/>
                  <a:p>
                    <a:pPr algn="ctr">
                      <a:lnSpc>
                        <a:spcPct val="150000"/>
                      </a:lnSpc>
                    </a:pPr>
                    <a:r>
                      <a:rPr lang="ko-KR" altLang="en-US" sz="800" b="1" dirty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anose="020B0503020000020004" pitchFamily="50" charset="-127"/>
                        <a:ea typeface="맑은 고딕" panose="020B0503020000020004" pitchFamily="50" charset="-127"/>
                        <a:sym typeface="Webdings" panose="05030102010509060703" pitchFamily="18" charset="2"/>
                      </a:rPr>
                      <a:t> </a:t>
                    </a:r>
                    <a:r>
                      <a:rPr lang="ko-KR" altLang="en-US" sz="800" b="1" dirty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알림 일시 정지</a:t>
                    </a:r>
                  </a:p>
                </p:txBody>
              </p:sp>
              <p:sp>
                <p:nvSpPr>
                  <p:cNvPr id="13" name="사각형: 둥근 모서리 12">
                    <a:extLst>
                      <a:ext uri="{FF2B5EF4-FFF2-40B4-BE49-F238E27FC236}">
                        <a16:creationId xmlns:a16="http://schemas.microsoft.com/office/drawing/2014/main" id="{D3930B79-A8E4-3BAE-E838-3F8609658ADB}"/>
                      </a:ext>
                    </a:extLst>
                  </p:cNvPr>
                  <p:cNvSpPr/>
                  <p:nvPr/>
                </p:nvSpPr>
                <p:spPr>
                  <a:xfrm>
                    <a:off x="9227777" y="4130587"/>
                    <a:ext cx="526728" cy="526728"/>
                  </a:xfrm>
                  <a:prstGeom prst="roundRect">
                    <a:avLst>
                      <a:gd name="adj" fmla="val 7625"/>
                    </a:avLst>
                  </a:prstGeom>
                  <a:solidFill>
                    <a:schemeClr val="tx1">
                      <a:lumMod val="75000"/>
                      <a:lumOff val="25000"/>
                    </a:schemeClr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none" lIns="0" tIns="0" rIns="0" bIns="0" rtlCol="0" anchor="ctr"/>
                  <a:lstStyle/>
                  <a:p>
                    <a:pPr algn="ctr"/>
                    <a:r>
                      <a:rPr lang="ko-KR" altLang="en-US" sz="800" b="1" dirty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anose="020B0503020000020004" pitchFamily="50" charset="-127"/>
                        <a:ea typeface="맑은 고딕" panose="020B0503020000020004" pitchFamily="50" charset="-127"/>
                        <a:sym typeface="Webdings" panose="05030102010509060703" pitchFamily="18" charset="2"/>
                      </a:rPr>
                      <a:t> </a:t>
                    </a:r>
                    <a:r>
                      <a:rPr lang="ko-KR" altLang="en-US" sz="800" b="1" dirty="0" err="1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스킵</a:t>
                    </a:r>
                    <a:endParaRPr lang="en-US" altLang="ko-KR" sz="800" b="1" dirty="0">
                      <a:solidFill>
                        <a:schemeClr val="bg1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latin typeface="맑은 고딕" panose="020B0503020000020004" pitchFamily="50" charset="-127"/>
                      <a:ea typeface="맑은 고딕" panose="020B0503020000020004" pitchFamily="50" charset="-127"/>
                    </a:endParaRPr>
                  </a:p>
                </p:txBody>
              </p:sp>
            </p:grpSp>
            <p:grpSp>
              <p:nvGrpSpPr>
                <p:cNvPr id="16" name="Google Shape;814;p24">
                  <a:extLst>
                    <a:ext uri="{FF2B5EF4-FFF2-40B4-BE49-F238E27FC236}">
                      <a16:creationId xmlns:a16="http://schemas.microsoft.com/office/drawing/2014/main" id="{2D5A3D57-7E05-387B-90F3-FF3675FA41AC}"/>
                    </a:ext>
                  </a:extLst>
                </p:cNvPr>
                <p:cNvGrpSpPr/>
                <p:nvPr/>
              </p:nvGrpSpPr>
              <p:grpSpPr>
                <a:xfrm>
                  <a:off x="3009411" y="4841065"/>
                  <a:ext cx="4493133" cy="247849"/>
                  <a:chOff x="3198664" y="4875342"/>
                  <a:chExt cx="2453456" cy="289414"/>
                </a:xfrm>
                <a:solidFill>
                  <a:schemeClr val="bg1"/>
                </a:solidFill>
              </p:grpSpPr>
              <p:sp>
                <p:nvSpPr>
                  <p:cNvPr id="17" name="Google Shape;815;p24">
                    <a:extLst>
                      <a:ext uri="{FF2B5EF4-FFF2-40B4-BE49-F238E27FC236}">
                        <a16:creationId xmlns:a16="http://schemas.microsoft.com/office/drawing/2014/main" id="{64C3AD7C-23DC-243F-6C5C-1D0A90237C3A}"/>
                      </a:ext>
                    </a:extLst>
                  </p:cNvPr>
                  <p:cNvSpPr/>
                  <p:nvPr/>
                </p:nvSpPr>
                <p:spPr>
                  <a:xfrm>
                    <a:off x="3198664" y="4875342"/>
                    <a:ext cx="792088" cy="281851"/>
                  </a:xfrm>
                  <a:prstGeom prst="round2SameRect">
                    <a:avLst>
                      <a:gd name="adj1" fmla="val 16667"/>
                      <a:gd name="adj2" fmla="val 0"/>
                    </a:avLst>
                  </a:prstGeom>
                  <a:solidFill>
                    <a:schemeClr val="bg1"/>
                  </a:solidFill>
                  <a:ln w="9525" cap="flat" cmpd="sng">
                    <a:solidFill>
                      <a:srgbClr val="333333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30825" tIns="27725" rIns="30825" bIns="27725" anchor="ctr" anchorCtr="0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ko-KR" altLang="en-US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333333"/>
                        </a:solidFill>
                        <a:effectLst/>
                        <a:uLnTx/>
                        <a:uFillTx/>
                        <a:latin typeface="Calibri"/>
                        <a:ea typeface="Calibri"/>
                        <a:cs typeface="Calibri"/>
                        <a:sym typeface="Calibri"/>
                      </a:rPr>
                      <a:t>알림</a:t>
                    </a:r>
                    <a:endParaRPr kumimoji="0" sz="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333333"/>
                      </a:solidFill>
                      <a:effectLst/>
                      <a:uLnTx/>
                      <a:uFillTx/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8" name="Google Shape;816;p24">
                    <a:extLst>
                      <a:ext uri="{FF2B5EF4-FFF2-40B4-BE49-F238E27FC236}">
                        <a16:creationId xmlns:a16="http://schemas.microsoft.com/office/drawing/2014/main" id="{4EDF9459-9DC0-2FCA-A7BE-06281A3C067D}"/>
                      </a:ext>
                    </a:extLst>
                  </p:cNvPr>
                  <p:cNvSpPr/>
                  <p:nvPr/>
                </p:nvSpPr>
                <p:spPr>
                  <a:xfrm>
                    <a:off x="4030710" y="4875352"/>
                    <a:ext cx="792088" cy="281851"/>
                  </a:xfrm>
                  <a:prstGeom prst="round2SameRect">
                    <a:avLst>
                      <a:gd name="adj1" fmla="val 16667"/>
                      <a:gd name="adj2" fmla="val 0"/>
                    </a:avLst>
                  </a:prstGeom>
                  <a:solidFill>
                    <a:schemeClr val="bg1">
                      <a:lumMod val="85000"/>
                    </a:schemeClr>
                  </a:solidFill>
                  <a:ln w="9525" cap="flat" cmpd="sng">
                    <a:solidFill>
                      <a:srgbClr val="333333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30825" tIns="27725" rIns="30825" bIns="27725" anchor="ctr" anchorCtr="0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ko-KR" altLang="en-US" sz="800" kern="0" dirty="0">
                        <a:solidFill>
                          <a:srgbClr val="333333"/>
                        </a:solidFill>
                        <a:latin typeface="Calibri"/>
                        <a:ea typeface="Calibri"/>
                        <a:cs typeface="Calibri"/>
                        <a:sym typeface="Calibri"/>
                      </a:rPr>
                      <a:t>그림</a:t>
                    </a:r>
                    <a:endParaRPr kumimoji="0" sz="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333333"/>
                      </a:solidFill>
                      <a:effectLst/>
                      <a:uLnTx/>
                      <a:uFillTx/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9" name="Google Shape;817;p24">
                    <a:extLst>
                      <a:ext uri="{FF2B5EF4-FFF2-40B4-BE49-F238E27FC236}">
                        <a16:creationId xmlns:a16="http://schemas.microsoft.com/office/drawing/2014/main" id="{6405155F-39F8-5C63-2DE9-EAA4CD7A5A4C}"/>
                      </a:ext>
                    </a:extLst>
                  </p:cNvPr>
                  <p:cNvSpPr/>
                  <p:nvPr/>
                </p:nvSpPr>
                <p:spPr>
                  <a:xfrm>
                    <a:off x="4860032" y="4875352"/>
                    <a:ext cx="792088" cy="281851"/>
                  </a:xfrm>
                  <a:prstGeom prst="round2SameRect">
                    <a:avLst>
                      <a:gd name="adj1" fmla="val 16667"/>
                      <a:gd name="adj2" fmla="val 0"/>
                    </a:avLst>
                  </a:prstGeom>
                  <a:solidFill>
                    <a:schemeClr val="bg1">
                      <a:lumMod val="85000"/>
                    </a:schemeClr>
                  </a:solidFill>
                  <a:ln w="9525" cap="flat" cmpd="sng">
                    <a:solidFill>
                      <a:srgbClr val="333333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30825" tIns="27725" rIns="30825" bIns="27725" anchor="ctr" anchorCtr="0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ko-KR" altLang="en-US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333333"/>
                        </a:solidFill>
                        <a:effectLst/>
                        <a:uLnTx/>
                        <a:uFillTx/>
                        <a:latin typeface="Calibri"/>
                        <a:ea typeface="Calibri"/>
                        <a:cs typeface="Calibri"/>
                        <a:sym typeface="Calibri"/>
                      </a:rPr>
                      <a:t>뽑기</a:t>
                    </a:r>
                    <a:endParaRPr kumimoji="0" sz="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333333"/>
                      </a:solidFill>
                      <a:effectLst/>
                      <a:uLnTx/>
                      <a:uFillTx/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cxnSp>
                <p:nvCxnSpPr>
                  <p:cNvPr id="20" name="Google Shape;818;p24">
                    <a:extLst>
                      <a:ext uri="{FF2B5EF4-FFF2-40B4-BE49-F238E27FC236}">
                        <a16:creationId xmlns:a16="http://schemas.microsoft.com/office/drawing/2014/main" id="{ED4BF3EE-78C1-2764-B481-7A9E84BFCEE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214964" y="5164756"/>
                    <a:ext cx="763259" cy="0"/>
                  </a:xfrm>
                  <a:prstGeom prst="straightConnector1">
                    <a:avLst/>
                  </a:prstGeom>
                  <a:grpFill/>
                  <a:ln w="38100" cap="sq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</p:cxnSp>
            </p:grpSp>
          </p:grpSp>
          <p:sp>
            <p:nvSpPr>
              <p:cNvPr id="22" name="Google Shape;1200;p27">
                <a:extLst>
                  <a:ext uri="{FF2B5EF4-FFF2-40B4-BE49-F238E27FC236}">
                    <a16:creationId xmlns:a16="http://schemas.microsoft.com/office/drawing/2014/main" id="{C2409D75-F519-AA7E-49A3-09F77B5B337A}"/>
                  </a:ext>
                </a:extLst>
              </p:cNvPr>
              <p:cNvSpPr/>
              <p:nvPr/>
            </p:nvSpPr>
            <p:spPr>
              <a:xfrm>
                <a:off x="7369008" y="4882315"/>
                <a:ext cx="87937" cy="85596"/>
              </a:xfrm>
              <a:custGeom>
                <a:avLst/>
                <a:gdLst/>
                <a:ahLst/>
                <a:cxnLst/>
                <a:rect l="l" t="t" r="r" b="b"/>
                <a:pathLst>
                  <a:path w="246" h="241" extrusionOk="0">
                    <a:moveTo>
                      <a:pt x="12" y="15"/>
                    </a:moveTo>
                    <a:cubicBezTo>
                      <a:pt x="0" y="26"/>
                      <a:pt x="0" y="45"/>
                      <a:pt x="12" y="56"/>
                    </a:cubicBezTo>
                    <a:lnTo>
                      <a:pt x="80" y="122"/>
                    </a:lnTo>
                    <a:lnTo>
                      <a:pt x="12" y="188"/>
                    </a:lnTo>
                    <a:cubicBezTo>
                      <a:pt x="0" y="199"/>
                      <a:pt x="0" y="218"/>
                      <a:pt x="12" y="229"/>
                    </a:cubicBezTo>
                    <a:cubicBezTo>
                      <a:pt x="24" y="241"/>
                      <a:pt x="44" y="241"/>
                      <a:pt x="56" y="229"/>
                    </a:cubicBezTo>
                    <a:lnTo>
                      <a:pt x="123" y="165"/>
                    </a:lnTo>
                    <a:lnTo>
                      <a:pt x="190" y="229"/>
                    </a:lnTo>
                    <a:cubicBezTo>
                      <a:pt x="202" y="241"/>
                      <a:pt x="222" y="241"/>
                      <a:pt x="234" y="229"/>
                    </a:cubicBezTo>
                    <a:cubicBezTo>
                      <a:pt x="246" y="218"/>
                      <a:pt x="246" y="199"/>
                      <a:pt x="234" y="188"/>
                    </a:cubicBezTo>
                    <a:lnTo>
                      <a:pt x="167" y="122"/>
                    </a:lnTo>
                    <a:lnTo>
                      <a:pt x="234" y="56"/>
                    </a:lnTo>
                    <a:cubicBezTo>
                      <a:pt x="246" y="45"/>
                      <a:pt x="246" y="26"/>
                      <a:pt x="234" y="15"/>
                    </a:cubicBezTo>
                    <a:cubicBezTo>
                      <a:pt x="222" y="3"/>
                      <a:pt x="202" y="3"/>
                      <a:pt x="190" y="15"/>
                    </a:cubicBezTo>
                    <a:lnTo>
                      <a:pt x="123" y="79"/>
                    </a:lnTo>
                    <a:lnTo>
                      <a:pt x="56" y="15"/>
                    </a:lnTo>
                    <a:cubicBezTo>
                      <a:pt x="41" y="0"/>
                      <a:pt x="26" y="3"/>
                      <a:pt x="12" y="15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9525" cap="flat" cmpd="sng">
                <a:solidFill>
                  <a:srgbClr val="33333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78300" tIns="39150" rIns="78300" bIns="39150" anchor="t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771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" name="직사각형 26">
                <a:extLst>
                  <a:ext uri="{FF2B5EF4-FFF2-40B4-BE49-F238E27FC236}">
                    <a16:creationId xmlns:a16="http://schemas.microsoft.com/office/drawing/2014/main" id="{D6EDBC0D-D0BE-1A8D-2097-876F422A1087}"/>
                  </a:ext>
                </a:extLst>
              </p:cNvPr>
              <p:cNvSpPr/>
              <p:nvPr/>
            </p:nvSpPr>
            <p:spPr>
              <a:xfrm>
                <a:off x="869132" y="4744016"/>
                <a:ext cx="6645244" cy="54321"/>
              </a:xfrm>
              <a:prstGeom prst="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</p:grpSp>
      <p:pic>
        <p:nvPicPr>
          <p:cNvPr id="28" name="그림 27">
            <a:extLst>
              <a:ext uri="{FF2B5EF4-FFF2-40B4-BE49-F238E27FC236}">
                <a16:creationId xmlns:a16="http://schemas.microsoft.com/office/drawing/2014/main" id="{59BFD90D-BA0E-1EF6-C4CE-103EA7BCBAB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916017" y="5034720"/>
            <a:ext cx="4612032" cy="446508"/>
          </a:xfrm>
          <a:prstGeom prst="rect">
            <a:avLst/>
          </a:prstGeom>
        </p:spPr>
      </p:pic>
      <p:grpSp>
        <p:nvGrpSpPr>
          <p:cNvPr id="42" name="그룹 41">
            <a:extLst>
              <a:ext uri="{FF2B5EF4-FFF2-40B4-BE49-F238E27FC236}">
                <a16:creationId xmlns:a16="http://schemas.microsoft.com/office/drawing/2014/main" id="{3C3AF4BA-3677-F5F1-8E6E-5E41D18EF841}"/>
              </a:ext>
            </a:extLst>
          </p:cNvPr>
          <p:cNvGrpSpPr/>
          <p:nvPr/>
        </p:nvGrpSpPr>
        <p:grpSpPr>
          <a:xfrm>
            <a:off x="860489" y="1675139"/>
            <a:ext cx="6740461" cy="174091"/>
            <a:chOff x="941971" y="1150037"/>
            <a:chExt cx="6740461" cy="174091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3A237274-6D29-D0B8-F0D5-C1553C1F86D1}"/>
                </a:ext>
              </a:extLst>
            </p:cNvPr>
            <p:cNvSpPr/>
            <p:nvPr/>
          </p:nvSpPr>
          <p:spPr>
            <a:xfrm>
              <a:off x="941971" y="1150037"/>
              <a:ext cx="6740461" cy="17409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b="1" dirty="0">
                  <a:solidFill>
                    <a:schemeClr val="tx1"/>
                  </a:solidFill>
                  <a:sym typeface="Webdings" panose="05030102010509060703" pitchFamily="18" charset="2"/>
                </a:rPr>
                <a:t>      </a:t>
              </a:r>
              <a:r>
                <a:rPr lang="en-US" altLang="ko-KR" sz="800" b="1" dirty="0">
                  <a:solidFill>
                    <a:schemeClr val="tx1"/>
                  </a:solidFill>
                </a:rPr>
                <a:t>[</a:t>
              </a:r>
              <a:r>
                <a:rPr lang="ko-KR" altLang="en-US" sz="800" b="1" dirty="0">
                  <a:solidFill>
                    <a:schemeClr val="tx1"/>
                  </a:solidFill>
                </a:rPr>
                <a:t>이벤트 수상</a:t>
              </a:r>
              <a:r>
                <a:rPr lang="en-US" altLang="ko-KR" sz="800" b="1" dirty="0">
                  <a:solidFill>
                    <a:schemeClr val="tx1"/>
                  </a:solidFill>
                </a:rPr>
                <a:t>] 2025 </a:t>
              </a:r>
              <a:r>
                <a:rPr lang="ko-KR" altLang="en-US" sz="800" b="1" dirty="0">
                  <a:solidFill>
                    <a:schemeClr val="tx1"/>
                  </a:solidFill>
                </a:rPr>
                <a:t>투네이션 어워드 수상자 발표</a:t>
              </a:r>
            </a:p>
          </p:txBody>
        </p:sp>
        <p:pic>
          <p:nvPicPr>
            <p:cNvPr id="38" name="그래픽 37">
              <a:extLst>
                <a:ext uri="{FF2B5EF4-FFF2-40B4-BE49-F238E27FC236}">
                  <a16:creationId xmlns:a16="http://schemas.microsoft.com/office/drawing/2014/main" id="{3F117C94-F9AD-9C21-3194-996CBED8CB6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976096" y="1156558"/>
              <a:ext cx="159090" cy="159090"/>
            </a:xfrm>
            <a:prstGeom prst="rect">
              <a:avLst/>
            </a:prstGeom>
          </p:spPr>
        </p:pic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3798B61B-C7D8-C637-4615-65D684EAF677}"/>
                </a:ext>
              </a:extLst>
            </p:cNvPr>
            <p:cNvGrpSpPr/>
            <p:nvPr/>
          </p:nvGrpSpPr>
          <p:grpSpPr>
            <a:xfrm>
              <a:off x="7257594" y="1156028"/>
              <a:ext cx="367603" cy="162162"/>
              <a:chOff x="7011833" y="1554342"/>
              <a:chExt cx="405394" cy="178833"/>
            </a:xfrm>
          </p:grpSpPr>
          <p:pic>
            <p:nvPicPr>
              <p:cNvPr id="40" name="그림 39">
                <a:extLst>
                  <a:ext uri="{FF2B5EF4-FFF2-40B4-BE49-F238E27FC236}">
                    <a16:creationId xmlns:a16="http://schemas.microsoft.com/office/drawing/2014/main" id="{CA57AE66-E6BF-8644-CB18-B903B8FD3D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biLevel thresh="75000"/>
                <a:extLst>
                  <a:ext uri="{BEBA8EAE-BF5A-486C-A8C5-ECC9F3942E4B}">
                    <a14:imgProps xmlns:a14="http://schemas.microsoft.com/office/drawing/2010/main">
                      <a14:imgLayer r:embed="rId10">
                        <a14:imgEffect>
                          <a14:brightnessContrast bright="-40000"/>
                        </a14:imgEffect>
                      </a14:imgLayer>
                    </a14:imgProps>
                  </a:ext>
                </a:extLst>
              </a:blip>
              <a:stretch>
                <a:fillRect/>
              </a:stretch>
            </p:blipFill>
            <p:spPr>
              <a:xfrm>
                <a:off x="7238397" y="1554342"/>
                <a:ext cx="178830" cy="178832"/>
              </a:xfrm>
              <a:prstGeom prst="rect">
                <a:avLst/>
              </a:prstGeom>
            </p:spPr>
          </p:pic>
          <p:pic>
            <p:nvPicPr>
              <p:cNvPr id="41" name="그림 40">
                <a:extLst>
                  <a:ext uri="{FF2B5EF4-FFF2-40B4-BE49-F238E27FC236}">
                    <a16:creationId xmlns:a16="http://schemas.microsoft.com/office/drawing/2014/main" id="{28F6507F-AE00-A977-849C-8C70FECEC4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biLevel thresh="75000"/>
                <a:extLst>
                  <a:ext uri="{BEBA8EAE-BF5A-486C-A8C5-ECC9F3942E4B}">
                    <a14:imgProps xmlns:a14="http://schemas.microsoft.com/office/drawing/2010/main">
                      <a14:imgLayer r:embed="rId12">
                        <a14:imgEffect>
                          <a14:brightnessContrast bright="-40000"/>
                        </a14:imgEffect>
                      </a14:imgLayer>
                    </a14:imgProps>
                  </a:ext>
                </a:extLst>
              </a:blip>
              <a:stretch>
                <a:fillRect/>
              </a:stretch>
            </p:blipFill>
            <p:spPr>
              <a:xfrm>
                <a:off x="7011833" y="1554342"/>
                <a:ext cx="178832" cy="178833"/>
              </a:xfrm>
              <a:prstGeom prst="rect">
                <a:avLst/>
              </a:prstGeom>
            </p:spPr>
          </p:pic>
        </p:grpSp>
      </p:grpSp>
      <p:pic>
        <p:nvPicPr>
          <p:cNvPr id="47" name="그림 46">
            <a:extLst>
              <a:ext uri="{FF2B5EF4-FFF2-40B4-BE49-F238E27FC236}">
                <a16:creationId xmlns:a16="http://schemas.microsoft.com/office/drawing/2014/main" id="{7CFE7999-9014-3363-FE4A-FA0B8CE466F8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452779" y="1872415"/>
            <a:ext cx="142243" cy="3795054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665FD27E-E93A-1FCA-80FB-1DADE6599B19}"/>
              </a:ext>
            </a:extLst>
          </p:cNvPr>
          <p:cNvSpPr/>
          <p:nvPr/>
        </p:nvSpPr>
        <p:spPr>
          <a:xfrm>
            <a:off x="7052650" y="1928387"/>
            <a:ext cx="325924" cy="181069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16381475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" name="그룹 44">
            <a:extLst>
              <a:ext uri="{FF2B5EF4-FFF2-40B4-BE49-F238E27FC236}">
                <a16:creationId xmlns:a16="http://schemas.microsoft.com/office/drawing/2014/main" id="{193A2762-1974-9B67-BA4B-818A8DE04497}"/>
              </a:ext>
            </a:extLst>
          </p:cNvPr>
          <p:cNvGrpSpPr/>
          <p:nvPr/>
        </p:nvGrpSpPr>
        <p:grpSpPr>
          <a:xfrm>
            <a:off x="902004" y="1378869"/>
            <a:ext cx="7433067" cy="4521304"/>
            <a:chOff x="1762083" y="998624"/>
            <a:chExt cx="7433067" cy="4521304"/>
          </a:xfrm>
        </p:grpSpPr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8A9C2CFC-4822-9BF8-F0D9-C4FB0C2BFA2B}"/>
                </a:ext>
              </a:extLst>
            </p:cNvPr>
            <p:cNvGrpSpPr/>
            <p:nvPr/>
          </p:nvGrpSpPr>
          <p:grpSpPr>
            <a:xfrm>
              <a:off x="1762083" y="998624"/>
              <a:ext cx="7433067" cy="4521304"/>
              <a:chOff x="1762083" y="998624"/>
              <a:chExt cx="7433067" cy="4521304"/>
            </a:xfrm>
          </p:grpSpPr>
          <p:grpSp>
            <p:nvGrpSpPr>
              <p:cNvPr id="35" name="그룹 34">
                <a:extLst>
                  <a:ext uri="{FF2B5EF4-FFF2-40B4-BE49-F238E27FC236}">
                    <a16:creationId xmlns:a16="http://schemas.microsoft.com/office/drawing/2014/main" id="{A620734B-7399-7D9B-C29A-ACD1AF2F540F}"/>
                  </a:ext>
                </a:extLst>
              </p:cNvPr>
              <p:cNvGrpSpPr/>
              <p:nvPr/>
            </p:nvGrpSpPr>
            <p:grpSpPr>
              <a:xfrm>
                <a:off x="1762083" y="998624"/>
                <a:ext cx="7433067" cy="4521304"/>
                <a:chOff x="1762083" y="998624"/>
                <a:chExt cx="7433067" cy="4521304"/>
              </a:xfrm>
            </p:grpSpPr>
            <p:sp>
              <p:nvSpPr>
                <p:cNvPr id="23" name="Google Shape;1197;p27">
                  <a:extLst>
                    <a:ext uri="{FF2B5EF4-FFF2-40B4-BE49-F238E27FC236}">
                      <a16:creationId xmlns:a16="http://schemas.microsoft.com/office/drawing/2014/main" id="{3698A692-73C6-3BCA-73DC-66F007B7BBE1}"/>
                    </a:ext>
                  </a:extLst>
                </p:cNvPr>
                <p:cNvSpPr/>
                <p:nvPr/>
              </p:nvSpPr>
              <p:spPr>
                <a:xfrm>
                  <a:off x="1762083" y="998624"/>
                  <a:ext cx="7433067" cy="4521304"/>
                </a:xfrm>
                <a:prstGeom prst="roundRect">
                  <a:avLst>
                    <a:gd name="adj" fmla="val 580"/>
                  </a:avLst>
                </a:prstGeom>
                <a:solidFill>
                  <a:srgbClr val="7F7F7F"/>
                </a:solidFill>
                <a:ln w="9525" cap="flat" cmpd="sng">
                  <a:solidFill>
                    <a:srgbClr val="33333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61650" tIns="24650" rIns="61650" bIns="24650" anchor="t" anchorCtr="0">
                  <a:noAutofit/>
                </a:bodyPr>
                <a:lstStyle/>
                <a:p>
                  <a:pPr fontAlgn="base"/>
                  <a:endParaRPr kumimoji="1" sz="856" b="1" dirty="0">
                    <a:solidFill>
                      <a:prstClr val="white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24" name="Google Shape;1199;p27">
                  <a:extLst>
                    <a:ext uri="{FF2B5EF4-FFF2-40B4-BE49-F238E27FC236}">
                      <a16:creationId xmlns:a16="http://schemas.microsoft.com/office/drawing/2014/main" id="{B4AB453D-0C83-4FC0-6085-2B682FA7B62F}"/>
                    </a:ext>
                  </a:extLst>
                </p:cNvPr>
                <p:cNvGrpSpPr/>
                <p:nvPr/>
              </p:nvGrpSpPr>
              <p:grpSpPr>
                <a:xfrm>
                  <a:off x="8668288" y="1057726"/>
                  <a:ext cx="442113" cy="87537"/>
                  <a:chOff x="8040633" y="187272"/>
                  <a:chExt cx="890272" cy="181679"/>
                </a:xfrm>
              </p:grpSpPr>
              <p:sp>
                <p:nvSpPr>
                  <p:cNvPr id="25" name="Google Shape;1200;p27">
                    <a:extLst>
                      <a:ext uri="{FF2B5EF4-FFF2-40B4-BE49-F238E27FC236}">
                        <a16:creationId xmlns:a16="http://schemas.microsoft.com/office/drawing/2014/main" id="{D6A14D4D-0051-7156-39B3-8FB4444C6277}"/>
                      </a:ext>
                    </a:extLst>
                  </p:cNvPr>
                  <p:cNvSpPr/>
                  <p:nvPr/>
                </p:nvSpPr>
                <p:spPr>
                  <a:xfrm>
                    <a:off x="8753828" y="191300"/>
                    <a:ext cx="177077" cy="1776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6" h="241" extrusionOk="0">
                        <a:moveTo>
                          <a:pt x="12" y="15"/>
                        </a:moveTo>
                        <a:cubicBezTo>
                          <a:pt x="0" y="26"/>
                          <a:pt x="0" y="45"/>
                          <a:pt x="12" y="56"/>
                        </a:cubicBezTo>
                        <a:lnTo>
                          <a:pt x="80" y="122"/>
                        </a:lnTo>
                        <a:lnTo>
                          <a:pt x="12" y="188"/>
                        </a:lnTo>
                        <a:cubicBezTo>
                          <a:pt x="0" y="199"/>
                          <a:pt x="0" y="218"/>
                          <a:pt x="12" y="229"/>
                        </a:cubicBezTo>
                        <a:cubicBezTo>
                          <a:pt x="24" y="241"/>
                          <a:pt x="44" y="241"/>
                          <a:pt x="56" y="229"/>
                        </a:cubicBezTo>
                        <a:lnTo>
                          <a:pt x="123" y="165"/>
                        </a:lnTo>
                        <a:lnTo>
                          <a:pt x="190" y="229"/>
                        </a:lnTo>
                        <a:cubicBezTo>
                          <a:pt x="202" y="241"/>
                          <a:pt x="222" y="241"/>
                          <a:pt x="234" y="229"/>
                        </a:cubicBezTo>
                        <a:cubicBezTo>
                          <a:pt x="246" y="218"/>
                          <a:pt x="246" y="199"/>
                          <a:pt x="234" y="188"/>
                        </a:cubicBezTo>
                        <a:lnTo>
                          <a:pt x="167" y="122"/>
                        </a:lnTo>
                        <a:lnTo>
                          <a:pt x="234" y="56"/>
                        </a:lnTo>
                        <a:cubicBezTo>
                          <a:pt x="246" y="45"/>
                          <a:pt x="246" y="26"/>
                          <a:pt x="234" y="15"/>
                        </a:cubicBezTo>
                        <a:cubicBezTo>
                          <a:pt x="222" y="3"/>
                          <a:pt x="202" y="3"/>
                          <a:pt x="190" y="15"/>
                        </a:cubicBezTo>
                        <a:lnTo>
                          <a:pt x="123" y="79"/>
                        </a:lnTo>
                        <a:lnTo>
                          <a:pt x="56" y="15"/>
                        </a:lnTo>
                        <a:cubicBezTo>
                          <a:pt x="41" y="0"/>
                          <a:pt x="26" y="3"/>
                          <a:pt x="12" y="15"/>
                        </a:cubicBezTo>
                        <a:close/>
                      </a:path>
                    </a:pathLst>
                  </a:custGeom>
                  <a:solidFill>
                    <a:sysClr val="window" lastClr="FFFFFF"/>
                  </a:solidFill>
                  <a:ln w="9525" cap="flat" cmpd="sng">
                    <a:solidFill>
                      <a:srgbClr val="33333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78300" tIns="39150" rIns="78300" bIns="39150" anchor="t" anchorCtr="0">
                    <a:noAutofit/>
                  </a:bodyPr>
                  <a:lstStyle/>
                  <a:p>
                    <a:pPr latinLnBrk="0">
                      <a:defRPr/>
                    </a:pPr>
                    <a:endParaRPr sz="771" kern="0">
                      <a:solidFill>
                        <a:srgbClr val="262626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6" name="Google Shape;1201;p27">
                    <a:extLst>
                      <a:ext uri="{FF2B5EF4-FFF2-40B4-BE49-F238E27FC236}">
                        <a16:creationId xmlns:a16="http://schemas.microsoft.com/office/drawing/2014/main" id="{DB3D2054-5A94-A099-FB9E-266DDEF7F187}"/>
                      </a:ext>
                    </a:extLst>
                  </p:cNvPr>
                  <p:cNvSpPr/>
                  <p:nvPr/>
                </p:nvSpPr>
                <p:spPr>
                  <a:xfrm>
                    <a:off x="8403131" y="187272"/>
                    <a:ext cx="179950" cy="1816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0" h="246" extrusionOk="0">
                        <a:moveTo>
                          <a:pt x="154" y="0"/>
                        </a:moveTo>
                        <a:cubicBezTo>
                          <a:pt x="131" y="0"/>
                          <a:pt x="108" y="1"/>
                          <a:pt x="86" y="1"/>
                        </a:cubicBezTo>
                        <a:cubicBezTo>
                          <a:pt x="70" y="1"/>
                          <a:pt x="57" y="13"/>
                          <a:pt x="57" y="28"/>
                        </a:cubicBezTo>
                        <a:lnTo>
                          <a:pt x="57" y="59"/>
                        </a:lnTo>
                        <a:cubicBezTo>
                          <a:pt x="48" y="59"/>
                          <a:pt x="38" y="59"/>
                          <a:pt x="28" y="59"/>
                        </a:cubicBezTo>
                        <a:cubicBezTo>
                          <a:pt x="13" y="59"/>
                          <a:pt x="0" y="71"/>
                          <a:pt x="0" y="86"/>
                        </a:cubicBezTo>
                        <a:lnTo>
                          <a:pt x="0" y="218"/>
                        </a:lnTo>
                        <a:cubicBezTo>
                          <a:pt x="0" y="233"/>
                          <a:pt x="13" y="246"/>
                          <a:pt x="28" y="246"/>
                        </a:cubicBezTo>
                        <a:lnTo>
                          <a:pt x="165" y="246"/>
                        </a:lnTo>
                        <a:cubicBezTo>
                          <a:pt x="183" y="246"/>
                          <a:pt x="193" y="231"/>
                          <a:pt x="193" y="218"/>
                        </a:cubicBezTo>
                        <a:lnTo>
                          <a:pt x="193" y="188"/>
                        </a:lnTo>
                        <a:lnTo>
                          <a:pt x="222" y="188"/>
                        </a:lnTo>
                        <a:cubicBezTo>
                          <a:pt x="240" y="188"/>
                          <a:pt x="250" y="173"/>
                          <a:pt x="250" y="160"/>
                        </a:cubicBezTo>
                        <a:lnTo>
                          <a:pt x="250" y="27"/>
                        </a:lnTo>
                        <a:cubicBezTo>
                          <a:pt x="250" y="9"/>
                          <a:pt x="237" y="0"/>
                          <a:pt x="222" y="0"/>
                        </a:cubicBezTo>
                        <a:cubicBezTo>
                          <a:pt x="199" y="0"/>
                          <a:pt x="177" y="0"/>
                          <a:pt x="154" y="0"/>
                        </a:cubicBezTo>
                        <a:close/>
                        <a:moveTo>
                          <a:pt x="109" y="52"/>
                        </a:moveTo>
                        <a:lnTo>
                          <a:pt x="198" y="52"/>
                        </a:lnTo>
                        <a:lnTo>
                          <a:pt x="198" y="138"/>
                        </a:lnTo>
                        <a:lnTo>
                          <a:pt x="193" y="138"/>
                        </a:lnTo>
                        <a:lnTo>
                          <a:pt x="193" y="85"/>
                        </a:lnTo>
                        <a:cubicBezTo>
                          <a:pt x="193" y="67"/>
                          <a:pt x="180" y="58"/>
                          <a:pt x="165" y="58"/>
                        </a:cubicBezTo>
                        <a:cubicBezTo>
                          <a:pt x="146" y="58"/>
                          <a:pt x="128" y="58"/>
                          <a:pt x="109" y="58"/>
                        </a:cubicBezTo>
                        <a:lnTo>
                          <a:pt x="109" y="52"/>
                        </a:lnTo>
                        <a:close/>
                        <a:moveTo>
                          <a:pt x="53" y="110"/>
                        </a:moveTo>
                        <a:lnTo>
                          <a:pt x="141" y="110"/>
                        </a:lnTo>
                        <a:lnTo>
                          <a:pt x="141" y="196"/>
                        </a:lnTo>
                        <a:lnTo>
                          <a:pt x="53" y="196"/>
                        </a:lnTo>
                        <a:lnTo>
                          <a:pt x="53" y="110"/>
                        </a:lnTo>
                        <a:close/>
                      </a:path>
                    </a:pathLst>
                  </a:custGeom>
                  <a:solidFill>
                    <a:sysClr val="window" lastClr="FFFFFF"/>
                  </a:solidFill>
                  <a:ln w="9525" cap="flat" cmpd="sng">
                    <a:solidFill>
                      <a:srgbClr val="33333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78300" tIns="39150" rIns="78300" bIns="39150" anchor="t" anchorCtr="0">
                    <a:noAutofit/>
                  </a:bodyPr>
                  <a:lstStyle/>
                  <a:p>
                    <a:pPr latinLnBrk="0">
                      <a:defRPr/>
                    </a:pPr>
                    <a:endParaRPr sz="771" kern="0">
                      <a:solidFill>
                        <a:srgbClr val="262626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7" name="Google Shape;1202;p27">
                    <a:extLst>
                      <a:ext uri="{FF2B5EF4-FFF2-40B4-BE49-F238E27FC236}">
                        <a16:creationId xmlns:a16="http://schemas.microsoft.com/office/drawing/2014/main" id="{F3C51C11-6E7A-9CC8-85C7-F67D1C185979}"/>
                      </a:ext>
                    </a:extLst>
                  </p:cNvPr>
                  <p:cNvSpPr/>
                  <p:nvPr/>
                </p:nvSpPr>
                <p:spPr>
                  <a:xfrm>
                    <a:off x="8040633" y="325833"/>
                    <a:ext cx="169606" cy="431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6" h="59" extrusionOk="0">
                        <a:moveTo>
                          <a:pt x="32" y="0"/>
                        </a:moveTo>
                        <a:cubicBezTo>
                          <a:pt x="15" y="0"/>
                          <a:pt x="0" y="13"/>
                          <a:pt x="0" y="30"/>
                        </a:cubicBezTo>
                        <a:cubicBezTo>
                          <a:pt x="0" y="46"/>
                          <a:pt x="15" y="59"/>
                          <a:pt x="32" y="59"/>
                        </a:cubicBezTo>
                        <a:lnTo>
                          <a:pt x="205" y="59"/>
                        </a:lnTo>
                        <a:cubicBezTo>
                          <a:pt x="222" y="59"/>
                          <a:pt x="236" y="46"/>
                          <a:pt x="236" y="30"/>
                        </a:cubicBezTo>
                        <a:cubicBezTo>
                          <a:pt x="236" y="13"/>
                          <a:pt x="222" y="0"/>
                          <a:pt x="205" y="0"/>
                        </a:cubicBezTo>
                        <a:lnTo>
                          <a:pt x="32" y="0"/>
                        </a:lnTo>
                        <a:close/>
                      </a:path>
                    </a:pathLst>
                  </a:custGeom>
                  <a:solidFill>
                    <a:sysClr val="window" lastClr="FFFFFF"/>
                  </a:solidFill>
                  <a:ln w="9525" cap="flat" cmpd="sng">
                    <a:solidFill>
                      <a:srgbClr val="33333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78300" tIns="39150" rIns="78300" bIns="39150" anchor="t" anchorCtr="0">
                    <a:noAutofit/>
                  </a:bodyPr>
                  <a:lstStyle/>
                  <a:p>
                    <a:pPr latinLnBrk="0">
                      <a:defRPr/>
                    </a:pPr>
                    <a:endParaRPr sz="771" kern="0">
                      <a:solidFill>
                        <a:srgbClr val="262626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28" name="그룹 27">
                  <a:extLst>
                    <a:ext uri="{FF2B5EF4-FFF2-40B4-BE49-F238E27FC236}">
                      <a16:creationId xmlns:a16="http://schemas.microsoft.com/office/drawing/2014/main" id="{8FC5FC0D-8883-C835-11E7-DBA71C3001A5}"/>
                    </a:ext>
                  </a:extLst>
                </p:cNvPr>
                <p:cNvGrpSpPr/>
                <p:nvPr/>
              </p:nvGrpSpPr>
              <p:grpSpPr>
                <a:xfrm>
                  <a:off x="1811165" y="1030966"/>
                  <a:ext cx="816595" cy="128258"/>
                  <a:chOff x="186200" y="958444"/>
                  <a:chExt cx="900035" cy="128258"/>
                </a:xfrm>
              </p:grpSpPr>
              <p:pic>
                <p:nvPicPr>
                  <p:cNvPr id="29" name="그림 28">
                    <a:extLst>
                      <a:ext uri="{FF2B5EF4-FFF2-40B4-BE49-F238E27FC236}">
                        <a16:creationId xmlns:a16="http://schemas.microsoft.com/office/drawing/2014/main" id="{CBDCC2E8-4626-1C81-9307-39F141A46D9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r="58636"/>
                  <a:stretch/>
                </p:blipFill>
                <p:spPr>
                  <a:xfrm>
                    <a:off x="186200" y="958444"/>
                    <a:ext cx="372764" cy="128258"/>
                  </a:xfrm>
                  <a:prstGeom prst="rect">
                    <a:avLst/>
                  </a:prstGeom>
                </p:spPr>
              </p:pic>
              <p:pic>
                <p:nvPicPr>
                  <p:cNvPr id="30" name="그림 29">
                    <a:extLst>
                      <a:ext uri="{FF2B5EF4-FFF2-40B4-BE49-F238E27FC236}">
                        <a16:creationId xmlns:a16="http://schemas.microsoft.com/office/drawing/2014/main" id="{53D414B1-7824-F63A-26B4-49CB3230A14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2">
                    <a:lum bright="70000" contrast="-70000"/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41491"/>
                  <a:stretch/>
                </p:blipFill>
                <p:spPr>
                  <a:xfrm>
                    <a:off x="558964" y="958444"/>
                    <a:ext cx="527271" cy="12825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1" name="직사각형 30">
                  <a:extLst>
                    <a:ext uri="{FF2B5EF4-FFF2-40B4-BE49-F238E27FC236}">
                      <a16:creationId xmlns:a16="http://schemas.microsoft.com/office/drawing/2014/main" id="{0116256F-EAEA-EB4B-8A3D-2997FE4E2BEE}"/>
                    </a:ext>
                  </a:extLst>
                </p:cNvPr>
                <p:cNvSpPr/>
                <p:nvPr/>
              </p:nvSpPr>
              <p:spPr>
                <a:xfrm>
                  <a:off x="1802670" y="1205904"/>
                  <a:ext cx="7346293" cy="174091"/>
                </a:xfrm>
                <a:prstGeom prst="rect">
                  <a:avLst/>
                </a:prstGeom>
                <a:solidFill>
                  <a:sysClr val="window" lastClr="FFFFFF">
                    <a:lumMod val="85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ko-KR" sz="8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mbria" panose="02040503050406030204"/>
                      <a:ea typeface="맑은 고딕" panose="020B0503020000020004" pitchFamily="50" charset="-127"/>
                      <a:cs typeface="+mn-cs"/>
                      <a:sym typeface="Webdings" panose="05030102010509060703" pitchFamily="18" charset="2"/>
                    </a:rPr>
                    <a:t>      </a:t>
                  </a:r>
                  <a:r>
                    <a:rPr kumimoji="1" lang="en-US" altLang="ko-KR" sz="8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mbria" panose="02040503050406030204"/>
                      <a:ea typeface="맑은 고딕" panose="020B0503020000020004" pitchFamily="50" charset="-127"/>
                      <a:cs typeface="+mn-cs"/>
                    </a:rPr>
                    <a:t>[</a:t>
                  </a:r>
                  <a:r>
                    <a:rPr kumimoji="1" lang="ko-KR" altLang="en-US" sz="8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mbria" panose="02040503050406030204"/>
                      <a:ea typeface="맑은 고딕" panose="020B0503020000020004" pitchFamily="50" charset="-127"/>
                      <a:cs typeface="+mn-cs"/>
                    </a:rPr>
                    <a:t>이벤트 수상</a:t>
                  </a:r>
                  <a:r>
                    <a:rPr kumimoji="1" lang="en-US" altLang="ko-KR" sz="8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mbria" panose="02040503050406030204"/>
                      <a:ea typeface="맑은 고딕" panose="020B0503020000020004" pitchFamily="50" charset="-127"/>
                      <a:cs typeface="+mn-cs"/>
                    </a:rPr>
                    <a:t>] 2025 </a:t>
                  </a:r>
                  <a:r>
                    <a:rPr kumimoji="1" lang="ko-KR" altLang="en-US" sz="8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mbria" panose="02040503050406030204"/>
                      <a:ea typeface="맑은 고딕" panose="020B0503020000020004" pitchFamily="50" charset="-127"/>
                      <a:cs typeface="+mn-cs"/>
                    </a:rPr>
                    <a:t>투네이션 어워드 수상자 발표</a:t>
                  </a:r>
                </a:p>
              </p:txBody>
            </p:sp>
            <p:pic>
              <p:nvPicPr>
                <p:cNvPr id="32" name="그래픽 31">
                  <a:extLst>
                    <a:ext uri="{FF2B5EF4-FFF2-40B4-BE49-F238E27FC236}">
                      <a16:creationId xmlns:a16="http://schemas.microsoft.com/office/drawing/2014/main" id="{BDDE0FCD-3727-2486-4C4A-373377E4B91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3191" y="1022546"/>
                  <a:ext cx="145612" cy="145612"/>
                </a:xfrm>
                <a:prstGeom prst="rect">
                  <a:avLst/>
                </a:prstGeom>
              </p:spPr>
            </p:pic>
            <p:pic>
              <p:nvPicPr>
                <p:cNvPr id="33" name="그림 32">
                  <a:extLst>
                    <a:ext uri="{FF2B5EF4-FFF2-40B4-BE49-F238E27FC236}">
                      <a16:creationId xmlns:a16="http://schemas.microsoft.com/office/drawing/2014/main" id="{BF2ADF1D-1617-EAF2-2008-13DC69DF0C0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>
                  <a:biLevel thresh="75000"/>
                  <a:extLst>
                    <a:ext uri="{BEBA8EAE-BF5A-486C-A8C5-ECC9F3942E4B}">
                      <a14:imgProps xmlns:a14="http://schemas.microsoft.com/office/drawing/2010/main">
                        <a14:imgLayer r:embed="rId6">
                          <a14:imgEffect>
                            <a14:brightnessContrast bright="-40000"/>
                          </a14:imgEffect>
                        </a14:imgLayer>
                      </a14:imgProps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948242" y="1215517"/>
                  <a:ext cx="162159" cy="162161"/>
                </a:xfrm>
                <a:prstGeom prst="rect">
                  <a:avLst/>
                </a:prstGeom>
              </p:spPr>
            </p:pic>
            <p:pic>
              <p:nvPicPr>
                <p:cNvPr id="34" name="그림 33">
                  <a:extLst>
                    <a:ext uri="{FF2B5EF4-FFF2-40B4-BE49-F238E27FC236}">
                      <a16:creationId xmlns:a16="http://schemas.microsoft.com/office/drawing/2014/main" id="{0A138CA9-343E-686B-3760-E08C06009CB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>
                  <a:biLevel thresh="75000"/>
                  <a:extLst>
                    <a:ext uri="{BEBA8EAE-BF5A-486C-A8C5-ECC9F3942E4B}">
                      <a14:imgProps xmlns:a14="http://schemas.microsoft.com/office/drawing/2010/main">
                        <a14:imgLayer r:embed="rId8">
                          <a14:imgEffect>
                            <a14:brightnessContrast bright="-40000"/>
                          </a14:imgEffect>
                        </a14:imgLayer>
                      </a14:imgProps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742798" y="1215517"/>
                  <a:ext cx="162161" cy="162162"/>
                </a:xfrm>
                <a:prstGeom prst="rect">
                  <a:avLst/>
                </a:prstGeom>
              </p:spPr>
            </p:pic>
          </p:grpSp>
          <p:grpSp>
            <p:nvGrpSpPr>
              <p:cNvPr id="36" name="그룹 35">
                <a:extLst>
                  <a:ext uri="{FF2B5EF4-FFF2-40B4-BE49-F238E27FC236}">
                    <a16:creationId xmlns:a16="http://schemas.microsoft.com/office/drawing/2014/main" id="{D8C9A87B-38A6-A073-4E13-65EAB76FF9DD}"/>
                  </a:ext>
                </a:extLst>
              </p:cNvPr>
              <p:cNvGrpSpPr/>
              <p:nvPr/>
            </p:nvGrpSpPr>
            <p:grpSpPr>
              <a:xfrm>
                <a:off x="9003982" y="1402458"/>
                <a:ext cx="153985" cy="4066819"/>
                <a:chOff x="8996362" y="1394838"/>
                <a:chExt cx="153985" cy="4066819"/>
              </a:xfrm>
            </p:grpSpPr>
            <p:sp>
              <p:nvSpPr>
                <p:cNvPr id="37" name="직사각형 36">
                  <a:extLst>
                    <a:ext uri="{FF2B5EF4-FFF2-40B4-BE49-F238E27FC236}">
                      <a16:creationId xmlns:a16="http://schemas.microsoft.com/office/drawing/2014/main" id="{0F5DE1D9-0C58-CCFA-E4DB-9D4C52672C8C}"/>
                    </a:ext>
                  </a:extLst>
                </p:cNvPr>
                <p:cNvSpPr/>
                <p:nvPr/>
              </p:nvSpPr>
              <p:spPr>
                <a:xfrm rot="5400000">
                  <a:off x="7039945" y="3351255"/>
                  <a:ext cx="4066819" cy="153985"/>
                </a:xfrm>
                <a:prstGeom prst="rect">
                  <a:avLst/>
                </a:prstGeom>
                <a:solidFill>
                  <a:sysClr val="windowText" lastClr="00000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grpSp>
              <p:nvGrpSpPr>
                <p:cNvPr id="38" name="그룹 37">
                  <a:extLst>
                    <a:ext uri="{FF2B5EF4-FFF2-40B4-BE49-F238E27FC236}">
                      <a16:creationId xmlns:a16="http://schemas.microsoft.com/office/drawing/2014/main" id="{6DDA4E9B-8092-115C-50D0-93E4E89B11B4}"/>
                    </a:ext>
                  </a:extLst>
                </p:cNvPr>
                <p:cNvGrpSpPr/>
                <p:nvPr/>
              </p:nvGrpSpPr>
              <p:grpSpPr>
                <a:xfrm>
                  <a:off x="9022645" y="3366303"/>
                  <a:ext cx="103354" cy="112704"/>
                  <a:chOff x="11526163" y="182706"/>
                  <a:chExt cx="618370" cy="524775"/>
                </a:xfrm>
              </p:grpSpPr>
              <p:sp>
                <p:nvSpPr>
                  <p:cNvPr id="39" name="순서도: 판단 38">
                    <a:extLst>
                      <a:ext uri="{FF2B5EF4-FFF2-40B4-BE49-F238E27FC236}">
                        <a16:creationId xmlns:a16="http://schemas.microsoft.com/office/drawing/2014/main" id="{229E1462-8CC3-04FD-912B-5D9900931345}"/>
                      </a:ext>
                    </a:extLst>
                  </p:cNvPr>
                  <p:cNvSpPr/>
                  <p:nvPr/>
                </p:nvSpPr>
                <p:spPr>
                  <a:xfrm>
                    <a:off x="11526163" y="483040"/>
                    <a:ext cx="618370" cy="224441"/>
                  </a:xfrm>
                  <a:prstGeom prst="flowChartDecision">
                    <a:avLst/>
                  </a:prstGeom>
                  <a:solidFill>
                    <a:sysClr val="windowText" lastClr="000000"/>
                  </a:solidFill>
                  <a:ln w="12700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ko-KR" altLang="en-US" sz="10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mbria" panose="02040503050406030204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40" name="순서도: 판단 39">
                    <a:extLst>
                      <a:ext uri="{FF2B5EF4-FFF2-40B4-BE49-F238E27FC236}">
                        <a16:creationId xmlns:a16="http://schemas.microsoft.com/office/drawing/2014/main" id="{2E08254C-C1FC-733B-9C7D-1F57048EFB96}"/>
                      </a:ext>
                    </a:extLst>
                  </p:cNvPr>
                  <p:cNvSpPr/>
                  <p:nvPr/>
                </p:nvSpPr>
                <p:spPr>
                  <a:xfrm>
                    <a:off x="11526163" y="332875"/>
                    <a:ext cx="618370" cy="224441"/>
                  </a:xfrm>
                  <a:prstGeom prst="flowChartDecision">
                    <a:avLst/>
                  </a:prstGeom>
                  <a:solidFill>
                    <a:sysClr val="windowText" lastClr="000000"/>
                  </a:solidFill>
                  <a:ln w="12700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ko-KR" altLang="en-US" sz="10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mbria" panose="02040503050406030204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41" name="순서도: 판단 40">
                    <a:extLst>
                      <a:ext uri="{FF2B5EF4-FFF2-40B4-BE49-F238E27FC236}">
                        <a16:creationId xmlns:a16="http://schemas.microsoft.com/office/drawing/2014/main" id="{414D0FC1-74D9-FEA0-2894-92627FB988DD}"/>
                      </a:ext>
                    </a:extLst>
                  </p:cNvPr>
                  <p:cNvSpPr/>
                  <p:nvPr/>
                </p:nvSpPr>
                <p:spPr>
                  <a:xfrm>
                    <a:off x="11526163" y="182706"/>
                    <a:ext cx="618370" cy="224441"/>
                  </a:xfrm>
                  <a:prstGeom prst="flowChartDecision">
                    <a:avLst/>
                  </a:prstGeom>
                  <a:solidFill>
                    <a:sysClr val="windowText" lastClr="000000"/>
                  </a:solidFill>
                  <a:ln w="12700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ko-KR" altLang="en-US" sz="10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mbria" panose="02040503050406030204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</p:grpSp>
          </p:grpSp>
        </p:grpSp>
        <p:pic>
          <p:nvPicPr>
            <p:cNvPr id="44" name="그래픽 43">
              <a:extLst>
                <a:ext uri="{FF2B5EF4-FFF2-40B4-BE49-F238E27FC236}">
                  <a16:creationId xmlns:a16="http://schemas.microsoft.com/office/drawing/2014/main" id="{9981B5D5-B83A-0C8E-E118-90A6DD56C7D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816849" y="1212425"/>
              <a:ext cx="159090" cy="159090"/>
            </a:xfrm>
            <a:prstGeom prst="rect">
              <a:avLst/>
            </a:prstGeom>
          </p:spPr>
        </p:pic>
      </p:grp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97B61E7A-38AD-3177-8D9D-7C8C1D378649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위젯 추가</a:t>
            </a:r>
          </a:p>
        </p:txBody>
      </p:sp>
      <p:sp>
        <p:nvSpPr>
          <p:cNvPr id="4" name="제목 3">
            <a:extLst>
              <a:ext uri="{FF2B5EF4-FFF2-40B4-BE49-F238E27FC236}">
                <a16:creationId xmlns:a16="http://schemas.microsoft.com/office/drawing/2014/main" id="{F292CF8C-6D6E-AD12-8E69-59D86390DE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위젯 동작 </a:t>
            </a:r>
            <a:r>
              <a:rPr lang="en-US" altLang="ko-KR" dirty="0"/>
              <a:t>&gt; </a:t>
            </a:r>
            <a:r>
              <a:rPr lang="ko-KR" altLang="en-US" dirty="0"/>
              <a:t>위젯 추가</a:t>
            </a: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A5EC678C-B08B-C97D-CACC-084FB1D07211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sharpenSoften amount="-7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44272" y="5136170"/>
            <a:ext cx="3241378" cy="715194"/>
          </a:xfrm>
          <a:prstGeom prst="rect">
            <a:avLst/>
          </a:prstGeom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59824A97-DFFE-3A2F-070F-3EF0DFAF007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BEBA8EAE-BF5A-486C-A8C5-ECC9F3942E4B}">
                <a14:imgProps xmlns:a14="http://schemas.microsoft.com/office/drawing/2010/main">
                  <a14:imgLayer r:embed="rId14">
                    <a14:imgEffect>
                      <a14:sharpenSoften amount="-7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54814" y="1793817"/>
            <a:ext cx="4289323" cy="3334632"/>
          </a:xfrm>
          <a:prstGeom prst="rect">
            <a:avLst/>
          </a:prstGeom>
        </p:spPr>
      </p:pic>
      <p:pic>
        <p:nvPicPr>
          <p:cNvPr id="14" name="그림 13">
            <a:extLst>
              <a:ext uri="{FF2B5EF4-FFF2-40B4-BE49-F238E27FC236}">
                <a16:creationId xmlns:a16="http://schemas.microsoft.com/office/drawing/2014/main" id="{4A780FD4-E595-945D-C3C9-B13604803862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BEBA8EAE-BF5A-486C-A8C5-ECC9F3942E4B}">
                <a14:imgProps xmlns:a14="http://schemas.microsoft.com/office/drawing/2010/main">
                  <a14:imgLayer r:embed="rId16">
                    <a14:imgEffect>
                      <a14:sharpenSoften amount="-7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5275586" y="1780461"/>
            <a:ext cx="1543855" cy="4084320"/>
          </a:xfrm>
          <a:prstGeom prst="rect">
            <a:avLst/>
          </a:prstGeom>
        </p:spPr>
      </p:pic>
      <p:pic>
        <p:nvPicPr>
          <p:cNvPr id="15" name="그림 14">
            <a:extLst>
              <a:ext uri="{FF2B5EF4-FFF2-40B4-BE49-F238E27FC236}">
                <a16:creationId xmlns:a16="http://schemas.microsoft.com/office/drawing/2014/main" id="{60FA3B76-047F-84A2-E18B-B5A856A42775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BEBA8EAE-BF5A-486C-A8C5-ECC9F3942E4B}">
                <a14:imgProps xmlns:a14="http://schemas.microsoft.com/office/drawing/2010/main">
                  <a14:imgLayer r:embed="rId18">
                    <a14:imgEffect>
                      <a14:sharpenSoften amount="-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841837" y="1782091"/>
            <a:ext cx="1331669" cy="2682527"/>
          </a:xfrm>
          <a:prstGeom prst="rect">
            <a:avLst/>
          </a:prstGeom>
          <a:ln>
            <a:noFill/>
          </a:ln>
        </p:spPr>
      </p:pic>
      <p:pic>
        <p:nvPicPr>
          <p:cNvPr id="16" name="그림 15">
            <a:extLst>
              <a:ext uri="{FF2B5EF4-FFF2-40B4-BE49-F238E27FC236}">
                <a16:creationId xmlns:a16="http://schemas.microsoft.com/office/drawing/2014/main" id="{7A062A03-852B-F61B-4AB2-BCE7DB6A00B9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BEBA8EAE-BF5A-486C-A8C5-ECC9F3942E4B}">
                <a14:imgProps xmlns:a14="http://schemas.microsoft.com/office/drawing/2010/main">
                  <a14:imgLayer r:embed="rId20">
                    <a14:imgEffect>
                      <a14:sharpenSoften amount="-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204342" y="5137505"/>
            <a:ext cx="1048850" cy="716082"/>
          </a:xfrm>
          <a:prstGeom prst="rect">
            <a:avLst/>
          </a:prstGeom>
          <a:ln>
            <a:noFill/>
          </a:ln>
        </p:spPr>
      </p:pic>
      <p:pic>
        <p:nvPicPr>
          <p:cNvPr id="42" name="그림 41">
            <a:extLst>
              <a:ext uri="{FF2B5EF4-FFF2-40B4-BE49-F238E27FC236}">
                <a16:creationId xmlns:a16="http://schemas.microsoft.com/office/drawing/2014/main" id="{FD6A38E6-359A-EE33-672E-7719740C953B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BEBA8EAE-BF5A-486C-A8C5-ECC9F3942E4B}">
                <a14:imgProps xmlns:a14="http://schemas.microsoft.com/office/drawing/2010/main">
                  <a14:imgLayer r:embed="rId22">
                    <a14:imgEffect>
                      <a14:sharpenSoften amount="-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838015" y="4481664"/>
            <a:ext cx="1310754" cy="1371719"/>
          </a:xfrm>
          <a:prstGeom prst="rect">
            <a:avLst/>
          </a:prstGeom>
        </p:spPr>
      </p:pic>
      <p:grpSp>
        <p:nvGrpSpPr>
          <p:cNvPr id="49" name="그룹 48">
            <a:extLst>
              <a:ext uri="{FF2B5EF4-FFF2-40B4-BE49-F238E27FC236}">
                <a16:creationId xmlns:a16="http://schemas.microsoft.com/office/drawing/2014/main" id="{B772570D-BF09-DEC6-2D11-883EB2D28630}"/>
              </a:ext>
            </a:extLst>
          </p:cNvPr>
          <p:cNvGrpSpPr/>
          <p:nvPr/>
        </p:nvGrpSpPr>
        <p:grpSpPr>
          <a:xfrm>
            <a:off x="1877722" y="6021288"/>
            <a:ext cx="5050292" cy="469914"/>
            <a:chOff x="2809905" y="5640842"/>
            <a:chExt cx="5050292" cy="469914"/>
          </a:xfrm>
        </p:grpSpPr>
        <p:grpSp>
          <p:nvGrpSpPr>
            <p:cNvPr id="50" name="그룹 49">
              <a:extLst>
                <a:ext uri="{FF2B5EF4-FFF2-40B4-BE49-F238E27FC236}">
                  <a16:creationId xmlns:a16="http://schemas.microsoft.com/office/drawing/2014/main" id="{3EB6E88F-C051-7F8B-5C1C-8F1A631139D1}"/>
                </a:ext>
              </a:extLst>
            </p:cNvPr>
            <p:cNvGrpSpPr/>
            <p:nvPr/>
          </p:nvGrpSpPr>
          <p:grpSpPr>
            <a:xfrm>
              <a:off x="2809905" y="5640842"/>
              <a:ext cx="5050292" cy="469914"/>
              <a:chOff x="1867949" y="5636901"/>
              <a:chExt cx="5050292" cy="469914"/>
            </a:xfrm>
          </p:grpSpPr>
          <p:sp>
            <p:nvSpPr>
              <p:cNvPr id="60" name="사각형: 둥근 모서리 59">
                <a:extLst>
                  <a:ext uri="{FF2B5EF4-FFF2-40B4-BE49-F238E27FC236}">
                    <a16:creationId xmlns:a16="http://schemas.microsoft.com/office/drawing/2014/main" id="{E8015771-8367-2EF5-BE50-FBCA18E389DB}"/>
                  </a:ext>
                </a:extLst>
              </p:cNvPr>
              <p:cNvSpPr/>
              <p:nvPr/>
            </p:nvSpPr>
            <p:spPr>
              <a:xfrm>
                <a:off x="1867949" y="5636901"/>
                <a:ext cx="5050292" cy="469914"/>
              </a:xfrm>
              <a:prstGeom prst="roundRect">
                <a:avLst/>
              </a:prstGeom>
              <a:solidFill>
                <a:schemeClr val="tx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66" name="그래픽 65">
                <a:extLst>
                  <a:ext uri="{FF2B5EF4-FFF2-40B4-BE49-F238E27FC236}">
                    <a16:creationId xmlns:a16="http://schemas.microsoft.com/office/drawing/2014/main" id="{54EDE016-6CA9-EB01-A8DC-E2BFE805A4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2377817" y="5711782"/>
                <a:ext cx="320153" cy="320153"/>
              </a:xfrm>
              <a:prstGeom prst="rect">
                <a:avLst/>
              </a:prstGeom>
            </p:spPr>
          </p:pic>
          <p:grpSp>
            <p:nvGrpSpPr>
              <p:cNvPr id="62" name="그룹 61">
                <a:extLst>
                  <a:ext uri="{FF2B5EF4-FFF2-40B4-BE49-F238E27FC236}">
                    <a16:creationId xmlns:a16="http://schemas.microsoft.com/office/drawing/2014/main" id="{0A20FBCB-0E8C-ED5B-E2DC-99EFD526219A}"/>
                  </a:ext>
                </a:extLst>
              </p:cNvPr>
              <p:cNvGrpSpPr/>
              <p:nvPr/>
            </p:nvGrpSpPr>
            <p:grpSpPr>
              <a:xfrm>
                <a:off x="1981771" y="5711782"/>
                <a:ext cx="320153" cy="320153"/>
                <a:chOff x="3046980" y="5826004"/>
                <a:chExt cx="342329" cy="342329"/>
              </a:xfrm>
            </p:grpSpPr>
            <p:pic>
              <p:nvPicPr>
                <p:cNvPr id="64" name="그래픽 63">
                  <a:extLst>
                    <a:ext uri="{FF2B5EF4-FFF2-40B4-BE49-F238E27FC236}">
                      <a16:creationId xmlns:a16="http://schemas.microsoft.com/office/drawing/2014/main" id="{0952168F-A22E-43D1-5A48-4600FF23791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046980" y="5826004"/>
                  <a:ext cx="342329" cy="342329"/>
                </a:xfrm>
                <a:prstGeom prst="rect">
                  <a:avLst/>
                </a:prstGeom>
              </p:spPr>
            </p:pic>
            <p:pic>
              <p:nvPicPr>
                <p:cNvPr id="65" name="그래픽 64">
                  <a:extLst>
                    <a:ext uri="{FF2B5EF4-FFF2-40B4-BE49-F238E27FC236}">
                      <a16:creationId xmlns:a16="http://schemas.microsoft.com/office/drawing/2014/main" id="{BB6E401A-9A85-146F-B4F8-D2725C46CF4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132942" y="5924778"/>
                  <a:ext cx="158400" cy="158400"/>
                </a:xfrm>
                <a:prstGeom prst="rect">
                  <a:avLst/>
                </a:prstGeom>
              </p:spPr>
            </p:pic>
          </p:grpSp>
          <p:cxnSp>
            <p:nvCxnSpPr>
              <p:cNvPr id="63" name="직선 연결선 62">
                <a:extLst>
                  <a:ext uri="{FF2B5EF4-FFF2-40B4-BE49-F238E27FC236}">
                    <a16:creationId xmlns:a16="http://schemas.microsoft.com/office/drawing/2014/main" id="{59D4A22B-6B10-5EA5-2E5F-0247E24D4075}"/>
                  </a:ext>
                </a:extLst>
              </p:cNvPr>
              <p:cNvCxnSpPr/>
              <p:nvPr/>
            </p:nvCxnSpPr>
            <p:spPr>
              <a:xfrm>
                <a:off x="2829190" y="5783963"/>
                <a:ext cx="0" cy="178159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1" name="사각형: 둥근 모서리 50">
              <a:extLst>
                <a:ext uri="{FF2B5EF4-FFF2-40B4-BE49-F238E27FC236}">
                  <a16:creationId xmlns:a16="http://schemas.microsoft.com/office/drawing/2014/main" id="{E5E49B37-84B8-076B-6B6A-749D140E22DD}"/>
                </a:ext>
              </a:extLst>
            </p:cNvPr>
            <p:cNvSpPr/>
            <p:nvPr/>
          </p:nvSpPr>
          <p:spPr>
            <a:xfrm>
              <a:off x="3873257" y="5715723"/>
              <a:ext cx="320153" cy="320153"/>
            </a:xfrm>
            <a:prstGeom prst="roundRect">
              <a:avLst>
                <a:gd name="adj" fmla="val 23361"/>
              </a:avLst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/>
                <a:t>Icon</a:t>
              </a:r>
            </a:p>
          </p:txBody>
        </p:sp>
        <p:sp>
          <p:nvSpPr>
            <p:cNvPr id="52" name="사각형: 둥근 모서리 51">
              <a:extLst>
                <a:ext uri="{FF2B5EF4-FFF2-40B4-BE49-F238E27FC236}">
                  <a16:creationId xmlns:a16="http://schemas.microsoft.com/office/drawing/2014/main" id="{D27626CF-99D7-AEC4-163F-526E239F86C1}"/>
                </a:ext>
              </a:extLst>
            </p:cNvPr>
            <p:cNvSpPr/>
            <p:nvPr/>
          </p:nvSpPr>
          <p:spPr>
            <a:xfrm>
              <a:off x="4265421" y="5715723"/>
              <a:ext cx="320153" cy="320153"/>
            </a:xfrm>
            <a:prstGeom prst="roundRect">
              <a:avLst>
                <a:gd name="adj" fmla="val 23361"/>
              </a:avLst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/>
                <a:t>Icon</a:t>
              </a: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08DD3A28-0F15-F218-89B5-96FDD3FC9320}"/>
                </a:ext>
              </a:extLst>
            </p:cNvPr>
            <p:cNvSpPr/>
            <p:nvPr/>
          </p:nvSpPr>
          <p:spPr>
            <a:xfrm>
              <a:off x="4657585" y="5715723"/>
              <a:ext cx="320153" cy="320153"/>
            </a:xfrm>
            <a:prstGeom prst="roundRect">
              <a:avLst>
                <a:gd name="adj" fmla="val 23361"/>
              </a:avLst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/>
                <a:t>Icon</a:t>
              </a:r>
            </a:p>
          </p:txBody>
        </p:sp>
        <p:sp>
          <p:nvSpPr>
            <p:cNvPr id="54" name="사각형: 둥근 모서리 53">
              <a:extLst>
                <a:ext uri="{FF2B5EF4-FFF2-40B4-BE49-F238E27FC236}">
                  <a16:creationId xmlns:a16="http://schemas.microsoft.com/office/drawing/2014/main" id="{B749EE35-A535-F94E-9B5A-DAB74AB09212}"/>
                </a:ext>
              </a:extLst>
            </p:cNvPr>
            <p:cNvSpPr/>
            <p:nvPr/>
          </p:nvSpPr>
          <p:spPr>
            <a:xfrm>
              <a:off x="5049749" y="5715723"/>
              <a:ext cx="320153" cy="320153"/>
            </a:xfrm>
            <a:prstGeom prst="roundRect">
              <a:avLst>
                <a:gd name="adj" fmla="val 23361"/>
              </a:avLst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/>
                <a:t>Icon</a:t>
              </a:r>
            </a:p>
          </p:txBody>
        </p:sp>
        <p:sp>
          <p:nvSpPr>
            <p:cNvPr id="55" name="사각형: 둥근 모서리 54">
              <a:extLst>
                <a:ext uri="{FF2B5EF4-FFF2-40B4-BE49-F238E27FC236}">
                  <a16:creationId xmlns:a16="http://schemas.microsoft.com/office/drawing/2014/main" id="{FCF90590-B840-4B6E-8C4B-C62DBD0A2480}"/>
                </a:ext>
              </a:extLst>
            </p:cNvPr>
            <p:cNvSpPr/>
            <p:nvPr/>
          </p:nvSpPr>
          <p:spPr>
            <a:xfrm>
              <a:off x="5441913" y="5715723"/>
              <a:ext cx="320153" cy="320153"/>
            </a:xfrm>
            <a:prstGeom prst="roundRect">
              <a:avLst>
                <a:gd name="adj" fmla="val 23361"/>
              </a:avLst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/>
                <a:t>Icon</a:t>
              </a:r>
            </a:p>
          </p:txBody>
        </p:sp>
        <p:sp>
          <p:nvSpPr>
            <p:cNvPr id="56" name="사각형: 둥근 모서리 55">
              <a:extLst>
                <a:ext uri="{FF2B5EF4-FFF2-40B4-BE49-F238E27FC236}">
                  <a16:creationId xmlns:a16="http://schemas.microsoft.com/office/drawing/2014/main" id="{D57D2C36-D0A6-401D-E34D-E048358A7775}"/>
                </a:ext>
              </a:extLst>
            </p:cNvPr>
            <p:cNvSpPr/>
            <p:nvPr/>
          </p:nvSpPr>
          <p:spPr>
            <a:xfrm>
              <a:off x="5834077" y="5715723"/>
              <a:ext cx="320153" cy="320153"/>
            </a:xfrm>
            <a:prstGeom prst="roundRect">
              <a:avLst>
                <a:gd name="adj" fmla="val 23361"/>
              </a:avLst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/>
                <a:t>Icon</a:t>
              </a:r>
            </a:p>
          </p:txBody>
        </p:sp>
        <p:sp>
          <p:nvSpPr>
            <p:cNvPr id="57" name="사각형: 둥근 모서리 56">
              <a:extLst>
                <a:ext uri="{FF2B5EF4-FFF2-40B4-BE49-F238E27FC236}">
                  <a16:creationId xmlns:a16="http://schemas.microsoft.com/office/drawing/2014/main" id="{138AEEE3-652E-B7C2-B4F0-98E91E75543F}"/>
                </a:ext>
              </a:extLst>
            </p:cNvPr>
            <p:cNvSpPr/>
            <p:nvPr/>
          </p:nvSpPr>
          <p:spPr>
            <a:xfrm>
              <a:off x="6226241" y="5715723"/>
              <a:ext cx="320153" cy="320153"/>
            </a:xfrm>
            <a:prstGeom prst="roundRect">
              <a:avLst>
                <a:gd name="adj" fmla="val 23361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/>
                <a:t>Icon</a:t>
              </a:r>
            </a:p>
          </p:txBody>
        </p:sp>
        <p:sp>
          <p:nvSpPr>
            <p:cNvPr id="58" name="사각형: 둥근 모서리 57">
              <a:extLst>
                <a:ext uri="{FF2B5EF4-FFF2-40B4-BE49-F238E27FC236}">
                  <a16:creationId xmlns:a16="http://schemas.microsoft.com/office/drawing/2014/main" id="{935CE80E-79D4-EDC3-3955-9005A62115A2}"/>
                </a:ext>
              </a:extLst>
            </p:cNvPr>
            <p:cNvSpPr/>
            <p:nvPr/>
          </p:nvSpPr>
          <p:spPr>
            <a:xfrm>
              <a:off x="6618405" y="5715723"/>
              <a:ext cx="320153" cy="320153"/>
            </a:xfrm>
            <a:prstGeom prst="roundRect">
              <a:avLst>
                <a:gd name="adj" fmla="val 23361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/>
                <a:t>Icon</a:t>
              </a:r>
            </a:p>
          </p:txBody>
        </p:sp>
        <p:sp>
          <p:nvSpPr>
            <p:cNvPr id="59" name="사각형: 둥근 모서리 58">
              <a:extLst>
                <a:ext uri="{FF2B5EF4-FFF2-40B4-BE49-F238E27FC236}">
                  <a16:creationId xmlns:a16="http://schemas.microsoft.com/office/drawing/2014/main" id="{7EF03C34-D56F-465C-3B7A-3444635CF6F7}"/>
                </a:ext>
              </a:extLst>
            </p:cNvPr>
            <p:cNvSpPr/>
            <p:nvPr/>
          </p:nvSpPr>
          <p:spPr>
            <a:xfrm>
              <a:off x="7010565" y="5715723"/>
              <a:ext cx="320153" cy="320153"/>
            </a:xfrm>
            <a:prstGeom prst="roundRect">
              <a:avLst>
                <a:gd name="adj" fmla="val 23361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/>
                <a:t>Icon</a:t>
              </a:r>
            </a:p>
          </p:txBody>
        </p:sp>
        <p:sp>
          <p:nvSpPr>
            <p:cNvPr id="9" name="사각형: 둥근 모서리 8">
              <a:extLst>
                <a:ext uri="{FF2B5EF4-FFF2-40B4-BE49-F238E27FC236}">
                  <a16:creationId xmlns:a16="http://schemas.microsoft.com/office/drawing/2014/main" id="{D0FB52E9-710A-B2E5-AABA-35F80313A674}"/>
                </a:ext>
              </a:extLst>
            </p:cNvPr>
            <p:cNvSpPr/>
            <p:nvPr/>
          </p:nvSpPr>
          <p:spPr>
            <a:xfrm>
              <a:off x="7415034" y="5715723"/>
              <a:ext cx="320153" cy="320153"/>
            </a:xfrm>
            <a:prstGeom prst="roundRect">
              <a:avLst>
                <a:gd name="adj" fmla="val 23361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/>
                <a:t>Icon</a:t>
              </a:r>
            </a:p>
          </p:txBody>
        </p:sp>
      </p:grpSp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572FBDBE-3E9B-814C-D523-A2F44A5F8B04}"/>
              </a:ext>
            </a:extLst>
          </p:cNvPr>
          <p:cNvGrpSpPr/>
          <p:nvPr/>
        </p:nvGrpSpPr>
        <p:grpSpPr>
          <a:xfrm>
            <a:off x="5656206" y="3429000"/>
            <a:ext cx="807424" cy="808132"/>
            <a:chOff x="2576438" y="3057067"/>
            <a:chExt cx="807424" cy="808132"/>
          </a:xfrm>
        </p:grpSpPr>
        <p:grpSp>
          <p:nvGrpSpPr>
            <p:cNvPr id="108" name="그룹 107">
              <a:extLst>
                <a:ext uri="{FF2B5EF4-FFF2-40B4-BE49-F238E27FC236}">
                  <a16:creationId xmlns:a16="http://schemas.microsoft.com/office/drawing/2014/main" id="{921C853C-7375-D730-2D2E-E2F7971E0AFA}"/>
                </a:ext>
              </a:extLst>
            </p:cNvPr>
            <p:cNvGrpSpPr/>
            <p:nvPr/>
          </p:nvGrpSpPr>
          <p:grpSpPr>
            <a:xfrm>
              <a:off x="2576438" y="3057067"/>
              <a:ext cx="807424" cy="808132"/>
              <a:chOff x="9639965" y="3010178"/>
              <a:chExt cx="1079056" cy="1080002"/>
            </a:xfrm>
            <a:solidFill>
              <a:schemeClr val="tx2">
                <a:lumMod val="60000"/>
                <a:lumOff val="40000"/>
                <a:alpha val="81000"/>
              </a:schemeClr>
            </a:solidFill>
          </p:grpSpPr>
          <p:sp>
            <p:nvSpPr>
              <p:cNvPr id="113" name="화살표: 오각형 112">
                <a:extLst>
                  <a:ext uri="{FF2B5EF4-FFF2-40B4-BE49-F238E27FC236}">
                    <a16:creationId xmlns:a16="http://schemas.microsoft.com/office/drawing/2014/main" id="{156691F2-D99F-E04F-1EB4-70064E8FA7AA}"/>
                  </a:ext>
                </a:extLst>
              </p:cNvPr>
              <p:cNvSpPr/>
              <p:nvPr/>
            </p:nvSpPr>
            <p:spPr>
              <a:xfrm>
                <a:off x="9997362" y="3370180"/>
                <a:ext cx="721659" cy="360000"/>
              </a:xfrm>
              <a:prstGeom prst="homePlate">
                <a:avLst>
                  <a:gd name="adj" fmla="val 36771"/>
                </a:avLst>
              </a:prstGeom>
              <a:solidFill>
                <a:schemeClr val="tx2">
                  <a:lumMod val="75000"/>
                  <a:alpha val="82000"/>
                </a:schemeClr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14" name="화살표: 오각형 113">
                <a:extLst>
                  <a:ext uri="{FF2B5EF4-FFF2-40B4-BE49-F238E27FC236}">
                    <a16:creationId xmlns:a16="http://schemas.microsoft.com/office/drawing/2014/main" id="{4EB6A8C9-DF57-14AC-7EF4-D0BE32FA98AA}"/>
                  </a:ext>
                </a:extLst>
              </p:cNvPr>
              <p:cNvSpPr/>
              <p:nvPr/>
            </p:nvSpPr>
            <p:spPr>
              <a:xfrm rot="10800000">
                <a:off x="9639965" y="3370180"/>
                <a:ext cx="719055" cy="360000"/>
              </a:xfrm>
              <a:prstGeom prst="homePlate">
                <a:avLst>
                  <a:gd name="adj" fmla="val 36771"/>
                </a:avLst>
              </a:prstGeom>
              <a:solidFill>
                <a:schemeClr val="tx2">
                  <a:lumMod val="75000"/>
                  <a:alpha val="82000"/>
                </a:schemeClr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15" name="화살표: 오각형 114">
                <a:extLst>
                  <a:ext uri="{FF2B5EF4-FFF2-40B4-BE49-F238E27FC236}">
                    <a16:creationId xmlns:a16="http://schemas.microsoft.com/office/drawing/2014/main" id="{9059ED89-96BC-9E41-65A7-2FF87C186D42}"/>
                  </a:ext>
                </a:extLst>
              </p:cNvPr>
              <p:cNvSpPr/>
              <p:nvPr/>
            </p:nvSpPr>
            <p:spPr>
              <a:xfrm rot="16200000">
                <a:off x="9819020" y="3190179"/>
                <a:ext cx="720001" cy="360000"/>
              </a:xfrm>
              <a:prstGeom prst="homePlate">
                <a:avLst>
                  <a:gd name="adj" fmla="val 36771"/>
                </a:avLst>
              </a:prstGeom>
              <a:solidFill>
                <a:schemeClr val="tx2">
                  <a:lumMod val="75000"/>
                  <a:alpha val="82000"/>
                </a:schemeClr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16" name="화살표: 오각형 115">
                <a:extLst>
                  <a:ext uri="{FF2B5EF4-FFF2-40B4-BE49-F238E27FC236}">
                    <a16:creationId xmlns:a16="http://schemas.microsoft.com/office/drawing/2014/main" id="{AEFF85B0-8452-C330-C5A5-E67B937E2F25}"/>
                  </a:ext>
                </a:extLst>
              </p:cNvPr>
              <p:cNvSpPr/>
              <p:nvPr/>
            </p:nvSpPr>
            <p:spPr>
              <a:xfrm rot="5400000">
                <a:off x="9819020" y="3550179"/>
                <a:ext cx="720002" cy="360000"/>
              </a:xfrm>
              <a:prstGeom prst="homePlate">
                <a:avLst>
                  <a:gd name="adj" fmla="val 36771"/>
                </a:avLst>
              </a:prstGeom>
              <a:solidFill>
                <a:schemeClr val="tx2">
                  <a:lumMod val="75000"/>
                  <a:alpha val="82000"/>
                </a:schemeClr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17" name="직사각형 116">
                <a:extLst>
                  <a:ext uri="{FF2B5EF4-FFF2-40B4-BE49-F238E27FC236}">
                    <a16:creationId xmlns:a16="http://schemas.microsoft.com/office/drawing/2014/main" id="{9A909BAC-DE3D-2897-506C-D6DE2A070153}"/>
                  </a:ext>
                </a:extLst>
              </p:cNvPr>
              <p:cNvSpPr/>
              <p:nvPr/>
            </p:nvSpPr>
            <p:spPr>
              <a:xfrm>
                <a:off x="9997362" y="3370177"/>
                <a:ext cx="360001" cy="360002"/>
              </a:xfrm>
              <a:prstGeom prst="rect">
                <a:avLst/>
              </a:prstGeom>
              <a:solidFill>
                <a:schemeClr val="tx2">
                  <a:lumMod val="75000"/>
                  <a:alpha val="82000"/>
                </a:schemeClr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sp>
          <p:nvSpPr>
            <p:cNvPr id="109" name="화살표: 오른쪽 108">
              <a:extLst>
                <a:ext uri="{FF2B5EF4-FFF2-40B4-BE49-F238E27FC236}">
                  <a16:creationId xmlns:a16="http://schemas.microsoft.com/office/drawing/2014/main" id="{24BE3408-72FC-AA2C-E917-644E84424331}"/>
                </a:ext>
              </a:extLst>
            </p:cNvPr>
            <p:cNvSpPr/>
            <p:nvPr/>
          </p:nvSpPr>
          <p:spPr>
            <a:xfrm>
              <a:off x="3210034" y="3384329"/>
              <a:ext cx="75798" cy="153606"/>
            </a:xfrm>
            <a:prstGeom prst="rightArrow">
              <a:avLst>
                <a:gd name="adj1" fmla="val 50000"/>
                <a:gd name="adj2" fmla="val 100000"/>
              </a:avLst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화살표: 오른쪽 109">
              <a:extLst>
                <a:ext uri="{FF2B5EF4-FFF2-40B4-BE49-F238E27FC236}">
                  <a16:creationId xmlns:a16="http://schemas.microsoft.com/office/drawing/2014/main" id="{E035C9DF-3281-4801-DC81-258E94AC3E46}"/>
                </a:ext>
              </a:extLst>
            </p:cNvPr>
            <p:cNvSpPr/>
            <p:nvPr/>
          </p:nvSpPr>
          <p:spPr>
            <a:xfrm rot="10800000">
              <a:off x="2671422" y="3384329"/>
              <a:ext cx="75798" cy="153606"/>
            </a:xfrm>
            <a:prstGeom prst="rightArrow">
              <a:avLst>
                <a:gd name="adj1" fmla="val 50000"/>
                <a:gd name="adj2" fmla="val 100000"/>
              </a:avLst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1" name="화살표: 오른쪽 110">
              <a:extLst>
                <a:ext uri="{FF2B5EF4-FFF2-40B4-BE49-F238E27FC236}">
                  <a16:creationId xmlns:a16="http://schemas.microsoft.com/office/drawing/2014/main" id="{7A4ECBB1-D128-5930-6F0C-AB2BEB9E95ED}"/>
                </a:ext>
              </a:extLst>
            </p:cNvPr>
            <p:cNvSpPr/>
            <p:nvPr/>
          </p:nvSpPr>
          <p:spPr>
            <a:xfrm rot="16200000">
              <a:off x="2946624" y="3116055"/>
              <a:ext cx="75798" cy="153606"/>
            </a:xfrm>
            <a:prstGeom prst="rightArrow">
              <a:avLst>
                <a:gd name="adj1" fmla="val 50000"/>
                <a:gd name="adj2" fmla="val 100000"/>
              </a:avLst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화살표: 오른쪽 111">
              <a:extLst>
                <a:ext uri="{FF2B5EF4-FFF2-40B4-BE49-F238E27FC236}">
                  <a16:creationId xmlns:a16="http://schemas.microsoft.com/office/drawing/2014/main" id="{930CF5D1-87C4-FF7E-A984-E45A7AD23E7C}"/>
                </a:ext>
              </a:extLst>
            </p:cNvPr>
            <p:cNvSpPr/>
            <p:nvPr/>
          </p:nvSpPr>
          <p:spPr>
            <a:xfrm rot="5400000">
              <a:off x="2946624" y="3656115"/>
              <a:ext cx="75798" cy="153606"/>
            </a:xfrm>
            <a:prstGeom prst="rightArrow">
              <a:avLst>
                <a:gd name="adj1" fmla="val 50000"/>
                <a:gd name="adj2" fmla="val 100000"/>
              </a:avLst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29" name="그룹 128">
            <a:extLst>
              <a:ext uri="{FF2B5EF4-FFF2-40B4-BE49-F238E27FC236}">
                <a16:creationId xmlns:a16="http://schemas.microsoft.com/office/drawing/2014/main" id="{8945EB04-2BE6-AFE4-7176-68F49CEA3C07}"/>
              </a:ext>
            </a:extLst>
          </p:cNvPr>
          <p:cNvGrpSpPr/>
          <p:nvPr/>
        </p:nvGrpSpPr>
        <p:grpSpPr>
          <a:xfrm>
            <a:off x="7103959" y="4759785"/>
            <a:ext cx="807424" cy="808132"/>
            <a:chOff x="2576438" y="3057067"/>
            <a:chExt cx="807424" cy="808132"/>
          </a:xfrm>
        </p:grpSpPr>
        <p:grpSp>
          <p:nvGrpSpPr>
            <p:cNvPr id="130" name="그룹 129">
              <a:extLst>
                <a:ext uri="{FF2B5EF4-FFF2-40B4-BE49-F238E27FC236}">
                  <a16:creationId xmlns:a16="http://schemas.microsoft.com/office/drawing/2014/main" id="{4323854F-2EFE-6E44-AE5D-D859C2B6F127}"/>
                </a:ext>
              </a:extLst>
            </p:cNvPr>
            <p:cNvGrpSpPr/>
            <p:nvPr/>
          </p:nvGrpSpPr>
          <p:grpSpPr>
            <a:xfrm>
              <a:off x="2576438" y="3057067"/>
              <a:ext cx="807424" cy="808132"/>
              <a:chOff x="9639965" y="3010178"/>
              <a:chExt cx="1079056" cy="1080002"/>
            </a:xfrm>
            <a:solidFill>
              <a:schemeClr val="tx2">
                <a:lumMod val="60000"/>
                <a:lumOff val="40000"/>
                <a:alpha val="81000"/>
              </a:schemeClr>
            </a:solidFill>
          </p:grpSpPr>
          <p:sp>
            <p:nvSpPr>
              <p:cNvPr id="135" name="화살표: 오각형 134">
                <a:extLst>
                  <a:ext uri="{FF2B5EF4-FFF2-40B4-BE49-F238E27FC236}">
                    <a16:creationId xmlns:a16="http://schemas.microsoft.com/office/drawing/2014/main" id="{0A148857-54B2-FB1C-A8C8-5535B6E6037B}"/>
                  </a:ext>
                </a:extLst>
              </p:cNvPr>
              <p:cNvSpPr/>
              <p:nvPr/>
            </p:nvSpPr>
            <p:spPr>
              <a:xfrm>
                <a:off x="9997362" y="3370180"/>
                <a:ext cx="721659" cy="360000"/>
              </a:xfrm>
              <a:prstGeom prst="homePlate">
                <a:avLst>
                  <a:gd name="adj" fmla="val 36771"/>
                </a:avLst>
              </a:prstGeom>
              <a:solidFill>
                <a:schemeClr val="tx2">
                  <a:lumMod val="75000"/>
                  <a:alpha val="82000"/>
                </a:schemeClr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36" name="화살표: 오각형 135">
                <a:extLst>
                  <a:ext uri="{FF2B5EF4-FFF2-40B4-BE49-F238E27FC236}">
                    <a16:creationId xmlns:a16="http://schemas.microsoft.com/office/drawing/2014/main" id="{AC5931F9-5BF7-9821-CBAC-B746DFBB74D6}"/>
                  </a:ext>
                </a:extLst>
              </p:cNvPr>
              <p:cNvSpPr/>
              <p:nvPr/>
            </p:nvSpPr>
            <p:spPr>
              <a:xfrm rot="10800000">
                <a:off x="9639965" y="3370180"/>
                <a:ext cx="719055" cy="360000"/>
              </a:xfrm>
              <a:prstGeom prst="homePlate">
                <a:avLst>
                  <a:gd name="adj" fmla="val 36771"/>
                </a:avLst>
              </a:prstGeom>
              <a:solidFill>
                <a:schemeClr val="tx2">
                  <a:lumMod val="75000"/>
                  <a:alpha val="82000"/>
                </a:schemeClr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37" name="화살표: 오각형 136">
                <a:extLst>
                  <a:ext uri="{FF2B5EF4-FFF2-40B4-BE49-F238E27FC236}">
                    <a16:creationId xmlns:a16="http://schemas.microsoft.com/office/drawing/2014/main" id="{9543E5D7-5191-3A9C-457D-79E440839EAA}"/>
                  </a:ext>
                </a:extLst>
              </p:cNvPr>
              <p:cNvSpPr/>
              <p:nvPr/>
            </p:nvSpPr>
            <p:spPr>
              <a:xfrm rot="16200000">
                <a:off x="9819020" y="3190179"/>
                <a:ext cx="720001" cy="360000"/>
              </a:xfrm>
              <a:prstGeom prst="homePlate">
                <a:avLst>
                  <a:gd name="adj" fmla="val 36771"/>
                </a:avLst>
              </a:prstGeom>
              <a:solidFill>
                <a:schemeClr val="tx2">
                  <a:lumMod val="75000"/>
                  <a:alpha val="82000"/>
                </a:schemeClr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38" name="화살표: 오각형 137">
                <a:extLst>
                  <a:ext uri="{FF2B5EF4-FFF2-40B4-BE49-F238E27FC236}">
                    <a16:creationId xmlns:a16="http://schemas.microsoft.com/office/drawing/2014/main" id="{35010585-8941-E6C9-D6AB-B90CBDDB4CB4}"/>
                  </a:ext>
                </a:extLst>
              </p:cNvPr>
              <p:cNvSpPr/>
              <p:nvPr/>
            </p:nvSpPr>
            <p:spPr>
              <a:xfrm rot="5400000">
                <a:off x="9819020" y="3550179"/>
                <a:ext cx="720002" cy="360000"/>
              </a:xfrm>
              <a:prstGeom prst="homePlate">
                <a:avLst>
                  <a:gd name="adj" fmla="val 36771"/>
                </a:avLst>
              </a:prstGeom>
              <a:solidFill>
                <a:schemeClr val="tx2">
                  <a:lumMod val="75000"/>
                  <a:alpha val="82000"/>
                </a:schemeClr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39" name="직사각형 138">
                <a:extLst>
                  <a:ext uri="{FF2B5EF4-FFF2-40B4-BE49-F238E27FC236}">
                    <a16:creationId xmlns:a16="http://schemas.microsoft.com/office/drawing/2014/main" id="{16825333-01E1-A233-3106-6A5B9DBAE4A2}"/>
                  </a:ext>
                </a:extLst>
              </p:cNvPr>
              <p:cNvSpPr/>
              <p:nvPr/>
            </p:nvSpPr>
            <p:spPr>
              <a:xfrm>
                <a:off x="9997362" y="3370177"/>
                <a:ext cx="360001" cy="360002"/>
              </a:xfrm>
              <a:prstGeom prst="rect">
                <a:avLst/>
              </a:prstGeom>
              <a:solidFill>
                <a:schemeClr val="tx2">
                  <a:lumMod val="75000"/>
                  <a:alpha val="82000"/>
                </a:schemeClr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sp>
          <p:nvSpPr>
            <p:cNvPr id="131" name="화살표: 오른쪽 130">
              <a:extLst>
                <a:ext uri="{FF2B5EF4-FFF2-40B4-BE49-F238E27FC236}">
                  <a16:creationId xmlns:a16="http://schemas.microsoft.com/office/drawing/2014/main" id="{95E6F5AB-83E9-3D80-37A5-0C3A5CAE01FF}"/>
                </a:ext>
              </a:extLst>
            </p:cNvPr>
            <p:cNvSpPr/>
            <p:nvPr/>
          </p:nvSpPr>
          <p:spPr>
            <a:xfrm>
              <a:off x="3210034" y="3384329"/>
              <a:ext cx="75798" cy="153606"/>
            </a:xfrm>
            <a:prstGeom prst="rightArrow">
              <a:avLst>
                <a:gd name="adj1" fmla="val 50000"/>
                <a:gd name="adj2" fmla="val 100000"/>
              </a:avLst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2" name="화살표: 오른쪽 131">
              <a:extLst>
                <a:ext uri="{FF2B5EF4-FFF2-40B4-BE49-F238E27FC236}">
                  <a16:creationId xmlns:a16="http://schemas.microsoft.com/office/drawing/2014/main" id="{D0C56378-3082-E482-79A2-4CE4652B6CC1}"/>
                </a:ext>
              </a:extLst>
            </p:cNvPr>
            <p:cNvSpPr/>
            <p:nvPr/>
          </p:nvSpPr>
          <p:spPr>
            <a:xfrm rot="10800000">
              <a:off x="2671422" y="3384329"/>
              <a:ext cx="75798" cy="153606"/>
            </a:xfrm>
            <a:prstGeom prst="rightArrow">
              <a:avLst>
                <a:gd name="adj1" fmla="val 50000"/>
                <a:gd name="adj2" fmla="val 100000"/>
              </a:avLst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3" name="화살표: 오른쪽 132">
              <a:extLst>
                <a:ext uri="{FF2B5EF4-FFF2-40B4-BE49-F238E27FC236}">
                  <a16:creationId xmlns:a16="http://schemas.microsoft.com/office/drawing/2014/main" id="{E82EE361-2BEA-709C-1B0C-E8BE8C244606}"/>
                </a:ext>
              </a:extLst>
            </p:cNvPr>
            <p:cNvSpPr/>
            <p:nvPr/>
          </p:nvSpPr>
          <p:spPr>
            <a:xfrm rot="16200000">
              <a:off x="2946624" y="3116055"/>
              <a:ext cx="75798" cy="153606"/>
            </a:xfrm>
            <a:prstGeom prst="rightArrow">
              <a:avLst>
                <a:gd name="adj1" fmla="val 50000"/>
                <a:gd name="adj2" fmla="val 100000"/>
              </a:avLst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4" name="화살표: 오른쪽 133">
              <a:extLst>
                <a:ext uri="{FF2B5EF4-FFF2-40B4-BE49-F238E27FC236}">
                  <a16:creationId xmlns:a16="http://schemas.microsoft.com/office/drawing/2014/main" id="{B09727FC-91BD-7C7C-1FFD-E413C06B0282}"/>
                </a:ext>
              </a:extLst>
            </p:cNvPr>
            <p:cNvSpPr/>
            <p:nvPr/>
          </p:nvSpPr>
          <p:spPr>
            <a:xfrm rot="5400000">
              <a:off x="2946624" y="3656115"/>
              <a:ext cx="75798" cy="153606"/>
            </a:xfrm>
            <a:prstGeom prst="rightArrow">
              <a:avLst>
                <a:gd name="adj1" fmla="val 50000"/>
                <a:gd name="adj2" fmla="val 100000"/>
              </a:avLst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aphicFrame>
        <p:nvGraphicFramePr>
          <p:cNvPr id="140" name="Group 323">
            <a:extLst>
              <a:ext uri="{FF2B5EF4-FFF2-40B4-BE49-F238E27FC236}">
                <a16:creationId xmlns:a16="http://schemas.microsoft.com/office/drawing/2014/main" id="{62A051E4-75F7-1030-592B-C4F6D3A90E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1671935"/>
              </p:ext>
            </p:extLst>
          </p:nvPr>
        </p:nvGraphicFramePr>
        <p:xfrm>
          <a:off x="9625013" y="575703"/>
          <a:ext cx="2519969" cy="4872548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위젯 추가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Dock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의 비활성화된 아이콘을 클릭하면 신규 위젯이 캔버스 중앙에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이때 모든 위젯은 동일한 일정 사이즈로 노출되며 사이즈 조절 불가</a:t>
                      </a:r>
                      <a:b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위젯에 그림자 효과 처리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1-1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닫기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해당 위젯 닫힘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&gt;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위젯 추가 취소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923352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도킹 인디케이터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위젯을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드레그하여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원하는 도킹 인디케이터의 방향 선택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방향 버튼 선택 시 추가되는 위젯은 선택한 대상 영역을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½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로 분할하여 신규 위젯을 배치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위젯을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드레그하는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동안 위젯은 반투명 효과처리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※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위젯을 추가할 때 나타나는 도킹 인디케이터는 중앙 버튼 비활성화 처리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.</a:t>
                      </a:r>
                      <a:b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중앙 버튼은 위치 교환 버튼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배치 미리보기 및 위젯 사이즈</a:t>
                      </a:r>
                      <a:b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마우스 포인터가 도킹 인디케이터의 방향 위에 오버되면 해당 위치에 안착될 영역을 반투명한 블록으로 미리 시각화 처리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9295457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위젯 추가 시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Dock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자동 숨김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위젯을 클릭하여 중앙에 떠있는 동안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Dock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압정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기능과 무관하게 자동 숨김 처리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10041535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</a:pPr>
                      <a:r>
                        <a:rPr lang="ko-KR" altLang="en-US" sz="800" b="1" dirty="0" err="1">
                          <a:effectLst/>
                        </a:rPr>
                        <a:t>엣지</a:t>
                      </a:r>
                      <a:r>
                        <a:rPr lang="ko-KR" altLang="en-US" sz="800" b="1" dirty="0">
                          <a:effectLst/>
                        </a:rPr>
                        <a:t> 인디케이터</a:t>
                      </a:r>
                      <a:endParaRPr lang="en-US" altLang="ko-KR" sz="800" b="1" dirty="0">
                        <a:effectLst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</a:pPr>
                      <a:r>
                        <a:rPr lang="en-US" altLang="ko-KR" sz="800" dirty="0">
                          <a:effectLst/>
                        </a:rPr>
                        <a:t> - </a:t>
                      </a:r>
                      <a:r>
                        <a:rPr lang="ko-KR" altLang="en-US" sz="800" dirty="0">
                          <a:effectLst/>
                        </a:rPr>
                        <a:t>캔버스의 </a:t>
                      </a:r>
                      <a:r>
                        <a:rPr lang="ko-KR" altLang="en-US" sz="800" dirty="0" err="1">
                          <a:effectLst/>
                        </a:rPr>
                        <a:t>상하좌우면에</a:t>
                      </a:r>
                      <a:r>
                        <a:rPr lang="ko-KR" altLang="en-US" sz="800" dirty="0">
                          <a:effectLst/>
                        </a:rPr>
                        <a:t> 위젯을 삽입할 때 사용</a:t>
                      </a:r>
                      <a:br>
                        <a:rPr lang="ko-KR" altLang="en-US" sz="800" dirty="0">
                          <a:effectLst/>
                        </a:rPr>
                      </a:br>
                      <a:r>
                        <a:rPr lang="ko-KR" altLang="en-US" sz="800" dirty="0">
                          <a:effectLst/>
                        </a:rPr>
                        <a:t> </a:t>
                      </a:r>
                      <a:r>
                        <a:rPr lang="en-US" altLang="ko-KR" sz="800" dirty="0">
                          <a:effectLst/>
                        </a:rPr>
                        <a:t>- </a:t>
                      </a:r>
                      <a:r>
                        <a:rPr lang="ko-KR" altLang="en-US" sz="800" dirty="0">
                          <a:effectLst/>
                        </a:rPr>
                        <a:t>캔버스의 상하좌우면 </a:t>
                      </a:r>
                      <a:r>
                        <a:rPr lang="en-US" altLang="ko-KR" sz="800" dirty="0">
                          <a:effectLst/>
                        </a:rPr>
                        <a:t>4</a:t>
                      </a:r>
                      <a:r>
                        <a:rPr lang="ko-KR" altLang="en-US" sz="800" dirty="0">
                          <a:effectLst/>
                        </a:rPr>
                        <a:t>곳에 노출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1845509"/>
                  </a:ext>
                </a:extLst>
              </a:tr>
            </a:tbl>
          </a:graphicData>
        </a:graphic>
      </p:graphicFrame>
      <p:sp>
        <p:nvSpPr>
          <p:cNvPr id="147" name="타원 146">
            <a:extLst>
              <a:ext uri="{FF2B5EF4-FFF2-40B4-BE49-F238E27FC236}">
                <a16:creationId xmlns:a16="http://schemas.microsoft.com/office/drawing/2014/main" id="{75D1C12E-7F81-3DC9-EDC9-A00A983D583C}"/>
              </a:ext>
            </a:extLst>
          </p:cNvPr>
          <p:cNvSpPr/>
          <p:nvPr/>
        </p:nvSpPr>
        <p:spPr>
          <a:xfrm>
            <a:off x="6727456" y="5666991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0" name="사각형: 둥근 모서리 149">
            <a:extLst>
              <a:ext uri="{FF2B5EF4-FFF2-40B4-BE49-F238E27FC236}">
                <a16:creationId xmlns:a16="http://schemas.microsoft.com/office/drawing/2014/main" id="{88CDD1D9-5254-CBE4-4DB7-A1152B9EE9F5}"/>
              </a:ext>
            </a:extLst>
          </p:cNvPr>
          <p:cNvSpPr/>
          <p:nvPr/>
        </p:nvSpPr>
        <p:spPr>
          <a:xfrm>
            <a:off x="1004911" y="3489635"/>
            <a:ext cx="4243364" cy="1601476"/>
          </a:xfrm>
          <a:prstGeom prst="roundRect">
            <a:avLst>
              <a:gd name="adj" fmla="val 3453"/>
            </a:avLst>
          </a:prstGeom>
          <a:solidFill>
            <a:srgbClr val="0000FF">
              <a:alpha val="43000"/>
            </a:srgbClr>
          </a:solidFill>
          <a:ln w="57150">
            <a:solidFill>
              <a:srgbClr val="3B3B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B53A25E6-D3EF-1A2C-C3B2-8E1997569FFB}"/>
              </a:ext>
            </a:extLst>
          </p:cNvPr>
          <p:cNvGrpSpPr/>
          <p:nvPr/>
        </p:nvGrpSpPr>
        <p:grpSpPr>
          <a:xfrm>
            <a:off x="7103959" y="2708920"/>
            <a:ext cx="807424" cy="808132"/>
            <a:chOff x="2576438" y="3057067"/>
            <a:chExt cx="807424" cy="808132"/>
          </a:xfrm>
        </p:grpSpPr>
        <p:grpSp>
          <p:nvGrpSpPr>
            <p:cNvPr id="166" name="그룹 165">
              <a:extLst>
                <a:ext uri="{FF2B5EF4-FFF2-40B4-BE49-F238E27FC236}">
                  <a16:creationId xmlns:a16="http://schemas.microsoft.com/office/drawing/2014/main" id="{BB725FA6-A963-72AF-9C84-254BB5E9FAAD}"/>
                </a:ext>
              </a:extLst>
            </p:cNvPr>
            <p:cNvGrpSpPr/>
            <p:nvPr/>
          </p:nvGrpSpPr>
          <p:grpSpPr>
            <a:xfrm>
              <a:off x="2576438" y="3057067"/>
              <a:ext cx="807424" cy="808132"/>
              <a:chOff x="9639965" y="3010178"/>
              <a:chExt cx="1079056" cy="1080002"/>
            </a:xfrm>
            <a:solidFill>
              <a:schemeClr val="tx2">
                <a:lumMod val="60000"/>
                <a:lumOff val="40000"/>
                <a:alpha val="81000"/>
              </a:schemeClr>
            </a:solidFill>
          </p:grpSpPr>
          <p:sp>
            <p:nvSpPr>
              <p:cNvPr id="171" name="화살표: 오각형 170">
                <a:extLst>
                  <a:ext uri="{FF2B5EF4-FFF2-40B4-BE49-F238E27FC236}">
                    <a16:creationId xmlns:a16="http://schemas.microsoft.com/office/drawing/2014/main" id="{8A0F2664-1157-092C-F441-1E00913842BA}"/>
                  </a:ext>
                </a:extLst>
              </p:cNvPr>
              <p:cNvSpPr/>
              <p:nvPr/>
            </p:nvSpPr>
            <p:spPr>
              <a:xfrm>
                <a:off x="9997362" y="3370180"/>
                <a:ext cx="721659" cy="360000"/>
              </a:xfrm>
              <a:prstGeom prst="homePlate">
                <a:avLst>
                  <a:gd name="adj" fmla="val 36771"/>
                </a:avLst>
              </a:prstGeom>
              <a:solidFill>
                <a:schemeClr val="tx2">
                  <a:lumMod val="75000"/>
                  <a:alpha val="82000"/>
                </a:schemeClr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72" name="화살표: 오각형 171">
                <a:extLst>
                  <a:ext uri="{FF2B5EF4-FFF2-40B4-BE49-F238E27FC236}">
                    <a16:creationId xmlns:a16="http://schemas.microsoft.com/office/drawing/2014/main" id="{B35F4269-8DDB-8A44-9A3A-C0A1DF9627D4}"/>
                  </a:ext>
                </a:extLst>
              </p:cNvPr>
              <p:cNvSpPr/>
              <p:nvPr/>
            </p:nvSpPr>
            <p:spPr>
              <a:xfrm rot="10800000">
                <a:off x="9639965" y="3370180"/>
                <a:ext cx="719055" cy="360000"/>
              </a:xfrm>
              <a:prstGeom prst="homePlate">
                <a:avLst>
                  <a:gd name="adj" fmla="val 36771"/>
                </a:avLst>
              </a:prstGeom>
              <a:solidFill>
                <a:schemeClr val="tx2">
                  <a:lumMod val="75000"/>
                  <a:alpha val="82000"/>
                </a:schemeClr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73" name="화살표: 오각형 172">
                <a:extLst>
                  <a:ext uri="{FF2B5EF4-FFF2-40B4-BE49-F238E27FC236}">
                    <a16:creationId xmlns:a16="http://schemas.microsoft.com/office/drawing/2014/main" id="{FFB36466-D2B3-F4A2-4B90-8A7C20DD5977}"/>
                  </a:ext>
                </a:extLst>
              </p:cNvPr>
              <p:cNvSpPr/>
              <p:nvPr/>
            </p:nvSpPr>
            <p:spPr>
              <a:xfrm rot="16200000">
                <a:off x="9819020" y="3190179"/>
                <a:ext cx="720001" cy="360000"/>
              </a:xfrm>
              <a:prstGeom prst="homePlate">
                <a:avLst>
                  <a:gd name="adj" fmla="val 36771"/>
                </a:avLst>
              </a:prstGeom>
              <a:solidFill>
                <a:schemeClr val="tx2">
                  <a:lumMod val="75000"/>
                  <a:alpha val="82000"/>
                </a:schemeClr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74" name="화살표: 오각형 173">
                <a:extLst>
                  <a:ext uri="{FF2B5EF4-FFF2-40B4-BE49-F238E27FC236}">
                    <a16:creationId xmlns:a16="http://schemas.microsoft.com/office/drawing/2014/main" id="{37ED8EB1-7665-4C45-BF95-5C771AE39D8B}"/>
                  </a:ext>
                </a:extLst>
              </p:cNvPr>
              <p:cNvSpPr/>
              <p:nvPr/>
            </p:nvSpPr>
            <p:spPr>
              <a:xfrm rot="5400000">
                <a:off x="9819020" y="3550179"/>
                <a:ext cx="720002" cy="360000"/>
              </a:xfrm>
              <a:prstGeom prst="homePlate">
                <a:avLst>
                  <a:gd name="adj" fmla="val 36771"/>
                </a:avLst>
              </a:prstGeom>
              <a:solidFill>
                <a:schemeClr val="tx2">
                  <a:lumMod val="75000"/>
                  <a:alpha val="82000"/>
                </a:schemeClr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75" name="직사각형 174">
                <a:extLst>
                  <a:ext uri="{FF2B5EF4-FFF2-40B4-BE49-F238E27FC236}">
                    <a16:creationId xmlns:a16="http://schemas.microsoft.com/office/drawing/2014/main" id="{039BD778-5D03-15C4-1101-1DE215C51BF6}"/>
                  </a:ext>
                </a:extLst>
              </p:cNvPr>
              <p:cNvSpPr/>
              <p:nvPr/>
            </p:nvSpPr>
            <p:spPr>
              <a:xfrm>
                <a:off x="9997362" y="3370177"/>
                <a:ext cx="360001" cy="360002"/>
              </a:xfrm>
              <a:prstGeom prst="rect">
                <a:avLst/>
              </a:prstGeom>
              <a:solidFill>
                <a:schemeClr val="tx2">
                  <a:lumMod val="75000"/>
                  <a:alpha val="82000"/>
                </a:schemeClr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sp>
          <p:nvSpPr>
            <p:cNvPr id="167" name="화살표: 오른쪽 166">
              <a:extLst>
                <a:ext uri="{FF2B5EF4-FFF2-40B4-BE49-F238E27FC236}">
                  <a16:creationId xmlns:a16="http://schemas.microsoft.com/office/drawing/2014/main" id="{89E6E50D-199F-BACE-FB64-10A07B0E6B0A}"/>
                </a:ext>
              </a:extLst>
            </p:cNvPr>
            <p:cNvSpPr/>
            <p:nvPr/>
          </p:nvSpPr>
          <p:spPr>
            <a:xfrm>
              <a:off x="3210034" y="3384329"/>
              <a:ext cx="75798" cy="153606"/>
            </a:xfrm>
            <a:prstGeom prst="rightArrow">
              <a:avLst>
                <a:gd name="adj1" fmla="val 50000"/>
                <a:gd name="adj2" fmla="val 100000"/>
              </a:avLst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8" name="화살표: 오른쪽 167">
              <a:extLst>
                <a:ext uri="{FF2B5EF4-FFF2-40B4-BE49-F238E27FC236}">
                  <a16:creationId xmlns:a16="http://schemas.microsoft.com/office/drawing/2014/main" id="{33A72004-EC88-1917-EF1B-87B74BF28B7E}"/>
                </a:ext>
              </a:extLst>
            </p:cNvPr>
            <p:cNvSpPr/>
            <p:nvPr/>
          </p:nvSpPr>
          <p:spPr>
            <a:xfrm rot="10800000">
              <a:off x="2671422" y="3384329"/>
              <a:ext cx="75798" cy="153606"/>
            </a:xfrm>
            <a:prstGeom prst="rightArrow">
              <a:avLst>
                <a:gd name="adj1" fmla="val 50000"/>
                <a:gd name="adj2" fmla="val 100000"/>
              </a:avLst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9" name="화살표: 오른쪽 168">
              <a:extLst>
                <a:ext uri="{FF2B5EF4-FFF2-40B4-BE49-F238E27FC236}">
                  <a16:creationId xmlns:a16="http://schemas.microsoft.com/office/drawing/2014/main" id="{7C13F6BE-672B-A044-E6D8-DC5FF8B0B932}"/>
                </a:ext>
              </a:extLst>
            </p:cNvPr>
            <p:cNvSpPr/>
            <p:nvPr/>
          </p:nvSpPr>
          <p:spPr>
            <a:xfrm rot="16200000">
              <a:off x="2946624" y="3116055"/>
              <a:ext cx="75798" cy="153606"/>
            </a:xfrm>
            <a:prstGeom prst="rightArrow">
              <a:avLst>
                <a:gd name="adj1" fmla="val 50000"/>
                <a:gd name="adj2" fmla="val 100000"/>
              </a:avLst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0" name="화살표: 오른쪽 169">
              <a:extLst>
                <a:ext uri="{FF2B5EF4-FFF2-40B4-BE49-F238E27FC236}">
                  <a16:creationId xmlns:a16="http://schemas.microsoft.com/office/drawing/2014/main" id="{56DD1FB1-5158-AF35-00E9-286F3DC39E03}"/>
                </a:ext>
              </a:extLst>
            </p:cNvPr>
            <p:cNvSpPr/>
            <p:nvPr/>
          </p:nvSpPr>
          <p:spPr>
            <a:xfrm rot="5400000">
              <a:off x="2946624" y="3656115"/>
              <a:ext cx="75798" cy="153606"/>
            </a:xfrm>
            <a:prstGeom prst="rightArrow">
              <a:avLst>
                <a:gd name="adj1" fmla="val 50000"/>
                <a:gd name="adj2" fmla="val 100000"/>
              </a:avLst>
            </a:prstGeom>
            <a:solidFill>
              <a:schemeClr val="bg1">
                <a:alpha val="82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78" name="순서도: 처리 177">
            <a:extLst>
              <a:ext uri="{FF2B5EF4-FFF2-40B4-BE49-F238E27FC236}">
                <a16:creationId xmlns:a16="http://schemas.microsoft.com/office/drawing/2014/main" id="{E19DCEAF-8A06-133B-0415-9F256E93C73B}"/>
              </a:ext>
            </a:extLst>
          </p:cNvPr>
          <p:cNvSpPr/>
          <p:nvPr/>
        </p:nvSpPr>
        <p:spPr>
          <a:xfrm>
            <a:off x="5095783" y="2716567"/>
            <a:ext cx="124287" cy="133165"/>
          </a:xfrm>
          <a:prstGeom prst="flowChartProcess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00" name="그림 199">
            <a:extLst>
              <a:ext uri="{FF2B5EF4-FFF2-40B4-BE49-F238E27FC236}">
                <a16:creationId xmlns:a16="http://schemas.microsoft.com/office/drawing/2014/main" id="{0B96266F-9C2E-2B37-E3AB-6295108207BD}"/>
              </a:ext>
            </a:extLst>
          </p:cNvPr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769422" y="2655681"/>
            <a:ext cx="1642511" cy="1965317"/>
          </a:xfrm>
          <a:prstGeom prst="rect">
            <a:avLst/>
          </a:prstGeom>
          <a:ln>
            <a:noFill/>
          </a:ln>
          <a:effectLst>
            <a:outerShdw blurRad="63500" sx="103000" sy="103000" algn="ctr" rotWithShape="0">
              <a:srgbClr val="00B0F0"/>
            </a:outerShdw>
          </a:effectLst>
        </p:spPr>
      </p:pic>
      <p:sp>
        <p:nvSpPr>
          <p:cNvPr id="201" name="타원 200">
            <a:extLst>
              <a:ext uri="{FF2B5EF4-FFF2-40B4-BE49-F238E27FC236}">
                <a16:creationId xmlns:a16="http://schemas.microsoft.com/office/drawing/2014/main" id="{E8013E50-2F87-C674-4D09-656238D72C7A}"/>
              </a:ext>
            </a:extLst>
          </p:cNvPr>
          <p:cNvSpPr/>
          <p:nvPr/>
        </p:nvSpPr>
        <p:spPr>
          <a:xfrm>
            <a:off x="4656626" y="4660591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7CBFAF8A-1DA6-B4AD-2479-93D9AD243052}"/>
              </a:ext>
            </a:extLst>
          </p:cNvPr>
          <p:cNvGrpSpPr/>
          <p:nvPr/>
        </p:nvGrpSpPr>
        <p:grpSpPr>
          <a:xfrm>
            <a:off x="5348501" y="2509563"/>
            <a:ext cx="195534" cy="215555"/>
            <a:chOff x="5322094" y="2575270"/>
            <a:chExt cx="195534" cy="215555"/>
          </a:xfrm>
        </p:grpSpPr>
        <p:sp>
          <p:nvSpPr>
            <p:cNvPr id="206" name="타원 205">
              <a:extLst>
                <a:ext uri="{FF2B5EF4-FFF2-40B4-BE49-F238E27FC236}">
                  <a16:creationId xmlns:a16="http://schemas.microsoft.com/office/drawing/2014/main" id="{3BFB8DB6-DB68-D7E0-35A8-943295955180}"/>
                </a:ext>
              </a:extLst>
            </p:cNvPr>
            <p:cNvSpPr/>
            <p:nvPr/>
          </p:nvSpPr>
          <p:spPr>
            <a:xfrm>
              <a:off x="5368629" y="2575270"/>
              <a:ext cx="148999" cy="14899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>
              <a:glow rad="50800">
                <a:srgbClr val="FF0000">
                  <a:alpha val="30000"/>
                </a:srgbClr>
              </a:glow>
              <a:softEdge rad="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>
              <a:defPPr>
                <a:defRPr lang="ko-KR"/>
              </a:defPPr>
              <a:lvl1pPr marL="0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56616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713232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69848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426464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1783080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139696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2496312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2852928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7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1-1</a:t>
              </a:r>
              <a:endParaRPr lang="ko-KR" altLang="en-US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207" name="직선 화살표 연결선 206">
              <a:extLst>
                <a:ext uri="{FF2B5EF4-FFF2-40B4-BE49-F238E27FC236}">
                  <a16:creationId xmlns:a16="http://schemas.microsoft.com/office/drawing/2014/main" id="{8AAD26B1-67D3-C297-AEBE-A04249FAE53D}"/>
                </a:ext>
              </a:extLst>
            </p:cNvPr>
            <p:cNvCxnSpPr>
              <a:stCxn id="206" idx="3"/>
            </p:cNvCxnSpPr>
            <p:nvPr/>
          </p:nvCxnSpPr>
          <p:spPr>
            <a:xfrm flipH="1">
              <a:off x="5322094" y="2702449"/>
              <a:ext cx="68355" cy="88376"/>
            </a:xfrm>
            <a:prstGeom prst="straightConnector1">
              <a:avLst/>
            </a:prstGeom>
            <a:ln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08" name="그림 207">
            <a:extLst>
              <a:ext uri="{FF2B5EF4-FFF2-40B4-BE49-F238E27FC236}">
                <a16:creationId xmlns:a16="http://schemas.microsoft.com/office/drawing/2014/main" id="{F9FFEA9B-B888-F138-025C-FC0F6F8DF469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8109338" flipH="1">
            <a:off x="3415038" y="3345958"/>
            <a:ext cx="421559" cy="225970"/>
          </a:xfrm>
          <a:prstGeom prst="rect">
            <a:avLst/>
          </a:prstGeom>
        </p:spPr>
      </p:pic>
      <p:grpSp>
        <p:nvGrpSpPr>
          <p:cNvPr id="212" name="그룹 211">
            <a:extLst>
              <a:ext uri="{FF2B5EF4-FFF2-40B4-BE49-F238E27FC236}">
                <a16:creationId xmlns:a16="http://schemas.microsoft.com/office/drawing/2014/main" id="{8EDDD11D-4DF6-E46F-97D1-27D966A51281}"/>
              </a:ext>
            </a:extLst>
          </p:cNvPr>
          <p:cNvGrpSpPr/>
          <p:nvPr/>
        </p:nvGrpSpPr>
        <p:grpSpPr>
          <a:xfrm rot="5400000">
            <a:off x="6322125" y="5776711"/>
            <a:ext cx="1264031" cy="250484"/>
            <a:chOff x="6600056" y="1538514"/>
            <a:chExt cx="1692188" cy="305304"/>
          </a:xfrm>
        </p:grpSpPr>
        <p:cxnSp>
          <p:nvCxnSpPr>
            <p:cNvPr id="213" name="직선 연결선 212">
              <a:extLst>
                <a:ext uri="{FF2B5EF4-FFF2-40B4-BE49-F238E27FC236}">
                  <a16:creationId xmlns:a16="http://schemas.microsoft.com/office/drawing/2014/main" id="{366355ED-CAFC-F874-F1DE-EA91B6345D31}"/>
                </a:ext>
              </a:extLst>
            </p:cNvPr>
            <p:cNvCxnSpPr/>
            <p:nvPr/>
          </p:nvCxnSpPr>
          <p:spPr>
            <a:xfrm>
              <a:off x="6600056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C360F72D-6BA7-B811-5454-75898866D25D}"/>
                </a:ext>
              </a:extLst>
            </p:cNvPr>
            <p:cNvCxnSpPr/>
            <p:nvPr/>
          </p:nvCxnSpPr>
          <p:spPr>
            <a:xfrm>
              <a:off x="8292244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직선 화살표 연결선 214">
              <a:extLst>
                <a:ext uri="{FF2B5EF4-FFF2-40B4-BE49-F238E27FC236}">
                  <a16:creationId xmlns:a16="http://schemas.microsoft.com/office/drawing/2014/main" id="{11A370A2-2E03-A3E7-07BA-C535727945EE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56" y="1685893"/>
              <a:ext cx="1692188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0FFAC9A6-0C31-7F6C-0309-6B2FB4349755}"/>
              </a:ext>
            </a:extLst>
          </p:cNvPr>
          <p:cNvSpPr/>
          <p:nvPr/>
        </p:nvSpPr>
        <p:spPr>
          <a:xfrm>
            <a:off x="1044336" y="4796744"/>
            <a:ext cx="209135" cy="209135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35" name="그룹 234">
            <a:extLst>
              <a:ext uri="{FF2B5EF4-FFF2-40B4-BE49-F238E27FC236}">
                <a16:creationId xmlns:a16="http://schemas.microsoft.com/office/drawing/2014/main" id="{5BD03200-CFFD-294A-9872-7EC6A4F1B1D0}"/>
              </a:ext>
            </a:extLst>
          </p:cNvPr>
          <p:cNvGrpSpPr/>
          <p:nvPr/>
        </p:nvGrpSpPr>
        <p:grpSpPr>
          <a:xfrm>
            <a:off x="1127448" y="3687932"/>
            <a:ext cx="269378" cy="269378"/>
            <a:chOff x="1202433" y="3729098"/>
            <a:chExt cx="269378" cy="269378"/>
          </a:xfrm>
        </p:grpSpPr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0F3BA784-9821-471C-DD80-4F4898E0264C}"/>
                </a:ext>
              </a:extLst>
            </p:cNvPr>
            <p:cNvSpPr/>
            <p:nvPr/>
          </p:nvSpPr>
          <p:spPr>
            <a:xfrm>
              <a:off x="1202433" y="3729098"/>
              <a:ext cx="269378" cy="269378"/>
            </a:xfrm>
            <a:prstGeom prst="rect">
              <a:avLst/>
            </a:prstGeom>
            <a:solidFill>
              <a:schemeClr val="tx2">
                <a:lumMod val="75000"/>
                <a:alpha val="82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EBB3694D-655F-B673-AC50-8D3E53FD2558}"/>
                </a:ext>
              </a:extLst>
            </p:cNvPr>
            <p:cNvSpPr/>
            <p:nvPr/>
          </p:nvSpPr>
          <p:spPr>
            <a:xfrm>
              <a:off x="1266162" y="3792827"/>
              <a:ext cx="141921" cy="141921"/>
            </a:xfrm>
            <a:prstGeom prst="rect">
              <a:avLst/>
            </a:prstGeom>
            <a:solidFill>
              <a:schemeClr val="tx2">
                <a:lumMod val="75000"/>
                <a:alpha val="82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cxnSp>
          <p:nvCxnSpPr>
            <p:cNvPr id="238" name="직선 화살표 연결선 237">
              <a:extLst>
                <a:ext uri="{FF2B5EF4-FFF2-40B4-BE49-F238E27FC236}">
                  <a16:creationId xmlns:a16="http://schemas.microsoft.com/office/drawing/2014/main" id="{0F7A6FA8-7CE1-6185-EB7D-33633FE87095}"/>
                </a:ext>
              </a:extLst>
            </p:cNvPr>
            <p:cNvCxnSpPr>
              <a:cxnSpLocks/>
            </p:cNvCxnSpPr>
            <p:nvPr/>
          </p:nvCxnSpPr>
          <p:spPr>
            <a:xfrm>
              <a:off x="1310643" y="3792827"/>
              <a:ext cx="0" cy="141921"/>
            </a:xfrm>
            <a:prstGeom prst="straightConnector1">
              <a:avLst/>
            </a:prstGeom>
            <a:ln w="12700">
              <a:solidFill>
                <a:schemeClr val="bg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9" name="그룹 238">
            <a:extLst>
              <a:ext uri="{FF2B5EF4-FFF2-40B4-BE49-F238E27FC236}">
                <a16:creationId xmlns:a16="http://schemas.microsoft.com/office/drawing/2014/main" id="{C8290EF7-7261-1EA9-B5A0-D51EA285F56D}"/>
              </a:ext>
            </a:extLst>
          </p:cNvPr>
          <p:cNvGrpSpPr/>
          <p:nvPr/>
        </p:nvGrpSpPr>
        <p:grpSpPr>
          <a:xfrm rot="16200000">
            <a:off x="4455988" y="5414179"/>
            <a:ext cx="269378" cy="269378"/>
            <a:chOff x="1202433" y="3729098"/>
            <a:chExt cx="269378" cy="269378"/>
          </a:xfrm>
        </p:grpSpPr>
        <p:sp>
          <p:nvSpPr>
            <p:cNvPr id="240" name="직사각형 239">
              <a:extLst>
                <a:ext uri="{FF2B5EF4-FFF2-40B4-BE49-F238E27FC236}">
                  <a16:creationId xmlns:a16="http://schemas.microsoft.com/office/drawing/2014/main" id="{B6D844FB-DDE3-12A9-4749-374B8C64F53E}"/>
                </a:ext>
              </a:extLst>
            </p:cNvPr>
            <p:cNvSpPr/>
            <p:nvPr/>
          </p:nvSpPr>
          <p:spPr>
            <a:xfrm>
              <a:off x="1202433" y="3729098"/>
              <a:ext cx="269378" cy="269378"/>
            </a:xfrm>
            <a:prstGeom prst="rect">
              <a:avLst/>
            </a:prstGeom>
            <a:solidFill>
              <a:schemeClr val="tx2">
                <a:lumMod val="75000"/>
                <a:alpha val="82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41" name="직사각형 240">
              <a:extLst>
                <a:ext uri="{FF2B5EF4-FFF2-40B4-BE49-F238E27FC236}">
                  <a16:creationId xmlns:a16="http://schemas.microsoft.com/office/drawing/2014/main" id="{E3131B49-7E34-C8BB-1380-8235BD62F3EF}"/>
                </a:ext>
              </a:extLst>
            </p:cNvPr>
            <p:cNvSpPr/>
            <p:nvPr/>
          </p:nvSpPr>
          <p:spPr>
            <a:xfrm>
              <a:off x="1266162" y="3792827"/>
              <a:ext cx="141921" cy="141921"/>
            </a:xfrm>
            <a:prstGeom prst="rect">
              <a:avLst/>
            </a:prstGeom>
            <a:solidFill>
              <a:schemeClr val="tx2">
                <a:lumMod val="75000"/>
                <a:alpha val="82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cxnSp>
          <p:nvCxnSpPr>
            <p:cNvPr id="242" name="직선 화살표 연결선 241">
              <a:extLst>
                <a:ext uri="{FF2B5EF4-FFF2-40B4-BE49-F238E27FC236}">
                  <a16:creationId xmlns:a16="http://schemas.microsoft.com/office/drawing/2014/main" id="{060225DF-B96C-19F1-A9B7-92DCEE4A47F3}"/>
                </a:ext>
              </a:extLst>
            </p:cNvPr>
            <p:cNvCxnSpPr>
              <a:cxnSpLocks/>
            </p:cNvCxnSpPr>
            <p:nvPr/>
          </p:nvCxnSpPr>
          <p:spPr>
            <a:xfrm>
              <a:off x="1310643" y="3792827"/>
              <a:ext cx="0" cy="141921"/>
            </a:xfrm>
            <a:prstGeom prst="straightConnector1">
              <a:avLst/>
            </a:prstGeom>
            <a:ln w="12700">
              <a:solidFill>
                <a:schemeClr val="bg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3" name="그룹 242">
            <a:extLst>
              <a:ext uri="{FF2B5EF4-FFF2-40B4-BE49-F238E27FC236}">
                <a16:creationId xmlns:a16="http://schemas.microsoft.com/office/drawing/2014/main" id="{807C15EB-D3D3-ED01-E4DF-C408F3E48092}"/>
              </a:ext>
            </a:extLst>
          </p:cNvPr>
          <p:cNvGrpSpPr/>
          <p:nvPr/>
        </p:nvGrpSpPr>
        <p:grpSpPr>
          <a:xfrm rot="10800000">
            <a:off x="7703270" y="3687932"/>
            <a:ext cx="269378" cy="269378"/>
            <a:chOff x="1202433" y="3729098"/>
            <a:chExt cx="269378" cy="269378"/>
          </a:xfrm>
        </p:grpSpPr>
        <p:sp>
          <p:nvSpPr>
            <p:cNvPr id="244" name="직사각형 243">
              <a:extLst>
                <a:ext uri="{FF2B5EF4-FFF2-40B4-BE49-F238E27FC236}">
                  <a16:creationId xmlns:a16="http://schemas.microsoft.com/office/drawing/2014/main" id="{A9DD6A8C-EF20-856E-7CB6-1499B63F1C9B}"/>
                </a:ext>
              </a:extLst>
            </p:cNvPr>
            <p:cNvSpPr/>
            <p:nvPr/>
          </p:nvSpPr>
          <p:spPr>
            <a:xfrm>
              <a:off x="1202433" y="3729098"/>
              <a:ext cx="269378" cy="269378"/>
            </a:xfrm>
            <a:prstGeom prst="rect">
              <a:avLst/>
            </a:prstGeom>
            <a:solidFill>
              <a:schemeClr val="tx2">
                <a:lumMod val="75000"/>
                <a:alpha val="82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45" name="직사각형 244">
              <a:extLst>
                <a:ext uri="{FF2B5EF4-FFF2-40B4-BE49-F238E27FC236}">
                  <a16:creationId xmlns:a16="http://schemas.microsoft.com/office/drawing/2014/main" id="{3A9F0611-F51F-F2FD-50B1-9A0230C16FF4}"/>
                </a:ext>
              </a:extLst>
            </p:cNvPr>
            <p:cNvSpPr/>
            <p:nvPr/>
          </p:nvSpPr>
          <p:spPr>
            <a:xfrm>
              <a:off x="1266162" y="3792827"/>
              <a:ext cx="141921" cy="141921"/>
            </a:xfrm>
            <a:prstGeom prst="rect">
              <a:avLst/>
            </a:prstGeom>
            <a:solidFill>
              <a:schemeClr val="tx2">
                <a:lumMod val="75000"/>
                <a:alpha val="82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cxnSp>
          <p:nvCxnSpPr>
            <p:cNvPr id="246" name="직선 화살표 연결선 245">
              <a:extLst>
                <a:ext uri="{FF2B5EF4-FFF2-40B4-BE49-F238E27FC236}">
                  <a16:creationId xmlns:a16="http://schemas.microsoft.com/office/drawing/2014/main" id="{EEB666FA-BF21-852E-AB45-9EDF7040D728}"/>
                </a:ext>
              </a:extLst>
            </p:cNvPr>
            <p:cNvCxnSpPr>
              <a:cxnSpLocks/>
            </p:cNvCxnSpPr>
            <p:nvPr/>
          </p:nvCxnSpPr>
          <p:spPr>
            <a:xfrm>
              <a:off x="1310643" y="3792827"/>
              <a:ext cx="0" cy="141921"/>
            </a:xfrm>
            <a:prstGeom prst="straightConnector1">
              <a:avLst/>
            </a:prstGeom>
            <a:ln w="12700">
              <a:solidFill>
                <a:schemeClr val="bg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51" name="연결선: 꺾임 250">
            <a:extLst>
              <a:ext uri="{FF2B5EF4-FFF2-40B4-BE49-F238E27FC236}">
                <a16:creationId xmlns:a16="http://schemas.microsoft.com/office/drawing/2014/main" id="{B9152BDB-42DD-D5D2-EA5F-0C812F5B72B5}"/>
              </a:ext>
            </a:extLst>
          </p:cNvPr>
          <p:cNvCxnSpPr>
            <a:cxnSpLocks/>
            <a:stCxn id="56" idx="0"/>
            <a:endCxn id="200" idx="2"/>
          </p:cNvCxnSpPr>
          <p:nvPr/>
        </p:nvCxnSpPr>
        <p:spPr>
          <a:xfrm rot="16200000" flipV="1">
            <a:off x="4088740" y="5122937"/>
            <a:ext cx="1475171" cy="471293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사각형: 둥근 모서리 259">
            <a:extLst>
              <a:ext uri="{FF2B5EF4-FFF2-40B4-BE49-F238E27FC236}">
                <a16:creationId xmlns:a16="http://schemas.microsoft.com/office/drawing/2014/main" id="{E71A5CBB-1D2F-4C23-1248-4520BD5560B2}"/>
              </a:ext>
            </a:extLst>
          </p:cNvPr>
          <p:cNvSpPr/>
          <p:nvPr/>
        </p:nvSpPr>
        <p:spPr>
          <a:xfrm>
            <a:off x="995764" y="1822512"/>
            <a:ext cx="7211079" cy="343171"/>
          </a:xfrm>
          <a:prstGeom prst="roundRect">
            <a:avLst>
              <a:gd name="adj" fmla="val 3453"/>
            </a:avLst>
          </a:prstGeom>
          <a:solidFill>
            <a:srgbClr val="0000FF">
              <a:alpha val="43000"/>
            </a:srgbClr>
          </a:solidFill>
          <a:ln w="57150">
            <a:solidFill>
              <a:srgbClr val="3B3B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47BBE391-550F-ABC5-C962-FEE9E4E739FE}"/>
              </a:ext>
            </a:extLst>
          </p:cNvPr>
          <p:cNvGrpSpPr/>
          <p:nvPr/>
        </p:nvGrpSpPr>
        <p:grpSpPr>
          <a:xfrm rot="5400000">
            <a:off x="4455988" y="1881538"/>
            <a:ext cx="269378" cy="269378"/>
            <a:chOff x="1202433" y="3729098"/>
            <a:chExt cx="269378" cy="269378"/>
          </a:xfrm>
        </p:grpSpPr>
        <p:sp>
          <p:nvSpPr>
            <p:cNvPr id="262" name="직사각형 261">
              <a:extLst>
                <a:ext uri="{FF2B5EF4-FFF2-40B4-BE49-F238E27FC236}">
                  <a16:creationId xmlns:a16="http://schemas.microsoft.com/office/drawing/2014/main" id="{96C1AE74-9187-3083-1EBE-DECEB75D46A0}"/>
                </a:ext>
              </a:extLst>
            </p:cNvPr>
            <p:cNvSpPr/>
            <p:nvPr/>
          </p:nvSpPr>
          <p:spPr>
            <a:xfrm>
              <a:off x="1202433" y="3729098"/>
              <a:ext cx="269378" cy="269378"/>
            </a:xfrm>
            <a:prstGeom prst="rect">
              <a:avLst/>
            </a:prstGeom>
            <a:solidFill>
              <a:schemeClr val="tx2">
                <a:lumMod val="75000"/>
                <a:alpha val="82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63" name="직사각형 262">
              <a:extLst>
                <a:ext uri="{FF2B5EF4-FFF2-40B4-BE49-F238E27FC236}">
                  <a16:creationId xmlns:a16="http://schemas.microsoft.com/office/drawing/2014/main" id="{5A0CC107-CE5C-56DE-7E54-AD5D5B4087E2}"/>
                </a:ext>
              </a:extLst>
            </p:cNvPr>
            <p:cNvSpPr/>
            <p:nvPr/>
          </p:nvSpPr>
          <p:spPr>
            <a:xfrm>
              <a:off x="1266162" y="3792827"/>
              <a:ext cx="141921" cy="141921"/>
            </a:xfrm>
            <a:prstGeom prst="rect">
              <a:avLst/>
            </a:prstGeom>
            <a:solidFill>
              <a:schemeClr val="tx2">
                <a:lumMod val="75000"/>
                <a:alpha val="82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cxnSp>
          <p:nvCxnSpPr>
            <p:cNvPr id="264" name="직선 화살표 연결선 263">
              <a:extLst>
                <a:ext uri="{FF2B5EF4-FFF2-40B4-BE49-F238E27FC236}">
                  <a16:creationId xmlns:a16="http://schemas.microsoft.com/office/drawing/2014/main" id="{E98F790D-44A2-50EC-E418-DBCFEAE7857E}"/>
                </a:ext>
              </a:extLst>
            </p:cNvPr>
            <p:cNvCxnSpPr>
              <a:cxnSpLocks/>
            </p:cNvCxnSpPr>
            <p:nvPr/>
          </p:nvCxnSpPr>
          <p:spPr>
            <a:xfrm>
              <a:off x="1310643" y="3792827"/>
              <a:ext cx="0" cy="141921"/>
            </a:xfrm>
            <a:prstGeom prst="straightConnector1">
              <a:avLst/>
            </a:prstGeom>
            <a:ln w="12700">
              <a:solidFill>
                <a:schemeClr val="bg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5" name="설명선: 굽은 선 264">
            <a:extLst>
              <a:ext uri="{FF2B5EF4-FFF2-40B4-BE49-F238E27FC236}">
                <a16:creationId xmlns:a16="http://schemas.microsoft.com/office/drawing/2014/main" id="{8D4CA262-CE1D-6D8B-95C1-D2E0E75B5887}"/>
              </a:ext>
            </a:extLst>
          </p:cNvPr>
          <p:cNvSpPr/>
          <p:nvPr/>
        </p:nvSpPr>
        <p:spPr>
          <a:xfrm>
            <a:off x="3546521" y="1674638"/>
            <a:ext cx="792088" cy="211645"/>
          </a:xfrm>
          <a:prstGeom prst="borderCallout2">
            <a:avLst>
              <a:gd name="adj1" fmla="val 23209"/>
              <a:gd name="adj2" fmla="val 100816"/>
              <a:gd name="adj3" fmla="val 25437"/>
              <a:gd name="adj4" fmla="val 113996"/>
              <a:gd name="adj5" fmla="val 87981"/>
              <a:gd name="adj6" fmla="val 121100"/>
            </a:avLst>
          </a:prstGeom>
          <a:solidFill>
            <a:srgbClr val="FF0000"/>
          </a:solidFill>
          <a:ln>
            <a:solidFill>
              <a:srgbClr val="FF0000"/>
            </a:solidFill>
            <a:tailEnd type="oval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8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엣지</a:t>
            </a:r>
            <a:r>
              <a:rPr lang="ko-KR" altLang="en-US" sz="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인디케이터</a:t>
            </a:r>
          </a:p>
        </p:txBody>
      </p:sp>
      <p:sp>
        <p:nvSpPr>
          <p:cNvPr id="2" name="순서도: 처리 1">
            <a:extLst>
              <a:ext uri="{FF2B5EF4-FFF2-40B4-BE49-F238E27FC236}">
                <a16:creationId xmlns:a16="http://schemas.microsoft.com/office/drawing/2014/main" id="{15F8C058-6CC4-E7B8-47F0-C36BE0D0CAC0}"/>
              </a:ext>
            </a:extLst>
          </p:cNvPr>
          <p:cNvSpPr/>
          <p:nvPr/>
        </p:nvSpPr>
        <p:spPr>
          <a:xfrm>
            <a:off x="4960121" y="5163845"/>
            <a:ext cx="123825" cy="133350"/>
          </a:xfrm>
          <a:prstGeom prst="flowChartProcess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" name="순서도: 처리 7">
            <a:extLst>
              <a:ext uri="{FF2B5EF4-FFF2-40B4-BE49-F238E27FC236}">
                <a16:creationId xmlns:a16="http://schemas.microsoft.com/office/drawing/2014/main" id="{F8842D7B-D457-2C60-CE01-5AE7C71D719E}"/>
              </a:ext>
            </a:extLst>
          </p:cNvPr>
          <p:cNvSpPr/>
          <p:nvPr/>
        </p:nvSpPr>
        <p:spPr>
          <a:xfrm>
            <a:off x="7898631" y="4506897"/>
            <a:ext cx="123825" cy="133350"/>
          </a:xfrm>
          <a:prstGeom prst="flowChartProcess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11" name="그림 10">
            <a:extLst>
              <a:ext uri="{FF2B5EF4-FFF2-40B4-BE49-F238E27FC236}">
                <a16:creationId xmlns:a16="http://schemas.microsoft.com/office/drawing/2014/main" id="{83D0797B-1CF6-E2ED-5DFF-AC79C1DDBDFC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-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389222" y="6097843"/>
            <a:ext cx="320153" cy="320153"/>
          </a:xfrm>
          <a:prstGeom prst="rect">
            <a:avLst/>
          </a:prstGeom>
        </p:spPr>
      </p:pic>
      <p:pic>
        <p:nvPicPr>
          <p:cNvPr id="12" name="그림 11">
            <a:extLst>
              <a:ext uri="{FF2B5EF4-FFF2-40B4-BE49-F238E27FC236}">
                <a16:creationId xmlns:a16="http://schemas.microsoft.com/office/drawing/2014/main" id="{C6AC1B63-36FC-813B-9C71-667DFE444496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harpenSoften amount="-88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58022" y="5135355"/>
            <a:ext cx="3240228" cy="720524"/>
          </a:xfrm>
          <a:prstGeom prst="rect">
            <a:avLst/>
          </a:prstGeom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EE0BFDAF-150F-9A56-7B8A-07854CE42EF0}"/>
              </a:ext>
            </a:extLst>
          </p:cNvPr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877721" y="3731935"/>
            <a:ext cx="1642511" cy="1965317"/>
          </a:xfrm>
          <a:prstGeom prst="rect">
            <a:avLst/>
          </a:prstGeom>
          <a:ln>
            <a:noFill/>
          </a:ln>
          <a:effectLst>
            <a:outerShdw blurRad="63500" sx="103000" sy="103000" algn="ctr" rotWithShape="0">
              <a:srgbClr val="00B0F0"/>
            </a:outerShdw>
          </a:effectLst>
        </p:spPr>
      </p:pic>
      <p:grpSp>
        <p:nvGrpSpPr>
          <p:cNvPr id="17" name="그룹 16">
            <a:extLst>
              <a:ext uri="{FF2B5EF4-FFF2-40B4-BE49-F238E27FC236}">
                <a16:creationId xmlns:a16="http://schemas.microsoft.com/office/drawing/2014/main" id="{D399A124-207E-A624-9543-FFE3D5DF2AFF}"/>
              </a:ext>
            </a:extLst>
          </p:cNvPr>
          <p:cNvGrpSpPr/>
          <p:nvPr/>
        </p:nvGrpSpPr>
        <p:grpSpPr>
          <a:xfrm>
            <a:off x="2576438" y="3057067"/>
            <a:ext cx="807424" cy="808132"/>
            <a:chOff x="2576438" y="3057067"/>
            <a:chExt cx="807424" cy="808132"/>
          </a:xfrm>
        </p:grpSpPr>
        <p:grpSp>
          <p:nvGrpSpPr>
            <p:cNvPr id="18" name="그룹 17">
              <a:extLst>
                <a:ext uri="{FF2B5EF4-FFF2-40B4-BE49-F238E27FC236}">
                  <a16:creationId xmlns:a16="http://schemas.microsoft.com/office/drawing/2014/main" id="{5D2EE530-25B1-38C0-0FE6-064CB295F64A}"/>
                </a:ext>
              </a:extLst>
            </p:cNvPr>
            <p:cNvGrpSpPr/>
            <p:nvPr/>
          </p:nvGrpSpPr>
          <p:grpSpPr>
            <a:xfrm>
              <a:off x="2576438" y="3057067"/>
              <a:ext cx="807424" cy="808132"/>
              <a:chOff x="9639965" y="3010178"/>
              <a:chExt cx="1079056" cy="1080002"/>
            </a:xfrm>
            <a:solidFill>
              <a:schemeClr val="tx2">
                <a:lumMod val="60000"/>
                <a:lumOff val="40000"/>
                <a:alpha val="81000"/>
              </a:schemeClr>
            </a:solidFill>
          </p:grpSpPr>
          <p:sp>
            <p:nvSpPr>
              <p:cNvPr id="46" name="화살표: 오각형 45">
                <a:extLst>
                  <a:ext uri="{FF2B5EF4-FFF2-40B4-BE49-F238E27FC236}">
                    <a16:creationId xmlns:a16="http://schemas.microsoft.com/office/drawing/2014/main" id="{B8E897C9-EDE4-643A-0ADD-EF0D0F882B5F}"/>
                  </a:ext>
                </a:extLst>
              </p:cNvPr>
              <p:cNvSpPr/>
              <p:nvPr/>
            </p:nvSpPr>
            <p:spPr>
              <a:xfrm>
                <a:off x="9997362" y="3370180"/>
                <a:ext cx="721659" cy="360000"/>
              </a:xfrm>
              <a:prstGeom prst="homePlate">
                <a:avLst>
                  <a:gd name="adj" fmla="val 36771"/>
                </a:avLst>
              </a:prstGeom>
              <a:solidFill>
                <a:schemeClr val="tx2">
                  <a:lumMod val="75000"/>
                  <a:alpha val="82000"/>
                </a:schemeClr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7" name="화살표: 오각형 46">
                <a:extLst>
                  <a:ext uri="{FF2B5EF4-FFF2-40B4-BE49-F238E27FC236}">
                    <a16:creationId xmlns:a16="http://schemas.microsoft.com/office/drawing/2014/main" id="{FEB028E7-0706-2763-FC0B-C7F813FD36B5}"/>
                  </a:ext>
                </a:extLst>
              </p:cNvPr>
              <p:cNvSpPr/>
              <p:nvPr/>
            </p:nvSpPr>
            <p:spPr>
              <a:xfrm rot="10800000">
                <a:off x="9639965" y="3370180"/>
                <a:ext cx="719055" cy="360000"/>
              </a:xfrm>
              <a:prstGeom prst="homePlate">
                <a:avLst>
                  <a:gd name="adj" fmla="val 36771"/>
                </a:avLst>
              </a:prstGeom>
              <a:solidFill>
                <a:schemeClr val="tx2">
                  <a:lumMod val="75000"/>
                  <a:alpha val="82000"/>
                </a:schemeClr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" name="화살표: 오각형 47">
                <a:extLst>
                  <a:ext uri="{FF2B5EF4-FFF2-40B4-BE49-F238E27FC236}">
                    <a16:creationId xmlns:a16="http://schemas.microsoft.com/office/drawing/2014/main" id="{71399788-980D-79E0-33F7-98B1A5DBB1FA}"/>
                  </a:ext>
                </a:extLst>
              </p:cNvPr>
              <p:cNvSpPr/>
              <p:nvPr/>
            </p:nvSpPr>
            <p:spPr>
              <a:xfrm rot="16200000">
                <a:off x="9819020" y="3190179"/>
                <a:ext cx="720001" cy="360000"/>
              </a:xfrm>
              <a:prstGeom prst="homePlate">
                <a:avLst>
                  <a:gd name="adj" fmla="val 36771"/>
                </a:avLst>
              </a:prstGeom>
              <a:solidFill>
                <a:schemeClr val="tx2">
                  <a:lumMod val="75000"/>
                  <a:alpha val="82000"/>
                </a:schemeClr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1" name="화살표: 오각형 60">
                <a:extLst>
                  <a:ext uri="{FF2B5EF4-FFF2-40B4-BE49-F238E27FC236}">
                    <a16:creationId xmlns:a16="http://schemas.microsoft.com/office/drawing/2014/main" id="{6519FF93-6400-25FD-7E52-D9B07FF343C9}"/>
                  </a:ext>
                </a:extLst>
              </p:cNvPr>
              <p:cNvSpPr/>
              <p:nvPr/>
            </p:nvSpPr>
            <p:spPr>
              <a:xfrm rot="5400000">
                <a:off x="9819020" y="3550179"/>
                <a:ext cx="720002" cy="360000"/>
              </a:xfrm>
              <a:prstGeom prst="homePlate">
                <a:avLst>
                  <a:gd name="adj" fmla="val 36771"/>
                </a:avLst>
              </a:prstGeom>
              <a:solidFill>
                <a:schemeClr val="tx2">
                  <a:lumMod val="75000"/>
                  <a:alpha val="82000"/>
                </a:schemeClr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7" name="직사각형 66">
                <a:extLst>
                  <a:ext uri="{FF2B5EF4-FFF2-40B4-BE49-F238E27FC236}">
                    <a16:creationId xmlns:a16="http://schemas.microsoft.com/office/drawing/2014/main" id="{FC92679A-BCF4-256C-9910-7948210C0BB1}"/>
                  </a:ext>
                </a:extLst>
              </p:cNvPr>
              <p:cNvSpPr/>
              <p:nvPr/>
            </p:nvSpPr>
            <p:spPr>
              <a:xfrm>
                <a:off x="9997362" y="3370177"/>
                <a:ext cx="360001" cy="360002"/>
              </a:xfrm>
              <a:prstGeom prst="rect">
                <a:avLst/>
              </a:prstGeom>
              <a:solidFill>
                <a:schemeClr val="tx2">
                  <a:lumMod val="75000"/>
                  <a:alpha val="82000"/>
                </a:schemeClr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sp>
          <p:nvSpPr>
            <p:cNvPr id="19" name="화살표: 오른쪽 18">
              <a:extLst>
                <a:ext uri="{FF2B5EF4-FFF2-40B4-BE49-F238E27FC236}">
                  <a16:creationId xmlns:a16="http://schemas.microsoft.com/office/drawing/2014/main" id="{63BE61B6-F56B-0C02-83B1-C43BB23FA96B}"/>
                </a:ext>
              </a:extLst>
            </p:cNvPr>
            <p:cNvSpPr/>
            <p:nvPr/>
          </p:nvSpPr>
          <p:spPr>
            <a:xfrm>
              <a:off x="3210034" y="3384329"/>
              <a:ext cx="75798" cy="153606"/>
            </a:xfrm>
            <a:prstGeom prst="rightArrow">
              <a:avLst>
                <a:gd name="adj1" fmla="val 50000"/>
                <a:gd name="adj2" fmla="val 100000"/>
              </a:avLst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화살표: 오른쪽 19">
              <a:extLst>
                <a:ext uri="{FF2B5EF4-FFF2-40B4-BE49-F238E27FC236}">
                  <a16:creationId xmlns:a16="http://schemas.microsoft.com/office/drawing/2014/main" id="{88AFF491-E244-98A5-DE8B-06A1FE6C725B}"/>
                </a:ext>
              </a:extLst>
            </p:cNvPr>
            <p:cNvSpPr/>
            <p:nvPr/>
          </p:nvSpPr>
          <p:spPr>
            <a:xfrm rot="10800000">
              <a:off x="2671422" y="3384329"/>
              <a:ext cx="75798" cy="153606"/>
            </a:xfrm>
            <a:prstGeom prst="rightArrow">
              <a:avLst>
                <a:gd name="adj1" fmla="val 50000"/>
                <a:gd name="adj2" fmla="val 100000"/>
              </a:avLst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" name="화살표: 오른쪽 20">
              <a:extLst>
                <a:ext uri="{FF2B5EF4-FFF2-40B4-BE49-F238E27FC236}">
                  <a16:creationId xmlns:a16="http://schemas.microsoft.com/office/drawing/2014/main" id="{78321E6F-40AC-01D8-463E-C0F80A349428}"/>
                </a:ext>
              </a:extLst>
            </p:cNvPr>
            <p:cNvSpPr/>
            <p:nvPr/>
          </p:nvSpPr>
          <p:spPr>
            <a:xfrm rot="16200000">
              <a:off x="2946624" y="3116055"/>
              <a:ext cx="75798" cy="153606"/>
            </a:xfrm>
            <a:prstGeom prst="rightArrow">
              <a:avLst>
                <a:gd name="adj1" fmla="val 50000"/>
                <a:gd name="adj2" fmla="val 100000"/>
              </a:avLst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" name="화살표: 오른쪽 21">
              <a:extLst>
                <a:ext uri="{FF2B5EF4-FFF2-40B4-BE49-F238E27FC236}">
                  <a16:creationId xmlns:a16="http://schemas.microsoft.com/office/drawing/2014/main" id="{FB2011C7-DEE0-2A5C-B540-36B0C142203E}"/>
                </a:ext>
              </a:extLst>
            </p:cNvPr>
            <p:cNvSpPr/>
            <p:nvPr/>
          </p:nvSpPr>
          <p:spPr>
            <a:xfrm rot="5400000">
              <a:off x="2946624" y="3656115"/>
              <a:ext cx="75798" cy="153606"/>
            </a:xfrm>
            <a:prstGeom prst="rightArrow">
              <a:avLst>
                <a:gd name="adj1" fmla="val 50000"/>
                <a:gd name="adj2" fmla="val 100000"/>
              </a:avLst>
            </a:prstGeom>
            <a:solidFill>
              <a:srgbClr val="00B0F0">
                <a:alpha val="82000"/>
              </a:srgbClr>
            </a:solidFill>
            <a:ln w="28575">
              <a:solidFill>
                <a:srgbClr val="00B0F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68" name="설명선: 굽은 선 67">
            <a:extLst>
              <a:ext uri="{FF2B5EF4-FFF2-40B4-BE49-F238E27FC236}">
                <a16:creationId xmlns:a16="http://schemas.microsoft.com/office/drawing/2014/main" id="{6CF26AAB-A1E5-7931-AA8A-015053ECEECD}"/>
              </a:ext>
            </a:extLst>
          </p:cNvPr>
          <p:cNvSpPr/>
          <p:nvPr/>
        </p:nvSpPr>
        <p:spPr>
          <a:xfrm>
            <a:off x="1552641" y="3200019"/>
            <a:ext cx="861702" cy="211645"/>
          </a:xfrm>
          <a:prstGeom prst="borderCallout2">
            <a:avLst>
              <a:gd name="adj1" fmla="val 23209"/>
              <a:gd name="adj2" fmla="val 100816"/>
              <a:gd name="adj3" fmla="val 25437"/>
              <a:gd name="adj4" fmla="val 113996"/>
              <a:gd name="adj5" fmla="val 87981"/>
              <a:gd name="adj6" fmla="val 125352"/>
            </a:avLst>
          </a:prstGeom>
          <a:solidFill>
            <a:srgbClr val="FF0000"/>
          </a:solidFill>
          <a:ln>
            <a:solidFill>
              <a:srgbClr val="FF0000"/>
            </a:solidFill>
            <a:tailEnd type="oval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도킹 인디케이터</a:t>
            </a:r>
          </a:p>
        </p:txBody>
      </p:sp>
      <p:sp>
        <p:nvSpPr>
          <p:cNvPr id="69" name="화살표: 왼쪽 68">
            <a:extLst>
              <a:ext uri="{FF2B5EF4-FFF2-40B4-BE49-F238E27FC236}">
                <a16:creationId xmlns:a16="http://schemas.microsoft.com/office/drawing/2014/main" id="{519670D0-BDA1-91A0-0169-EA1204B6F549}"/>
              </a:ext>
            </a:extLst>
          </p:cNvPr>
          <p:cNvSpPr/>
          <p:nvPr/>
        </p:nvSpPr>
        <p:spPr>
          <a:xfrm rot="3961658">
            <a:off x="2951145" y="3809034"/>
            <a:ext cx="241211" cy="152691"/>
          </a:xfrm>
          <a:prstGeom prst="leftArrow">
            <a:avLst>
              <a:gd name="adj1" fmla="val 21978"/>
              <a:gd name="adj2" fmla="val 109174"/>
            </a:avLst>
          </a:prstGeom>
          <a:solidFill>
            <a:schemeClr val="bg1"/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F29DDABE-EC9F-28B3-7F1C-2C633DEDA02E}"/>
              </a:ext>
            </a:extLst>
          </p:cNvPr>
          <p:cNvSpPr/>
          <p:nvPr/>
        </p:nvSpPr>
        <p:spPr>
          <a:xfrm>
            <a:off x="2598215" y="3153476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0612179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그룹 50">
            <a:extLst>
              <a:ext uri="{FF2B5EF4-FFF2-40B4-BE49-F238E27FC236}">
                <a16:creationId xmlns:a16="http://schemas.microsoft.com/office/drawing/2014/main" id="{7F93C009-66C0-4CFE-1769-3D2CBE4A68E1}"/>
              </a:ext>
            </a:extLst>
          </p:cNvPr>
          <p:cNvGrpSpPr/>
          <p:nvPr/>
        </p:nvGrpSpPr>
        <p:grpSpPr>
          <a:xfrm>
            <a:off x="805307" y="1405200"/>
            <a:ext cx="7433067" cy="4521304"/>
            <a:chOff x="723825" y="1441414"/>
            <a:chExt cx="7433067" cy="4521304"/>
          </a:xfrm>
        </p:grpSpPr>
        <p:sp>
          <p:nvSpPr>
            <p:cNvPr id="11" name="Google Shape;1197;p27">
              <a:extLst>
                <a:ext uri="{FF2B5EF4-FFF2-40B4-BE49-F238E27FC236}">
                  <a16:creationId xmlns:a16="http://schemas.microsoft.com/office/drawing/2014/main" id="{BE679B9B-0AAC-7FEC-BFC1-F06C3DBEF1CE}"/>
                </a:ext>
              </a:extLst>
            </p:cNvPr>
            <p:cNvSpPr/>
            <p:nvPr/>
          </p:nvSpPr>
          <p:spPr>
            <a:xfrm>
              <a:off x="723825" y="1441414"/>
              <a:ext cx="7433067" cy="4521304"/>
            </a:xfrm>
            <a:prstGeom prst="roundRect">
              <a:avLst>
                <a:gd name="adj" fmla="val 580"/>
              </a:avLst>
            </a:prstGeom>
            <a:solidFill>
              <a:srgbClr val="7F7F7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1650" tIns="24650" rIns="61650" bIns="24650" anchor="t" anchorCtr="0">
              <a:noAutofit/>
            </a:bodyPr>
            <a:lstStyle/>
            <a:p>
              <a:pPr fontAlgn="base"/>
              <a:endParaRPr kumimoji="1" sz="856" b="1" dirty="0">
                <a:solidFill>
                  <a:prstClr val="white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14" name="Google Shape;1199;p27">
              <a:extLst>
                <a:ext uri="{FF2B5EF4-FFF2-40B4-BE49-F238E27FC236}">
                  <a16:creationId xmlns:a16="http://schemas.microsoft.com/office/drawing/2014/main" id="{4A27E5F9-3413-F2FB-2879-1309B031AAB4}"/>
                </a:ext>
              </a:extLst>
            </p:cNvPr>
            <p:cNvGrpSpPr/>
            <p:nvPr/>
          </p:nvGrpSpPr>
          <p:grpSpPr>
            <a:xfrm>
              <a:off x="7630030" y="1500516"/>
              <a:ext cx="442113" cy="87537"/>
              <a:chOff x="8040633" y="187272"/>
              <a:chExt cx="890272" cy="181679"/>
            </a:xfrm>
          </p:grpSpPr>
          <p:sp>
            <p:nvSpPr>
              <p:cNvPr id="15" name="Google Shape;1200;p27">
                <a:extLst>
                  <a:ext uri="{FF2B5EF4-FFF2-40B4-BE49-F238E27FC236}">
                    <a16:creationId xmlns:a16="http://schemas.microsoft.com/office/drawing/2014/main" id="{FC48F49F-0B7F-B6C3-901D-E8003985FB4A}"/>
                  </a:ext>
                </a:extLst>
              </p:cNvPr>
              <p:cNvSpPr/>
              <p:nvPr/>
            </p:nvSpPr>
            <p:spPr>
              <a:xfrm>
                <a:off x="8753828" y="191300"/>
                <a:ext cx="177077" cy="177651"/>
              </a:xfrm>
              <a:custGeom>
                <a:avLst/>
                <a:gdLst/>
                <a:ahLst/>
                <a:cxnLst/>
                <a:rect l="l" t="t" r="r" b="b"/>
                <a:pathLst>
                  <a:path w="246" h="241" extrusionOk="0">
                    <a:moveTo>
                      <a:pt x="12" y="15"/>
                    </a:moveTo>
                    <a:cubicBezTo>
                      <a:pt x="0" y="26"/>
                      <a:pt x="0" y="45"/>
                      <a:pt x="12" y="56"/>
                    </a:cubicBezTo>
                    <a:lnTo>
                      <a:pt x="80" y="122"/>
                    </a:lnTo>
                    <a:lnTo>
                      <a:pt x="12" y="188"/>
                    </a:lnTo>
                    <a:cubicBezTo>
                      <a:pt x="0" y="199"/>
                      <a:pt x="0" y="218"/>
                      <a:pt x="12" y="229"/>
                    </a:cubicBezTo>
                    <a:cubicBezTo>
                      <a:pt x="24" y="241"/>
                      <a:pt x="44" y="241"/>
                      <a:pt x="56" y="229"/>
                    </a:cubicBezTo>
                    <a:lnTo>
                      <a:pt x="123" y="165"/>
                    </a:lnTo>
                    <a:lnTo>
                      <a:pt x="190" y="229"/>
                    </a:lnTo>
                    <a:cubicBezTo>
                      <a:pt x="202" y="241"/>
                      <a:pt x="222" y="241"/>
                      <a:pt x="234" y="229"/>
                    </a:cubicBezTo>
                    <a:cubicBezTo>
                      <a:pt x="246" y="218"/>
                      <a:pt x="246" y="199"/>
                      <a:pt x="234" y="188"/>
                    </a:cubicBezTo>
                    <a:lnTo>
                      <a:pt x="167" y="122"/>
                    </a:lnTo>
                    <a:lnTo>
                      <a:pt x="234" y="56"/>
                    </a:lnTo>
                    <a:cubicBezTo>
                      <a:pt x="246" y="45"/>
                      <a:pt x="246" y="26"/>
                      <a:pt x="234" y="15"/>
                    </a:cubicBezTo>
                    <a:cubicBezTo>
                      <a:pt x="222" y="3"/>
                      <a:pt x="202" y="3"/>
                      <a:pt x="190" y="15"/>
                    </a:cubicBezTo>
                    <a:lnTo>
                      <a:pt x="123" y="79"/>
                    </a:lnTo>
                    <a:lnTo>
                      <a:pt x="56" y="15"/>
                    </a:lnTo>
                    <a:cubicBezTo>
                      <a:pt x="41" y="0"/>
                      <a:pt x="26" y="3"/>
                      <a:pt x="12" y="15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9525" cap="flat" cmpd="sng">
                <a:solidFill>
                  <a:srgbClr val="33333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78300" tIns="39150" rIns="78300" bIns="39150" anchor="t" anchorCtr="0">
                <a:noAutofit/>
              </a:bodyPr>
              <a:lstStyle/>
              <a:p>
                <a:pPr latinLnBrk="0">
                  <a:defRPr/>
                </a:pPr>
                <a:endParaRPr sz="771" kern="0">
                  <a:solidFill>
                    <a:srgbClr val="262626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" name="Google Shape;1201;p27">
                <a:extLst>
                  <a:ext uri="{FF2B5EF4-FFF2-40B4-BE49-F238E27FC236}">
                    <a16:creationId xmlns:a16="http://schemas.microsoft.com/office/drawing/2014/main" id="{EEDC8B23-E96F-F9B8-7D01-E59D3D64777A}"/>
                  </a:ext>
                </a:extLst>
              </p:cNvPr>
              <p:cNvSpPr/>
              <p:nvPr/>
            </p:nvSpPr>
            <p:spPr>
              <a:xfrm>
                <a:off x="8403131" y="187272"/>
                <a:ext cx="179950" cy="181679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46" extrusionOk="0">
                    <a:moveTo>
                      <a:pt x="154" y="0"/>
                    </a:moveTo>
                    <a:cubicBezTo>
                      <a:pt x="131" y="0"/>
                      <a:pt x="108" y="1"/>
                      <a:pt x="86" y="1"/>
                    </a:cubicBezTo>
                    <a:cubicBezTo>
                      <a:pt x="70" y="1"/>
                      <a:pt x="57" y="13"/>
                      <a:pt x="57" y="28"/>
                    </a:cubicBezTo>
                    <a:lnTo>
                      <a:pt x="57" y="59"/>
                    </a:lnTo>
                    <a:cubicBezTo>
                      <a:pt x="48" y="59"/>
                      <a:pt x="38" y="59"/>
                      <a:pt x="28" y="59"/>
                    </a:cubicBezTo>
                    <a:cubicBezTo>
                      <a:pt x="13" y="59"/>
                      <a:pt x="0" y="71"/>
                      <a:pt x="0" y="86"/>
                    </a:cubicBezTo>
                    <a:lnTo>
                      <a:pt x="0" y="218"/>
                    </a:lnTo>
                    <a:cubicBezTo>
                      <a:pt x="0" y="233"/>
                      <a:pt x="13" y="246"/>
                      <a:pt x="28" y="246"/>
                    </a:cubicBezTo>
                    <a:lnTo>
                      <a:pt x="165" y="246"/>
                    </a:lnTo>
                    <a:cubicBezTo>
                      <a:pt x="183" y="246"/>
                      <a:pt x="193" y="231"/>
                      <a:pt x="193" y="218"/>
                    </a:cubicBezTo>
                    <a:lnTo>
                      <a:pt x="193" y="188"/>
                    </a:lnTo>
                    <a:lnTo>
                      <a:pt x="222" y="188"/>
                    </a:lnTo>
                    <a:cubicBezTo>
                      <a:pt x="240" y="188"/>
                      <a:pt x="250" y="173"/>
                      <a:pt x="250" y="160"/>
                    </a:cubicBezTo>
                    <a:lnTo>
                      <a:pt x="250" y="27"/>
                    </a:lnTo>
                    <a:cubicBezTo>
                      <a:pt x="250" y="9"/>
                      <a:pt x="237" y="0"/>
                      <a:pt x="222" y="0"/>
                    </a:cubicBezTo>
                    <a:cubicBezTo>
                      <a:pt x="199" y="0"/>
                      <a:pt x="177" y="0"/>
                      <a:pt x="154" y="0"/>
                    </a:cubicBezTo>
                    <a:close/>
                    <a:moveTo>
                      <a:pt x="109" y="52"/>
                    </a:moveTo>
                    <a:lnTo>
                      <a:pt x="198" y="52"/>
                    </a:lnTo>
                    <a:lnTo>
                      <a:pt x="198" y="138"/>
                    </a:lnTo>
                    <a:lnTo>
                      <a:pt x="193" y="138"/>
                    </a:lnTo>
                    <a:lnTo>
                      <a:pt x="193" y="85"/>
                    </a:lnTo>
                    <a:cubicBezTo>
                      <a:pt x="193" y="67"/>
                      <a:pt x="180" y="58"/>
                      <a:pt x="165" y="58"/>
                    </a:cubicBezTo>
                    <a:cubicBezTo>
                      <a:pt x="146" y="58"/>
                      <a:pt x="128" y="58"/>
                      <a:pt x="109" y="58"/>
                    </a:cubicBezTo>
                    <a:lnTo>
                      <a:pt x="109" y="52"/>
                    </a:lnTo>
                    <a:close/>
                    <a:moveTo>
                      <a:pt x="53" y="110"/>
                    </a:moveTo>
                    <a:lnTo>
                      <a:pt x="141" y="110"/>
                    </a:lnTo>
                    <a:lnTo>
                      <a:pt x="141" y="196"/>
                    </a:lnTo>
                    <a:lnTo>
                      <a:pt x="53" y="196"/>
                    </a:lnTo>
                    <a:lnTo>
                      <a:pt x="53" y="110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9525" cap="flat" cmpd="sng">
                <a:solidFill>
                  <a:srgbClr val="33333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78300" tIns="39150" rIns="78300" bIns="39150" anchor="t" anchorCtr="0">
                <a:noAutofit/>
              </a:bodyPr>
              <a:lstStyle/>
              <a:p>
                <a:pPr latinLnBrk="0">
                  <a:defRPr/>
                </a:pPr>
                <a:endParaRPr sz="771" kern="0">
                  <a:solidFill>
                    <a:srgbClr val="262626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" name="Google Shape;1202;p27">
                <a:extLst>
                  <a:ext uri="{FF2B5EF4-FFF2-40B4-BE49-F238E27FC236}">
                    <a16:creationId xmlns:a16="http://schemas.microsoft.com/office/drawing/2014/main" id="{00C6C58C-CE5F-0255-C5B6-4A16D2131406}"/>
                  </a:ext>
                </a:extLst>
              </p:cNvPr>
              <p:cNvSpPr/>
              <p:nvPr/>
            </p:nvSpPr>
            <p:spPr>
              <a:xfrm>
                <a:off x="8040633" y="325833"/>
                <a:ext cx="169606" cy="43118"/>
              </a:xfrm>
              <a:custGeom>
                <a:avLst/>
                <a:gdLst/>
                <a:ahLst/>
                <a:cxnLst/>
                <a:rect l="l" t="t" r="r" b="b"/>
                <a:pathLst>
                  <a:path w="236" h="59" extrusionOk="0">
                    <a:moveTo>
                      <a:pt x="32" y="0"/>
                    </a:moveTo>
                    <a:cubicBezTo>
                      <a:pt x="15" y="0"/>
                      <a:pt x="0" y="13"/>
                      <a:pt x="0" y="30"/>
                    </a:cubicBezTo>
                    <a:cubicBezTo>
                      <a:pt x="0" y="46"/>
                      <a:pt x="15" y="59"/>
                      <a:pt x="32" y="59"/>
                    </a:cubicBezTo>
                    <a:lnTo>
                      <a:pt x="205" y="59"/>
                    </a:lnTo>
                    <a:cubicBezTo>
                      <a:pt x="222" y="59"/>
                      <a:pt x="236" y="46"/>
                      <a:pt x="236" y="30"/>
                    </a:cubicBezTo>
                    <a:cubicBezTo>
                      <a:pt x="236" y="13"/>
                      <a:pt x="222" y="0"/>
                      <a:pt x="205" y="0"/>
                    </a:cubicBezTo>
                    <a:lnTo>
                      <a:pt x="32" y="0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9525" cap="flat" cmpd="sng">
                <a:solidFill>
                  <a:srgbClr val="33333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78300" tIns="39150" rIns="78300" bIns="39150" anchor="t" anchorCtr="0">
                <a:noAutofit/>
              </a:bodyPr>
              <a:lstStyle/>
              <a:p>
                <a:pPr latinLnBrk="0">
                  <a:defRPr/>
                </a:pPr>
                <a:endParaRPr sz="771" kern="0">
                  <a:solidFill>
                    <a:srgbClr val="262626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18" name="그룹 17">
              <a:extLst>
                <a:ext uri="{FF2B5EF4-FFF2-40B4-BE49-F238E27FC236}">
                  <a16:creationId xmlns:a16="http://schemas.microsoft.com/office/drawing/2014/main" id="{E3879BBF-C6DF-E894-E0E5-40B35DFA7906}"/>
                </a:ext>
              </a:extLst>
            </p:cNvPr>
            <p:cNvGrpSpPr/>
            <p:nvPr/>
          </p:nvGrpSpPr>
          <p:grpSpPr>
            <a:xfrm>
              <a:off x="772907" y="1473756"/>
              <a:ext cx="816595" cy="128258"/>
              <a:chOff x="186200" y="958444"/>
              <a:chExt cx="900035" cy="128258"/>
            </a:xfrm>
          </p:grpSpPr>
          <p:pic>
            <p:nvPicPr>
              <p:cNvPr id="19" name="그림 18">
                <a:extLst>
                  <a:ext uri="{FF2B5EF4-FFF2-40B4-BE49-F238E27FC236}">
                    <a16:creationId xmlns:a16="http://schemas.microsoft.com/office/drawing/2014/main" id="{39ECEEB4-84A8-1A00-12A8-890DEAC59E30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r="58636"/>
              <a:stretch/>
            </p:blipFill>
            <p:spPr>
              <a:xfrm>
                <a:off x="186200" y="958444"/>
                <a:ext cx="372764" cy="128258"/>
              </a:xfrm>
              <a:prstGeom prst="rect">
                <a:avLst/>
              </a:prstGeom>
            </p:spPr>
          </p:pic>
          <p:pic>
            <p:nvPicPr>
              <p:cNvPr id="20" name="그림 19">
                <a:extLst>
                  <a:ext uri="{FF2B5EF4-FFF2-40B4-BE49-F238E27FC236}">
                    <a16:creationId xmlns:a16="http://schemas.microsoft.com/office/drawing/2014/main" id="{8D218D1D-F953-83A4-151E-A29832ECF3DB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2">
                <a:lum bright="70000" contrast="-70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1491"/>
              <a:stretch/>
            </p:blipFill>
            <p:spPr>
              <a:xfrm>
                <a:off x="558964" y="958444"/>
                <a:ext cx="527271" cy="128258"/>
              </a:xfrm>
              <a:prstGeom prst="rect">
                <a:avLst/>
              </a:prstGeom>
            </p:spPr>
          </p:pic>
        </p:grp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803A5B7E-7516-4146-1A92-D864EA315BF0}"/>
                </a:ext>
              </a:extLst>
            </p:cNvPr>
            <p:cNvSpPr/>
            <p:nvPr/>
          </p:nvSpPr>
          <p:spPr>
            <a:xfrm>
              <a:off x="764412" y="1648694"/>
              <a:ext cx="7346293" cy="174091"/>
            </a:xfrm>
            <a:prstGeom prst="rect">
              <a:avLst/>
            </a:prstGeom>
            <a:solidFill>
              <a:sysClr val="window" lastClr="FFFFFF">
                <a:lumMod val="85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  <a:sym typeface="Webdings" panose="05030102010509060703" pitchFamily="18" charset="2"/>
                </a:rPr>
                <a:t>      </a:t>
              </a:r>
              <a:r>
                <a:rPr kumimoji="1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[</a:t>
              </a:r>
              <a:r>
                <a:rPr kumimoji="1" lang="ko-KR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이벤트 수상</a:t>
              </a:r>
              <a:r>
                <a:rPr kumimoji="1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] 2025 </a:t>
              </a:r>
              <a:r>
                <a:rPr kumimoji="1" lang="ko-KR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투네이션 어워드 수상자 발표</a:t>
              </a:r>
            </a:p>
          </p:txBody>
        </p:sp>
        <p:pic>
          <p:nvPicPr>
            <p:cNvPr id="22" name="그래픽 21">
              <a:extLst>
                <a:ext uri="{FF2B5EF4-FFF2-40B4-BE49-F238E27FC236}">
                  <a16:creationId xmlns:a16="http://schemas.microsoft.com/office/drawing/2014/main" id="{89C29485-E5C1-8706-3E4A-90AE4901211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778591" y="1655215"/>
              <a:ext cx="159090" cy="159090"/>
            </a:xfrm>
            <a:prstGeom prst="rect">
              <a:avLst/>
            </a:prstGeom>
          </p:spPr>
        </p:pic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F9E618FC-921A-711B-633D-28DD19F693B2}"/>
                </a:ext>
              </a:extLst>
            </p:cNvPr>
            <p:cNvGrpSpPr/>
            <p:nvPr/>
          </p:nvGrpSpPr>
          <p:grpSpPr>
            <a:xfrm>
              <a:off x="7965724" y="1845248"/>
              <a:ext cx="153985" cy="4066819"/>
              <a:chOff x="8996362" y="1394838"/>
              <a:chExt cx="153985" cy="4066819"/>
            </a:xfrm>
          </p:grpSpPr>
          <p:sp>
            <p:nvSpPr>
              <p:cNvPr id="24" name="직사각형 23">
                <a:extLst>
                  <a:ext uri="{FF2B5EF4-FFF2-40B4-BE49-F238E27FC236}">
                    <a16:creationId xmlns:a16="http://schemas.microsoft.com/office/drawing/2014/main" id="{AFBCB23B-9D60-E639-714F-AF0457F61C6B}"/>
                  </a:ext>
                </a:extLst>
              </p:cNvPr>
              <p:cNvSpPr/>
              <p:nvPr/>
            </p:nvSpPr>
            <p:spPr>
              <a:xfrm rot="5400000">
                <a:off x="7039945" y="3351255"/>
                <a:ext cx="4066819" cy="153985"/>
              </a:xfrm>
              <a:prstGeom prst="rect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endParaRPr>
              </a:p>
            </p:txBody>
          </p:sp>
          <p:grpSp>
            <p:nvGrpSpPr>
              <p:cNvPr id="25" name="그룹 24">
                <a:extLst>
                  <a:ext uri="{FF2B5EF4-FFF2-40B4-BE49-F238E27FC236}">
                    <a16:creationId xmlns:a16="http://schemas.microsoft.com/office/drawing/2014/main" id="{0ABEED6E-57D2-F4B5-D6A0-58ADCEBCB235}"/>
                  </a:ext>
                </a:extLst>
              </p:cNvPr>
              <p:cNvGrpSpPr/>
              <p:nvPr/>
            </p:nvGrpSpPr>
            <p:grpSpPr>
              <a:xfrm>
                <a:off x="9022645" y="3366303"/>
                <a:ext cx="103354" cy="112704"/>
                <a:chOff x="11526163" y="182706"/>
                <a:chExt cx="618370" cy="524775"/>
              </a:xfrm>
            </p:grpSpPr>
            <p:sp>
              <p:nvSpPr>
                <p:cNvPr id="26" name="순서도: 판단 25">
                  <a:extLst>
                    <a:ext uri="{FF2B5EF4-FFF2-40B4-BE49-F238E27FC236}">
                      <a16:creationId xmlns:a16="http://schemas.microsoft.com/office/drawing/2014/main" id="{13B38179-5AA2-130F-C596-99B0E46DF0AC}"/>
                    </a:ext>
                  </a:extLst>
                </p:cNvPr>
                <p:cNvSpPr/>
                <p:nvPr/>
              </p:nvSpPr>
              <p:spPr>
                <a:xfrm>
                  <a:off x="11526163" y="483040"/>
                  <a:ext cx="618370" cy="224441"/>
                </a:xfrm>
                <a:prstGeom prst="flowChartDecision">
                  <a:avLst/>
                </a:prstGeom>
                <a:solidFill>
                  <a:sysClr val="windowText" lastClr="000000"/>
                </a:solidFill>
                <a:ln w="12700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27" name="순서도: 판단 26">
                  <a:extLst>
                    <a:ext uri="{FF2B5EF4-FFF2-40B4-BE49-F238E27FC236}">
                      <a16:creationId xmlns:a16="http://schemas.microsoft.com/office/drawing/2014/main" id="{AEBA8467-E0EA-B518-2D9A-15F40BA951B6}"/>
                    </a:ext>
                  </a:extLst>
                </p:cNvPr>
                <p:cNvSpPr/>
                <p:nvPr/>
              </p:nvSpPr>
              <p:spPr>
                <a:xfrm>
                  <a:off x="11526163" y="332875"/>
                  <a:ext cx="618370" cy="224441"/>
                </a:xfrm>
                <a:prstGeom prst="flowChartDecision">
                  <a:avLst/>
                </a:prstGeom>
                <a:solidFill>
                  <a:sysClr val="windowText" lastClr="000000"/>
                </a:solidFill>
                <a:ln w="12700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32" name="순서도: 판단 31">
                  <a:extLst>
                    <a:ext uri="{FF2B5EF4-FFF2-40B4-BE49-F238E27FC236}">
                      <a16:creationId xmlns:a16="http://schemas.microsoft.com/office/drawing/2014/main" id="{A843B22D-2A45-0906-B9ED-5D0B1A350A9C}"/>
                    </a:ext>
                  </a:extLst>
                </p:cNvPr>
                <p:cNvSpPr/>
                <p:nvPr/>
              </p:nvSpPr>
              <p:spPr>
                <a:xfrm>
                  <a:off x="11526163" y="182706"/>
                  <a:ext cx="618370" cy="224441"/>
                </a:xfrm>
                <a:prstGeom prst="flowChartDecision">
                  <a:avLst/>
                </a:prstGeom>
                <a:solidFill>
                  <a:sysClr val="windowText" lastClr="000000"/>
                </a:solidFill>
                <a:ln w="12700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</p:grpSp>
        <p:pic>
          <p:nvPicPr>
            <p:cNvPr id="42" name="그래픽 41">
              <a:extLst>
                <a:ext uri="{FF2B5EF4-FFF2-40B4-BE49-F238E27FC236}">
                  <a16:creationId xmlns:a16="http://schemas.microsoft.com/office/drawing/2014/main" id="{8A31C693-E677-252C-B5BC-CB715F1DA1F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7414933" y="1465336"/>
              <a:ext cx="145612" cy="145612"/>
            </a:xfrm>
            <a:prstGeom prst="rect">
              <a:avLst/>
            </a:prstGeom>
          </p:spPr>
        </p:pic>
        <p:pic>
          <p:nvPicPr>
            <p:cNvPr id="43" name="그림 42">
              <a:extLst>
                <a:ext uri="{FF2B5EF4-FFF2-40B4-BE49-F238E27FC236}">
                  <a16:creationId xmlns:a16="http://schemas.microsoft.com/office/drawing/2014/main" id="{6B589027-39C5-D759-33F4-8477CD2ED60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biLevel thresh="75000"/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rightnessContrast bright="-4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7909984" y="1658307"/>
              <a:ext cx="162159" cy="162161"/>
            </a:xfrm>
            <a:prstGeom prst="rect">
              <a:avLst/>
            </a:prstGeom>
          </p:spPr>
        </p:pic>
        <p:pic>
          <p:nvPicPr>
            <p:cNvPr id="44" name="그림 43">
              <a:extLst>
                <a:ext uri="{FF2B5EF4-FFF2-40B4-BE49-F238E27FC236}">
                  <a16:creationId xmlns:a16="http://schemas.microsoft.com/office/drawing/2014/main" id="{B53CEB15-0004-5CD0-9E88-BF7D644D8A35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biLevel thresh="75000"/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brightnessContrast bright="-4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7704540" y="1658307"/>
              <a:ext cx="162161" cy="162162"/>
            </a:xfrm>
            <a:prstGeom prst="rect">
              <a:avLst/>
            </a:prstGeom>
          </p:spPr>
        </p:pic>
        <p:pic>
          <p:nvPicPr>
            <p:cNvPr id="45" name="그림 44">
              <a:extLst>
                <a:ext uri="{FF2B5EF4-FFF2-40B4-BE49-F238E27FC236}">
                  <a16:creationId xmlns:a16="http://schemas.microsoft.com/office/drawing/2014/main" id="{A1AD551C-D010-CD9B-13FC-97C57B5F99F0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764412" y="1838629"/>
              <a:ext cx="4291956" cy="3334801"/>
            </a:xfrm>
            <a:prstGeom prst="rect">
              <a:avLst/>
            </a:prstGeom>
          </p:spPr>
        </p:pic>
        <p:pic>
          <p:nvPicPr>
            <p:cNvPr id="46" name="그림 45">
              <a:extLst>
                <a:ext uri="{FF2B5EF4-FFF2-40B4-BE49-F238E27FC236}">
                  <a16:creationId xmlns:a16="http://schemas.microsoft.com/office/drawing/2014/main" id="{20720E6E-7165-D408-1F96-DCA73A0C63B7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5074840" y="1838598"/>
              <a:ext cx="1536325" cy="4066384"/>
            </a:xfrm>
            <a:prstGeom prst="rect">
              <a:avLst/>
            </a:prstGeom>
          </p:spPr>
        </p:pic>
        <p:pic>
          <p:nvPicPr>
            <p:cNvPr id="47" name="그림 46">
              <a:extLst>
                <a:ext uri="{FF2B5EF4-FFF2-40B4-BE49-F238E27FC236}">
                  <a16:creationId xmlns:a16="http://schemas.microsoft.com/office/drawing/2014/main" id="{5696F13C-8780-DA13-2371-3DE12059AED9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6625707" y="4536968"/>
              <a:ext cx="1316850" cy="1377815"/>
            </a:xfrm>
            <a:prstGeom prst="rect">
              <a:avLst/>
            </a:prstGeom>
          </p:spPr>
        </p:pic>
        <p:pic>
          <p:nvPicPr>
            <p:cNvPr id="48" name="그림 47">
              <a:extLst>
                <a:ext uri="{FF2B5EF4-FFF2-40B4-BE49-F238E27FC236}">
                  <a16:creationId xmlns:a16="http://schemas.microsoft.com/office/drawing/2014/main" id="{1A8B52DE-2103-8BA9-CAB8-6B511FED206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6621441" y="1845322"/>
              <a:ext cx="1329043" cy="2682472"/>
            </a:xfrm>
            <a:prstGeom prst="rect">
              <a:avLst/>
            </a:prstGeom>
          </p:spPr>
        </p:pic>
        <p:pic>
          <p:nvPicPr>
            <p:cNvPr id="49" name="그림 48">
              <a:extLst>
                <a:ext uri="{FF2B5EF4-FFF2-40B4-BE49-F238E27FC236}">
                  <a16:creationId xmlns:a16="http://schemas.microsoft.com/office/drawing/2014/main" id="{4A5B58AA-C867-ACAE-62C8-005F21C9748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764412" y="5189274"/>
              <a:ext cx="3225064" cy="713294"/>
            </a:xfrm>
            <a:prstGeom prst="rect">
              <a:avLst/>
            </a:prstGeom>
          </p:spPr>
        </p:pic>
        <p:pic>
          <p:nvPicPr>
            <p:cNvPr id="50" name="그림 49">
              <a:extLst>
                <a:ext uri="{FF2B5EF4-FFF2-40B4-BE49-F238E27FC236}">
                  <a16:creationId xmlns:a16="http://schemas.microsoft.com/office/drawing/2014/main" id="{E644385F-434A-CF3C-C008-C789C134B376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4007624" y="5186971"/>
              <a:ext cx="1059225" cy="722765"/>
            </a:xfrm>
            <a:prstGeom prst="rect">
              <a:avLst/>
            </a:prstGeom>
          </p:spPr>
        </p:pic>
      </p:grp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08AE0D6B-0852-379C-5B35-F9A5C5375E9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5340" y="411980"/>
            <a:ext cx="9436335" cy="424732"/>
          </a:xfrm>
        </p:spPr>
        <p:txBody>
          <a:bodyPr/>
          <a:lstStyle/>
          <a:p>
            <a:r>
              <a:rPr lang="ko-KR" altLang="en-US" dirty="0"/>
              <a:t>위젯 삭제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15D6AF1E-E438-384E-2C39-E9DB8BF0BCF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위젯 동작 </a:t>
            </a:r>
            <a:r>
              <a:rPr lang="en-US" altLang="ko-KR" dirty="0"/>
              <a:t>&gt; </a:t>
            </a:r>
            <a:r>
              <a:rPr lang="ko-KR" altLang="en-US" dirty="0"/>
              <a:t>위젯 삭제</a:t>
            </a: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24034DB7-09A2-8953-9BF0-1A453F262DC6}"/>
              </a:ext>
            </a:extLst>
          </p:cNvPr>
          <p:cNvGrpSpPr/>
          <p:nvPr/>
        </p:nvGrpSpPr>
        <p:grpSpPr>
          <a:xfrm rot="5400000">
            <a:off x="6743089" y="5052508"/>
            <a:ext cx="1332570" cy="250484"/>
            <a:chOff x="6600056" y="1538514"/>
            <a:chExt cx="1692188" cy="305304"/>
          </a:xfrm>
        </p:grpSpPr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CECED926-343E-4CF3-B921-BF29C47F937D}"/>
                </a:ext>
              </a:extLst>
            </p:cNvPr>
            <p:cNvCxnSpPr/>
            <p:nvPr/>
          </p:nvCxnSpPr>
          <p:spPr>
            <a:xfrm>
              <a:off x="6600056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0756F972-38A9-9FFD-FF1B-FB64982093D0}"/>
                </a:ext>
              </a:extLst>
            </p:cNvPr>
            <p:cNvCxnSpPr/>
            <p:nvPr/>
          </p:nvCxnSpPr>
          <p:spPr>
            <a:xfrm>
              <a:off x="8292244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화살표 연결선 30">
              <a:extLst>
                <a:ext uri="{FF2B5EF4-FFF2-40B4-BE49-F238E27FC236}">
                  <a16:creationId xmlns:a16="http://schemas.microsoft.com/office/drawing/2014/main" id="{F570F6BF-D1A2-4B6B-2940-9588467718B3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56" y="1685893"/>
              <a:ext cx="1692188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C83389A9-40BC-DF2A-A22F-E4C96CAC364D}"/>
              </a:ext>
            </a:extLst>
          </p:cNvPr>
          <p:cNvGrpSpPr/>
          <p:nvPr/>
        </p:nvGrpSpPr>
        <p:grpSpPr>
          <a:xfrm>
            <a:off x="7984399" y="4339519"/>
            <a:ext cx="195534" cy="215555"/>
            <a:chOff x="5322094" y="2575270"/>
            <a:chExt cx="195534" cy="215555"/>
          </a:xfrm>
        </p:grpSpPr>
        <p:sp>
          <p:nvSpPr>
            <p:cNvPr id="39" name="타원 38">
              <a:extLst>
                <a:ext uri="{FF2B5EF4-FFF2-40B4-BE49-F238E27FC236}">
                  <a16:creationId xmlns:a16="http://schemas.microsoft.com/office/drawing/2014/main" id="{8013EC2D-DB2C-855C-8DC4-3419E34F6133}"/>
                </a:ext>
              </a:extLst>
            </p:cNvPr>
            <p:cNvSpPr/>
            <p:nvPr/>
          </p:nvSpPr>
          <p:spPr>
            <a:xfrm>
              <a:off x="5368629" y="2575270"/>
              <a:ext cx="148999" cy="14899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>
              <a:glow rad="50800">
                <a:srgbClr val="FF0000">
                  <a:alpha val="30000"/>
                </a:srgbClr>
              </a:glow>
              <a:softEdge rad="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56616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713232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69848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426464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1783080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139696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2496312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2852928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7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40" name="직선 화살표 연결선 39">
              <a:extLst>
                <a:ext uri="{FF2B5EF4-FFF2-40B4-BE49-F238E27FC236}">
                  <a16:creationId xmlns:a16="http://schemas.microsoft.com/office/drawing/2014/main" id="{85558B69-1A2A-2860-9EDA-C97FA28FC1EB}"/>
                </a:ext>
              </a:extLst>
            </p:cNvPr>
            <p:cNvCxnSpPr>
              <a:stCxn id="39" idx="3"/>
            </p:cNvCxnSpPr>
            <p:nvPr/>
          </p:nvCxnSpPr>
          <p:spPr>
            <a:xfrm flipH="1">
              <a:off x="5322094" y="2702449"/>
              <a:ext cx="68355" cy="88376"/>
            </a:xfrm>
            <a:prstGeom prst="straightConnector1">
              <a:avLst/>
            </a:prstGeom>
            <a:ln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41" name="Group 323">
            <a:extLst>
              <a:ext uri="{FF2B5EF4-FFF2-40B4-BE49-F238E27FC236}">
                <a16:creationId xmlns:a16="http://schemas.microsoft.com/office/drawing/2014/main" id="{E9CB0953-7E25-9700-5185-474672081A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8716664"/>
              </p:ext>
            </p:extLst>
          </p:nvPr>
        </p:nvGraphicFramePr>
        <p:xfrm>
          <a:off x="9625013" y="575703"/>
          <a:ext cx="2519969" cy="3561412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AutoNum type="arabicParenR"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위젯 삭제 </a:t>
                      </a:r>
                      <a:b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위젯을 삭제하면 해당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highlight>
                            <a:srgbClr val="FFFF00"/>
                          </a:highlight>
                          <a:latin typeface="맑은 고딕" panose="020B0503020000020004" pitchFamily="50" charset="-127"/>
                          <a:ea typeface="+mn-ea"/>
                        </a:rPr>
                        <a:t>위젯 추가 시 분할된 위젯의 위치에 있던 위젯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이 그 자리를 채운다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. </a:t>
                      </a:r>
                      <a:b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※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분할 전 위젯의 위치가 다른 위젯과 바뀌었더라도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분할된 위젯의 위치에 있는 위젯이 삭제된 위젯의 자리를 채운다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.</a:t>
                      </a:r>
                    </a:p>
                    <a:p>
                      <a:pPr marL="228600" marR="0" lvl="0" indent="-22860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AutoNum type="arabicParenR"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228600" marR="0" lvl="0" indent="-22860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AutoNum type="arabicParenR"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분할된 한쪽의 위젯이 상하로 여러 개로 분할되어 있는 상태에서 다른 한쪽 위젯을 삭제할 경우 </a:t>
                      </a:r>
                      <a:b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상하로 분할된 여러 개의 위젯이 동일한 비율의 크기로 삭제된 위젯의 공간을 채운다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.</a:t>
                      </a:r>
                    </a:p>
                    <a:p>
                      <a:pPr marL="228600" marR="0" lvl="0" indent="-22860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AutoNum type="arabicParenR"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228600" marR="0" lvl="0" indent="-22860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AutoNum type="arabicParenR"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캔버스 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상하좌우면과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접한 위젯이 하나의 위젯일 경우</a:t>
                      </a:r>
                      <a:b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이 위젯을 삭제하면 인접한 위젯들이 함께 그 공간을 채운다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.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9295457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10041535"/>
                  </a:ext>
                </a:extLst>
              </a:tr>
            </a:tbl>
          </a:graphicData>
        </a:graphic>
      </p:graphicFrame>
      <p:pic>
        <p:nvPicPr>
          <p:cNvPr id="80" name="그림 79">
            <a:extLst>
              <a:ext uri="{FF2B5EF4-FFF2-40B4-BE49-F238E27FC236}">
                <a16:creationId xmlns:a16="http://schemas.microsoft.com/office/drawing/2014/main" id="{6F30E462-4BEE-A8DD-F6C0-030C94B069BF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39647" y="5152754"/>
            <a:ext cx="3240228" cy="7205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49701534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그룹 7">
            <a:extLst>
              <a:ext uri="{FF2B5EF4-FFF2-40B4-BE49-F238E27FC236}">
                <a16:creationId xmlns:a16="http://schemas.microsoft.com/office/drawing/2014/main" id="{92F7871B-4227-0AD5-50DB-CCFBD0F5DCB3}"/>
              </a:ext>
            </a:extLst>
          </p:cNvPr>
          <p:cNvGrpSpPr/>
          <p:nvPr/>
        </p:nvGrpSpPr>
        <p:grpSpPr>
          <a:xfrm>
            <a:off x="661751" y="1602640"/>
            <a:ext cx="7433067" cy="4521304"/>
            <a:chOff x="734178" y="1593586"/>
            <a:chExt cx="7433067" cy="4521304"/>
          </a:xfrm>
        </p:grpSpPr>
        <p:sp>
          <p:nvSpPr>
            <p:cNvPr id="9" name="Google Shape;1197;p27">
              <a:extLst>
                <a:ext uri="{FF2B5EF4-FFF2-40B4-BE49-F238E27FC236}">
                  <a16:creationId xmlns:a16="http://schemas.microsoft.com/office/drawing/2014/main" id="{DF1363C9-C3FA-7CFF-1F69-78093499B278}"/>
                </a:ext>
              </a:extLst>
            </p:cNvPr>
            <p:cNvSpPr/>
            <p:nvPr/>
          </p:nvSpPr>
          <p:spPr>
            <a:xfrm>
              <a:off x="734178" y="1593586"/>
              <a:ext cx="7433067" cy="4521304"/>
            </a:xfrm>
            <a:prstGeom prst="roundRect">
              <a:avLst>
                <a:gd name="adj" fmla="val 580"/>
              </a:avLst>
            </a:prstGeom>
            <a:solidFill>
              <a:srgbClr val="7F7F7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1650" tIns="24650" rIns="61650" bIns="24650" anchor="t" anchorCtr="0">
              <a:noAutofit/>
            </a:bodyPr>
            <a:lstStyle/>
            <a:p>
              <a:pPr fontAlgn="base"/>
              <a:endParaRPr kumimoji="1" sz="856" b="1" dirty="0">
                <a:solidFill>
                  <a:prstClr val="white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10" name="Google Shape;1199;p27">
              <a:extLst>
                <a:ext uri="{FF2B5EF4-FFF2-40B4-BE49-F238E27FC236}">
                  <a16:creationId xmlns:a16="http://schemas.microsoft.com/office/drawing/2014/main" id="{FF8B4170-CBC5-B291-7CED-551A2F5F68EB}"/>
                </a:ext>
              </a:extLst>
            </p:cNvPr>
            <p:cNvGrpSpPr/>
            <p:nvPr/>
          </p:nvGrpSpPr>
          <p:grpSpPr>
            <a:xfrm>
              <a:off x="7640383" y="1652688"/>
              <a:ext cx="442113" cy="87537"/>
              <a:chOff x="8040633" y="187272"/>
              <a:chExt cx="890272" cy="181679"/>
            </a:xfrm>
          </p:grpSpPr>
          <p:sp>
            <p:nvSpPr>
              <p:cNvPr id="33" name="Google Shape;1200;p27">
                <a:extLst>
                  <a:ext uri="{FF2B5EF4-FFF2-40B4-BE49-F238E27FC236}">
                    <a16:creationId xmlns:a16="http://schemas.microsoft.com/office/drawing/2014/main" id="{46224B9A-ED1E-7E05-BFFB-2E128DA5E8FC}"/>
                  </a:ext>
                </a:extLst>
              </p:cNvPr>
              <p:cNvSpPr/>
              <p:nvPr/>
            </p:nvSpPr>
            <p:spPr>
              <a:xfrm>
                <a:off x="8753828" y="191300"/>
                <a:ext cx="177077" cy="177651"/>
              </a:xfrm>
              <a:custGeom>
                <a:avLst/>
                <a:gdLst/>
                <a:ahLst/>
                <a:cxnLst/>
                <a:rect l="l" t="t" r="r" b="b"/>
                <a:pathLst>
                  <a:path w="246" h="241" extrusionOk="0">
                    <a:moveTo>
                      <a:pt x="12" y="15"/>
                    </a:moveTo>
                    <a:cubicBezTo>
                      <a:pt x="0" y="26"/>
                      <a:pt x="0" y="45"/>
                      <a:pt x="12" y="56"/>
                    </a:cubicBezTo>
                    <a:lnTo>
                      <a:pt x="80" y="122"/>
                    </a:lnTo>
                    <a:lnTo>
                      <a:pt x="12" y="188"/>
                    </a:lnTo>
                    <a:cubicBezTo>
                      <a:pt x="0" y="199"/>
                      <a:pt x="0" y="218"/>
                      <a:pt x="12" y="229"/>
                    </a:cubicBezTo>
                    <a:cubicBezTo>
                      <a:pt x="24" y="241"/>
                      <a:pt x="44" y="241"/>
                      <a:pt x="56" y="229"/>
                    </a:cubicBezTo>
                    <a:lnTo>
                      <a:pt x="123" y="165"/>
                    </a:lnTo>
                    <a:lnTo>
                      <a:pt x="190" y="229"/>
                    </a:lnTo>
                    <a:cubicBezTo>
                      <a:pt x="202" y="241"/>
                      <a:pt x="222" y="241"/>
                      <a:pt x="234" y="229"/>
                    </a:cubicBezTo>
                    <a:cubicBezTo>
                      <a:pt x="246" y="218"/>
                      <a:pt x="246" y="199"/>
                      <a:pt x="234" y="188"/>
                    </a:cubicBezTo>
                    <a:lnTo>
                      <a:pt x="167" y="122"/>
                    </a:lnTo>
                    <a:lnTo>
                      <a:pt x="234" y="56"/>
                    </a:lnTo>
                    <a:cubicBezTo>
                      <a:pt x="246" y="45"/>
                      <a:pt x="246" y="26"/>
                      <a:pt x="234" y="15"/>
                    </a:cubicBezTo>
                    <a:cubicBezTo>
                      <a:pt x="222" y="3"/>
                      <a:pt x="202" y="3"/>
                      <a:pt x="190" y="15"/>
                    </a:cubicBezTo>
                    <a:lnTo>
                      <a:pt x="123" y="79"/>
                    </a:lnTo>
                    <a:lnTo>
                      <a:pt x="56" y="15"/>
                    </a:lnTo>
                    <a:cubicBezTo>
                      <a:pt x="41" y="0"/>
                      <a:pt x="26" y="3"/>
                      <a:pt x="12" y="15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9525" cap="flat" cmpd="sng">
                <a:solidFill>
                  <a:srgbClr val="33333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78300" tIns="39150" rIns="78300" bIns="39150" anchor="t" anchorCtr="0">
                <a:noAutofit/>
              </a:bodyPr>
              <a:lstStyle/>
              <a:p>
                <a:pPr latinLnBrk="0">
                  <a:defRPr/>
                </a:pPr>
                <a:endParaRPr sz="771" kern="0">
                  <a:solidFill>
                    <a:srgbClr val="262626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" name="Google Shape;1201;p27">
                <a:extLst>
                  <a:ext uri="{FF2B5EF4-FFF2-40B4-BE49-F238E27FC236}">
                    <a16:creationId xmlns:a16="http://schemas.microsoft.com/office/drawing/2014/main" id="{09907A7A-D75C-15AA-8B8A-ECC2B5B922C9}"/>
                  </a:ext>
                </a:extLst>
              </p:cNvPr>
              <p:cNvSpPr/>
              <p:nvPr/>
            </p:nvSpPr>
            <p:spPr>
              <a:xfrm>
                <a:off x="8403131" y="187272"/>
                <a:ext cx="179950" cy="181679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46" extrusionOk="0">
                    <a:moveTo>
                      <a:pt x="154" y="0"/>
                    </a:moveTo>
                    <a:cubicBezTo>
                      <a:pt x="131" y="0"/>
                      <a:pt x="108" y="1"/>
                      <a:pt x="86" y="1"/>
                    </a:cubicBezTo>
                    <a:cubicBezTo>
                      <a:pt x="70" y="1"/>
                      <a:pt x="57" y="13"/>
                      <a:pt x="57" y="28"/>
                    </a:cubicBezTo>
                    <a:lnTo>
                      <a:pt x="57" y="59"/>
                    </a:lnTo>
                    <a:cubicBezTo>
                      <a:pt x="48" y="59"/>
                      <a:pt x="38" y="59"/>
                      <a:pt x="28" y="59"/>
                    </a:cubicBezTo>
                    <a:cubicBezTo>
                      <a:pt x="13" y="59"/>
                      <a:pt x="0" y="71"/>
                      <a:pt x="0" y="86"/>
                    </a:cubicBezTo>
                    <a:lnTo>
                      <a:pt x="0" y="218"/>
                    </a:lnTo>
                    <a:cubicBezTo>
                      <a:pt x="0" y="233"/>
                      <a:pt x="13" y="246"/>
                      <a:pt x="28" y="246"/>
                    </a:cubicBezTo>
                    <a:lnTo>
                      <a:pt x="165" y="246"/>
                    </a:lnTo>
                    <a:cubicBezTo>
                      <a:pt x="183" y="246"/>
                      <a:pt x="193" y="231"/>
                      <a:pt x="193" y="218"/>
                    </a:cubicBezTo>
                    <a:lnTo>
                      <a:pt x="193" y="188"/>
                    </a:lnTo>
                    <a:lnTo>
                      <a:pt x="222" y="188"/>
                    </a:lnTo>
                    <a:cubicBezTo>
                      <a:pt x="240" y="188"/>
                      <a:pt x="250" y="173"/>
                      <a:pt x="250" y="160"/>
                    </a:cubicBezTo>
                    <a:lnTo>
                      <a:pt x="250" y="27"/>
                    </a:lnTo>
                    <a:cubicBezTo>
                      <a:pt x="250" y="9"/>
                      <a:pt x="237" y="0"/>
                      <a:pt x="222" y="0"/>
                    </a:cubicBezTo>
                    <a:cubicBezTo>
                      <a:pt x="199" y="0"/>
                      <a:pt x="177" y="0"/>
                      <a:pt x="154" y="0"/>
                    </a:cubicBezTo>
                    <a:close/>
                    <a:moveTo>
                      <a:pt x="109" y="52"/>
                    </a:moveTo>
                    <a:lnTo>
                      <a:pt x="198" y="52"/>
                    </a:lnTo>
                    <a:lnTo>
                      <a:pt x="198" y="138"/>
                    </a:lnTo>
                    <a:lnTo>
                      <a:pt x="193" y="138"/>
                    </a:lnTo>
                    <a:lnTo>
                      <a:pt x="193" y="85"/>
                    </a:lnTo>
                    <a:cubicBezTo>
                      <a:pt x="193" y="67"/>
                      <a:pt x="180" y="58"/>
                      <a:pt x="165" y="58"/>
                    </a:cubicBezTo>
                    <a:cubicBezTo>
                      <a:pt x="146" y="58"/>
                      <a:pt x="128" y="58"/>
                      <a:pt x="109" y="58"/>
                    </a:cubicBezTo>
                    <a:lnTo>
                      <a:pt x="109" y="52"/>
                    </a:lnTo>
                    <a:close/>
                    <a:moveTo>
                      <a:pt x="53" y="110"/>
                    </a:moveTo>
                    <a:lnTo>
                      <a:pt x="141" y="110"/>
                    </a:lnTo>
                    <a:lnTo>
                      <a:pt x="141" y="196"/>
                    </a:lnTo>
                    <a:lnTo>
                      <a:pt x="53" y="196"/>
                    </a:lnTo>
                    <a:lnTo>
                      <a:pt x="53" y="110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9525" cap="flat" cmpd="sng">
                <a:solidFill>
                  <a:srgbClr val="33333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78300" tIns="39150" rIns="78300" bIns="39150" anchor="t" anchorCtr="0">
                <a:noAutofit/>
              </a:bodyPr>
              <a:lstStyle/>
              <a:p>
                <a:pPr latinLnBrk="0">
                  <a:defRPr/>
                </a:pPr>
                <a:endParaRPr sz="771" kern="0">
                  <a:solidFill>
                    <a:srgbClr val="262626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" name="Google Shape;1202;p27">
                <a:extLst>
                  <a:ext uri="{FF2B5EF4-FFF2-40B4-BE49-F238E27FC236}">
                    <a16:creationId xmlns:a16="http://schemas.microsoft.com/office/drawing/2014/main" id="{B14B6BDC-6908-6E10-8ACF-96D9E3C93F42}"/>
                  </a:ext>
                </a:extLst>
              </p:cNvPr>
              <p:cNvSpPr/>
              <p:nvPr/>
            </p:nvSpPr>
            <p:spPr>
              <a:xfrm>
                <a:off x="8040633" y="325833"/>
                <a:ext cx="169606" cy="43118"/>
              </a:xfrm>
              <a:custGeom>
                <a:avLst/>
                <a:gdLst/>
                <a:ahLst/>
                <a:cxnLst/>
                <a:rect l="l" t="t" r="r" b="b"/>
                <a:pathLst>
                  <a:path w="236" h="59" extrusionOk="0">
                    <a:moveTo>
                      <a:pt x="32" y="0"/>
                    </a:moveTo>
                    <a:cubicBezTo>
                      <a:pt x="15" y="0"/>
                      <a:pt x="0" y="13"/>
                      <a:pt x="0" y="30"/>
                    </a:cubicBezTo>
                    <a:cubicBezTo>
                      <a:pt x="0" y="46"/>
                      <a:pt x="15" y="59"/>
                      <a:pt x="32" y="59"/>
                    </a:cubicBezTo>
                    <a:lnTo>
                      <a:pt x="205" y="59"/>
                    </a:lnTo>
                    <a:cubicBezTo>
                      <a:pt x="222" y="59"/>
                      <a:pt x="236" y="46"/>
                      <a:pt x="236" y="30"/>
                    </a:cubicBezTo>
                    <a:cubicBezTo>
                      <a:pt x="236" y="13"/>
                      <a:pt x="222" y="0"/>
                      <a:pt x="205" y="0"/>
                    </a:cubicBezTo>
                    <a:lnTo>
                      <a:pt x="32" y="0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9525" cap="flat" cmpd="sng">
                <a:solidFill>
                  <a:srgbClr val="33333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78300" tIns="39150" rIns="78300" bIns="39150" anchor="t" anchorCtr="0">
                <a:noAutofit/>
              </a:bodyPr>
              <a:lstStyle/>
              <a:p>
                <a:pPr latinLnBrk="0">
                  <a:defRPr/>
                </a:pPr>
                <a:endParaRPr sz="771" kern="0">
                  <a:solidFill>
                    <a:srgbClr val="262626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A5A1E253-D12E-93D9-FE19-57D765AAE976}"/>
                </a:ext>
              </a:extLst>
            </p:cNvPr>
            <p:cNvGrpSpPr/>
            <p:nvPr/>
          </p:nvGrpSpPr>
          <p:grpSpPr>
            <a:xfrm>
              <a:off x="783260" y="1625928"/>
              <a:ext cx="816595" cy="128258"/>
              <a:chOff x="186200" y="958444"/>
              <a:chExt cx="900035" cy="128258"/>
            </a:xfrm>
          </p:grpSpPr>
          <p:pic>
            <p:nvPicPr>
              <p:cNvPr id="31" name="그림 30">
                <a:extLst>
                  <a:ext uri="{FF2B5EF4-FFF2-40B4-BE49-F238E27FC236}">
                    <a16:creationId xmlns:a16="http://schemas.microsoft.com/office/drawing/2014/main" id="{F5803757-F707-0606-98AF-A1656DF028E4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r="58636"/>
              <a:stretch/>
            </p:blipFill>
            <p:spPr>
              <a:xfrm>
                <a:off x="186200" y="958444"/>
                <a:ext cx="372764" cy="128258"/>
              </a:xfrm>
              <a:prstGeom prst="rect">
                <a:avLst/>
              </a:prstGeom>
            </p:spPr>
          </p:pic>
          <p:pic>
            <p:nvPicPr>
              <p:cNvPr id="32" name="그림 31">
                <a:extLst>
                  <a:ext uri="{FF2B5EF4-FFF2-40B4-BE49-F238E27FC236}">
                    <a16:creationId xmlns:a16="http://schemas.microsoft.com/office/drawing/2014/main" id="{0FC4AA64-EEDB-7C8C-DDC8-FD5A8F451661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2">
                <a:lum bright="70000" contrast="-70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1491"/>
              <a:stretch/>
            </p:blipFill>
            <p:spPr>
              <a:xfrm>
                <a:off x="558964" y="958444"/>
                <a:ext cx="527271" cy="128258"/>
              </a:xfrm>
              <a:prstGeom prst="rect">
                <a:avLst/>
              </a:prstGeom>
            </p:spPr>
          </p:pic>
        </p:grp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E2BE03D1-F4EA-87E3-66A2-8C582B956B4E}"/>
                </a:ext>
              </a:extLst>
            </p:cNvPr>
            <p:cNvSpPr/>
            <p:nvPr/>
          </p:nvSpPr>
          <p:spPr>
            <a:xfrm>
              <a:off x="774765" y="1800866"/>
              <a:ext cx="7346293" cy="174091"/>
            </a:xfrm>
            <a:prstGeom prst="rect">
              <a:avLst/>
            </a:prstGeom>
            <a:solidFill>
              <a:sysClr val="window" lastClr="FFFFFF">
                <a:lumMod val="85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  <a:sym typeface="Webdings" panose="05030102010509060703" pitchFamily="18" charset="2"/>
                </a:rPr>
                <a:t>      </a:t>
              </a:r>
              <a:r>
                <a:rPr kumimoji="1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[</a:t>
              </a:r>
              <a:r>
                <a:rPr kumimoji="1" lang="ko-KR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이벤트 수상</a:t>
              </a:r>
              <a:r>
                <a:rPr kumimoji="1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] 2025 </a:t>
              </a:r>
              <a:r>
                <a:rPr kumimoji="1" lang="ko-KR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투네이션 어워드 수상자 발표</a:t>
              </a:r>
            </a:p>
          </p:txBody>
        </p:sp>
        <p:pic>
          <p:nvPicPr>
            <p:cNvPr id="13" name="그래픽 12">
              <a:extLst>
                <a:ext uri="{FF2B5EF4-FFF2-40B4-BE49-F238E27FC236}">
                  <a16:creationId xmlns:a16="http://schemas.microsoft.com/office/drawing/2014/main" id="{F02365D7-8B45-63C4-77D7-34E67CAA34B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788944" y="1807387"/>
              <a:ext cx="159090" cy="159090"/>
            </a:xfrm>
            <a:prstGeom prst="rect">
              <a:avLst/>
            </a:prstGeom>
          </p:spPr>
        </p:pic>
        <p:grpSp>
          <p:nvGrpSpPr>
            <p:cNvPr id="14" name="그룹 13">
              <a:extLst>
                <a:ext uri="{FF2B5EF4-FFF2-40B4-BE49-F238E27FC236}">
                  <a16:creationId xmlns:a16="http://schemas.microsoft.com/office/drawing/2014/main" id="{0FEBD6DF-A41E-003E-07B4-44D4D6F9D194}"/>
                </a:ext>
              </a:extLst>
            </p:cNvPr>
            <p:cNvGrpSpPr/>
            <p:nvPr/>
          </p:nvGrpSpPr>
          <p:grpSpPr>
            <a:xfrm>
              <a:off x="7976077" y="1997420"/>
              <a:ext cx="153985" cy="4066819"/>
              <a:chOff x="8996362" y="1394838"/>
              <a:chExt cx="153985" cy="4066819"/>
            </a:xfrm>
          </p:grpSpPr>
          <p:sp>
            <p:nvSpPr>
              <p:cNvPr id="20" name="직사각형 19">
                <a:extLst>
                  <a:ext uri="{FF2B5EF4-FFF2-40B4-BE49-F238E27FC236}">
                    <a16:creationId xmlns:a16="http://schemas.microsoft.com/office/drawing/2014/main" id="{71A3996D-8299-8D63-DF3A-2E2B62B4318D}"/>
                  </a:ext>
                </a:extLst>
              </p:cNvPr>
              <p:cNvSpPr/>
              <p:nvPr/>
            </p:nvSpPr>
            <p:spPr>
              <a:xfrm rot="5400000">
                <a:off x="7039945" y="3351255"/>
                <a:ext cx="4066819" cy="153985"/>
              </a:xfrm>
              <a:prstGeom prst="rect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endParaRPr>
              </a:p>
            </p:txBody>
          </p:sp>
          <p:grpSp>
            <p:nvGrpSpPr>
              <p:cNvPr id="21" name="그룹 20">
                <a:extLst>
                  <a:ext uri="{FF2B5EF4-FFF2-40B4-BE49-F238E27FC236}">
                    <a16:creationId xmlns:a16="http://schemas.microsoft.com/office/drawing/2014/main" id="{43E1B5F2-B302-1A47-083A-2B60CAC31138}"/>
                  </a:ext>
                </a:extLst>
              </p:cNvPr>
              <p:cNvGrpSpPr/>
              <p:nvPr/>
            </p:nvGrpSpPr>
            <p:grpSpPr>
              <a:xfrm>
                <a:off x="9022645" y="3366303"/>
                <a:ext cx="103354" cy="112704"/>
                <a:chOff x="11526163" y="182706"/>
                <a:chExt cx="618370" cy="524775"/>
              </a:xfrm>
            </p:grpSpPr>
            <p:sp>
              <p:nvSpPr>
                <p:cNvPr id="22" name="순서도: 판단 21">
                  <a:extLst>
                    <a:ext uri="{FF2B5EF4-FFF2-40B4-BE49-F238E27FC236}">
                      <a16:creationId xmlns:a16="http://schemas.microsoft.com/office/drawing/2014/main" id="{F796C003-A1F6-AA7B-FE5A-0EBE374A3E63}"/>
                    </a:ext>
                  </a:extLst>
                </p:cNvPr>
                <p:cNvSpPr/>
                <p:nvPr/>
              </p:nvSpPr>
              <p:spPr>
                <a:xfrm>
                  <a:off x="11526163" y="483040"/>
                  <a:ext cx="618370" cy="224441"/>
                </a:xfrm>
                <a:prstGeom prst="flowChartDecision">
                  <a:avLst/>
                </a:prstGeom>
                <a:solidFill>
                  <a:sysClr val="windowText" lastClr="000000"/>
                </a:solidFill>
                <a:ln w="12700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23" name="순서도: 판단 22">
                  <a:extLst>
                    <a:ext uri="{FF2B5EF4-FFF2-40B4-BE49-F238E27FC236}">
                      <a16:creationId xmlns:a16="http://schemas.microsoft.com/office/drawing/2014/main" id="{F45C8D47-521E-C2CA-39CC-C2357AC12AFF}"/>
                    </a:ext>
                  </a:extLst>
                </p:cNvPr>
                <p:cNvSpPr/>
                <p:nvPr/>
              </p:nvSpPr>
              <p:spPr>
                <a:xfrm>
                  <a:off x="11526163" y="332875"/>
                  <a:ext cx="618370" cy="224441"/>
                </a:xfrm>
                <a:prstGeom prst="flowChartDecision">
                  <a:avLst/>
                </a:prstGeom>
                <a:solidFill>
                  <a:sysClr val="windowText" lastClr="000000"/>
                </a:solidFill>
                <a:ln w="12700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30" name="순서도: 판단 29">
                  <a:extLst>
                    <a:ext uri="{FF2B5EF4-FFF2-40B4-BE49-F238E27FC236}">
                      <a16:creationId xmlns:a16="http://schemas.microsoft.com/office/drawing/2014/main" id="{B250E1F6-5548-CC42-4093-2538D0C08560}"/>
                    </a:ext>
                  </a:extLst>
                </p:cNvPr>
                <p:cNvSpPr/>
                <p:nvPr/>
              </p:nvSpPr>
              <p:spPr>
                <a:xfrm>
                  <a:off x="11526163" y="182706"/>
                  <a:ext cx="618370" cy="224441"/>
                </a:xfrm>
                <a:prstGeom prst="flowChartDecision">
                  <a:avLst/>
                </a:prstGeom>
                <a:solidFill>
                  <a:sysClr val="windowText" lastClr="000000"/>
                </a:solidFill>
                <a:ln w="12700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</p:grpSp>
        <p:pic>
          <p:nvPicPr>
            <p:cNvPr id="15" name="그래픽 14">
              <a:extLst>
                <a:ext uri="{FF2B5EF4-FFF2-40B4-BE49-F238E27FC236}">
                  <a16:creationId xmlns:a16="http://schemas.microsoft.com/office/drawing/2014/main" id="{13F19330-31A6-B1AB-5003-3D61FACA6A0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7425286" y="1617508"/>
              <a:ext cx="145612" cy="145612"/>
            </a:xfrm>
            <a:prstGeom prst="rect">
              <a:avLst/>
            </a:prstGeom>
          </p:spPr>
        </p:pic>
        <p:pic>
          <p:nvPicPr>
            <p:cNvPr id="16" name="그림 15">
              <a:extLst>
                <a:ext uri="{FF2B5EF4-FFF2-40B4-BE49-F238E27FC236}">
                  <a16:creationId xmlns:a16="http://schemas.microsoft.com/office/drawing/2014/main" id="{DCCB8FBE-FE95-719C-B048-B11C7F18172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biLevel thresh="75000"/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rightnessContrast bright="-4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7920337" y="1810479"/>
              <a:ext cx="162159" cy="162161"/>
            </a:xfrm>
            <a:prstGeom prst="rect">
              <a:avLst/>
            </a:prstGeom>
          </p:spPr>
        </p:pic>
        <p:pic>
          <p:nvPicPr>
            <p:cNvPr id="17" name="그림 16">
              <a:extLst>
                <a:ext uri="{FF2B5EF4-FFF2-40B4-BE49-F238E27FC236}">
                  <a16:creationId xmlns:a16="http://schemas.microsoft.com/office/drawing/2014/main" id="{90C3CF67-F772-0B31-39FE-5AEF2FCB7229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biLevel thresh="75000"/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brightnessContrast bright="-4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7714893" y="1810479"/>
              <a:ext cx="162161" cy="162162"/>
            </a:xfrm>
            <a:prstGeom prst="rect">
              <a:avLst/>
            </a:prstGeom>
          </p:spPr>
        </p:pic>
        <p:pic>
          <p:nvPicPr>
            <p:cNvPr id="18" name="그림 17">
              <a:extLst>
                <a:ext uri="{FF2B5EF4-FFF2-40B4-BE49-F238E27FC236}">
                  <a16:creationId xmlns:a16="http://schemas.microsoft.com/office/drawing/2014/main" id="{21D63AD7-0470-65BA-76DE-F6B6A951B2ED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BEBA8EAE-BF5A-486C-A8C5-ECC9F3942E4B}">
                  <a14:imgProps xmlns:a14="http://schemas.microsoft.com/office/drawing/2010/main">
                    <a14:imgLayer r:embed="rId12">
                      <a14:imgEffect>
                        <a14:sharpenSoften amount="-5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790991" y="2005635"/>
              <a:ext cx="7187807" cy="4078577"/>
            </a:xfrm>
            <a:prstGeom prst="rect">
              <a:avLst/>
            </a:prstGeom>
          </p:spPr>
        </p:pic>
        <p:sp>
          <p:nvSpPr>
            <p:cNvPr id="19" name="사각형: 둥근 모서리 18">
              <a:extLst>
                <a:ext uri="{FF2B5EF4-FFF2-40B4-BE49-F238E27FC236}">
                  <a16:creationId xmlns:a16="http://schemas.microsoft.com/office/drawing/2014/main" id="{38304DCA-5532-26FE-C7D9-D709EDBBCAD9}"/>
                </a:ext>
              </a:extLst>
            </p:cNvPr>
            <p:cNvSpPr/>
            <p:nvPr/>
          </p:nvSpPr>
          <p:spPr>
            <a:xfrm>
              <a:off x="6636758" y="4702500"/>
              <a:ext cx="1357452" cy="1352240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A8614637-6823-CD3B-D808-50607EDF7CF0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/>
              <a:t>위젯 위치 교환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EFCF4F81-139F-5764-E81C-CC52FCCEF81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위젯 동작 </a:t>
            </a:r>
            <a:r>
              <a:rPr lang="en-US" altLang="ko-KR" dirty="0"/>
              <a:t>&gt; </a:t>
            </a:r>
            <a:r>
              <a:rPr lang="ko-KR" altLang="en-US" dirty="0"/>
              <a:t>위젯 위치 교환</a:t>
            </a: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9BD99C3C-234A-9024-7002-6FC79F5D8FD8}"/>
              </a:ext>
            </a:extLst>
          </p:cNvPr>
          <p:cNvSpPr/>
          <p:nvPr/>
        </p:nvSpPr>
        <p:spPr>
          <a:xfrm>
            <a:off x="5148153" y="2184992"/>
            <a:ext cx="1285996" cy="3755138"/>
          </a:xfrm>
          <a:prstGeom prst="roundRect">
            <a:avLst>
              <a:gd name="adj" fmla="val 3453"/>
            </a:avLst>
          </a:prstGeom>
          <a:solidFill>
            <a:srgbClr val="0000FF">
              <a:alpha val="43000"/>
            </a:srgbClr>
          </a:solidFill>
          <a:ln w="57150">
            <a:solidFill>
              <a:srgbClr val="3B3B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140" name="그림 139">
            <a:extLst>
              <a:ext uri="{FF2B5EF4-FFF2-40B4-BE49-F238E27FC236}">
                <a16:creationId xmlns:a16="http://schemas.microsoft.com/office/drawing/2014/main" id="{9452094F-6EAA-2765-3C5B-3C215056090F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469827" y="4067922"/>
            <a:ext cx="1305063" cy="1369000"/>
          </a:xfrm>
          <a:prstGeom prst="rect">
            <a:avLst/>
          </a:prstGeom>
          <a:ln>
            <a:noFill/>
          </a:ln>
        </p:spPr>
      </p:pic>
      <p:grpSp>
        <p:nvGrpSpPr>
          <p:cNvPr id="141" name="그룹 140">
            <a:extLst>
              <a:ext uri="{FF2B5EF4-FFF2-40B4-BE49-F238E27FC236}">
                <a16:creationId xmlns:a16="http://schemas.microsoft.com/office/drawing/2014/main" id="{E4830589-FDD5-955B-7BBC-38E44A636827}"/>
              </a:ext>
            </a:extLst>
          </p:cNvPr>
          <p:cNvGrpSpPr/>
          <p:nvPr/>
        </p:nvGrpSpPr>
        <p:grpSpPr>
          <a:xfrm>
            <a:off x="5404491" y="3661433"/>
            <a:ext cx="807424" cy="808132"/>
            <a:chOff x="2036378" y="3021063"/>
            <a:chExt cx="807424" cy="808132"/>
          </a:xfrm>
        </p:grpSpPr>
        <p:grpSp>
          <p:nvGrpSpPr>
            <p:cNvPr id="142" name="그룹 141">
              <a:extLst>
                <a:ext uri="{FF2B5EF4-FFF2-40B4-BE49-F238E27FC236}">
                  <a16:creationId xmlns:a16="http://schemas.microsoft.com/office/drawing/2014/main" id="{AD2CE34A-C3A1-9684-348B-677C4687B1FE}"/>
                </a:ext>
              </a:extLst>
            </p:cNvPr>
            <p:cNvGrpSpPr/>
            <p:nvPr/>
          </p:nvGrpSpPr>
          <p:grpSpPr>
            <a:xfrm>
              <a:off x="2036378" y="3021063"/>
              <a:ext cx="807424" cy="808132"/>
              <a:chOff x="2576438" y="3057067"/>
              <a:chExt cx="807424" cy="808132"/>
            </a:xfrm>
          </p:grpSpPr>
          <p:grpSp>
            <p:nvGrpSpPr>
              <p:cNvPr id="144" name="그룹 143">
                <a:extLst>
                  <a:ext uri="{FF2B5EF4-FFF2-40B4-BE49-F238E27FC236}">
                    <a16:creationId xmlns:a16="http://schemas.microsoft.com/office/drawing/2014/main" id="{B47189FC-E8EB-A323-B9C9-C50233F5514E}"/>
                  </a:ext>
                </a:extLst>
              </p:cNvPr>
              <p:cNvGrpSpPr/>
              <p:nvPr/>
            </p:nvGrpSpPr>
            <p:grpSpPr>
              <a:xfrm>
                <a:off x="2576438" y="3057067"/>
                <a:ext cx="807424" cy="808132"/>
                <a:chOff x="9639965" y="3010178"/>
                <a:chExt cx="1079056" cy="1080002"/>
              </a:xfrm>
              <a:solidFill>
                <a:schemeClr val="tx2">
                  <a:lumMod val="60000"/>
                  <a:lumOff val="40000"/>
                  <a:alpha val="81000"/>
                </a:schemeClr>
              </a:solidFill>
            </p:grpSpPr>
            <p:sp>
              <p:nvSpPr>
                <p:cNvPr id="149" name="화살표: 오각형 148">
                  <a:extLst>
                    <a:ext uri="{FF2B5EF4-FFF2-40B4-BE49-F238E27FC236}">
                      <a16:creationId xmlns:a16="http://schemas.microsoft.com/office/drawing/2014/main" id="{4651D34A-7993-53D0-6F5C-9987CBDF1FDA}"/>
                    </a:ext>
                  </a:extLst>
                </p:cNvPr>
                <p:cNvSpPr/>
                <p:nvPr/>
              </p:nvSpPr>
              <p:spPr>
                <a:xfrm>
                  <a:off x="9997362" y="3370180"/>
                  <a:ext cx="721659" cy="360000"/>
                </a:xfrm>
                <a:prstGeom prst="homePlate">
                  <a:avLst>
                    <a:gd name="adj" fmla="val 36771"/>
                  </a:avLst>
                </a:prstGeom>
                <a:solidFill>
                  <a:schemeClr val="tx2">
                    <a:lumMod val="75000"/>
                    <a:alpha val="82000"/>
                  </a:schemeClr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50" name="화살표: 오각형 149">
                  <a:extLst>
                    <a:ext uri="{FF2B5EF4-FFF2-40B4-BE49-F238E27FC236}">
                      <a16:creationId xmlns:a16="http://schemas.microsoft.com/office/drawing/2014/main" id="{25C2626E-DC2D-18A6-EACA-7F58B0DC2484}"/>
                    </a:ext>
                  </a:extLst>
                </p:cNvPr>
                <p:cNvSpPr/>
                <p:nvPr/>
              </p:nvSpPr>
              <p:spPr>
                <a:xfrm rot="10800000">
                  <a:off x="9639965" y="3370180"/>
                  <a:ext cx="719055" cy="360000"/>
                </a:xfrm>
                <a:prstGeom prst="homePlate">
                  <a:avLst>
                    <a:gd name="adj" fmla="val 36771"/>
                  </a:avLst>
                </a:prstGeom>
                <a:solidFill>
                  <a:schemeClr val="tx2">
                    <a:lumMod val="75000"/>
                    <a:alpha val="82000"/>
                  </a:schemeClr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51" name="화살표: 오각형 150">
                  <a:extLst>
                    <a:ext uri="{FF2B5EF4-FFF2-40B4-BE49-F238E27FC236}">
                      <a16:creationId xmlns:a16="http://schemas.microsoft.com/office/drawing/2014/main" id="{3E58E747-43F6-6442-7147-FA0A07C0587A}"/>
                    </a:ext>
                  </a:extLst>
                </p:cNvPr>
                <p:cNvSpPr/>
                <p:nvPr/>
              </p:nvSpPr>
              <p:spPr>
                <a:xfrm rot="16200000">
                  <a:off x="9819020" y="3190179"/>
                  <a:ext cx="720001" cy="360000"/>
                </a:xfrm>
                <a:prstGeom prst="homePlate">
                  <a:avLst>
                    <a:gd name="adj" fmla="val 36771"/>
                  </a:avLst>
                </a:prstGeom>
                <a:solidFill>
                  <a:schemeClr val="tx2">
                    <a:lumMod val="75000"/>
                    <a:alpha val="82000"/>
                  </a:schemeClr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52" name="화살표: 오각형 151">
                  <a:extLst>
                    <a:ext uri="{FF2B5EF4-FFF2-40B4-BE49-F238E27FC236}">
                      <a16:creationId xmlns:a16="http://schemas.microsoft.com/office/drawing/2014/main" id="{61EE1632-24D3-A8F6-F4EE-BC43AEF9A144}"/>
                    </a:ext>
                  </a:extLst>
                </p:cNvPr>
                <p:cNvSpPr/>
                <p:nvPr/>
              </p:nvSpPr>
              <p:spPr>
                <a:xfrm rot="5400000">
                  <a:off x="9819020" y="3550179"/>
                  <a:ext cx="720002" cy="360000"/>
                </a:xfrm>
                <a:prstGeom prst="homePlate">
                  <a:avLst>
                    <a:gd name="adj" fmla="val 36771"/>
                  </a:avLst>
                </a:prstGeom>
                <a:solidFill>
                  <a:schemeClr val="tx2">
                    <a:lumMod val="75000"/>
                    <a:alpha val="82000"/>
                  </a:schemeClr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53" name="직사각형 152">
                  <a:extLst>
                    <a:ext uri="{FF2B5EF4-FFF2-40B4-BE49-F238E27FC236}">
                      <a16:creationId xmlns:a16="http://schemas.microsoft.com/office/drawing/2014/main" id="{F44E9BEA-B5F3-9C2A-63D2-0FB7796E1966}"/>
                    </a:ext>
                  </a:extLst>
                </p:cNvPr>
                <p:cNvSpPr/>
                <p:nvPr/>
              </p:nvSpPr>
              <p:spPr>
                <a:xfrm>
                  <a:off x="9997362" y="3370177"/>
                  <a:ext cx="360001" cy="360002"/>
                </a:xfrm>
                <a:prstGeom prst="rect">
                  <a:avLst/>
                </a:prstGeom>
                <a:solidFill>
                  <a:schemeClr val="tx2">
                    <a:lumMod val="75000"/>
                    <a:alpha val="82000"/>
                  </a:schemeClr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</p:grpSp>
          <p:sp>
            <p:nvSpPr>
              <p:cNvPr id="145" name="화살표: 오른쪽 144">
                <a:extLst>
                  <a:ext uri="{FF2B5EF4-FFF2-40B4-BE49-F238E27FC236}">
                    <a16:creationId xmlns:a16="http://schemas.microsoft.com/office/drawing/2014/main" id="{DA8FE6FC-459E-3AB2-972C-C98CDC6716B3}"/>
                  </a:ext>
                </a:extLst>
              </p:cNvPr>
              <p:cNvSpPr/>
              <p:nvPr/>
            </p:nvSpPr>
            <p:spPr>
              <a:xfrm>
                <a:off x="3210034" y="3384329"/>
                <a:ext cx="75798" cy="153606"/>
              </a:xfrm>
              <a:prstGeom prst="rightArrow">
                <a:avLst>
                  <a:gd name="adj1" fmla="val 50000"/>
                  <a:gd name="adj2" fmla="val 100000"/>
                </a:avLst>
              </a:prstGeom>
              <a:solidFill>
                <a:schemeClr val="bg1">
                  <a:alpha val="82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6" name="화살표: 오른쪽 145">
                <a:extLst>
                  <a:ext uri="{FF2B5EF4-FFF2-40B4-BE49-F238E27FC236}">
                    <a16:creationId xmlns:a16="http://schemas.microsoft.com/office/drawing/2014/main" id="{10493C9C-A6BD-974C-2490-7F611F25595C}"/>
                  </a:ext>
                </a:extLst>
              </p:cNvPr>
              <p:cNvSpPr/>
              <p:nvPr/>
            </p:nvSpPr>
            <p:spPr>
              <a:xfrm rot="10800000">
                <a:off x="2671422" y="3384329"/>
                <a:ext cx="75798" cy="153606"/>
              </a:xfrm>
              <a:prstGeom prst="rightArrow">
                <a:avLst>
                  <a:gd name="adj1" fmla="val 50000"/>
                  <a:gd name="adj2" fmla="val 100000"/>
                </a:avLst>
              </a:prstGeom>
              <a:solidFill>
                <a:schemeClr val="bg1">
                  <a:alpha val="82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47" name="화살표: 오른쪽 146">
                <a:extLst>
                  <a:ext uri="{FF2B5EF4-FFF2-40B4-BE49-F238E27FC236}">
                    <a16:creationId xmlns:a16="http://schemas.microsoft.com/office/drawing/2014/main" id="{363D95F8-CB59-76EF-07E0-1E183637C833}"/>
                  </a:ext>
                </a:extLst>
              </p:cNvPr>
              <p:cNvSpPr/>
              <p:nvPr/>
            </p:nvSpPr>
            <p:spPr>
              <a:xfrm rot="16200000">
                <a:off x="2944243" y="3116055"/>
                <a:ext cx="75798" cy="153606"/>
              </a:xfrm>
              <a:prstGeom prst="rightArrow">
                <a:avLst>
                  <a:gd name="adj1" fmla="val 50000"/>
                  <a:gd name="adj2" fmla="val 100000"/>
                </a:avLst>
              </a:prstGeom>
              <a:solidFill>
                <a:schemeClr val="bg1">
                  <a:alpha val="82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8" name="화살표: 오른쪽 147">
                <a:extLst>
                  <a:ext uri="{FF2B5EF4-FFF2-40B4-BE49-F238E27FC236}">
                    <a16:creationId xmlns:a16="http://schemas.microsoft.com/office/drawing/2014/main" id="{1E5477A6-EA96-31C2-B7E9-0C2E38CAB7BA}"/>
                  </a:ext>
                </a:extLst>
              </p:cNvPr>
              <p:cNvSpPr/>
              <p:nvPr/>
            </p:nvSpPr>
            <p:spPr>
              <a:xfrm rot="5400000">
                <a:off x="2944243" y="3656115"/>
                <a:ext cx="75798" cy="153606"/>
              </a:xfrm>
              <a:prstGeom prst="rightArrow">
                <a:avLst>
                  <a:gd name="adj1" fmla="val 50000"/>
                  <a:gd name="adj2" fmla="val 100000"/>
                </a:avLst>
              </a:prstGeom>
              <a:solidFill>
                <a:schemeClr val="bg1">
                  <a:alpha val="82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9A15BD66-F980-2CF1-7AD7-562F0B7806AB}"/>
                </a:ext>
              </a:extLst>
            </p:cNvPr>
            <p:cNvSpPr/>
            <p:nvPr/>
          </p:nvSpPr>
          <p:spPr>
            <a:xfrm>
              <a:off x="2373916" y="3356962"/>
              <a:ext cx="136332" cy="136332"/>
            </a:xfrm>
            <a:prstGeom prst="rect">
              <a:avLst/>
            </a:prstGeom>
            <a:solidFill>
              <a:srgbClr val="00B0F0">
                <a:alpha val="77000"/>
              </a:srgbClr>
            </a:solidFill>
            <a:ln w="28575"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154" name="그룹 153">
            <a:extLst>
              <a:ext uri="{FF2B5EF4-FFF2-40B4-BE49-F238E27FC236}">
                <a16:creationId xmlns:a16="http://schemas.microsoft.com/office/drawing/2014/main" id="{B7A454FF-6684-6556-BE94-B76B810630A9}"/>
              </a:ext>
            </a:extLst>
          </p:cNvPr>
          <p:cNvGrpSpPr/>
          <p:nvPr/>
        </p:nvGrpSpPr>
        <p:grpSpPr>
          <a:xfrm>
            <a:off x="5817688" y="4093464"/>
            <a:ext cx="461598" cy="430074"/>
            <a:chOff x="2995405" y="3764774"/>
            <a:chExt cx="461598" cy="430074"/>
          </a:xfrm>
        </p:grpSpPr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F2CCB02E-9C95-F30D-64DD-792A7ADCCE00}"/>
                </a:ext>
              </a:extLst>
            </p:cNvPr>
            <p:cNvSpPr txBox="1"/>
            <p:nvPr/>
          </p:nvSpPr>
          <p:spPr>
            <a:xfrm>
              <a:off x="3006239" y="3964016"/>
              <a:ext cx="450764" cy="230832"/>
            </a:xfrm>
            <a:prstGeom prst="rect">
              <a:avLst/>
            </a:prstGeom>
            <a:solidFill>
              <a:srgbClr val="FFFF00"/>
            </a:solidFill>
          </p:spPr>
          <p:txBody>
            <a:bodyPr wrap="none" rtlCol="0">
              <a:spAutoFit/>
            </a:bodyPr>
            <a:lstStyle/>
            <a:p>
              <a:pPr algn="l"/>
              <a:r>
                <a:rPr lang="en-US" altLang="ko-KR" sz="9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Drag</a:t>
              </a:r>
              <a:endParaRPr lang="ko-KR" altLang="en-US" sz="900" b="1" dirty="0" err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6" name="화살표: 왼쪽 155">
              <a:extLst>
                <a:ext uri="{FF2B5EF4-FFF2-40B4-BE49-F238E27FC236}">
                  <a16:creationId xmlns:a16="http://schemas.microsoft.com/office/drawing/2014/main" id="{DB2D313C-8C34-0B08-A98B-76CE7F26BEDC}"/>
                </a:ext>
              </a:extLst>
            </p:cNvPr>
            <p:cNvSpPr/>
            <p:nvPr/>
          </p:nvSpPr>
          <p:spPr>
            <a:xfrm rot="3961658">
              <a:off x="2951145" y="3809034"/>
              <a:ext cx="241211" cy="152691"/>
            </a:xfrm>
            <a:prstGeom prst="leftArrow">
              <a:avLst>
                <a:gd name="adj1" fmla="val 21978"/>
                <a:gd name="adj2" fmla="val 109174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aphicFrame>
        <p:nvGraphicFramePr>
          <p:cNvPr id="157" name="Group 323">
            <a:extLst>
              <a:ext uri="{FF2B5EF4-FFF2-40B4-BE49-F238E27FC236}">
                <a16:creationId xmlns:a16="http://schemas.microsoft.com/office/drawing/2014/main" id="{7546D5C3-A647-13A6-896A-ADC7DAAEB9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0780688"/>
              </p:ext>
            </p:extLst>
          </p:nvPr>
        </p:nvGraphicFramePr>
        <p:xfrm>
          <a:off x="9625013" y="575703"/>
          <a:ext cx="2519969" cy="1014547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위젯 위치 교환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도킹인디케이터의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중앙 버튼 선택 시 해당 위젯과 위치 교환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사이즈는 서로의 위치 사이즈 그대로 교환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배치 미리보기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0363506"/>
                  </a:ext>
                </a:extLst>
              </a:tr>
            </a:tbl>
          </a:graphicData>
        </a:graphic>
      </p:graphicFrame>
      <p:grpSp>
        <p:nvGrpSpPr>
          <p:cNvPr id="158" name="그룹 157">
            <a:extLst>
              <a:ext uri="{FF2B5EF4-FFF2-40B4-BE49-F238E27FC236}">
                <a16:creationId xmlns:a16="http://schemas.microsoft.com/office/drawing/2014/main" id="{F1CB333A-061A-651E-8BF3-D0C9BF80C89D}"/>
              </a:ext>
            </a:extLst>
          </p:cNvPr>
          <p:cNvGrpSpPr/>
          <p:nvPr/>
        </p:nvGrpSpPr>
        <p:grpSpPr>
          <a:xfrm>
            <a:off x="5871301" y="3809485"/>
            <a:ext cx="195534" cy="215555"/>
            <a:chOff x="5322094" y="2575270"/>
            <a:chExt cx="195534" cy="215555"/>
          </a:xfrm>
        </p:grpSpPr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0F9078A7-0814-BBAC-CEEE-FD5E350A8A09}"/>
                </a:ext>
              </a:extLst>
            </p:cNvPr>
            <p:cNvSpPr/>
            <p:nvPr/>
          </p:nvSpPr>
          <p:spPr>
            <a:xfrm>
              <a:off x="5368629" y="2575270"/>
              <a:ext cx="148999" cy="14899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>
              <a:glow rad="50800">
                <a:srgbClr val="FF0000">
                  <a:alpha val="30000"/>
                </a:srgbClr>
              </a:glow>
              <a:softEdge rad="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56616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713232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69848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426464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1783080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139696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2496312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2852928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7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160" name="직선 화살표 연결선 159">
              <a:extLst>
                <a:ext uri="{FF2B5EF4-FFF2-40B4-BE49-F238E27FC236}">
                  <a16:creationId xmlns:a16="http://schemas.microsoft.com/office/drawing/2014/main" id="{1D1F425B-32AC-9A09-62D5-C3B1E448DE97}"/>
                </a:ext>
              </a:extLst>
            </p:cNvPr>
            <p:cNvCxnSpPr>
              <a:stCxn id="159" idx="3"/>
            </p:cNvCxnSpPr>
            <p:nvPr/>
          </p:nvCxnSpPr>
          <p:spPr>
            <a:xfrm flipH="1">
              <a:off x="5322094" y="2702449"/>
              <a:ext cx="68355" cy="88376"/>
            </a:xfrm>
            <a:prstGeom prst="straightConnector1">
              <a:avLst/>
            </a:prstGeom>
            <a:ln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1" name="타원 160">
            <a:extLst>
              <a:ext uri="{FF2B5EF4-FFF2-40B4-BE49-F238E27FC236}">
                <a16:creationId xmlns:a16="http://schemas.microsoft.com/office/drawing/2014/main" id="{9C568F38-91C6-7E74-B139-8888205A5FBA}"/>
              </a:ext>
            </a:extLst>
          </p:cNvPr>
          <p:cNvSpPr/>
          <p:nvPr/>
        </p:nvSpPr>
        <p:spPr>
          <a:xfrm>
            <a:off x="5175326" y="2204369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71" name="그림 170">
            <a:extLst>
              <a:ext uri="{FF2B5EF4-FFF2-40B4-BE49-F238E27FC236}">
                <a16:creationId xmlns:a16="http://schemas.microsoft.com/office/drawing/2014/main" id="{1E9A3CED-D328-A209-9C3F-7F16A0405E32}"/>
              </a:ext>
            </a:extLst>
          </p:cNvPr>
          <p:cNvPicPr>
            <a:picLocks noChangeAspect="1"/>
          </p:cNvPicPr>
          <p:nvPr/>
        </p:nvPicPr>
        <p:blipFill>
          <a:blip r:embed="rId14"/>
          <a:srcRect l="55342"/>
          <a:stretch>
            <a:fillRect/>
          </a:stretch>
        </p:blipFill>
        <p:spPr>
          <a:xfrm>
            <a:off x="8505449" y="2018589"/>
            <a:ext cx="2991151" cy="4128609"/>
          </a:xfrm>
          <a:prstGeom prst="rect">
            <a:avLst/>
          </a:prstGeom>
        </p:spPr>
      </p:pic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89D6AC77-EF14-246E-08FF-42A7BC47B0B1}"/>
              </a:ext>
            </a:extLst>
          </p:cNvPr>
          <p:cNvGrpSpPr/>
          <p:nvPr/>
        </p:nvGrpSpPr>
        <p:grpSpPr>
          <a:xfrm>
            <a:off x="8488179" y="1979554"/>
            <a:ext cx="188660" cy="4167643"/>
            <a:chOff x="7585852" y="3498331"/>
            <a:chExt cx="114209" cy="2522958"/>
          </a:xfrm>
        </p:grpSpPr>
        <p:pic>
          <p:nvPicPr>
            <p:cNvPr id="172" name="Picture 4" descr="C:\Users\btbprovd\Desktop\Untitled-3.png">
              <a:extLst>
                <a:ext uri="{FF2B5EF4-FFF2-40B4-BE49-F238E27FC236}">
                  <a16:creationId xmlns:a16="http://schemas.microsoft.com/office/drawing/2014/main" id="{75A67825-4F88-7AF6-3F5A-248B6251EB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 cstate="print"/>
            <a:srcRect/>
            <a:stretch>
              <a:fillRect/>
            </a:stretch>
          </p:blipFill>
          <p:spPr bwMode="auto">
            <a:xfrm rot="5400000">
              <a:off x="6924770" y="4159413"/>
              <a:ext cx="1436374" cy="114209"/>
            </a:xfrm>
            <a:prstGeom prst="rect">
              <a:avLst/>
            </a:prstGeom>
            <a:noFill/>
          </p:spPr>
        </p:pic>
        <p:pic>
          <p:nvPicPr>
            <p:cNvPr id="173" name="Picture 4" descr="C:\Users\btbprovd\Desktop\Untitled-3.png">
              <a:extLst>
                <a:ext uri="{FF2B5EF4-FFF2-40B4-BE49-F238E27FC236}">
                  <a16:creationId xmlns:a16="http://schemas.microsoft.com/office/drawing/2014/main" id="{1D655EF1-5774-D09B-677F-5D603E4D61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 cstate="print"/>
            <a:srcRect/>
            <a:stretch>
              <a:fillRect/>
            </a:stretch>
          </p:blipFill>
          <p:spPr bwMode="auto">
            <a:xfrm rot="5400000">
              <a:off x="6924770" y="5245997"/>
              <a:ext cx="1436374" cy="114209"/>
            </a:xfrm>
            <a:prstGeom prst="rect">
              <a:avLst/>
            </a:prstGeom>
            <a:noFill/>
          </p:spPr>
        </p:pic>
      </p:grpSp>
      <p:sp>
        <p:nvSpPr>
          <p:cNvPr id="175" name="화살표: 오른쪽 174">
            <a:extLst>
              <a:ext uri="{FF2B5EF4-FFF2-40B4-BE49-F238E27FC236}">
                <a16:creationId xmlns:a16="http://schemas.microsoft.com/office/drawing/2014/main" id="{D0131D27-011B-BDD8-FD99-E48F9540C9B3}"/>
              </a:ext>
            </a:extLst>
          </p:cNvPr>
          <p:cNvSpPr/>
          <p:nvPr/>
        </p:nvSpPr>
        <p:spPr>
          <a:xfrm>
            <a:off x="8192066" y="3741218"/>
            <a:ext cx="235456" cy="354218"/>
          </a:xfrm>
          <a:prstGeom prst="rightArrow">
            <a:avLst/>
          </a:pr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74000">
                <a:schemeClr val="tx1">
                  <a:lumMod val="50000"/>
                  <a:lumOff val="50000"/>
                </a:schemeClr>
              </a:gs>
              <a:gs pos="83000">
                <a:schemeClr val="tx1">
                  <a:lumMod val="50000"/>
                  <a:lumOff val="50000"/>
                </a:schemeClr>
              </a:gs>
              <a:gs pos="100000">
                <a:schemeClr val="tx1">
                  <a:lumMod val="65000"/>
                  <a:lumOff val="3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6" name="순서도: 처리 175">
            <a:extLst>
              <a:ext uri="{FF2B5EF4-FFF2-40B4-BE49-F238E27FC236}">
                <a16:creationId xmlns:a16="http://schemas.microsoft.com/office/drawing/2014/main" id="{C2B02299-B9ED-D0FB-D710-031BF4F61029}"/>
              </a:ext>
            </a:extLst>
          </p:cNvPr>
          <p:cNvSpPr/>
          <p:nvPr/>
        </p:nvSpPr>
        <p:spPr>
          <a:xfrm>
            <a:off x="11155394" y="2415720"/>
            <a:ext cx="119854" cy="96310"/>
          </a:xfrm>
          <a:prstGeom prst="flowChartProcess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95FC1A73-3864-BBFE-8095-8A57E519F712}"/>
              </a:ext>
            </a:extLst>
          </p:cNvPr>
          <p:cNvPicPr>
            <a:picLocks noChangeAspect="1"/>
          </p:cNvPicPr>
          <p:nvPr/>
        </p:nvPicPr>
        <p:blipFill>
          <a:blip r:embed="rId16"/>
          <a:srcRect t="5147"/>
          <a:stretch>
            <a:fillRect/>
          </a:stretch>
        </p:blipFill>
        <p:spPr>
          <a:xfrm>
            <a:off x="10992722" y="2216777"/>
            <a:ext cx="454551" cy="152428"/>
          </a:xfrm>
          <a:prstGeom prst="rect">
            <a:avLst/>
          </a:prstGeom>
        </p:spPr>
      </p:pic>
      <p:pic>
        <p:nvPicPr>
          <p:cNvPr id="42" name="그림 41">
            <a:extLst>
              <a:ext uri="{FF2B5EF4-FFF2-40B4-BE49-F238E27FC236}">
                <a16:creationId xmlns:a16="http://schemas.microsoft.com/office/drawing/2014/main" id="{74418C85-2708-312E-A6A5-95AB0150582F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1371151" y="2400334"/>
            <a:ext cx="93701" cy="3683185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E672AEB1-C2A9-21DC-37FF-B9B1F55B0687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BEBA8EAE-BF5A-486C-A8C5-ECC9F3942E4B}">
                <a14:imgProps xmlns:a14="http://schemas.microsoft.com/office/drawing/2010/main">
                  <a14:imgLayer r:embed="rId19">
                    <a14:imgEffect>
                      <a14:sharpenSoften amount="-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27148" y="5371728"/>
            <a:ext cx="3240228" cy="720524"/>
          </a:xfrm>
          <a:prstGeom prst="rect">
            <a:avLst/>
          </a:prstGeom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71012114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EDC15CF4-6515-0278-660C-222C5D67A030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위젯</a:t>
            </a:r>
            <a:r>
              <a:rPr lang="en-US" altLang="ko-KR" dirty="0"/>
              <a:t> </a:t>
            </a:r>
            <a:r>
              <a:rPr lang="ko-KR" altLang="en-US" dirty="0"/>
              <a:t>이동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26D265FC-4673-F783-A4A8-92495D2DA5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위젯 동작 </a:t>
            </a:r>
            <a:r>
              <a:rPr lang="en-US" altLang="ko-KR" dirty="0"/>
              <a:t>&gt; </a:t>
            </a:r>
            <a:r>
              <a:rPr lang="ko-KR" altLang="en-US" dirty="0"/>
              <a:t>위젯 이동</a:t>
            </a: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6D8F60F9-195D-4ACA-D8AD-AEC8741998A4}"/>
              </a:ext>
            </a:extLst>
          </p:cNvPr>
          <p:cNvGrpSpPr/>
          <p:nvPr/>
        </p:nvGrpSpPr>
        <p:grpSpPr>
          <a:xfrm>
            <a:off x="108603" y="1456783"/>
            <a:ext cx="7433067" cy="4521304"/>
            <a:chOff x="108603" y="1429624"/>
            <a:chExt cx="7433067" cy="4521304"/>
          </a:xfrm>
        </p:grpSpPr>
        <p:sp>
          <p:nvSpPr>
            <p:cNvPr id="31" name="Google Shape;1197;p27">
              <a:extLst>
                <a:ext uri="{FF2B5EF4-FFF2-40B4-BE49-F238E27FC236}">
                  <a16:creationId xmlns:a16="http://schemas.microsoft.com/office/drawing/2014/main" id="{66950D70-A452-0694-8AE2-46CDFB505F85}"/>
                </a:ext>
              </a:extLst>
            </p:cNvPr>
            <p:cNvSpPr/>
            <p:nvPr/>
          </p:nvSpPr>
          <p:spPr>
            <a:xfrm>
              <a:off x="108603" y="1429624"/>
              <a:ext cx="7433067" cy="4521304"/>
            </a:xfrm>
            <a:prstGeom prst="roundRect">
              <a:avLst>
                <a:gd name="adj" fmla="val 580"/>
              </a:avLst>
            </a:prstGeom>
            <a:solidFill>
              <a:srgbClr val="7F7F7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1650" tIns="24650" rIns="61650" bIns="24650" anchor="t" anchorCtr="0">
              <a:noAutofit/>
            </a:bodyPr>
            <a:lstStyle/>
            <a:p>
              <a:pPr fontAlgn="base"/>
              <a:endParaRPr kumimoji="1" sz="856" b="1" dirty="0">
                <a:solidFill>
                  <a:prstClr val="white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32" name="Google Shape;1199;p27">
              <a:extLst>
                <a:ext uri="{FF2B5EF4-FFF2-40B4-BE49-F238E27FC236}">
                  <a16:creationId xmlns:a16="http://schemas.microsoft.com/office/drawing/2014/main" id="{66CA4323-1E40-44B8-D0B0-0A2592A2E32E}"/>
                </a:ext>
              </a:extLst>
            </p:cNvPr>
            <p:cNvGrpSpPr/>
            <p:nvPr/>
          </p:nvGrpSpPr>
          <p:grpSpPr>
            <a:xfrm>
              <a:off x="7014808" y="1488726"/>
              <a:ext cx="442113" cy="87537"/>
              <a:chOff x="8040633" y="187272"/>
              <a:chExt cx="890272" cy="181679"/>
            </a:xfrm>
          </p:grpSpPr>
          <p:sp>
            <p:nvSpPr>
              <p:cNvPr id="53" name="Google Shape;1200;p27">
                <a:extLst>
                  <a:ext uri="{FF2B5EF4-FFF2-40B4-BE49-F238E27FC236}">
                    <a16:creationId xmlns:a16="http://schemas.microsoft.com/office/drawing/2014/main" id="{360F344A-5F2D-681A-CEEA-8D492FB6ED51}"/>
                  </a:ext>
                </a:extLst>
              </p:cNvPr>
              <p:cNvSpPr/>
              <p:nvPr/>
            </p:nvSpPr>
            <p:spPr>
              <a:xfrm>
                <a:off x="8753828" y="191300"/>
                <a:ext cx="177077" cy="177651"/>
              </a:xfrm>
              <a:custGeom>
                <a:avLst/>
                <a:gdLst/>
                <a:ahLst/>
                <a:cxnLst/>
                <a:rect l="l" t="t" r="r" b="b"/>
                <a:pathLst>
                  <a:path w="246" h="241" extrusionOk="0">
                    <a:moveTo>
                      <a:pt x="12" y="15"/>
                    </a:moveTo>
                    <a:cubicBezTo>
                      <a:pt x="0" y="26"/>
                      <a:pt x="0" y="45"/>
                      <a:pt x="12" y="56"/>
                    </a:cubicBezTo>
                    <a:lnTo>
                      <a:pt x="80" y="122"/>
                    </a:lnTo>
                    <a:lnTo>
                      <a:pt x="12" y="188"/>
                    </a:lnTo>
                    <a:cubicBezTo>
                      <a:pt x="0" y="199"/>
                      <a:pt x="0" y="218"/>
                      <a:pt x="12" y="229"/>
                    </a:cubicBezTo>
                    <a:cubicBezTo>
                      <a:pt x="24" y="241"/>
                      <a:pt x="44" y="241"/>
                      <a:pt x="56" y="229"/>
                    </a:cubicBezTo>
                    <a:lnTo>
                      <a:pt x="123" y="165"/>
                    </a:lnTo>
                    <a:lnTo>
                      <a:pt x="190" y="229"/>
                    </a:lnTo>
                    <a:cubicBezTo>
                      <a:pt x="202" y="241"/>
                      <a:pt x="222" y="241"/>
                      <a:pt x="234" y="229"/>
                    </a:cubicBezTo>
                    <a:cubicBezTo>
                      <a:pt x="246" y="218"/>
                      <a:pt x="246" y="199"/>
                      <a:pt x="234" y="188"/>
                    </a:cubicBezTo>
                    <a:lnTo>
                      <a:pt x="167" y="122"/>
                    </a:lnTo>
                    <a:lnTo>
                      <a:pt x="234" y="56"/>
                    </a:lnTo>
                    <a:cubicBezTo>
                      <a:pt x="246" y="45"/>
                      <a:pt x="246" y="26"/>
                      <a:pt x="234" y="15"/>
                    </a:cubicBezTo>
                    <a:cubicBezTo>
                      <a:pt x="222" y="3"/>
                      <a:pt x="202" y="3"/>
                      <a:pt x="190" y="15"/>
                    </a:cubicBezTo>
                    <a:lnTo>
                      <a:pt x="123" y="79"/>
                    </a:lnTo>
                    <a:lnTo>
                      <a:pt x="56" y="15"/>
                    </a:lnTo>
                    <a:cubicBezTo>
                      <a:pt x="41" y="0"/>
                      <a:pt x="26" y="3"/>
                      <a:pt x="12" y="15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9525" cap="flat" cmpd="sng">
                <a:solidFill>
                  <a:srgbClr val="33333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78300" tIns="39150" rIns="78300" bIns="39150" anchor="t" anchorCtr="0">
                <a:noAutofit/>
              </a:bodyPr>
              <a:lstStyle/>
              <a:p>
                <a:pPr latinLnBrk="0">
                  <a:defRPr/>
                </a:pPr>
                <a:endParaRPr sz="771" kern="0">
                  <a:solidFill>
                    <a:srgbClr val="262626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" name="Google Shape;1201;p27">
                <a:extLst>
                  <a:ext uri="{FF2B5EF4-FFF2-40B4-BE49-F238E27FC236}">
                    <a16:creationId xmlns:a16="http://schemas.microsoft.com/office/drawing/2014/main" id="{25D8C52D-FEB8-E82F-11E2-53E7FA4A6C83}"/>
                  </a:ext>
                </a:extLst>
              </p:cNvPr>
              <p:cNvSpPr/>
              <p:nvPr/>
            </p:nvSpPr>
            <p:spPr>
              <a:xfrm>
                <a:off x="8403131" y="187272"/>
                <a:ext cx="179950" cy="181679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46" extrusionOk="0">
                    <a:moveTo>
                      <a:pt x="154" y="0"/>
                    </a:moveTo>
                    <a:cubicBezTo>
                      <a:pt x="131" y="0"/>
                      <a:pt x="108" y="1"/>
                      <a:pt x="86" y="1"/>
                    </a:cubicBezTo>
                    <a:cubicBezTo>
                      <a:pt x="70" y="1"/>
                      <a:pt x="57" y="13"/>
                      <a:pt x="57" y="28"/>
                    </a:cubicBezTo>
                    <a:lnTo>
                      <a:pt x="57" y="59"/>
                    </a:lnTo>
                    <a:cubicBezTo>
                      <a:pt x="48" y="59"/>
                      <a:pt x="38" y="59"/>
                      <a:pt x="28" y="59"/>
                    </a:cubicBezTo>
                    <a:cubicBezTo>
                      <a:pt x="13" y="59"/>
                      <a:pt x="0" y="71"/>
                      <a:pt x="0" y="86"/>
                    </a:cubicBezTo>
                    <a:lnTo>
                      <a:pt x="0" y="218"/>
                    </a:lnTo>
                    <a:cubicBezTo>
                      <a:pt x="0" y="233"/>
                      <a:pt x="13" y="246"/>
                      <a:pt x="28" y="246"/>
                    </a:cubicBezTo>
                    <a:lnTo>
                      <a:pt x="165" y="246"/>
                    </a:lnTo>
                    <a:cubicBezTo>
                      <a:pt x="183" y="246"/>
                      <a:pt x="193" y="231"/>
                      <a:pt x="193" y="218"/>
                    </a:cubicBezTo>
                    <a:lnTo>
                      <a:pt x="193" y="188"/>
                    </a:lnTo>
                    <a:lnTo>
                      <a:pt x="222" y="188"/>
                    </a:lnTo>
                    <a:cubicBezTo>
                      <a:pt x="240" y="188"/>
                      <a:pt x="250" y="173"/>
                      <a:pt x="250" y="160"/>
                    </a:cubicBezTo>
                    <a:lnTo>
                      <a:pt x="250" y="27"/>
                    </a:lnTo>
                    <a:cubicBezTo>
                      <a:pt x="250" y="9"/>
                      <a:pt x="237" y="0"/>
                      <a:pt x="222" y="0"/>
                    </a:cubicBezTo>
                    <a:cubicBezTo>
                      <a:pt x="199" y="0"/>
                      <a:pt x="177" y="0"/>
                      <a:pt x="154" y="0"/>
                    </a:cubicBezTo>
                    <a:close/>
                    <a:moveTo>
                      <a:pt x="109" y="52"/>
                    </a:moveTo>
                    <a:lnTo>
                      <a:pt x="198" y="52"/>
                    </a:lnTo>
                    <a:lnTo>
                      <a:pt x="198" y="138"/>
                    </a:lnTo>
                    <a:lnTo>
                      <a:pt x="193" y="138"/>
                    </a:lnTo>
                    <a:lnTo>
                      <a:pt x="193" y="85"/>
                    </a:lnTo>
                    <a:cubicBezTo>
                      <a:pt x="193" y="67"/>
                      <a:pt x="180" y="58"/>
                      <a:pt x="165" y="58"/>
                    </a:cubicBezTo>
                    <a:cubicBezTo>
                      <a:pt x="146" y="58"/>
                      <a:pt x="128" y="58"/>
                      <a:pt x="109" y="58"/>
                    </a:cubicBezTo>
                    <a:lnTo>
                      <a:pt x="109" y="52"/>
                    </a:lnTo>
                    <a:close/>
                    <a:moveTo>
                      <a:pt x="53" y="110"/>
                    </a:moveTo>
                    <a:lnTo>
                      <a:pt x="141" y="110"/>
                    </a:lnTo>
                    <a:lnTo>
                      <a:pt x="141" y="196"/>
                    </a:lnTo>
                    <a:lnTo>
                      <a:pt x="53" y="196"/>
                    </a:lnTo>
                    <a:lnTo>
                      <a:pt x="53" y="110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9525" cap="flat" cmpd="sng">
                <a:solidFill>
                  <a:srgbClr val="33333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78300" tIns="39150" rIns="78300" bIns="39150" anchor="t" anchorCtr="0">
                <a:noAutofit/>
              </a:bodyPr>
              <a:lstStyle/>
              <a:p>
                <a:pPr latinLnBrk="0">
                  <a:defRPr/>
                </a:pPr>
                <a:endParaRPr sz="771" kern="0">
                  <a:solidFill>
                    <a:srgbClr val="262626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" name="Google Shape;1202;p27">
                <a:extLst>
                  <a:ext uri="{FF2B5EF4-FFF2-40B4-BE49-F238E27FC236}">
                    <a16:creationId xmlns:a16="http://schemas.microsoft.com/office/drawing/2014/main" id="{E4B5C448-4DEA-03E9-88C2-F613E0608E44}"/>
                  </a:ext>
                </a:extLst>
              </p:cNvPr>
              <p:cNvSpPr/>
              <p:nvPr/>
            </p:nvSpPr>
            <p:spPr>
              <a:xfrm>
                <a:off x="8040633" y="325833"/>
                <a:ext cx="169606" cy="43118"/>
              </a:xfrm>
              <a:custGeom>
                <a:avLst/>
                <a:gdLst/>
                <a:ahLst/>
                <a:cxnLst/>
                <a:rect l="l" t="t" r="r" b="b"/>
                <a:pathLst>
                  <a:path w="236" h="59" extrusionOk="0">
                    <a:moveTo>
                      <a:pt x="32" y="0"/>
                    </a:moveTo>
                    <a:cubicBezTo>
                      <a:pt x="15" y="0"/>
                      <a:pt x="0" y="13"/>
                      <a:pt x="0" y="30"/>
                    </a:cubicBezTo>
                    <a:cubicBezTo>
                      <a:pt x="0" y="46"/>
                      <a:pt x="15" y="59"/>
                      <a:pt x="32" y="59"/>
                    </a:cubicBezTo>
                    <a:lnTo>
                      <a:pt x="205" y="59"/>
                    </a:lnTo>
                    <a:cubicBezTo>
                      <a:pt x="222" y="59"/>
                      <a:pt x="236" y="46"/>
                      <a:pt x="236" y="30"/>
                    </a:cubicBezTo>
                    <a:cubicBezTo>
                      <a:pt x="236" y="13"/>
                      <a:pt x="222" y="0"/>
                      <a:pt x="205" y="0"/>
                    </a:cubicBezTo>
                    <a:lnTo>
                      <a:pt x="32" y="0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9525" cap="flat" cmpd="sng">
                <a:solidFill>
                  <a:srgbClr val="33333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78300" tIns="39150" rIns="78300" bIns="39150" anchor="t" anchorCtr="0">
                <a:noAutofit/>
              </a:bodyPr>
              <a:lstStyle/>
              <a:p>
                <a:pPr latinLnBrk="0">
                  <a:defRPr/>
                </a:pPr>
                <a:endParaRPr sz="771" kern="0">
                  <a:solidFill>
                    <a:srgbClr val="262626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33" name="그룹 32">
              <a:extLst>
                <a:ext uri="{FF2B5EF4-FFF2-40B4-BE49-F238E27FC236}">
                  <a16:creationId xmlns:a16="http://schemas.microsoft.com/office/drawing/2014/main" id="{DF0DC514-C711-7408-FE11-985FCFBCD999}"/>
                </a:ext>
              </a:extLst>
            </p:cNvPr>
            <p:cNvGrpSpPr/>
            <p:nvPr/>
          </p:nvGrpSpPr>
          <p:grpSpPr>
            <a:xfrm>
              <a:off x="157685" y="1461966"/>
              <a:ext cx="816595" cy="128258"/>
              <a:chOff x="186200" y="958444"/>
              <a:chExt cx="900035" cy="128258"/>
            </a:xfrm>
          </p:grpSpPr>
          <p:pic>
            <p:nvPicPr>
              <p:cNvPr id="51" name="그림 50">
                <a:extLst>
                  <a:ext uri="{FF2B5EF4-FFF2-40B4-BE49-F238E27FC236}">
                    <a16:creationId xmlns:a16="http://schemas.microsoft.com/office/drawing/2014/main" id="{A1FB10E5-0E9A-BE40-DEE2-3DBF069C814F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r="58636"/>
              <a:stretch/>
            </p:blipFill>
            <p:spPr>
              <a:xfrm>
                <a:off x="186200" y="958444"/>
                <a:ext cx="372764" cy="128258"/>
              </a:xfrm>
              <a:prstGeom prst="rect">
                <a:avLst/>
              </a:prstGeom>
            </p:spPr>
          </p:pic>
          <p:pic>
            <p:nvPicPr>
              <p:cNvPr id="52" name="그림 51">
                <a:extLst>
                  <a:ext uri="{FF2B5EF4-FFF2-40B4-BE49-F238E27FC236}">
                    <a16:creationId xmlns:a16="http://schemas.microsoft.com/office/drawing/2014/main" id="{3F68E8A8-3A2B-1934-C300-89C37A5276F5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2">
                <a:lum bright="70000" contrast="-70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1491"/>
              <a:stretch/>
            </p:blipFill>
            <p:spPr>
              <a:xfrm>
                <a:off x="558964" y="958444"/>
                <a:ext cx="527271" cy="128258"/>
              </a:xfrm>
              <a:prstGeom prst="rect">
                <a:avLst/>
              </a:prstGeom>
            </p:spPr>
          </p:pic>
        </p:grp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A278397-76DC-8185-C8EF-DBF61253D9B9}"/>
                </a:ext>
              </a:extLst>
            </p:cNvPr>
            <p:cNvSpPr/>
            <p:nvPr/>
          </p:nvSpPr>
          <p:spPr>
            <a:xfrm>
              <a:off x="149190" y="1636904"/>
              <a:ext cx="7346293" cy="174091"/>
            </a:xfrm>
            <a:prstGeom prst="rect">
              <a:avLst/>
            </a:prstGeom>
            <a:solidFill>
              <a:sysClr val="window" lastClr="FFFFFF">
                <a:lumMod val="85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  <a:sym typeface="Webdings" panose="05030102010509060703" pitchFamily="18" charset="2"/>
                </a:rPr>
                <a:t>      </a:t>
              </a:r>
              <a:r>
                <a:rPr kumimoji="1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[</a:t>
              </a:r>
              <a:r>
                <a:rPr kumimoji="1" lang="ko-KR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이벤트 수상</a:t>
              </a:r>
              <a:r>
                <a:rPr kumimoji="1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] 2025 </a:t>
              </a:r>
              <a:r>
                <a:rPr kumimoji="1" lang="ko-KR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투네이션 어워드 수상자 발표</a:t>
              </a:r>
            </a:p>
          </p:txBody>
        </p:sp>
        <p:pic>
          <p:nvPicPr>
            <p:cNvPr id="35" name="그래픽 34">
              <a:extLst>
                <a:ext uri="{FF2B5EF4-FFF2-40B4-BE49-F238E27FC236}">
                  <a16:creationId xmlns:a16="http://schemas.microsoft.com/office/drawing/2014/main" id="{51B2CED5-0F1A-56B5-3CBA-F1B03D83ED7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63369" y="1643425"/>
              <a:ext cx="159090" cy="159090"/>
            </a:xfrm>
            <a:prstGeom prst="rect">
              <a:avLst/>
            </a:prstGeom>
          </p:spPr>
        </p:pic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8A48B62D-947C-ADA7-6B60-9AE701710D59}"/>
                </a:ext>
              </a:extLst>
            </p:cNvPr>
            <p:cNvGrpSpPr/>
            <p:nvPr/>
          </p:nvGrpSpPr>
          <p:grpSpPr>
            <a:xfrm>
              <a:off x="7350502" y="1824405"/>
              <a:ext cx="153985" cy="4066819"/>
              <a:chOff x="8996362" y="1394838"/>
              <a:chExt cx="153985" cy="4066819"/>
            </a:xfrm>
          </p:grpSpPr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1BD35C02-821C-36FB-D877-1B5B005811EE}"/>
                  </a:ext>
                </a:extLst>
              </p:cNvPr>
              <p:cNvSpPr/>
              <p:nvPr/>
            </p:nvSpPr>
            <p:spPr>
              <a:xfrm rot="5400000">
                <a:off x="7039945" y="3351255"/>
                <a:ext cx="4066819" cy="153985"/>
              </a:xfrm>
              <a:prstGeom prst="rect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endParaRPr>
              </a:p>
            </p:txBody>
          </p:sp>
          <p:grpSp>
            <p:nvGrpSpPr>
              <p:cNvPr id="47" name="그룹 46">
                <a:extLst>
                  <a:ext uri="{FF2B5EF4-FFF2-40B4-BE49-F238E27FC236}">
                    <a16:creationId xmlns:a16="http://schemas.microsoft.com/office/drawing/2014/main" id="{22EE4C65-355D-F324-F018-4CF414734656}"/>
                  </a:ext>
                </a:extLst>
              </p:cNvPr>
              <p:cNvGrpSpPr/>
              <p:nvPr/>
            </p:nvGrpSpPr>
            <p:grpSpPr>
              <a:xfrm>
                <a:off x="9022645" y="3366303"/>
                <a:ext cx="103354" cy="112704"/>
                <a:chOff x="11526163" y="182706"/>
                <a:chExt cx="618370" cy="524775"/>
              </a:xfrm>
            </p:grpSpPr>
            <p:sp>
              <p:nvSpPr>
                <p:cNvPr id="48" name="순서도: 판단 47">
                  <a:extLst>
                    <a:ext uri="{FF2B5EF4-FFF2-40B4-BE49-F238E27FC236}">
                      <a16:creationId xmlns:a16="http://schemas.microsoft.com/office/drawing/2014/main" id="{710CF3AA-9125-D019-60A6-B25C4882B3BB}"/>
                    </a:ext>
                  </a:extLst>
                </p:cNvPr>
                <p:cNvSpPr/>
                <p:nvPr/>
              </p:nvSpPr>
              <p:spPr>
                <a:xfrm>
                  <a:off x="11526163" y="483040"/>
                  <a:ext cx="618370" cy="224441"/>
                </a:xfrm>
                <a:prstGeom prst="flowChartDecision">
                  <a:avLst/>
                </a:prstGeom>
                <a:solidFill>
                  <a:sysClr val="windowText" lastClr="000000"/>
                </a:solidFill>
                <a:ln w="12700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49" name="순서도: 판단 48">
                  <a:extLst>
                    <a:ext uri="{FF2B5EF4-FFF2-40B4-BE49-F238E27FC236}">
                      <a16:creationId xmlns:a16="http://schemas.microsoft.com/office/drawing/2014/main" id="{0C4C8EAA-240B-30EC-2C73-6A1E2D84883B}"/>
                    </a:ext>
                  </a:extLst>
                </p:cNvPr>
                <p:cNvSpPr/>
                <p:nvPr/>
              </p:nvSpPr>
              <p:spPr>
                <a:xfrm>
                  <a:off x="11526163" y="332875"/>
                  <a:ext cx="618370" cy="224441"/>
                </a:xfrm>
                <a:prstGeom prst="flowChartDecision">
                  <a:avLst/>
                </a:prstGeom>
                <a:solidFill>
                  <a:sysClr val="windowText" lastClr="000000"/>
                </a:solidFill>
                <a:ln w="12700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50" name="순서도: 판단 49">
                  <a:extLst>
                    <a:ext uri="{FF2B5EF4-FFF2-40B4-BE49-F238E27FC236}">
                      <a16:creationId xmlns:a16="http://schemas.microsoft.com/office/drawing/2014/main" id="{2A6E64B9-D6A5-384B-8FE5-A715DDD88A18}"/>
                    </a:ext>
                  </a:extLst>
                </p:cNvPr>
                <p:cNvSpPr/>
                <p:nvPr/>
              </p:nvSpPr>
              <p:spPr>
                <a:xfrm>
                  <a:off x="11526163" y="182706"/>
                  <a:ext cx="618370" cy="224441"/>
                </a:xfrm>
                <a:prstGeom prst="flowChartDecision">
                  <a:avLst/>
                </a:prstGeom>
                <a:solidFill>
                  <a:sysClr val="windowText" lastClr="000000"/>
                </a:solidFill>
                <a:ln w="12700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0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mbria" panose="02040503050406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</p:grpSp>
        <p:pic>
          <p:nvPicPr>
            <p:cNvPr id="37" name="그래픽 36">
              <a:extLst>
                <a:ext uri="{FF2B5EF4-FFF2-40B4-BE49-F238E27FC236}">
                  <a16:creationId xmlns:a16="http://schemas.microsoft.com/office/drawing/2014/main" id="{73ACBED3-15BB-6D08-BD6A-ACF9785181E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799711" y="1453546"/>
              <a:ext cx="145612" cy="145612"/>
            </a:xfrm>
            <a:prstGeom prst="rect">
              <a:avLst/>
            </a:prstGeom>
          </p:spPr>
        </p:pic>
        <p:pic>
          <p:nvPicPr>
            <p:cNvPr id="38" name="그림 37">
              <a:extLst>
                <a:ext uri="{FF2B5EF4-FFF2-40B4-BE49-F238E27FC236}">
                  <a16:creationId xmlns:a16="http://schemas.microsoft.com/office/drawing/2014/main" id="{71A1CB1E-D007-6BD3-CB0F-20CD940CA12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biLevel thresh="75000"/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rightnessContrast bright="-4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7294762" y="1646517"/>
              <a:ext cx="162159" cy="162161"/>
            </a:xfrm>
            <a:prstGeom prst="rect">
              <a:avLst/>
            </a:prstGeom>
          </p:spPr>
        </p:pic>
        <p:pic>
          <p:nvPicPr>
            <p:cNvPr id="39" name="그림 38">
              <a:extLst>
                <a:ext uri="{FF2B5EF4-FFF2-40B4-BE49-F238E27FC236}">
                  <a16:creationId xmlns:a16="http://schemas.microsoft.com/office/drawing/2014/main" id="{AEE5BC79-392A-7D55-E06F-080433FFC5E4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biLevel thresh="75000"/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brightnessContrast bright="-4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7089318" y="1646517"/>
              <a:ext cx="162161" cy="162162"/>
            </a:xfrm>
            <a:prstGeom prst="rect">
              <a:avLst/>
            </a:prstGeom>
          </p:spPr>
        </p:pic>
        <p:pic>
          <p:nvPicPr>
            <p:cNvPr id="40" name="그림 39">
              <a:extLst>
                <a:ext uri="{FF2B5EF4-FFF2-40B4-BE49-F238E27FC236}">
                  <a16:creationId xmlns:a16="http://schemas.microsoft.com/office/drawing/2014/main" id="{793805DA-8FFF-5FAA-4E96-C16B241AC60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49190" y="1826839"/>
              <a:ext cx="4291956" cy="3334801"/>
            </a:xfrm>
            <a:prstGeom prst="rect">
              <a:avLst/>
            </a:prstGeom>
          </p:spPr>
        </p:pic>
        <p:pic>
          <p:nvPicPr>
            <p:cNvPr id="41" name="그림 40">
              <a:extLst>
                <a:ext uri="{FF2B5EF4-FFF2-40B4-BE49-F238E27FC236}">
                  <a16:creationId xmlns:a16="http://schemas.microsoft.com/office/drawing/2014/main" id="{E1D34E2F-E25B-4471-AAA4-0344C0C70737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4459618" y="1826808"/>
              <a:ext cx="1536325" cy="4066384"/>
            </a:xfrm>
            <a:prstGeom prst="rect">
              <a:avLst/>
            </a:prstGeom>
          </p:spPr>
        </p:pic>
        <p:pic>
          <p:nvPicPr>
            <p:cNvPr id="42" name="그림 41">
              <a:extLst>
                <a:ext uri="{FF2B5EF4-FFF2-40B4-BE49-F238E27FC236}">
                  <a16:creationId xmlns:a16="http://schemas.microsoft.com/office/drawing/2014/main" id="{AA3504E6-C4B4-F01C-FC61-2C32AB08D26F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6006219" y="1833532"/>
              <a:ext cx="1329043" cy="2682472"/>
            </a:xfrm>
            <a:prstGeom prst="rect">
              <a:avLst/>
            </a:prstGeom>
          </p:spPr>
        </p:pic>
        <p:pic>
          <p:nvPicPr>
            <p:cNvPr id="43" name="그림 42">
              <a:extLst>
                <a:ext uri="{FF2B5EF4-FFF2-40B4-BE49-F238E27FC236}">
                  <a16:creationId xmlns:a16="http://schemas.microsoft.com/office/drawing/2014/main" id="{51EB4A6A-62C7-3DFB-2CD3-4313CF66096F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149190" y="5177484"/>
              <a:ext cx="3225064" cy="713294"/>
            </a:xfrm>
            <a:prstGeom prst="rect">
              <a:avLst/>
            </a:prstGeom>
          </p:spPr>
        </p:pic>
        <p:pic>
          <p:nvPicPr>
            <p:cNvPr id="44" name="그림 43">
              <a:extLst>
                <a:ext uri="{FF2B5EF4-FFF2-40B4-BE49-F238E27FC236}">
                  <a16:creationId xmlns:a16="http://schemas.microsoft.com/office/drawing/2014/main" id="{AD4D919B-7417-A758-4F70-50EEF5BB9C53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3392402" y="5175181"/>
              <a:ext cx="1059225" cy="722765"/>
            </a:xfrm>
            <a:prstGeom prst="rect">
              <a:avLst/>
            </a:prstGeom>
          </p:spPr>
        </p:pic>
        <p:sp>
          <p:nvSpPr>
            <p:cNvPr id="45" name="사각형: 둥근 모서리 44">
              <a:extLst>
                <a:ext uri="{FF2B5EF4-FFF2-40B4-BE49-F238E27FC236}">
                  <a16:creationId xmlns:a16="http://schemas.microsoft.com/office/drawing/2014/main" id="{97D76EAA-541E-7D00-5177-E6F82874AC61}"/>
                </a:ext>
              </a:extLst>
            </p:cNvPr>
            <p:cNvSpPr/>
            <p:nvPr/>
          </p:nvSpPr>
          <p:spPr>
            <a:xfrm>
              <a:off x="6000543" y="4535785"/>
              <a:ext cx="1393325" cy="1354993"/>
            </a:xfrm>
            <a:prstGeom prst="roundRect">
              <a:avLst>
                <a:gd name="adj" fmla="val 1114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8FBE489E-80DF-41CC-0976-71900111B861}"/>
              </a:ext>
            </a:extLst>
          </p:cNvPr>
          <p:cNvSpPr/>
          <p:nvPr/>
        </p:nvSpPr>
        <p:spPr>
          <a:xfrm>
            <a:off x="4531346" y="3927639"/>
            <a:ext cx="1438187" cy="1943991"/>
          </a:xfrm>
          <a:prstGeom prst="roundRect">
            <a:avLst>
              <a:gd name="adj" fmla="val 3453"/>
            </a:avLst>
          </a:prstGeom>
          <a:solidFill>
            <a:srgbClr val="0000FF">
              <a:alpha val="43000"/>
            </a:srgbClr>
          </a:solidFill>
          <a:ln w="57150">
            <a:solidFill>
              <a:srgbClr val="3B3B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7B735578-36F1-D143-238D-801E7647AB7C}"/>
              </a:ext>
            </a:extLst>
          </p:cNvPr>
          <p:cNvGrpSpPr/>
          <p:nvPr/>
        </p:nvGrpSpPr>
        <p:grpSpPr>
          <a:xfrm rot="5400000">
            <a:off x="6274366" y="5098316"/>
            <a:ext cx="1332570" cy="250484"/>
            <a:chOff x="6600056" y="1538514"/>
            <a:chExt cx="1692188" cy="305304"/>
          </a:xfrm>
        </p:grpSpPr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F66557AC-598C-CF27-5CDC-21130C81B7DD}"/>
                </a:ext>
              </a:extLst>
            </p:cNvPr>
            <p:cNvCxnSpPr/>
            <p:nvPr/>
          </p:nvCxnSpPr>
          <p:spPr>
            <a:xfrm>
              <a:off x="6600056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0268191B-23BB-4AE6-AA68-F7612E87A8D3}"/>
                </a:ext>
              </a:extLst>
            </p:cNvPr>
            <p:cNvCxnSpPr/>
            <p:nvPr/>
          </p:nvCxnSpPr>
          <p:spPr>
            <a:xfrm>
              <a:off x="8292244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화살표 연결선 59">
              <a:extLst>
                <a:ext uri="{FF2B5EF4-FFF2-40B4-BE49-F238E27FC236}">
                  <a16:creationId xmlns:a16="http://schemas.microsoft.com/office/drawing/2014/main" id="{505A2001-8092-7625-FF40-C877B0277E76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56" y="1685893"/>
              <a:ext cx="1692188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61" name="그림 60">
            <a:extLst>
              <a:ext uri="{FF2B5EF4-FFF2-40B4-BE49-F238E27FC236}">
                <a16:creationId xmlns:a16="http://schemas.microsoft.com/office/drawing/2014/main" id="{8705070E-14C8-357E-5096-F394761A8E0A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146710" y="4147041"/>
            <a:ext cx="1317484" cy="1383748"/>
          </a:xfrm>
          <a:prstGeom prst="rect">
            <a:avLst/>
          </a:prstGeom>
        </p:spPr>
      </p:pic>
      <p:sp>
        <p:nvSpPr>
          <p:cNvPr id="62" name="TextBox 61">
            <a:extLst>
              <a:ext uri="{FF2B5EF4-FFF2-40B4-BE49-F238E27FC236}">
                <a16:creationId xmlns:a16="http://schemas.microsoft.com/office/drawing/2014/main" id="{63B9D107-301B-0FDD-D06F-E5F74F83465D}"/>
              </a:ext>
            </a:extLst>
          </p:cNvPr>
          <p:cNvSpPr txBox="1"/>
          <p:nvPr/>
        </p:nvSpPr>
        <p:spPr>
          <a:xfrm>
            <a:off x="5250410" y="4365759"/>
            <a:ext cx="450764" cy="230832"/>
          </a:xfrm>
          <a:prstGeom prst="rect">
            <a:avLst/>
          </a:prstGeom>
          <a:solidFill>
            <a:srgbClr val="FFFF00"/>
          </a:solidFill>
        </p:spPr>
        <p:txBody>
          <a:bodyPr wrap="none" rtlCol="0">
            <a:spAutoFit/>
          </a:bodyPr>
          <a:lstStyle/>
          <a:p>
            <a:pPr algn="l"/>
            <a:r>
              <a:rPr lang="en-US" altLang="ko-KR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Drag</a:t>
            </a:r>
            <a:endParaRPr lang="ko-KR" altLang="en-US" sz="900" b="1" dirty="0" err="1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4B20E45D-945C-01C3-9805-8A1CCF3238DD}"/>
              </a:ext>
            </a:extLst>
          </p:cNvPr>
          <p:cNvGrpSpPr/>
          <p:nvPr/>
        </p:nvGrpSpPr>
        <p:grpSpPr>
          <a:xfrm>
            <a:off x="4829192" y="3498330"/>
            <a:ext cx="807424" cy="808132"/>
            <a:chOff x="2036378" y="3021063"/>
            <a:chExt cx="807424" cy="808132"/>
          </a:xfrm>
        </p:grpSpPr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BF29A3DE-812F-7B0A-5C12-F050FFF86E0E}"/>
                </a:ext>
              </a:extLst>
            </p:cNvPr>
            <p:cNvGrpSpPr/>
            <p:nvPr/>
          </p:nvGrpSpPr>
          <p:grpSpPr>
            <a:xfrm>
              <a:off x="2036378" y="3021063"/>
              <a:ext cx="807424" cy="808132"/>
              <a:chOff x="2576438" y="3057067"/>
              <a:chExt cx="807424" cy="808132"/>
            </a:xfrm>
          </p:grpSpPr>
          <p:grpSp>
            <p:nvGrpSpPr>
              <p:cNvPr id="66" name="그룹 65">
                <a:extLst>
                  <a:ext uri="{FF2B5EF4-FFF2-40B4-BE49-F238E27FC236}">
                    <a16:creationId xmlns:a16="http://schemas.microsoft.com/office/drawing/2014/main" id="{316706C8-A578-8524-CB4B-DE21FD387F8B}"/>
                  </a:ext>
                </a:extLst>
              </p:cNvPr>
              <p:cNvGrpSpPr/>
              <p:nvPr/>
            </p:nvGrpSpPr>
            <p:grpSpPr>
              <a:xfrm>
                <a:off x="2576438" y="3057067"/>
                <a:ext cx="807424" cy="808132"/>
                <a:chOff x="9639965" y="3010178"/>
                <a:chExt cx="1079056" cy="1080002"/>
              </a:xfrm>
              <a:solidFill>
                <a:schemeClr val="tx2">
                  <a:lumMod val="60000"/>
                  <a:lumOff val="40000"/>
                  <a:alpha val="81000"/>
                </a:schemeClr>
              </a:solidFill>
            </p:grpSpPr>
            <p:sp>
              <p:nvSpPr>
                <p:cNvPr id="71" name="화살표: 오각형 70">
                  <a:extLst>
                    <a:ext uri="{FF2B5EF4-FFF2-40B4-BE49-F238E27FC236}">
                      <a16:creationId xmlns:a16="http://schemas.microsoft.com/office/drawing/2014/main" id="{84852BF3-4B52-C949-6CDB-4C33B294C1AC}"/>
                    </a:ext>
                  </a:extLst>
                </p:cNvPr>
                <p:cNvSpPr/>
                <p:nvPr/>
              </p:nvSpPr>
              <p:spPr>
                <a:xfrm>
                  <a:off x="9997362" y="3370180"/>
                  <a:ext cx="721659" cy="360000"/>
                </a:xfrm>
                <a:prstGeom prst="homePlate">
                  <a:avLst>
                    <a:gd name="adj" fmla="val 36771"/>
                  </a:avLst>
                </a:prstGeom>
                <a:solidFill>
                  <a:schemeClr val="tx2">
                    <a:lumMod val="75000"/>
                    <a:alpha val="82000"/>
                  </a:schemeClr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2" name="화살표: 오각형 71">
                  <a:extLst>
                    <a:ext uri="{FF2B5EF4-FFF2-40B4-BE49-F238E27FC236}">
                      <a16:creationId xmlns:a16="http://schemas.microsoft.com/office/drawing/2014/main" id="{08603237-B07D-D9EF-1D04-99E0955049A7}"/>
                    </a:ext>
                  </a:extLst>
                </p:cNvPr>
                <p:cNvSpPr/>
                <p:nvPr/>
              </p:nvSpPr>
              <p:spPr>
                <a:xfrm rot="10800000">
                  <a:off x="9639965" y="3370180"/>
                  <a:ext cx="719055" cy="360000"/>
                </a:xfrm>
                <a:prstGeom prst="homePlate">
                  <a:avLst>
                    <a:gd name="adj" fmla="val 36771"/>
                  </a:avLst>
                </a:prstGeom>
                <a:solidFill>
                  <a:schemeClr val="tx2">
                    <a:lumMod val="75000"/>
                    <a:alpha val="82000"/>
                  </a:schemeClr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3" name="화살표: 오각형 72">
                  <a:extLst>
                    <a:ext uri="{FF2B5EF4-FFF2-40B4-BE49-F238E27FC236}">
                      <a16:creationId xmlns:a16="http://schemas.microsoft.com/office/drawing/2014/main" id="{66495643-7B4A-C40E-2D6A-FF2C5E49CFD7}"/>
                    </a:ext>
                  </a:extLst>
                </p:cNvPr>
                <p:cNvSpPr/>
                <p:nvPr/>
              </p:nvSpPr>
              <p:spPr>
                <a:xfrm rot="16200000">
                  <a:off x="9819020" y="3190179"/>
                  <a:ext cx="720001" cy="360000"/>
                </a:xfrm>
                <a:prstGeom prst="homePlate">
                  <a:avLst>
                    <a:gd name="adj" fmla="val 36771"/>
                  </a:avLst>
                </a:prstGeom>
                <a:solidFill>
                  <a:schemeClr val="tx2">
                    <a:lumMod val="75000"/>
                    <a:alpha val="82000"/>
                  </a:schemeClr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4" name="화살표: 오각형 73">
                  <a:extLst>
                    <a:ext uri="{FF2B5EF4-FFF2-40B4-BE49-F238E27FC236}">
                      <a16:creationId xmlns:a16="http://schemas.microsoft.com/office/drawing/2014/main" id="{EC5B89EC-E370-AA84-8CB5-07150D4D2895}"/>
                    </a:ext>
                  </a:extLst>
                </p:cNvPr>
                <p:cNvSpPr/>
                <p:nvPr/>
              </p:nvSpPr>
              <p:spPr>
                <a:xfrm rot="5400000">
                  <a:off x="9819020" y="3550179"/>
                  <a:ext cx="720002" cy="360000"/>
                </a:xfrm>
                <a:prstGeom prst="homePlate">
                  <a:avLst>
                    <a:gd name="adj" fmla="val 36771"/>
                  </a:avLst>
                </a:prstGeom>
                <a:solidFill>
                  <a:schemeClr val="tx2">
                    <a:lumMod val="75000"/>
                    <a:alpha val="82000"/>
                  </a:schemeClr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5" name="직사각형 74">
                  <a:extLst>
                    <a:ext uri="{FF2B5EF4-FFF2-40B4-BE49-F238E27FC236}">
                      <a16:creationId xmlns:a16="http://schemas.microsoft.com/office/drawing/2014/main" id="{9678EDAC-585F-3618-EF60-7322475859A3}"/>
                    </a:ext>
                  </a:extLst>
                </p:cNvPr>
                <p:cNvSpPr/>
                <p:nvPr/>
              </p:nvSpPr>
              <p:spPr>
                <a:xfrm>
                  <a:off x="9997362" y="3370177"/>
                  <a:ext cx="360001" cy="360002"/>
                </a:xfrm>
                <a:prstGeom prst="rect">
                  <a:avLst/>
                </a:prstGeom>
                <a:solidFill>
                  <a:schemeClr val="tx2">
                    <a:lumMod val="75000"/>
                    <a:alpha val="82000"/>
                  </a:schemeClr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</p:grpSp>
          <p:sp>
            <p:nvSpPr>
              <p:cNvPr id="67" name="화살표: 오른쪽 66">
                <a:extLst>
                  <a:ext uri="{FF2B5EF4-FFF2-40B4-BE49-F238E27FC236}">
                    <a16:creationId xmlns:a16="http://schemas.microsoft.com/office/drawing/2014/main" id="{A856C609-A2CD-6F59-BFDB-442AFA70F99C}"/>
                  </a:ext>
                </a:extLst>
              </p:cNvPr>
              <p:cNvSpPr/>
              <p:nvPr/>
            </p:nvSpPr>
            <p:spPr>
              <a:xfrm>
                <a:off x="3210034" y="3384329"/>
                <a:ext cx="75798" cy="153606"/>
              </a:xfrm>
              <a:prstGeom prst="rightArrow">
                <a:avLst>
                  <a:gd name="adj1" fmla="val 50000"/>
                  <a:gd name="adj2" fmla="val 100000"/>
                </a:avLst>
              </a:prstGeom>
              <a:solidFill>
                <a:schemeClr val="bg1">
                  <a:alpha val="82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8" name="화살표: 오른쪽 67">
                <a:extLst>
                  <a:ext uri="{FF2B5EF4-FFF2-40B4-BE49-F238E27FC236}">
                    <a16:creationId xmlns:a16="http://schemas.microsoft.com/office/drawing/2014/main" id="{85D8F942-F02B-0E68-A62F-4C4F9B1B3C9E}"/>
                  </a:ext>
                </a:extLst>
              </p:cNvPr>
              <p:cNvSpPr/>
              <p:nvPr/>
            </p:nvSpPr>
            <p:spPr>
              <a:xfrm rot="10800000">
                <a:off x="2671422" y="3384329"/>
                <a:ext cx="75798" cy="153606"/>
              </a:xfrm>
              <a:prstGeom prst="rightArrow">
                <a:avLst>
                  <a:gd name="adj1" fmla="val 50000"/>
                  <a:gd name="adj2" fmla="val 100000"/>
                </a:avLst>
              </a:prstGeom>
              <a:solidFill>
                <a:schemeClr val="bg1">
                  <a:alpha val="82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9" name="화살표: 오른쪽 68">
                <a:extLst>
                  <a:ext uri="{FF2B5EF4-FFF2-40B4-BE49-F238E27FC236}">
                    <a16:creationId xmlns:a16="http://schemas.microsoft.com/office/drawing/2014/main" id="{9B12467F-3BAD-2AF5-BFA6-E710E8DAF5B5}"/>
                  </a:ext>
                </a:extLst>
              </p:cNvPr>
              <p:cNvSpPr/>
              <p:nvPr/>
            </p:nvSpPr>
            <p:spPr>
              <a:xfrm rot="16200000">
                <a:off x="2944243" y="3116055"/>
                <a:ext cx="75798" cy="153606"/>
              </a:xfrm>
              <a:prstGeom prst="rightArrow">
                <a:avLst>
                  <a:gd name="adj1" fmla="val 50000"/>
                  <a:gd name="adj2" fmla="val 100000"/>
                </a:avLst>
              </a:prstGeom>
              <a:solidFill>
                <a:schemeClr val="bg1">
                  <a:alpha val="82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0" name="화살표: 오른쪽 69">
                <a:extLst>
                  <a:ext uri="{FF2B5EF4-FFF2-40B4-BE49-F238E27FC236}">
                    <a16:creationId xmlns:a16="http://schemas.microsoft.com/office/drawing/2014/main" id="{9999EF3A-B94D-A1D9-BAF4-7F25F79167BF}"/>
                  </a:ext>
                </a:extLst>
              </p:cNvPr>
              <p:cNvSpPr/>
              <p:nvPr/>
            </p:nvSpPr>
            <p:spPr>
              <a:xfrm rot="5400000">
                <a:off x="2944243" y="3656115"/>
                <a:ext cx="75798" cy="153606"/>
              </a:xfrm>
              <a:prstGeom prst="rightArrow">
                <a:avLst>
                  <a:gd name="adj1" fmla="val 50000"/>
                  <a:gd name="adj2" fmla="val 100000"/>
                </a:avLst>
              </a:prstGeom>
              <a:solidFill>
                <a:srgbClr val="00B0F0">
                  <a:alpha val="82000"/>
                </a:srgbClr>
              </a:solidFill>
              <a:ln w="28575">
                <a:solidFill>
                  <a:srgbClr val="00B0F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0DF53F8B-CBF5-6CAB-C991-73E6CC7605E7}"/>
                </a:ext>
              </a:extLst>
            </p:cNvPr>
            <p:cNvSpPr/>
            <p:nvPr/>
          </p:nvSpPr>
          <p:spPr>
            <a:xfrm>
              <a:off x="2373916" y="3356962"/>
              <a:ext cx="136332" cy="136332"/>
            </a:xfrm>
            <a:prstGeom prst="rect">
              <a:avLst/>
            </a:prstGeom>
            <a:solidFill>
              <a:schemeClr val="bg1">
                <a:alpha val="7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76" name="화살표: 왼쪽 75">
            <a:extLst>
              <a:ext uri="{FF2B5EF4-FFF2-40B4-BE49-F238E27FC236}">
                <a16:creationId xmlns:a16="http://schemas.microsoft.com/office/drawing/2014/main" id="{633DE411-52A0-1853-BD1F-4D5E5EC18BF4}"/>
              </a:ext>
            </a:extLst>
          </p:cNvPr>
          <p:cNvSpPr/>
          <p:nvPr/>
        </p:nvSpPr>
        <p:spPr>
          <a:xfrm rot="3961658">
            <a:off x="5195316" y="4210777"/>
            <a:ext cx="241211" cy="152691"/>
          </a:xfrm>
          <a:prstGeom prst="leftArrow">
            <a:avLst>
              <a:gd name="adj1" fmla="val 21978"/>
              <a:gd name="adj2" fmla="val 109174"/>
            </a:avLst>
          </a:prstGeom>
          <a:solidFill>
            <a:schemeClr val="bg1"/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7" name="타원 76">
            <a:extLst>
              <a:ext uri="{FF2B5EF4-FFF2-40B4-BE49-F238E27FC236}">
                <a16:creationId xmlns:a16="http://schemas.microsoft.com/office/drawing/2014/main" id="{DECD1069-04DF-FE64-CB50-5A6BD25C9984}"/>
              </a:ext>
            </a:extLst>
          </p:cNvPr>
          <p:cNvSpPr/>
          <p:nvPr/>
        </p:nvSpPr>
        <p:spPr>
          <a:xfrm>
            <a:off x="4367207" y="3871329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8" name="그룹 77">
            <a:extLst>
              <a:ext uri="{FF2B5EF4-FFF2-40B4-BE49-F238E27FC236}">
                <a16:creationId xmlns:a16="http://schemas.microsoft.com/office/drawing/2014/main" id="{116C496E-96C9-8D5D-07E8-622255970F93}"/>
              </a:ext>
            </a:extLst>
          </p:cNvPr>
          <p:cNvGrpSpPr/>
          <p:nvPr/>
        </p:nvGrpSpPr>
        <p:grpSpPr>
          <a:xfrm>
            <a:off x="7729869" y="3498330"/>
            <a:ext cx="1858519" cy="2522958"/>
            <a:chOff x="7990429" y="1912620"/>
            <a:chExt cx="3395997" cy="4610100"/>
          </a:xfrm>
        </p:grpSpPr>
        <p:pic>
          <p:nvPicPr>
            <p:cNvPr id="79" name="그림 78">
              <a:extLst>
                <a:ext uri="{FF2B5EF4-FFF2-40B4-BE49-F238E27FC236}">
                  <a16:creationId xmlns:a16="http://schemas.microsoft.com/office/drawing/2014/main" id="{68270BB1-3C39-65BF-ECBC-B3DB5AD46A92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/>
            <a:srcRect l="54036"/>
            <a:stretch>
              <a:fillRect/>
            </a:stretch>
          </p:blipFill>
          <p:spPr>
            <a:xfrm>
              <a:off x="8004212" y="1953523"/>
              <a:ext cx="3382214" cy="4535817"/>
            </a:xfrm>
            <a:prstGeom prst="rect">
              <a:avLst/>
            </a:prstGeom>
          </p:spPr>
        </p:pic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C98268B7-A7A4-18C8-4A85-613BD6C9C843}"/>
                </a:ext>
              </a:extLst>
            </p:cNvPr>
            <p:cNvGrpSpPr/>
            <p:nvPr/>
          </p:nvGrpSpPr>
          <p:grpSpPr>
            <a:xfrm>
              <a:off x="7990429" y="1912620"/>
              <a:ext cx="208689" cy="4610100"/>
              <a:chOff x="9948428" y="2807516"/>
              <a:chExt cx="206744" cy="4551794"/>
            </a:xfrm>
          </p:grpSpPr>
          <p:pic>
            <p:nvPicPr>
              <p:cNvPr id="81" name="Picture 4" descr="C:\Users\btbprovd\Desktop\Untitled-3.png">
                <a:extLst>
                  <a:ext uri="{FF2B5EF4-FFF2-40B4-BE49-F238E27FC236}">
                    <a16:creationId xmlns:a16="http://schemas.microsoft.com/office/drawing/2014/main" id="{B04B1B70-1D42-CEA5-E7E1-507D6D09C4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 bwMode="auto">
              <a:xfrm rot="5400000">
                <a:off x="8756083" y="3999861"/>
                <a:ext cx="2591433" cy="206744"/>
              </a:xfrm>
              <a:prstGeom prst="rect">
                <a:avLst/>
              </a:prstGeom>
              <a:noFill/>
            </p:spPr>
          </p:pic>
          <p:pic>
            <p:nvPicPr>
              <p:cNvPr id="82" name="Picture 4" descr="C:\Users\btbprovd\Desktop\Untitled-3.png">
                <a:extLst>
                  <a:ext uri="{FF2B5EF4-FFF2-40B4-BE49-F238E27FC236}">
                    <a16:creationId xmlns:a16="http://schemas.microsoft.com/office/drawing/2014/main" id="{88BB3792-DE95-E3B1-F25F-6711622D06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 bwMode="auto">
              <a:xfrm rot="5400000">
                <a:off x="8756083" y="5960222"/>
                <a:ext cx="2591433" cy="206744"/>
              </a:xfrm>
              <a:prstGeom prst="rect">
                <a:avLst/>
              </a:prstGeom>
              <a:noFill/>
            </p:spPr>
          </p:pic>
        </p:grpSp>
      </p:grpSp>
      <p:sp>
        <p:nvSpPr>
          <p:cNvPr id="83" name="타원 82">
            <a:extLst>
              <a:ext uri="{FF2B5EF4-FFF2-40B4-BE49-F238E27FC236}">
                <a16:creationId xmlns:a16="http://schemas.microsoft.com/office/drawing/2014/main" id="{0B4E49A0-F595-C66C-033C-8A02029517B8}"/>
              </a:ext>
            </a:extLst>
          </p:cNvPr>
          <p:cNvSpPr/>
          <p:nvPr/>
        </p:nvSpPr>
        <p:spPr>
          <a:xfrm>
            <a:off x="7078898" y="4596591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4" name="화살표: 오른쪽 83">
            <a:extLst>
              <a:ext uri="{FF2B5EF4-FFF2-40B4-BE49-F238E27FC236}">
                <a16:creationId xmlns:a16="http://schemas.microsoft.com/office/drawing/2014/main" id="{428FDB15-48E0-9864-7ED1-DADF009306CE}"/>
              </a:ext>
            </a:extLst>
          </p:cNvPr>
          <p:cNvSpPr/>
          <p:nvPr/>
        </p:nvSpPr>
        <p:spPr>
          <a:xfrm>
            <a:off x="7615403" y="4501867"/>
            <a:ext cx="154738" cy="354218"/>
          </a:xfrm>
          <a:prstGeom prst="rightArrow">
            <a:avLst/>
          </a:pr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74000">
                <a:schemeClr val="tx1">
                  <a:lumMod val="50000"/>
                  <a:lumOff val="50000"/>
                </a:schemeClr>
              </a:gs>
              <a:gs pos="83000">
                <a:schemeClr val="tx1">
                  <a:lumMod val="50000"/>
                  <a:lumOff val="50000"/>
                </a:schemeClr>
              </a:gs>
              <a:gs pos="100000">
                <a:schemeClr val="tx1">
                  <a:lumMod val="65000"/>
                  <a:lumOff val="3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85" name="Group 323">
            <a:extLst>
              <a:ext uri="{FF2B5EF4-FFF2-40B4-BE49-F238E27FC236}">
                <a16:creationId xmlns:a16="http://schemas.microsoft.com/office/drawing/2014/main" id="{7F8C0B1F-8986-0A91-461A-1690961ED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010492"/>
              </p:ext>
            </p:extLst>
          </p:nvPr>
        </p:nvGraphicFramePr>
        <p:xfrm>
          <a:off x="9625013" y="575703"/>
          <a:ext cx="2519969" cy="5859908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723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위젯이 추가되어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1/2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로 분할되는 위젯 </a:t>
                      </a:r>
                      <a:b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(※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위젯 추가 정책과 동일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방향 선택</a:t>
                      </a:r>
                      <a:b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위젯을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드레그하여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원하는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도킹인디케이터의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방향 선택</a:t>
                      </a:r>
                      <a:b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드레그하는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동안 위젯은 반투명 효과처리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배치 미리보기</a:t>
                      </a:r>
                      <a:b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마우스 포인터가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도킹인디케이터의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방향 위에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호버되면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해당 위치에 안착될 영역을 반투명한 블록으로 미리 시각화 처리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크기</a:t>
                      </a:r>
                      <a:b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추가되는 위젯은 선택한 대상 영역을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½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로 분할하여 신규 위젯을 배치하고 기존 위젯 크기를 조정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979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기존 위젯이 이동하여 빈 곳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(※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위젯 삭제 정책과 동일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기본 정책</a:t>
                      </a:r>
                      <a:b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위젯이 이동하면 해당 위젯 추가 시 분할된 위젯의 위치에 있던 위젯이 그 자리를 채운다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※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분할 전 위젯의 위치가 다른 위젯과 바뀌었더라도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분할된 위젯의 위치에 있는 위젯이 이동한 위젯의 빈 자리를 채운다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분할된 한쪽의 위젯이 상하로 여러 개로 분할되어 있는 상태에서 다른 한쪽 위젯이 이동할 경우 </a:t>
                      </a:r>
                      <a:b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상하로 분할된 여러 개의 위젯이 동일한 비율의 크기로 이동한 위젯의 빈 공간을 채운다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캔버스 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상하좌우면과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접한 위젯이 하나의 위젯일 경우</a:t>
                      </a:r>
                      <a:b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 위젯이 이동하면 인접한 위젯들이 함께 그 공간을 채운다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450116"/>
                  </a:ext>
                </a:extLst>
              </a:tr>
            </a:tbl>
          </a:graphicData>
        </a:graphic>
      </p:graphicFrame>
      <p:pic>
        <p:nvPicPr>
          <p:cNvPr id="86" name="그림 85">
            <a:extLst>
              <a:ext uri="{FF2B5EF4-FFF2-40B4-BE49-F238E27FC236}">
                <a16:creationId xmlns:a16="http://schemas.microsoft.com/office/drawing/2014/main" id="{2F1D4F6F-00C3-6ED6-4B7B-FE82D04560F4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42755" y="5197982"/>
            <a:ext cx="3240228" cy="7205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22863311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1197;p27">
            <a:extLst>
              <a:ext uri="{FF2B5EF4-FFF2-40B4-BE49-F238E27FC236}">
                <a16:creationId xmlns:a16="http://schemas.microsoft.com/office/drawing/2014/main" id="{B3B3120A-BEF1-0FA8-A47A-E74707468D81}"/>
              </a:ext>
            </a:extLst>
          </p:cNvPr>
          <p:cNvSpPr/>
          <p:nvPr/>
        </p:nvSpPr>
        <p:spPr>
          <a:xfrm>
            <a:off x="322582" y="1259779"/>
            <a:ext cx="7433067" cy="4521304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fontAlgn="base"/>
            <a:endParaRPr kumimoji="1" sz="856" b="1" dirty="0">
              <a:solidFill>
                <a:prstClr val="white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4" name="Google Shape;1199;p27">
            <a:extLst>
              <a:ext uri="{FF2B5EF4-FFF2-40B4-BE49-F238E27FC236}">
                <a16:creationId xmlns:a16="http://schemas.microsoft.com/office/drawing/2014/main" id="{EBCD19C8-EA1C-EE96-48A3-5F010010FA7D}"/>
              </a:ext>
            </a:extLst>
          </p:cNvPr>
          <p:cNvGrpSpPr/>
          <p:nvPr/>
        </p:nvGrpSpPr>
        <p:grpSpPr>
          <a:xfrm>
            <a:off x="7228787" y="1318881"/>
            <a:ext cx="442113" cy="87537"/>
            <a:chOff x="8040633" y="187272"/>
            <a:chExt cx="890272" cy="181679"/>
          </a:xfrm>
        </p:grpSpPr>
        <p:sp>
          <p:nvSpPr>
            <p:cNvPr id="24" name="Google Shape;1200;p27">
              <a:extLst>
                <a:ext uri="{FF2B5EF4-FFF2-40B4-BE49-F238E27FC236}">
                  <a16:creationId xmlns:a16="http://schemas.microsoft.com/office/drawing/2014/main" id="{30C4B01E-858F-36DB-AC01-53BA2BD9E722}"/>
                </a:ext>
              </a:extLst>
            </p:cNvPr>
            <p:cNvSpPr/>
            <p:nvPr/>
          </p:nvSpPr>
          <p:spPr>
            <a:xfrm>
              <a:off x="8753828" y="191300"/>
              <a:ext cx="177077" cy="177651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latinLnBrk="0">
                <a:defRPr/>
              </a:pPr>
              <a:endParaRPr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" name="Google Shape;1201;p27">
              <a:extLst>
                <a:ext uri="{FF2B5EF4-FFF2-40B4-BE49-F238E27FC236}">
                  <a16:creationId xmlns:a16="http://schemas.microsoft.com/office/drawing/2014/main" id="{26A9EC58-8D6A-9154-1F05-EF6F24BD5115}"/>
                </a:ext>
              </a:extLst>
            </p:cNvPr>
            <p:cNvSpPr/>
            <p:nvPr/>
          </p:nvSpPr>
          <p:spPr>
            <a:xfrm>
              <a:off x="8403131" y="187272"/>
              <a:ext cx="179950" cy="181679"/>
            </a:xfrm>
            <a:custGeom>
              <a:avLst/>
              <a:gdLst/>
              <a:ahLst/>
              <a:cxnLst/>
              <a:rect l="l" t="t" r="r" b="b"/>
              <a:pathLst>
                <a:path w="250" h="246" extrusionOk="0">
                  <a:moveTo>
                    <a:pt x="154" y="0"/>
                  </a:moveTo>
                  <a:cubicBezTo>
                    <a:pt x="131" y="0"/>
                    <a:pt x="108" y="1"/>
                    <a:pt x="86" y="1"/>
                  </a:cubicBezTo>
                  <a:cubicBezTo>
                    <a:pt x="70" y="1"/>
                    <a:pt x="57" y="13"/>
                    <a:pt x="57" y="28"/>
                  </a:cubicBezTo>
                  <a:lnTo>
                    <a:pt x="57" y="59"/>
                  </a:lnTo>
                  <a:cubicBezTo>
                    <a:pt x="48" y="59"/>
                    <a:pt x="38" y="59"/>
                    <a:pt x="28" y="59"/>
                  </a:cubicBezTo>
                  <a:cubicBezTo>
                    <a:pt x="13" y="59"/>
                    <a:pt x="0" y="71"/>
                    <a:pt x="0" y="86"/>
                  </a:cubicBezTo>
                  <a:lnTo>
                    <a:pt x="0" y="218"/>
                  </a:lnTo>
                  <a:cubicBezTo>
                    <a:pt x="0" y="233"/>
                    <a:pt x="13" y="246"/>
                    <a:pt x="28" y="246"/>
                  </a:cubicBezTo>
                  <a:lnTo>
                    <a:pt x="165" y="246"/>
                  </a:lnTo>
                  <a:cubicBezTo>
                    <a:pt x="183" y="246"/>
                    <a:pt x="193" y="231"/>
                    <a:pt x="193" y="218"/>
                  </a:cubicBezTo>
                  <a:lnTo>
                    <a:pt x="193" y="188"/>
                  </a:lnTo>
                  <a:lnTo>
                    <a:pt x="222" y="188"/>
                  </a:lnTo>
                  <a:cubicBezTo>
                    <a:pt x="240" y="188"/>
                    <a:pt x="250" y="173"/>
                    <a:pt x="250" y="160"/>
                  </a:cubicBezTo>
                  <a:lnTo>
                    <a:pt x="250" y="27"/>
                  </a:lnTo>
                  <a:cubicBezTo>
                    <a:pt x="250" y="9"/>
                    <a:pt x="237" y="0"/>
                    <a:pt x="222" y="0"/>
                  </a:cubicBezTo>
                  <a:cubicBezTo>
                    <a:pt x="199" y="0"/>
                    <a:pt x="177" y="0"/>
                    <a:pt x="154" y="0"/>
                  </a:cubicBezTo>
                  <a:close/>
                  <a:moveTo>
                    <a:pt x="109" y="52"/>
                  </a:moveTo>
                  <a:lnTo>
                    <a:pt x="198" y="52"/>
                  </a:lnTo>
                  <a:lnTo>
                    <a:pt x="198" y="138"/>
                  </a:lnTo>
                  <a:lnTo>
                    <a:pt x="193" y="138"/>
                  </a:lnTo>
                  <a:lnTo>
                    <a:pt x="193" y="85"/>
                  </a:lnTo>
                  <a:cubicBezTo>
                    <a:pt x="193" y="67"/>
                    <a:pt x="180" y="58"/>
                    <a:pt x="165" y="58"/>
                  </a:cubicBezTo>
                  <a:cubicBezTo>
                    <a:pt x="146" y="58"/>
                    <a:pt x="128" y="58"/>
                    <a:pt x="109" y="58"/>
                  </a:cubicBezTo>
                  <a:lnTo>
                    <a:pt x="109" y="52"/>
                  </a:lnTo>
                  <a:close/>
                  <a:moveTo>
                    <a:pt x="53" y="110"/>
                  </a:moveTo>
                  <a:lnTo>
                    <a:pt x="141" y="110"/>
                  </a:lnTo>
                  <a:lnTo>
                    <a:pt x="141" y="196"/>
                  </a:lnTo>
                  <a:lnTo>
                    <a:pt x="53" y="196"/>
                  </a:lnTo>
                  <a:lnTo>
                    <a:pt x="53" y="11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latinLnBrk="0">
                <a:defRPr/>
              </a:pPr>
              <a:endParaRPr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" name="Google Shape;1202;p27">
              <a:extLst>
                <a:ext uri="{FF2B5EF4-FFF2-40B4-BE49-F238E27FC236}">
                  <a16:creationId xmlns:a16="http://schemas.microsoft.com/office/drawing/2014/main" id="{D1986F67-995F-42B1-1F51-0745A05759B4}"/>
                </a:ext>
              </a:extLst>
            </p:cNvPr>
            <p:cNvSpPr/>
            <p:nvPr/>
          </p:nvSpPr>
          <p:spPr>
            <a:xfrm>
              <a:off x="8040633" y="325833"/>
              <a:ext cx="169606" cy="43118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latinLnBrk="0">
                <a:defRPr/>
              </a:pPr>
              <a:endParaRPr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C17919FE-485A-3191-FA65-98C1BE5EF89C}"/>
              </a:ext>
            </a:extLst>
          </p:cNvPr>
          <p:cNvGrpSpPr/>
          <p:nvPr/>
        </p:nvGrpSpPr>
        <p:grpSpPr>
          <a:xfrm>
            <a:off x="371664" y="1292121"/>
            <a:ext cx="816595" cy="128258"/>
            <a:chOff x="186200" y="958444"/>
            <a:chExt cx="900035" cy="128258"/>
          </a:xfrm>
        </p:grpSpPr>
        <p:pic>
          <p:nvPicPr>
            <p:cNvPr id="28" name="그림 27">
              <a:extLst>
                <a:ext uri="{FF2B5EF4-FFF2-40B4-BE49-F238E27FC236}">
                  <a16:creationId xmlns:a16="http://schemas.microsoft.com/office/drawing/2014/main" id="{9507D049-FEEE-D2DE-1F37-544CEBC0C03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58636"/>
            <a:stretch/>
          </p:blipFill>
          <p:spPr>
            <a:xfrm>
              <a:off x="186200" y="958444"/>
              <a:ext cx="372764" cy="128258"/>
            </a:xfrm>
            <a:prstGeom prst="rect">
              <a:avLst/>
            </a:prstGeom>
          </p:spPr>
        </p:pic>
        <p:pic>
          <p:nvPicPr>
            <p:cNvPr id="29" name="그림 28">
              <a:extLst>
                <a:ext uri="{FF2B5EF4-FFF2-40B4-BE49-F238E27FC236}">
                  <a16:creationId xmlns:a16="http://schemas.microsoft.com/office/drawing/2014/main" id="{F4472121-EA13-C2F6-4096-7A88C3A0410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1491"/>
            <a:stretch/>
          </p:blipFill>
          <p:spPr>
            <a:xfrm>
              <a:off x="558964" y="958444"/>
              <a:ext cx="527271" cy="128258"/>
            </a:xfrm>
            <a:prstGeom prst="rect">
              <a:avLst/>
            </a:prstGeom>
          </p:spPr>
        </p:pic>
      </p:grp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2602F09A-2E70-34F7-D75F-A5E33ED9756E}"/>
              </a:ext>
            </a:extLst>
          </p:cNvPr>
          <p:cNvSpPr/>
          <p:nvPr/>
        </p:nvSpPr>
        <p:spPr>
          <a:xfrm>
            <a:off x="363169" y="1467059"/>
            <a:ext cx="7346293" cy="174091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  <a:sym typeface="Webdings" panose="05030102010509060703" pitchFamily="18" charset="2"/>
              </a:rPr>
              <a:t>      </a:t>
            </a:r>
            <a:r>
              <a:rPr kumimoji="1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[</a:t>
            </a:r>
            <a:r>
              <a:rPr kumimoji="1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이벤트 수상</a:t>
            </a:r>
            <a:r>
              <a:rPr kumimoji="1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] 2025 </a:t>
            </a:r>
            <a:r>
              <a:rPr kumimoji="1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투네이션 어워드 수상자 발표</a:t>
            </a:r>
          </a:p>
        </p:txBody>
      </p:sp>
      <p:pic>
        <p:nvPicPr>
          <p:cNvPr id="31" name="그래픽 30">
            <a:extLst>
              <a:ext uri="{FF2B5EF4-FFF2-40B4-BE49-F238E27FC236}">
                <a16:creationId xmlns:a16="http://schemas.microsoft.com/office/drawing/2014/main" id="{40FE6E44-7C0F-33FF-C0B0-2E903DEEAE5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77348" y="1473580"/>
            <a:ext cx="159090" cy="159090"/>
          </a:xfrm>
          <a:prstGeom prst="rect">
            <a:avLst/>
          </a:prstGeom>
        </p:spPr>
      </p:pic>
      <p:grpSp>
        <p:nvGrpSpPr>
          <p:cNvPr id="32" name="그룹 31">
            <a:extLst>
              <a:ext uri="{FF2B5EF4-FFF2-40B4-BE49-F238E27FC236}">
                <a16:creationId xmlns:a16="http://schemas.microsoft.com/office/drawing/2014/main" id="{EBFE3CE6-D1A4-84AA-7D7E-AC3ADCB7049C}"/>
              </a:ext>
            </a:extLst>
          </p:cNvPr>
          <p:cNvGrpSpPr/>
          <p:nvPr/>
        </p:nvGrpSpPr>
        <p:grpSpPr>
          <a:xfrm>
            <a:off x="7564481" y="1663613"/>
            <a:ext cx="153985" cy="4066819"/>
            <a:chOff x="8996362" y="1394838"/>
            <a:chExt cx="153985" cy="4066819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855F6D9-F7EA-6812-368B-F12A7189E91C}"/>
                </a:ext>
              </a:extLst>
            </p:cNvPr>
            <p:cNvSpPr/>
            <p:nvPr/>
          </p:nvSpPr>
          <p:spPr>
            <a:xfrm rot="5400000">
              <a:off x="7039945" y="3351255"/>
              <a:ext cx="4066819" cy="153985"/>
            </a:xfrm>
            <a:prstGeom prst="rect">
              <a:avLst/>
            </a:prstGeom>
            <a:solidFill>
              <a:sysClr val="windowText" lastClr="000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grpSp>
          <p:nvGrpSpPr>
            <p:cNvPr id="34" name="그룹 33">
              <a:extLst>
                <a:ext uri="{FF2B5EF4-FFF2-40B4-BE49-F238E27FC236}">
                  <a16:creationId xmlns:a16="http://schemas.microsoft.com/office/drawing/2014/main" id="{F4797E6B-329F-5410-EF5D-CA6174C44B94}"/>
                </a:ext>
              </a:extLst>
            </p:cNvPr>
            <p:cNvGrpSpPr/>
            <p:nvPr/>
          </p:nvGrpSpPr>
          <p:grpSpPr>
            <a:xfrm>
              <a:off x="9022645" y="3366303"/>
              <a:ext cx="103354" cy="112704"/>
              <a:chOff x="11526163" y="182706"/>
              <a:chExt cx="618370" cy="524775"/>
            </a:xfrm>
          </p:grpSpPr>
          <p:sp>
            <p:nvSpPr>
              <p:cNvPr id="35" name="순서도: 판단 34">
                <a:extLst>
                  <a:ext uri="{FF2B5EF4-FFF2-40B4-BE49-F238E27FC236}">
                    <a16:creationId xmlns:a16="http://schemas.microsoft.com/office/drawing/2014/main" id="{B2861DB0-2FAC-2016-0806-EA0F91BDFCE0}"/>
                  </a:ext>
                </a:extLst>
              </p:cNvPr>
              <p:cNvSpPr/>
              <p:nvPr/>
            </p:nvSpPr>
            <p:spPr>
              <a:xfrm>
                <a:off x="11526163" y="483040"/>
                <a:ext cx="618370" cy="224441"/>
              </a:xfrm>
              <a:prstGeom prst="flowChartDecision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0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36" name="순서도: 판단 35">
                <a:extLst>
                  <a:ext uri="{FF2B5EF4-FFF2-40B4-BE49-F238E27FC236}">
                    <a16:creationId xmlns:a16="http://schemas.microsoft.com/office/drawing/2014/main" id="{3AA114FC-D789-66FE-A246-F379C5F17797}"/>
                  </a:ext>
                </a:extLst>
              </p:cNvPr>
              <p:cNvSpPr/>
              <p:nvPr/>
            </p:nvSpPr>
            <p:spPr>
              <a:xfrm>
                <a:off x="11526163" y="332875"/>
                <a:ext cx="618370" cy="224441"/>
              </a:xfrm>
              <a:prstGeom prst="flowChartDecision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0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37" name="순서도: 판단 36">
                <a:extLst>
                  <a:ext uri="{FF2B5EF4-FFF2-40B4-BE49-F238E27FC236}">
                    <a16:creationId xmlns:a16="http://schemas.microsoft.com/office/drawing/2014/main" id="{4B62D9EE-C98D-E075-99DB-E97CD7584995}"/>
                  </a:ext>
                </a:extLst>
              </p:cNvPr>
              <p:cNvSpPr/>
              <p:nvPr/>
            </p:nvSpPr>
            <p:spPr>
              <a:xfrm>
                <a:off x="11526163" y="182706"/>
                <a:ext cx="618370" cy="224441"/>
              </a:xfrm>
              <a:prstGeom prst="flowChartDecision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0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pic>
        <p:nvPicPr>
          <p:cNvPr id="38" name="그래픽 37">
            <a:extLst>
              <a:ext uri="{FF2B5EF4-FFF2-40B4-BE49-F238E27FC236}">
                <a16:creationId xmlns:a16="http://schemas.microsoft.com/office/drawing/2014/main" id="{AA26E740-7C2A-23BF-756A-9613D80A4AC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7013690" y="1283701"/>
            <a:ext cx="145612" cy="145612"/>
          </a:xfrm>
          <a:prstGeom prst="rect">
            <a:avLst/>
          </a:prstGeom>
        </p:spPr>
      </p:pic>
      <p:pic>
        <p:nvPicPr>
          <p:cNvPr id="39" name="그림 38">
            <a:extLst>
              <a:ext uri="{FF2B5EF4-FFF2-40B4-BE49-F238E27FC236}">
                <a16:creationId xmlns:a16="http://schemas.microsoft.com/office/drawing/2014/main" id="{0B5AFBC1-A41C-CBFB-9EFD-77852B5B1706}"/>
              </a:ext>
            </a:extLst>
          </p:cNvPr>
          <p:cNvPicPr>
            <a:picLocks noChangeAspect="1"/>
          </p:cNvPicPr>
          <p:nvPr/>
        </p:nvPicPr>
        <p:blipFill>
          <a:blip r:embed="rId7">
            <a:biLevel thresh="75000"/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508741" y="1476672"/>
            <a:ext cx="162159" cy="162161"/>
          </a:xfrm>
          <a:prstGeom prst="rect">
            <a:avLst/>
          </a:prstGeom>
        </p:spPr>
      </p:pic>
      <p:pic>
        <p:nvPicPr>
          <p:cNvPr id="40" name="그림 39">
            <a:extLst>
              <a:ext uri="{FF2B5EF4-FFF2-40B4-BE49-F238E27FC236}">
                <a16:creationId xmlns:a16="http://schemas.microsoft.com/office/drawing/2014/main" id="{CBFE34CC-60A5-034F-DB21-686BC12FEDF8}"/>
              </a:ext>
            </a:extLst>
          </p:cNvPr>
          <p:cNvPicPr>
            <a:picLocks noChangeAspect="1"/>
          </p:cNvPicPr>
          <p:nvPr/>
        </p:nvPicPr>
        <p:blipFill>
          <a:blip r:embed="rId9">
            <a:biLevel thresh="75000"/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303297" y="1476672"/>
            <a:ext cx="162161" cy="162162"/>
          </a:xfrm>
          <a:prstGeom prst="rect">
            <a:avLst/>
          </a:prstGeom>
        </p:spPr>
      </p:pic>
      <p:pic>
        <p:nvPicPr>
          <p:cNvPr id="41" name="그림 40">
            <a:extLst>
              <a:ext uri="{FF2B5EF4-FFF2-40B4-BE49-F238E27FC236}">
                <a16:creationId xmlns:a16="http://schemas.microsoft.com/office/drawing/2014/main" id="{E3C52F96-0B73-3CDE-2758-6DC711F5B38A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63169" y="1656994"/>
            <a:ext cx="4291956" cy="3334801"/>
          </a:xfrm>
          <a:prstGeom prst="rect">
            <a:avLst/>
          </a:prstGeom>
        </p:spPr>
      </p:pic>
      <p:pic>
        <p:nvPicPr>
          <p:cNvPr id="42" name="그림 41">
            <a:extLst>
              <a:ext uri="{FF2B5EF4-FFF2-40B4-BE49-F238E27FC236}">
                <a16:creationId xmlns:a16="http://schemas.microsoft.com/office/drawing/2014/main" id="{AEF2E67D-33F9-2F3C-DC1B-BE7FD2B3574B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673597" y="1656963"/>
            <a:ext cx="1536325" cy="4066384"/>
          </a:xfrm>
          <a:prstGeom prst="rect">
            <a:avLst/>
          </a:prstGeom>
        </p:spPr>
      </p:pic>
      <p:pic>
        <p:nvPicPr>
          <p:cNvPr id="43" name="그림 42">
            <a:extLst>
              <a:ext uri="{FF2B5EF4-FFF2-40B4-BE49-F238E27FC236}">
                <a16:creationId xmlns:a16="http://schemas.microsoft.com/office/drawing/2014/main" id="{2B5D26BC-A3A9-081E-C325-00ED20FE1EAE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24464" y="4355333"/>
            <a:ext cx="1316850" cy="1377815"/>
          </a:xfrm>
          <a:prstGeom prst="rect">
            <a:avLst/>
          </a:prstGeom>
        </p:spPr>
      </p:pic>
      <p:pic>
        <p:nvPicPr>
          <p:cNvPr id="44" name="그림 43">
            <a:extLst>
              <a:ext uri="{FF2B5EF4-FFF2-40B4-BE49-F238E27FC236}">
                <a16:creationId xmlns:a16="http://schemas.microsoft.com/office/drawing/2014/main" id="{EF259B44-20B0-F906-4B22-314868E63510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220198" y="1663687"/>
            <a:ext cx="1329043" cy="2682472"/>
          </a:xfrm>
          <a:prstGeom prst="rect">
            <a:avLst/>
          </a:prstGeom>
        </p:spPr>
      </p:pic>
      <p:pic>
        <p:nvPicPr>
          <p:cNvPr id="46" name="그림 45">
            <a:extLst>
              <a:ext uri="{FF2B5EF4-FFF2-40B4-BE49-F238E27FC236}">
                <a16:creationId xmlns:a16="http://schemas.microsoft.com/office/drawing/2014/main" id="{B2463299-2DA8-724A-A19A-54A691C0671A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3606381" y="5005336"/>
            <a:ext cx="1059225" cy="722765"/>
          </a:xfrm>
          <a:prstGeom prst="rect">
            <a:avLst/>
          </a:prstGeom>
        </p:spPr>
      </p:pic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09A1F106-BFD2-0B2B-37D1-4A796DBA517F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marL="0" indent="0">
              <a:buNone/>
            </a:pPr>
            <a:r>
              <a:rPr lang="ko-KR" altLang="en-US" dirty="0"/>
              <a:t>위젯 사이즈 조정</a:t>
            </a:r>
          </a:p>
        </p:txBody>
      </p:sp>
      <p:sp>
        <p:nvSpPr>
          <p:cNvPr id="157" name="제목 156">
            <a:extLst>
              <a:ext uri="{FF2B5EF4-FFF2-40B4-BE49-F238E27FC236}">
                <a16:creationId xmlns:a16="http://schemas.microsoft.com/office/drawing/2014/main" id="{FA3BDFDA-60B5-F8F5-3B32-79823C16EF2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위젯 동작 </a:t>
            </a:r>
            <a:r>
              <a:rPr lang="en-US" altLang="ko-KR" dirty="0"/>
              <a:t>&gt; </a:t>
            </a:r>
            <a:r>
              <a:rPr lang="ko-KR" altLang="en-US" dirty="0"/>
              <a:t>위젯 사이즈 조정</a:t>
            </a:r>
          </a:p>
        </p:txBody>
      </p: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489E517C-0B47-BB15-6180-4C21BD11EEEC}"/>
              </a:ext>
            </a:extLst>
          </p:cNvPr>
          <p:cNvCxnSpPr>
            <a:cxnSpLocks/>
          </p:cNvCxnSpPr>
          <p:nvPr/>
        </p:nvCxnSpPr>
        <p:spPr>
          <a:xfrm flipV="1">
            <a:off x="478185" y="4991795"/>
            <a:ext cx="4195412" cy="14290"/>
          </a:xfrm>
          <a:prstGeom prst="line">
            <a:avLst/>
          </a:prstGeom>
          <a:noFill/>
          <a:ln w="38100" cap="flat" cmpd="sng" algn="ctr">
            <a:solidFill>
              <a:srgbClr val="FF0000"/>
            </a:solidFill>
            <a:prstDash val="sysDot"/>
            <a:miter lim="800000"/>
          </a:ln>
          <a:effectLst/>
        </p:spPr>
      </p:cxn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0D8E8B64-62F5-EE5D-46A5-5E1A3928EB72}"/>
              </a:ext>
            </a:extLst>
          </p:cNvPr>
          <p:cNvGrpSpPr/>
          <p:nvPr/>
        </p:nvGrpSpPr>
        <p:grpSpPr>
          <a:xfrm rot="2784349">
            <a:off x="2004836" y="4967326"/>
            <a:ext cx="659258" cy="626108"/>
            <a:chOff x="2129090" y="5004419"/>
            <a:chExt cx="767111" cy="728526"/>
          </a:xfrm>
        </p:grpSpPr>
        <p:sp>
          <p:nvSpPr>
            <p:cNvPr id="134" name="타원 133">
              <a:extLst>
                <a:ext uri="{FF2B5EF4-FFF2-40B4-BE49-F238E27FC236}">
                  <a16:creationId xmlns:a16="http://schemas.microsoft.com/office/drawing/2014/main" id="{55A949F0-FF47-5ADE-99E6-1D8E6C421200}"/>
                </a:ext>
              </a:extLst>
            </p:cNvPr>
            <p:cNvSpPr/>
            <p:nvPr/>
          </p:nvSpPr>
          <p:spPr>
            <a:xfrm>
              <a:off x="2129090" y="5004419"/>
              <a:ext cx="303810" cy="303806"/>
            </a:xfrm>
            <a:prstGeom prst="ellipse">
              <a:avLst/>
            </a:prstGeom>
            <a:solidFill>
              <a:srgbClr val="DB7389">
                <a:alpha val="73000"/>
              </a:srgbClr>
            </a:solidFill>
            <a:ln w="25400" cap="flat" cmpd="sng" algn="ctr">
              <a:solidFill>
                <a:srgbClr val="DB7389"/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800" kern="0">
                <a:solidFill>
                  <a:prstClr val="white"/>
                </a:solidFill>
                <a:latin typeface="맑은 고딕"/>
                <a:ea typeface="맑은 고딕"/>
              </a:endParaRPr>
            </a:p>
          </p:txBody>
        </p:sp>
        <p:sp>
          <p:nvSpPr>
            <p:cNvPr id="135" name="타원 134">
              <a:extLst>
                <a:ext uri="{FF2B5EF4-FFF2-40B4-BE49-F238E27FC236}">
                  <a16:creationId xmlns:a16="http://schemas.microsoft.com/office/drawing/2014/main" id="{4CBBEEDD-B5D1-E893-37F5-BDD78BE235EB}"/>
                </a:ext>
              </a:extLst>
            </p:cNvPr>
            <p:cNvSpPr/>
            <p:nvPr/>
          </p:nvSpPr>
          <p:spPr>
            <a:xfrm>
              <a:off x="2196082" y="5082531"/>
              <a:ext cx="303810" cy="303806"/>
            </a:xfrm>
            <a:prstGeom prst="ellipse">
              <a:avLst/>
            </a:prstGeom>
            <a:solidFill>
              <a:srgbClr val="DB7389">
                <a:alpha val="4400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800" kern="0" dirty="0">
                <a:solidFill>
                  <a:prstClr val="white"/>
                </a:solidFill>
                <a:latin typeface="맑은 고딕"/>
                <a:ea typeface="맑은 고딕"/>
              </a:endParaRPr>
            </a:p>
          </p:txBody>
        </p:sp>
        <p:sp>
          <p:nvSpPr>
            <p:cNvPr id="136" name="타원 135">
              <a:extLst>
                <a:ext uri="{FF2B5EF4-FFF2-40B4-BE49-F238E27FC236}">
                  <a16:creationId xmlns:a16="http://schemas.microsoft.com/office/drawing/2014/main" id="{5C7B7971-FE57-6B4C-1B5B-DCC434FFECEB}"/>
                </a:ext>
              </a:extLst>
            </p:cNvPr>
            <p:cNvSpPr/>
            <p:nvPr/>
          </p:nvSpPr>
          <p:spPr>
            <a:xfrm>
              <a:off x="2592394" y="5429135"/>
              <a:ext cx="303807" cy="303810"/>
            </a:xfrm>
            <a:prstGeom prst="ellipse">
              <a:avLst/>
            </a:prstGeom>
            <a:solidFill>
              <a:srgbClr val="DB7389">
                <a:alpha val="49000"/>
              </a:srgbClr>
            </a:solidFill>
            <a:ln w="25400" cap="flat" cmpd="sng" algn="ctr">
              <a:solidFill>
                <a:srgbClr val="DB7389"/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800" kern="0">
                <a:solidFill>
                  <a:prstClr val="white"/>
                </a:solidFill>
                <a:latin typeface="맑은 고딕"/>
                <a:ea typeface="맑은 고딕"/>
              </a:endParaRPr>
            </a:p>
          </p:txBody>
        </p:sp>
        <p:cxnSp>
          <p:nvCxnSpPr>
            <p:cNvPr id="137" name="직선 화살표 연결선 136">
              <a:extLst>
                <a:ext uri="{FF2B5EF4-FFF2-40B4-BE49-F238E27FC236}">
                  <a16:creationId xmlns:a16="http://schemas.microsoft.com/office/drawing/2014/main" id="{73591323-CAC8-BAF4-EC5B-D293DADE38A0}"/>
                </a:ext>
              </a:extLst>
            </p:cNvPr>
            <p:cNvCxnSpPr>
              <a:cxnSpLocks/>
            </p:cNvCxnSpPr>
            <p:nvPr/>
          </p:nvCxnSpPr>
          <p:spPr>
            <a:xfrm rot="20431917">
              <a:off x="2365723" y="5091493"/>
              <a:ext cx="299338" cy="560727"/>
            </a:xfrm>
            <a:prstGeom prst="straightConnector1">
              <a:avLst/>
            </a:prstGeom>
            <a:noFill/>
            <a:ln w="6350" cap="flat" cmpd="sng" algn="ctr">
              <a:solidFill>
                <a:srgbClr val="FF0000"/>
              </a:solidFill>
              <a:prstDash val="solid"/>
              <a:headEnd type="oval" w="med" len="med"/>
              <a:tailEnd type="triangle" w="med" len="med"/>
            </a:ln>
            <a:effectLst/>
          </p:spPr>
        </p:cxnSp>
        <p:sp>
          <p:nvSpPr>
            <p:cNvPr id="138" name="타원 137">
              <a:extLst>
                <a:ext uri="{FF2B5EF4-FFF2-40B4-BE49-F238E27FC236}">
                  <a16:creationId xmlns:a16="http://schemas.microsoft.com/office/drawing/2014/main" id="{64F25788-921E-599A-26A9-942F55F497A1}"/>
                </a:ext>
              </a:extLst>
            </p:cNvPr>
            <p:cNvSpPr/>
            <p:nvPr/>
          </p:nvSpPr>
          <p:spPr>
            <a:xfrm>
              <a:off x="2533343" y="5373123"/>
              <a:ext cx="303808" cy="303808"/>
            </a:xfrm>
            <a:prstGeom prst="ellipse">
              <a:avLst/>
            </a:prstGeom>
            <a:solidFill>
              <a:srgbClr val="DB7389">
                <a:alpha val="4400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800" kern="0" dirty="0">
                <a:solidFill>
                  <a:prstClr val="white"/>
                </a:solidFill>
                <a:latin typeface="맑은 고딕"/>
                <a:ea typeface="맑은 고딕"/>
              </a:endParaRPr>
            </a:p>
          </p:txBody>
        </p:sp>
      </p:grpSp>
      <p:cxnSp>
        <p:nvCxnSpPr>
          <p:cNvPr id="139" name="직선 연결선 138">
            <a:extLst>
              <a:ext uri="{FF2B5EF4-FFF2-40B4-BE49-F238E27FC236}">
                <a16:creationId xmlns:a16="http://schemas.microsoft.com/office/drawing/2014/main" id="{9F0818BB-8565-F69B-B56C-DAD1EA87AB39}"/>
              </a:ext>
            </a:extLst>
          </p:cNvPr>
          <p:cNvCxnSpPr>
            <a:cxnSpLocks/>
          </p:cNvCxnSpPr>
          <p:nvPr/>
        </p:nvCxnSpPr>
        <p:spPr>
          <a:xfrm flipH="1" flipV="1">
            <a:off x="6217773" y="1660883"/>
            <a:ext cx="2425" cy="4074094"/>
          </a:xfrm>
          <a:prstGeom prst="line">
            <a:avLst/>
          </a:prstGeom>
          <a:noFill/>
          <a:ln w="38100" cap="flat" cmpd="sng" algn="ctr">
            <a:solidFill>
              <a:srgbClr val="FF0000"/>
            </a:solidFill>
            <a:prstDash val="sysDot"/>
            <a:miter lim="800000"/>
          </a:ln>
          <a:effectLst/>
        </p:spPr>
      </p:cxnSp>
      <p:grpSp>
        <p:nvGrpSpPr>
          <p:cNvPr id="140" name="그룹 139">
            <a:extLst>
              <a:ext uri="{FF2B5EF4-FFF2-40B4-BE49-F238E27FC236}">
                <a16:creationId xmlns:a16="http://schemas.microsoft.com/office/drawing/2014/main" id="{7EF7FA47-DA04-56C8-1A5A-D2851D476C47}"/>
              </a:ext>
            </a:extLst>
          </p:cNvPr>
          <p:cNvGrpSpPr/>
          <p:nvPr/>
        </p:nvGrpSpPr>
        <p:grpSpPr>
          <a:xfrm rot="19060079">
            <a:off x="6149865" y="2196004"/>
            <a:ext cx="659258" cy="626108"/>
            <a:chOff x="2129090" y="5004419"/>
            <a:chExt cx="767111" cy="728526"/>
          </a:xfrm>
        </p:grpSpPr>
        <p:sp>
          <p:nvSpPr>
            <p:cNvPr id="141" name="타원 140">
              <a:extLst>
                <a:ext uri="{FF2B5EF4-FFF2-40B4-BE49-F238E27FC236}">
                  <a16:creationId xmlns:a16="http://schemas.microsoft.com/office/drawing/2014/main" id="{68358098-4C95-4725-72D9-6C5605078AAA}"/>
                </a:ext>
              </a:extLst>
            </p:cNvPr>
            <p:cNvSpPr/>
            <p:nvPr/>
          </p:nvSpPr>
          <p:spPr>
            <a:xfrm>
              <a:off x="2129090" y="5004419"/>
              <a:ext cx="303810" cy="303806"/>
            </a:xfrm>
            <a:prstGeom prst="ellipse">
              <a:avLst/>
            </a:prstGeom>
            <a:solidFill>
              <a:srgbClr val="DB7389">
                <a:alpha val="73000"/>
              </a:srgbClr>
            </a:solidFill>
            <a:ln w="25400" cap="flat" cmpd="sng" algn="ctr">
              <a:solidFill>
                <a:srgbClr val="DB7389"/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800" kern="0">
                <a:solidFill>
                  <a:prstClr val="white"/>
                </a:solidFill>
                <a:latin typeface="맑은 고딕"/>
                <a:ea typeface="맑은 고딕"/>
              </a:endParaRPr>
            </a:p>
          </p:txBody>
        </p:sp>
        <p:sp>
          <p:nvSpPr>
            <p:cNvPr id="142" name="타원 141">
              <a:extLst>
                <a:ext uri="{FF2B5EF4-FFF2-40B4-BE49-F238E27FC236}">
                  <a16:creationId xmlns:a16="http://schemas.microsoft.com/office/drawing/2014/main" id="{35CDD617-3BFD-9762-A8A0-4E54B37930C8}"/>
                </a:ext>
              </a:extLst>
            </p:cNvPr>
            <p:cNvSpPr/>
            <p:nvPr/>
          </p:nvSpPr>
          <p:spPr>
            <a:xfrm>
              <a:off x="2196082" y="5082531"/>
              <a:ext cx="303810" cy="303806"/>
            </a:xfrm>
            <a:prstGeom prst="ellipse">
              <a:avLst/>
            </a:prstGeom>
            <a:solidFill>
              <a:srgbClr val="DB7389">
                <a:alpha val="4400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800" kern="0" dirty="0">
                <a:solidFill>
                  <a:prstClr val="white"/>
                </a:solidFill>
                <a:latin typeface="맑은 고딕"/>
                <a:ea typeface="맑은 고딕"/>
              </a:endParaRPr>
            </a:p>
          </p:txBody>
        </p:sp>
        <p:sp>
          <p:nvSpPr>
            <p:cNvPr id="143" name="타원 142">
              <a:extLst>
                <a:ext uri="{FF2B5EF4-FFF2-40B4-BE49-F238E27FC236}">
                  <a16:creationId xmlns:a16="http://schemas.microsoft.com/office/drawing/2014/main" id="{B4649B95-0498-A20A-C0CB-98AB3DFF7C27}"/>
                </a:ext>
              </a:extLst>
            </p:cNvPr>
            <p:cNvSpPr/>
            <p:nvPr/>
          </p:nvSpPr>
          <p:spPr>
            <a:xfrm>
              <a:off x="2592394" y="5429135"/>
              <a:ext cx="303807" cy="303810"/>
            </a:xfrm>
            <a:prstGeom prst="ellipse">
              <a:avLst/>
            </a:prstGeom>
            <a:solidFill>
              <a:srgbClr val="DB7389">
                <a:alpha val="49000"/>
              </a:srgbClr>
            </a:solidFill>
            <a:ln w="25400" cap="flat" cmpd="sng" algn="ctr">
              <a:solidFill>
                <a:srgbClr val="DB7389"/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800" kern="0">
                <a:solidFill>
                  <a:prstClr val="white"/>
                </a:solidFill>
                <a:latin typeface="맑은 고딕"/>
                <a:ea typeface="맑은 고딕"/>
              </a:endParaRPr>
            </a:p>
          </p:txBody>
        </p:sp>
        <p:cxnSp>
          <p:nvCxnSpPr>
            <p:cNvPr id="144" name="직선 화살표 연결선 143">
              <a:extLst>
                <a:ext uri="{FF2B5EF4-FFF2-40B4-BE49-F238E27FC236}">
                  <a16:creationId xmlns:a16="http://schemas.microsoft.com/office/drawing/2014/main" id="{DCD98B82-8CF3-064B-D01F-5FAA6792C04C}"/>
                </a:ext>
              </a:extLst>
            </p:cNvPr>
            <p:cNvCxnSpPr>
              <a:cxnSpLocks/>
            </p:cNvCxnSpPr>
            <p:nvPr/>
          </p:nvCxnSpPr>
          <p:spPr>
            <a:xfrm rot="20431917">
              <a:off x="2365723" y="5091493"/>
              <a:ext cx="299338" cy="560727"/>
            </a:xfrm>
            <a:prstGeom prst="straightConnector1">
              <a:avLst/>
            </a:prstGeom>
            <a:noFill/>
            <a:ln w="6350" cap="flat" cmpd="sng" algn="ctr">
              <a:solidFill>
                <a:srgbClr val="FF0000"/>
              </a:solidFill>
              <a:prstDash val="solid"/>
              <a:headEnd type="oval" w="med" len="med"/>
              <a:tailEnd type="triangle" w="med" len="med"/>
            </a:ln>
            <a:effectLst/>
          </p:spPr>
        </p:cxnSp>
        <p:sp>
          <p:nvSpPr>
            <p:cNvPr id="145" name="타원 144">
              <a:extLst>
                <a:ext uri="{FF2B5EF4-FFF2-40B4-BE49-F238E27FC236}">
                  <a16:creationId xmlns:a16="http://schemas.microsoft.com/office/drawing/2014/main" id="{F49CA94F-1E10-A410-F6A2-3D46023D1987}"/>
                </a:ext>
              </a:extLst>
            </p:cNvPr>
            <p:cNvSpPr/>
            <p:nvPr/>
          </p:nvSpPr>
          <p:spPr>
            <a:xfrm>
              <a:off x="2533343" y="5373123"/>
              <a:ext cx="303808" cy="303808"/>
            </a:xfrm>
            <a:prstGeom prst="ellipse">
              <a:avLst/>
            </a:prstGeom>
            <a:solidFill>
              <a:srgbClr val="DB7389">
                <a:alpha val="4400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800" kern="0" dirty="0">
                <a:solidFill>
                  <a:prstClr val="white"/>
                </a:solidFill>
                <a:latin typeface="맑은 고딕"/>
                <a:ea typeface="맑은 고딕"/>
              </a:endParaRPr>
            </a:p>
          </p:txBody>
        </p:sp>
      </p:grp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DCA80D36-FCA1-688B-DF0F-8935A1748605}"/>
              </a:ext>
            </a:extLst>
          </p:cNvPr>
          <p:cNvGrpSpPr/>
          <p:nvPr/>
        </p:nvGrpSpPr>
        <p:grpSpPr>
          <a:xfrm rot="8202176">
            <a:off x="5628526" y="2217619"/>
            <a:ext cx="659258" cy="626108"/>
            <a:chOff x="2129090" y="5004419"/>
            <a:chExt cx="767111" cy="728526"/>
          </a:xfrm>
        </p:grpSpPr>
        <p:sp>
          <p:nvSpPr>
            <p:cNvPr id="147" name="타원 146">
              <a:extLst>
                <a:ext uri="{FF2B5EF4-FFF2-40B4-BE49-F238E27FC236}">
                  <a16:creationId xmlns:a16="http://schemas.microsoft.com/office/drawing/2014/main" id="{B7A14AF4-CCB7-BE04-3A2D-D451596CCD94}"/>
                </a:ext>
              </a:extLst>
            </p:cNvPr>
            <p:cNvSpPr/>
            <p:nvPr/>
          </p:nvSpPr>
          <p:spPr>
            <a:xfrm>
              <a:off x="2129090" y="5004419"/>
              <a:ext cx="303810" cy="303806"/>
            </a:xfrm>
            <a:prstGeom prst="ellipse">
              <a:avLst/>
            </a:prstGeom>
            <a:solidFill>
              <a:srgbClr val="DB7389">
                <a:alpha val="73000"/>
              </a:srgbClr>
            </a:solidFill>
            <a:ln w="25400" cap="flat" cmpd="sng" algn="ctr">
              <a:solidFill>
                <a:srgbClr val="DB7389"/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800" kern="0">
                <a:solidFill>
                  <a:prstClr val="white"/>
                </a:solidFill>
                <a:latin typeface="맑은 고딕"/>
                <a:ea typeface="맑은 고딕"/>
              </a:endParaRPr>
            </a:p>
          </p:txBody>
        </p:sp>
        <p:sp>
          <p:nvSpPr>
            <p:cNvPr id="148" name="타원 147">
              <a:extLst>
                <a:ext uri="{FF2B5EF4-FFF2-40B4-BE49-F238E27FC236}">
                  <a16:creationId xmlns:a16="http://schemas.microsoft.com/office/drawing/2014/main" id="{1D87A87A-D7CD-7131-3056-78073A8401BD}"/>
                </a:ext>
              </a:extLst>
            </p:cNvPr>
            <p:cNvSpPr/>
            <p:nvPr/>
          </p:nvSpPr>
          <p:spPr>
            <a:xfrm>
              <a:off x="2196082" y="5082531"/>
              <a:ext cx="303810" cy="303806"/>
            </a:xfrm>
            <a:prstGeom prst="ellipse">
              <a:avLst/>
            </a:prstGeom>
            <a:solidFill>
              <a:srgbClr val="DB7389">
                <a:alpha val="4400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800" kern="0" dirty="0">
                <a:solidFill>
                  <a:prstClr val="white"/>
                </a:solidFill>
                <a:latin typeface="맑은 고딕"/>
                <a:ea typeface="맑은 고딕"/>
              </a:endParaRPr>
            </a:p>
          </p:txBody>
        </p:sp>
        <p:sp>
          <p:nvSpPr>
            <p:cNvPr id="149" name="타원 148">
              <a:extLst>
                <a:ext uri="{FF2B5EF4-FFF2-40B4-BE49-F238E27FC236}">
                  <a16:creationId xmlns:a16="http://schemas.microsoft.com/office/drawing/2014/main" id="{ADB6C5A7-C9FE-CB76-B3AD-26819B6585F9}"/>
                </a:ext>
              </a:extLst>
            </p:cNvPr>
            <p:cNvSpPr/>
            <p:nvPr/>
          </p:nvSpPr>
          <p:spPr>
            <a:xfrm>
              <a:off x="2592394" y="5429135"/>
              <a:ext cx="303807" cy="303810"/>
            </a:xfrm>
            <a:prstGeom prst="ellipse">
              <a:avLst/>
            </a:prstGeom>
            <a:solidFill>
              <a:srgbClr val="DB7389">
                <a:alpha val="49000"/>
              </a:srgbClr>
            </a:solidFill>
            <a:ln w="25400" cap="flat" cmpd="sng" algn="ctr">
              <a:solidFill>
                <a:srgbClr val="DB7389"/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800" kern="0">
                <a:solidFill>
                  <a:prstClr val="white"/>
                </a:solidFill>
                <a:latin typeface="맑은 고딕"/>
                <a:ea typeface="맑은 고딕"/>
              </a:endParaRPr>
            </a:p>
          </p:txBody>
        </p:sp>
        <p:cxnSp>
          <p:nvCxnSpPr>
            <p:cNvPr id="150" name="직선 화살표 연결선 149">
              <a:extLst>
                <a:ext uri="{FF2B5EF4-FFF2-40B4-BE49-F238E27FC236}">
                  <a16:creationId xmlns:a16="http://schemas.microsoft.com/office/drawing/2014/main" id="{3CCC7CE5-3E53-ED95-CAF0-F1E3A4A034CC}"/>
                </a:ext>
              </a:extLst>
            </p:cNvPr>
            <p:cNvCxnSpPr>
              <a:cxnSpLocks/>
            </p:cNvCxnSpPr>
            <p:nvPr/>
          </p:nvCxnSpPr>
          <p:spPr>
            <a:xfrm rot="20431917">
              <a:off x="2365723" y="5091493"/>
              <a:ext cx="299338" cy="560727"/>
            </a:xfrm>
            <a:prstGeom prst="straightConnector1">
              <a:avLst/>
            </a:prstGeom>
            <a:noFill/>
            <a:ln w="6350" cap="flat" cmpd="sng" algn="ctr">
              <a:solidFill>
                <a:srgbClr val="FF0000"/>
              </a:solidFill>
              <a:prstDash val="solid"/>
              <a:headEnd type="oval" w="med" len="med"/>
              <a:tailEnd type="triangle" w="med" len="med"/>
            </a:ln>
            <a:effectLst/>
          </p:spPr>
        </p:cxnSp>
        <p:sp>
          <p:nvSpPr>
            <p:cNvPr id="151" name="타원 150">
              <a:extLst>
                <a:ext uri="{FF2B5EF4-FFF2-40B4-BE49-F238E27FC236}">
                  <a16:creationId xmlns:a16="http://schemas.microsoft.com/office/drawing/2014/main" id="{AC784B4E-B43C-7C5A-58FF-FF2C5F78AB7B}"/>
                </a:ext>
              </a:extLst>
            </p:cNvPr>
            <p:cNvSpPr/>
            <p:nvPr/>
          </p:nvSpPr>
          <p:spPr>
            <a:xfrm>
              <a:off x="2533343" y="5373123"/>
              <a:ext cx="303808" cy="303808"/>
            </a:xfrm>
            <a:prstGeom prst="ellipse">
              <a:avLst/>
            </a:prstGeom>
            <a:solidFill>
              <a:srgbClr val="DB7389">
                <a:alpha val="4400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800" kern="0" dirty="0">
                <a:solidFill>
                  <a:prstClr val="white"/>
                </a:solidFill>
                <a:latin typeface="맑은 고딕"/>
                <a:ea typeface="맑은 고딕"/>
              </a:endParaRPr>
            </a:p>
          </p:txBody>
        </p:sp>
      </p:grpSp>
      <p:graphicFrame>
        <p:nvGraphicFramePr>
          <p:cNvPr id="154" name="표 153">
            <a:extLst>
              <a:ext uri="{FF2B5EF4-FFF2-40B4-BE49-F238E27FC236}">
                <a16:creationId xmlns:a16="http://schemas.microsoft.com/office/drawing/2014/main" id="{C7963FC2-1A89-52BF-E0EF-7703072191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4722478"/>
              </p:ext>
            </p:extLst>
          </p:nvPr>
        </p:nvGraphicFramePr>
        <p:xfrm>
          <a:off x="7896200" y="1259779"/>
          <a:ext cx="4109459" cy="3753397"/>
        </p:xfrm>
        <a:graphic>
          <a:graphicData uri="http://schemas.openxmlformats.org/drawingml/2006/table">
            <a:tbl>
              <a:tblPr/>
              <a:tblGrid>
                <a:gridCol w="833095">
                  <a:extLst>
                    <a:ext uri="{9D8B030D-6E8A-4147-A177-3AD203B41FA5}">
                      <a16:colId xmlns:a16="http://schemas.microsoft.com/office/drawing/2014/main" val="4043027557"/>
                    </a:ext>
                  </a:extLst>
                </a:gridCol>
                <a:gridCol w="3276364">
                  <a:extLst>
                    <a:ext uri="{9D8B030D-6E8A-4147-A177-3AD203B41FA5}">
                      <a16:colId xmlns:a16="http://schemas.microsoft.com/office/drawing/2014/main" val="388072477"/>
                    </a:ext>
                  </a:extLst>
                </a:gridCol>
              </a:tblGrid>
              <a:tr h="261009">
                <a:tc gridSpan="2">
                  <a:txBody>
                    <a:bodyPr/>
                    <a:lstStyle/>
                    <a:p>
                      <a:pPr algn="ctr" rtl="0" fontAlgn="ctr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800" b="1" dirty="0">
                          <a:solidFill>
                            <a:schemeClr val="bg1"/>
                          </a:solidFill>
                          <a:effectLst/>
                        </a:rPr>
                        <a:t>리사이징 정책</a:t>
                      </a:r>
                    </a:p>
                  </a:txBody>
                  <a:tcPr marL="27610" marR="27610" marT="18407" marB="18407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rtl="0" fontAlgn="ctr">
                        <a:buNone/>
                      </a:pPr>
                      <a:endParaRPr lang="en-US" altLang="ko-KR" sz="800" dirty="0">
                        <a:effectLst/>
                      </a:endParaRPr>
                    </a:p>
                  </a:txBody>
                  <a:tcPr marL="27610" marR="27610" marT="18407" marB="18407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2527238"/>
                  </a:ext>
                </a:extLst>
              </a:tr>
              <a:tr h="2410854">
                <a:tc>
                  <a:txBody>
                    <a:bodyPr/>
                    <a:lstStyle/>
                    <a:p>
                      <a:pPr rtl="0" fontAlgn="ctr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800" b="1" dirty="0">
                          <a:effectLst/>
                        </a:rPr>
                        <a:t>조인트 리사이징</a:t>
                      </a:r>
                    </a:p>
                  </a:txBody>
                  <a:tcPr marL="27610" marR="27610" marT="18407" marB="18407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rtl="0" fontAlgn="ctr">
                        <a:lnSpc>
                          <a:spcPct val="12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effectLst/>
                        </a:rPr>
                        <a:t>분할 경계선</a:t>
                      </a:r>
                      <a:br>
                        <a:rPr lang="en-US" altLang="ko-KR" sz="800" b="1" dirty="0">
                          <a:effectLst/>
                        </a:rPr>
                      </a:br>
                      <a:r>
                        <a:rPr lang="en-US" altLang="ko-KR" sz="800" b="1" dirty="0">
                          <a:effectLst/>
                        </a:rPr>
                        <a:t>- </a:t>
                      </a:r>
                      <a:r>
                        <a:rPr lang="ko-KR" altLang="en-US" sz="800" dirty="0">
                          <a:effectLst/>
                        </a:rPr>
                        <a:t>분할된 위젯 사이의 경계선을 </a:t>
                      </a:r>
                      <a:r>
                        <a:rPr lang="ko-KR" altLang="en-US" sz="800" dirty="0" err="1">
                          <a:effectLst/>
                        </a:rPr>
                        <a:t>드래그하면</a:t>
                      </a:r>
                      <a:r>
                        <a:rPr lang="ko-KR" altLang="en-US" sz="800" dirty="0">
                          <a:effectLst/>
                        </a:rPr>
                        <a:t> 한쪽이 늘어나는 만큼 다른 쪽은 줄어든다</a:t>
                      </a:r>
                      <a:r>
                        <a:rPr lang="en-US" altLang="ko-KR" sz="800" dirty="0">
                          <a:effectLst/>
                        </a:rPr>
                        <a:t>.</a:t>
                      </a:r>
                      <a:br>
                        <a:rPr lang="en-US" altLang="ko-KR" sz="800" dirty="0">
                          <a:effectLst/>
                        </a:rPr>
                      </a:br>
                      <a:r>
                        <a:rPr lang="en-US" altLang="ko-KR" sz="800" dirty="0">
                          <a:effectLst/>
                        </a:rPr>
                        <a:t>- </a:t>
                      </a:r>
                      <a:r>
                        <a:rPr lang="ko-KR" altLang="en-US" sz="800" dirty="0">
                          <a:effectLst/>
                        </a:rPr>
                        <a:t>분할된 </a:t>
                      </a:r>
                      <a:r>
                        <a:rPr lang="ko-KR" altLang="en-US" sz="800" dirty="0" err="1">
                          <a:effectLst/>
                        </a:rPr>
                        <a:t>위젯간의</a:t>
                      </a:r>
                      <a:r>
                        <a:rPr lang="ko-KR" altLang="en-US" sz="800" dirty="0">
                          <a:effectLst/>
                        </a:rPr>
                        <a:t> 경계선과 접한 위젯들이 리사이징 된다</a:t>
                      </a:r>
                      <a:r>
                        <a:rPr lang="en-US" altLang="ko-KR" sz="800" dirty="0">
                          <a:effectLst/>
                        </a:rPr>
                        <a:t>.</a:t>
                      </a:r>
                      <a:br>
                        <a:rPr lang="en-US" altLang="ko-KR" sz="800" dirty="0">
                          <a:effectLst/>
                        </a:rPr>
                      </a:br>
                      <a:r>
                        <a:rPr lang="en-US" altLang="ko-KR" sz="800" dirty="0">
                          <a:effectLst/>
                        </a:rPr>
                        <a:t>- </a:t>
                      </a:r>
                      <a:r>
                        <a:rPr lang="ko-KR" altLang="en-US" sz="800" dirty="0">
                          <a:effectLst/>
                        </a:rPr>
                        <a:t>분할된 경계면의 위젯이 </a:t>
                      </a:r>
                      <a:r>
                        <a:rPr lang="ko-KR" altLang="en-US" sz="800" dirty="0" err="1">
                          <a:effectLst/>
                        </a:rPr>
                        <a:t>여러개로</a:t>
                      </a:r>
                      <a:r>
                        <a:rPr lang="ko-KR" altLang="en-US" sz="800" dirty="0">
                          <a:effectLst/>
                        </a:rPr>
                        <a:t> 분리되어 </a:t>
                      </a:r>
                      <a:r>
                        <a:rPr lang="ko-KR" altLang="en-US" sz="800" dirty="0" err="1">
                          <a:effectLst/>
                        </a:rPr>
                        <a:t>걸쳐있더라도</a:t>
                      </a:r>
                      <a:r>
                        <a:rPr lang="en-US" altLang="ko-KR" sz="800" dirty="0">
                          <a:effectLst/>
                        </a:rPr>
                        <a:t>, </a:t>
                      </a:r>
                      <a:r>
                        <a:rPr lang="ko-KR" altLang="en-US" sz="800" dirty="0">
                          <a:effectLst/>
                        </a:rPr>
                        <a:t>하나의 경계면으로 움직인다</a:t>
                      </a:r>
                      <a:r>
                        <a:rPr lang="en-US" altLang="ko-KR" sz="800" dirty="0">
                          <a:effectLst/>
                        </a:rPr>
                        <a:t>.</a:t>
                      </a:r>
                    </a:p>
                    <a:p>
                      <a:pPr marL="171450" indent="-171450" rtl="0" fontAlgn="ctr">
                        <a:lnSpc>
                          <a:spcPct val="120000"/>
                        </a:lnSpc>
                        <a:buFont typeface="Arial" panose="020B0604020202020204" pitchFamily="34" charset="0"/>
                        <a:buChar char="•"/>
                      </a:pPr>
                      <a:endParaRPr lang="en-US" altLang="ko-KR" sz="800" dirty="0">
                        <a:effectLst/>
                      </a:endParaRPr>
                    </a:p>
                    <a:p>
                      <a:pPr marL="171450" indent="-171450" rtl="0" fontAlgn="ctr">
                        <a:lnSpc>
                          <a:spcPct val="12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effectLst/>
                        </a:rPr>
                        <a:t>겹침 및 빈 공간 방지</a:t>
                      </a:r>
                      <a:br>
                        <a:rPr lang="en-US" altLang="ko-KR" sz="800" dirty="0">
                          <a:effectLst/>
                        </a:rPr>
                      </a:br>
                      <a:r>
                        <a:rPr lang="en-US" altLang="ko-KR" sz="800" dirty="0">
                          <a:effectLst/>
                        </a:rPr>
                        <a:t>- </a:t>
                      </a:r>
                      <a:r>
                        <a:rPr lang="ko-KR" altLang="en-US" sz="800" dirty="0">
                          <a:effectLst/>
                        </a:rPr>
                        <a:t>리사이징 할 때 전체 레이아웃의 합을 유지하여 위젯의 겹침과 캔버스의 빈공간을 방지한다</a:t>
                      </a:r>
                      <a:r>
                        <a:rPr lang="en-US" altLang="ko-KR" sz="800" dirty="0">
                          <a:effectLst/>
                        </a:rPr>
                        <a:t>.</a:t>
                      </a:r>
                    </a:p>
                    <a:p>
                      <a:pPr marL="0" indent="0" rtl="0" fontAlgn="ctr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</a:pPr>
                      <a:endParaRPr lang="en-US" altLang="ko-KR" sz="800" dirty="0">
                        <a:effectLst/>
                      </a:endParaRPr>
                    </a:p>
                    <a:p>
                      <a:pPr marL="171450" indent="-171450" rtl="0" fontAlgn="ctr">
                        <a:lnSpc>
                          <a:spcPct val="12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effectLst/>
                        </a:rPr>
                        <a:t>순차적 축소 및 확대</a:t>
                      </a:r>
                      <a:br>
                        <a:rPr lang="ko-KR" altLang="en-US" sz="800" dirty="0">
                          <a:effectLst/>
                        </a:rPr>
                      </a:br>
                      <a:r>
                        <a:rPr lang="en-US" altLang="ko-KR" sz="800" dirty="0">
                          <a:effectLst/>
                        </a:rPr>
                        <a:t>-</a:t>
                      </a:r>
                      <a:r>
                        <a:rPr lang="ko-KR" altLang="en-US" sz="800" dirty="0">
                          <a:effectLst/>
                        </a:rPr>
                        <a:t> 여러 번 분할된 위젯을 리사이징 할 경우</a:t>
                      </a:r>
                      <a:r>
                        <a:rPr lang="en-US" altLang="ko-KR" sz="800" dirty="0">
                          <a:effectLst/>
                        </a:rPr>
                        <a:t>, </a:t>
                      </a:r>
                      <a:r>
                        <a:rPr lang="ko-KR" altLang="en-US" sz="800" dirty="0">
                          <a:effectLst/>
                        </a:rPr>
                        <a:t>경계면에 닿아 있는 위젯이 최소 사이즈로 줄어들고 다음 위젯들도 순차적으로 최소사이즈까지 줄어들게 된다</a:t>
                      </a:r>
                      <a:r>
                        <a:rPr lang="en-US" altLang="ko-KR" sz="800" dirty="0">
                          <a:effectLst/>
                        </a:rPr>
                        <a:t>.</a:t>
                      </a:r>
                      <a:br>
                        <a:rPr lang="en-US" altLang="ko-KR" sz="800" dirty="0">
                          <a:effectLst/>
                        </a:rPr>
                      </a:br>
                      <a:r>
                        <a:rPr lang="en-US" altLang="ko-KR" sz="800" dirty="0">
                          <a:effectLst/>
                        </a:rPr>
                        <a:t>- </a:t>
                      </a:r>
                      <a:r>
                        <a:rPr lang="ko-KR" altLang="en-US" sz="800" dirty="0">
                          <a:effectLst/>
                        </a:rPr>
                        <a:t>다시 늘릴 땐 경계면과 맞닿은 위젯만 늘어난다</a:t>
                      </a:r>
                      <a:r>
                        <a:rPr lang="en-US" altLang="ko-KR" sz="800" dirty="0">
                          <a:effectLst/>
                        </a:rPr>
                        <a:t>.</a:t>
                      </a:r>
                    </a:p>
                  </a:txBody>
                  <a:tcPr marL="27610" marR="27610" marT="18407" marB="18407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4247311"/>
                  </a:ext>
                </a:extLst>
              </a:tr>
              <a:tr h="528954">
                <a:tc>
                  <a:txBody>
                    <a:bodyPr/>
                    <a:lstStyle/>
                    <a:p>
                      <a:pPr rtl="0" fontAlgn="ctr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800" b="1" dirty="0">
                          <a:effectLst/>
                        </a:rPr>
                        <a:t>리사이징 제한</a:t>
                      </a:r>
                    </a:p>
                  </a:txBody>
                  <a:tcPr marL="27610" marR="27610" marT="18407" marB="18407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rtl="0" fontAlgn="ctr">
                        <a:lnSpc>
                          <a:spcPct val="12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effectLst/>
                        </a:rPr>
                        <a:t>캔버스 </a:t>
                      </a:r>
                      <a:r>
                        <a:rPr lang="ko-KR" altLang="en-US" sz="800" dirty="0" err="1">
                          <a:effectLst/>
                        </a:rPr>
                        <a:t>상하좌우면과</a:t>
                      </a:r>
                      <a:r>
                        <a:rPr lang="ko-KR" altLang="en-US" sz="800" dirty="0">
                          <a:effectLst/>
                        </a:rPr>
                        <a:t> 접한 위젯의 경계면은 사이즈를 조절할 수 없다</a:t>
                      </a:r>
                      <a:r>
                        <a:rPr lang="en-US" altLang="ko-KR" sz="800" dirty="0">
                          <a:effectLst/>
                        </a:rPr>
                        <a:t>.</a:t>
                      </a:r>
                      <a:br>
                        <a:rPr lang="en-US" altLang="ko-KR" sz="800" dirty="0">
                          <a:effectLst/>
                        </a:rPr>
                      </a:br>
                      <a:r>
                        <a:rPr lang="en-US" altLang="ko-KR" sz="800" dirty="0">
                          <a:effectLst/>
                        </a:rPr>
                        <a:t>- </a:t>
                      </a:r>
                      <a:r>
                        <a:rPr lang="ko-KR" altLang="en-US" sz="800" dirty="0">
                          <a:effectLst/>
                        </a:rPr>
                        <a:t>그러므로 해당 경계면에 마우스 포인터가 오버되더라도 마우스 포인터의 모양은 변하지 않는다</a:t>
                      </a:r>
                      <a:r>
                        <a:rPr lang="en-US" altLang="ko-KR" sz="800" dirty="0">
                          <a:effectLst/>
                        </a:rPr>
                        <a:t>.</a:t>
                      </a:r>
                    </a:p>
                  </a:txBody>
                  <a:tcPr marL="27610" marR="27610" marT="18407" marB="18407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4172726"/>
                  </a:ext>
                </a:extLst>
              </a:tr>
              <a:tr h="552580">
                <a:tc>
                  <a:txBody>
                    <a:bodyPr/>
                    <a:lstStyle/>
                    <a:p>
                      <a:pPr rtl="0" fontAlgn="ctr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800" b="1" dirty="0">
                          <a:effectLst/>
                        </a:rPr>
                        <a:t>최소 사이즈 보호</a:t>
                      </a:r>
                    </a:p>
                  </a:txBody>
                  <a:tcPr marL="27610" marR="27610" marT="18407" marB="18407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rtl="0" fontAlgn="ctr">
                        <a:lnSpc>
                          <a:spcPct val="12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effectLst/>
                        </a:rPr>
                        <a:t>각 위젯은 고유의 최소 너비</a:t>
                      </a:r>
                      <a:r>
                        <a:rPr lang="en-US" altLang="ko-KR" sz="800" dirty="0">
                          <a:effectLst/>
                        </a:rPr>
                        <a:t>/</a:t>
                      </a:r>
                      <a:r>
                        <a:rPr lang="ko-KR" altLang="en-US" sz="800" dirty="0">
                          <a:effectLst/>
                        </a:rPr>
                        <a:t>높이</a:t>
                      </a:r>
                      <a:r>
                        <a:rPr lang="en-US" altLang="ko-KR" sz="800" dirty="0">
                          <a:effectLst/>
                        </a:rPr>
                        <a:t>(Min-width/height) </a:t>
                      </a:r>
                      <a:r>
                        <a:rPr lang="ko-KR" altLang="en-US" sz="800" dirty="0">
                          <a:effectLst/>
                        </a:rPr>
                        <a:t>값을 가지며</a:t>
                      </a:r>
                      <a:r>
                        <a:rPr lang="en-US" altLang="ko-KR" sz="800" dirty="0">
                          <a:effectLst/>
                        </a:rPr>
                        <a:t>, </a:t>
                      </a:r>
                      <a:r>
                        <a:rPr lang="ko-KR" altLang="en-US" sz="800" dirty="0">
                          <a:effectLst/>
                        </a:rPr>
                        <a:t>인접 위젯에 의해 밀리거나 리사이징 될 때 이 값 이하로는 작아지지 않는다</a:t>
                      </a:r>
                      <a:r>
                        <a:rPr lang="en-US" altLang="ko-KR" sz="800" dirty="0">
                          <a:effectLst/>
                        </a:rPr>
                        <a:t>.</a:t>
                      </a:r>
                    </a:p>
                  </a:txBody>
                  <a:tcPr marL="27610" marR="27610" marT="18407" marB="18407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1158457"/>
                  </a:ext>
                </a:extLst>
              </a:tr>
            </a:tbl>
          </a:graphicData>
        </a:graphic>
      </p:graphicFrame>
      <p:pic>
        <p:nvPicPr>
          <p:cNvPr id="68" name="그림 67">
            <a:extLst>
              <a:ext uri="{FF2B5EF4-FFF2-40B4-BE49-F238E27FC236}">
                <a16:creationId xmlns:a16="http://schemas.microsoft.com/office/drawing/2014/main" id="{FA204933-EF38-0528-5BF4-60D6EF119F55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42062" y="5007577"/>
            <a:ext cx="3240228" cy="720524"/>
          </a:xfrm>
          <a:prstGeom prst="rect">
            <a:avLst/>
          </a:prstGeom>
        </p:spPr>
      </p:pic>
      <p:grpSp>
        <p:nvGrpSpPr>
          <p:cNvPr id="69" name="그룹 68">
            <a:extLst>
              <a:ext uri="{FF2B5EF4-FFF2-40B4-BE49-F238E27FC236}">
                <a16:creationId xmlns:a16="http://schemas.microsoft.com/office/drawing/2014/main" id="{4D416F81-5795-289C-6736-0B0B93F73586}"/>
              </a:ext>
            </a:extLst>
          </p:cNvPr>
          <p:cNvGrpSpPr/>
          <p:nvPr/>
        </p:nvGrpSpPr>
        <p:grpSpPr>
          <a:xfrm rot="13739406">
            <a:off x="1986776" y="4464599"/>
            <a:ext cx="659258" cy="626108"/>
            <a:chOff x="2129090" y="5004419"/>
            <a:chExt cx="767111" cy="728526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2A9DB485-E56A-F2E5-9FAF-816AC0A485B7}"/>
                </a:ext>
              </a:extLst>
            </p:cNvPr>
            <p:cNvSpPr/>
            <p:nvPr/>
          </p:nvSpPr>
          <p:spPr>
            <a:xfrm>
              <a:off x="2129090" y="5004419"/>
              <a:ext cx="303810" cy="303806"/>
            </a:xfrm>
            <a:prstGeom prst="ellipse">
              <a:avLst/>
            </a:prstGeom>
            <a:solidFill>
              <a:srgbClr val="DB7389">
                <a:alpha val="73000"/>
              </a:srgbClr>
            </a:solidFill>
            <a:ln w="25400" cap="flat" cmpd="sng" algn="ctr">
              <a:solidFill>
                <a:srgbClr val="DB7389"/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800" kern="0">
                <a:solidFill>
                  <a:prstClr val="white"/>
                </a:solidFill>
                <a:latin typeface="맑은 고딕"/>
                <a:ea typeface="맑은 고딕"/>
              </a:endParaRPr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ACD14429-5892-8FBE-6906-58690FB383A1}"/>
                </a:ext>
              </a:extLst>
            </p:cNvPr>
            <p:cNvSpPr/>
            <p:nvPr/>
          </p:nvSpPr>
          <p:spPr>
            <a:xfrm>
              <a:off x="2196082" y="5082531"/>
              <a:ext cx="303810" cy="303806"/>
            </a:xfrm>
            <a:prstGeom prst="ellipse">
              <a:avLst/>
            </a:prstGeom>
            <a:solidFill>
              <a:srgbClr val="DB7389">
                <a:alpha val="4400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800" kern="0" dirty="0">
                <a:solidFill>
                  <a:prstClr val="white"/>
                </a:solidFill>
                <a:latin typeface="맑은 고딕"/>
                <a:ea typeface="맑은 고딕"/>
              </a:endParaRPr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5CF497B7-7FCC-D4FB-6194-D6A4DBC21EC8}"/>
                </a:ext>
              </a:extLst>
            </p:cNvPr>
            <p:cNvSpPr/>
            <p:nvPr/>
          </p:nvSpPr>
          <p:spPr>
            <a:xfrm>
              <a:off x="2592394" y="5429135"/>
              <a:ext cx="303807" cy="303810"/>
            </a:xfrm>
            <a:prstGeom prst="ellipse">
              <a:avLst/>
            </a:prstGeom>
            <a:solidFill>
              <a:srgbClr val="DB7389">
                <a:alpha val="49000"/>
              </a:srgbClr>
            </a:solidFill>
            <a:ln w="25400" cap="flat" cmpd="sng" algn="ctr">
              <a:solidFill>
                <a:srgbClr val="DB7389"/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800" kern="0">
                <a:solidFill>
                  <a:prstClr val="white"/>
                </a:solidFill>
                <a:latin typeface="맑은 고딕"/>
                <a:ea typeface="맑은 고딕"/>
              </a:endParaRPr>
            </a:p>
          </p:txBody>
        </p:sp>
        <p:cxnSp>
          <p:nvCxnSpPr>
            <p:cNvPr id="73" name="직선 화살표 연결선 72">
              <a:extLst>
                <a:ext uri="{FF2B5EF4-FFF2-40B4-BE49-F238E27FC236}">
                  <a16:creationId xmlns:a16="http://schemas.microsoft.com/office/drawing/2014/main" id="{142AE9EA-4263-55F5-7ED6-EAB68413924B}"/>
                </a:ext>
              </a:extLst>
            </p:cNvPr>
            <p:cNvCxnSpPr>
              <a:cxnSpLocks/>
            </p:cNvCxnSpPr>
            <p:nvPr/>
          </p:nvCxnSpPr>
          <p:spPr>
            <a:xfrm rot="20431917">
              <a:off x="2365723" y="5091493"/>
              <a:ext cx="299338" cy="560727"/>
            </a:xfrm>
            <a:prstGeom prst="straightConnector1">
              <a:avLst/>
            </a:prstGeom>
            <a:noFill/>
            <a:ln w="6350" cap="flat" cmpd="sng" algn="ctr">
              <a:solidFill>
                <a:srgbClr val="FF0000"/>
              </a:solidFill>
              <a:prstDash val="solid"/>
              <a:headEnd type="oval" w="med" len="med"/>
              <a:tailEnd type="triangle" w="med" len="med"/>
            </a:ln>
            <a:effectLst/>
          </p:spPr>
        </p:cxnSp>
        <p:sp>
          <p:nvSpPr>
            <p:cNvPr id="74" name="타원 73">
              <a:extLst>
                <a:ext uri="{FF2B5EF4-FFF2-40B4-BE49-F238E27FC236}">
                  <a16:creationId xmlns:a16="http://schemas.microsoft.com/office/drawing/2014/main" id="{C5C3FA91-FA16-1214-FE71-F8E244437116}"/>
                </a:ext>
              </a:extLst>
            </p:cNvPr>
            <p:cNvSpPr/>
            <p:nvPr/>
          </p:nvSpPr>
          <p:spPr>
            <a:xfrm>
              <a:off x="2533343" y="5373123"/>
              <a:ext cx="303808" cy="303808"/>
            </a:xfrm>
            <a:prstGeom prst="ellipse">
              <a:avLst/>
            </a:prstGeom>
            <a:solidFill>
              <a:srgbClr val="DB7389">
                <a:alpha val="4400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800" kern="0" dirty="0">
                <a:solidFill>
                  <a:prstClr val="white"/>
                </a:solidFill>
                <a:latin typeface="맑은 고딕"/>
                <a:ea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99784588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Google Shape;1197;p27">
            <a:extLst>
              <a:ext uri="{FF2B5EF4-FFF2-40B4-BE49-F238E27FC236}">
                <a16:creationId xmlns:a16="http://schemas.microsoft.com/office/drawing/2014/main" id="{EE834F44-DFA1-15ED-ED5C-73B13E26D4ED}"/>
              </a:ext>
            </a:extLst>
          </p:cNvPr>
          <p:cNvSpPr/>
          <p:nvPr/>
        </p:nvSpPr>
        <p:spPr>
          <a:xfrm>
            <a:off x="141825" y="1281088"/>
            <a:ext cx="7433067" cy="4521304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>
              <a:spcBef>
                <a:spcPts val="0"/>
              </a:spcBef>
              <a:spcAft>
                <a:spcPts val="0"/>
              </a:spcAft>
            </a:pPr>
            <a:endParaRPr sz="856" b="1" dirty="0">
              <a:solidFill>
                <a:prstClr val="white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151" name="Google Shape;1199;p27">
            <a:extLst>
              <a:ext uri="{FF2B5EF4-FFF2-40B4-BE49-F238E27FC236}">
                <a16:creationId xmlns:a16="http://schemas.microsoft.com/office/drawing/2014/main" id="{E45841D8-BCB9-4876-2285-0ACE3815C55C}"/>
              </a:ext>
            </a:extLst>
          </p:cNvPr>
          <p:cNvGrpSpPr/>
          <p:nvPr/>
        </p:nvGrpSpPr>
        <p:grpSpPr>
          <a:xfrm>
            <a:off x="7048030" y="1340190"/>
            <a:ext cx="442113" cy="87537"/>
            <a:chOff x="8040633" y="187272"/>
            <a:chExt cx="890272" cy="181679"/>
          </a:xfrm>
        </p:grpSpPr>
        <p:sp>
          <p:nvSpPr>
            <p:cNvPr id="152" name="Google Shape;1200;p27">
              <a:extLst>
                <a:ext uri="{FF2B5EF4-FFF2-40B4-BE49-F238E27FC236}">
                  <a16:creationId xmlns:a16="http://schemas.microsoft.com/office/drawing/2014/main" id="{342CDBBA-518A-1E35-8CBB-B553777791A5}"/>
                </a:ext>
              </a:extLst>
            </p:cNvPr>
            <p:cNvSpPr/>
            <p:nvPr/>
          </p:nvSpPr>
          <p:spPr>
            <a:xfrm>
              <a:off x="8753828" y="191300"/>
              <a:ext cx="177077" cy="177651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" name="Google Shape;1201;p27">
              <a:extLst>
                <a:ext uri="{FF2B5EF4-FFF2-40B4-BE49-F238E27FC236}">
                  <a16:creationId xmlns:a16="http://schemas.microsoft.com/office/drawing/2014/main" id="{FEBD072A-AD7C-6D31-ACDD-DE372644447F}"/>
                </a:ext>
              </a:extLst>
            </p:cNvPr>
            <p:cNvSpPr/>
            <p:nvPr/>
          </p:nvSpPr>
          <p:spPr>
            <a:xfrm>
              <a:off x="8403131" y="187272"/>
              <a:ext cx="179950" cy="181679"/>
            </a:xfrm>
            <a:custGeom>
              <a:avLst/>
              <a:gdLst/>
              <a:ahLst/>
              <a:cxnLst/>
              <a:rect l="l" t="t" r="r" b="b"/>
              <a:pathLst>
                <a:path w="250" h="246" extrusionOk="0">
                  <a:moveTo>
                    <a:pt x="154" y="0"/>
                  </a:moveTo>
                  <a:cubicBezTo>
                    <a:pt x="131" y="0"/>
                    <a:pt x="108" y="1"/>
                    <a:pt x="86" y="1"/>
                  </a:cubicBezTo>
                  <a:cubicBezTo>
                    <a:pt x="70" y="1"/>
                    <a:pt x="57" y="13"/>
                    <a:pt x="57" y="28"/>
                  </a:cubicBezTo>
                  <a:lnTo>
                    <a:pt x="57" y="59"/>
                  </a:lnTo>
                  <a:cubicBezTo>
                    <a:pt x="48" y="59"/>
                    <a:pt x="38" y="59"/>
                    <a:pt x="28" y="59"/>
                  </a:cubicBezTo>
                  <a:cubicBezTo>
                    <a:pt x="13" y="59"/>
                    <a:pt x="0" y="71"/>
                    <a:pt x="0" y="86"/>
                  </a:cubicBezTo>
                  <a:lnTo>
                    <a:pt x="0" y="218"/>
                  </a:lnTo>
                  <a:cubicBezTo>
                    <a:pt x="0" y="233"/>
                    <a:pt x="13" y="246"/>
                    <a:pt x="28" y="246"/>
                  </a:cubicBezTo>
                  <a:lnTo>
                    <a:pt x="165" y="246"/>
                  </a:lnTo>
                  <a:cubicBezTo>
                    <a:pt x="183" y="246"/>
                    <a:pt x="193" y="231"/>
                    <a:pt x="193" y="218"/>
                  </a:cubicBezTo>
                  <a:lnTo>
                    <a:pt x="193" y="188"/>
                  </a:lnTo>
                  <a:lnTo>
                    <a:pt x="222" y="188"/>
                  </a:lnTo>
                  <a:cubicBezTo>
                    <a:pt x="240" y="188"/>
                    <a:pt x="250" y="173"/>
                    <a:pt x="250" y="160"/>
                  </a:cubicBezTo>
                  <a:lnTo>
                    <a:pt x="250" y="27"/>
                  </a:lnTo>
                  <a:cubicBezTo>
                    <a:pt x="250" y="9"/>
                    <a:pt x="237" y="0"/>
                    <a:pt x="222" y="0"/>
                  </a:cubicBezTo>
                  <a:cubicBezTo>
                    <a:pt x="199" y="0"/>
                    <a:pt x="177" y="0"/>
                    <a:pt x="154" y="0"/>
                  </a:cubicBezTo>
                  <a:close/>
                  <a:moveTo>
                    <a:pt x="109" y="52"/>
                  </a:moveTo>
                  <a:lnTo>
                    <a:pt x="198" y="52"/>
                  </a:lnTo>
                  <a:lnTo>
                    <a:pt x="198" y="138"/>
                  </a:lnTo>
                  <a:lnTo>
                    <a:pt x="193" y="138"/>
                  </a:lnTo>
                  <a:lnTo>
                    <a:pt x="193" y="85"/>
                  </a:lnTo>
                  <a:cubicBezTo>
                    <a:pt x="193" y="67"/>
                    <a:pt x="180" y="58"/>
                    <a:pt x="165" y="58"/>
                  </a:cubicBezTo>
                  <a:cubicBezTo>
                    <a:pt x="146" y="58"/>
                    <a:pt x="128" y="58"/>
                    <a:pt x="109" y="58"/>
                  </a:cubicBezTo>
                  <a:lnTo>
                    <a:pt x="109" y="52"/>
                  </a:lnTo>
                  <a:close/>
                  <a:moveTo>
                    <a:pt x="53" y="110"/>
                  </a:moveTo>
                  <a:lnTo>
                    <a:pt x="141" y="110"/>
                  </a:lnTo>
                  <a:lnTo>
                    <a:pt x="141" y="196"/>
                  </a:lnTo>
                  <a:lnTo>
                    <a:pt x="53" y="196"/>
                  </a:lnTo>
                  <a:lnTo>
                    <a:pt x="53" y="11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4" name="Google Shape;1202;p27">
              <a:extLst>
                <a:ext uri="{FF2B5EF4-FFF2-40B4-BE49-F238E27FC236}">
                  <a16:creationId xmlns:a16="http://schemas.microsoft.com/office/drawing/2014/main" id="{6BA1598F-1132-4F20-4497-B36AEC12542D}"/>
                </a:ext>
              </a:extLst>
            </p:cNvPr>
            <p:cNvSpPr/>
            <p:nvPr/>
          </p:nvSpPr>
          <p:spPr>
            <a:xfrm>
              <a:off x="8040633" y="325833"/>
              <a:ext cx="169606" cy="43118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FCA5E30F-7A5C-E1F1-5A28-4A05E8DC0E3A}"/>
              </a:ext>
            </a:extLst>
          </p:cNvPr>
          <p:cNvGrpSpPr/>
          <p:nvPr/>
        </p:nvGrpSpPr>
        <p:grpSpPr>
          <a:xfrm>
            <a:off x="190907" y="1313430"/>
            <a:ext cx="816595" cy="128258"/>
            <a:chOff x="186200" y="958444"/>
            <a:chExt cx="900035" cy="128258"/>
          </a:xfrm>
        </p:grpSpPr>
        <p:pic>
          <p:nvPicPr>
            <p:cNvPr id="157" name="그림 156">
              <a:extLst>
                <a:ext uri="{FF2B5EF4-FFF2-40B4-BE49-F238E27FC236}">
                  <a16:creationId xmlns:a16="http://schemas.microsoft.com/office/drawing/2014/main" id="{314CAA73-E2D2-8A99-E2AE-5A74544E65C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58636"/>
            <a:stretch/>
          </p:blipFill>
          <p:spPr>
            <a:xfrm>
              <a:off x="186200" y="958444"/>
              <a:ext cx="372764" cy="128258"/>
            </a:xfrm>
            <a:prstGeom prst="rect">
              <a:avLst/>
            </a:prstGeom>
          </p:spPr>
        </p:pic>
        <p:pic>
          <p:nvPicPr>
            <p:cNvPr id="158" name="그림 157">
              <a:extLst>
                <a:ext uri="{FF2B5EF4-FFF2-40B4-BE49-F238E27FC236}">
                  <a16:creationId xmlns:a16="http://schemas.microsoft.com/office/drawing/2014/main" id="{30640B36-F59E-7560-AB74-5C53EBA5F0C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1491"/>
            <a:stretch/>
          </p:blipFill>
          <p:spPr>
            <a:xfrm>
              <a:off x="558964" y="958444"/>
              <a:ext cx="527271" cy="128258"/>
            </a:xfrm>
            <a:prstGeom prst="rect">
              <a:avLst/>
            </a:prstGeom>
          </p:spPr>
        </p:pic>
      </p:grp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9B299E14-BEC0-8EC3-6B99-F3795287870C}"/>
              </a:ext>
            </a:extLst>
          </p:cNvPr>
          <p:cNvSpPr/>
          <p:nvPr/>
        </p:nvSpPr>
        <p:spPr>
          <a:xfrm>
            <a:off x="182412" y="1488368"/>
            <a:ext cx="7346293" cy="174091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latinLnBrk="0"/>
            <a:r>
              <a:rPr lang="en-US" altLang="ko-KR" sz="800" b="1" kern="0" dirty="0">
                <a:solidFill>
                  <a:prstClr val="black"/>
                </a:solidFill>
                <a:latin typeface="Cambria" panose="02040503050406030204"/>
                <a:ea typeface="맑은 고딕" panose="020B0503020000020004" pitchFamily="50" charset="-127"/>
                <a:sym typeface="Webdings" panose="05030102010509060703" pitchFamily="18" charset="2"/>
              </a:rPr>
              <a:t>      </a:t>
            </a:r>
            <a:r>
              <a:rPr lang="en-US" altLang="ko-KR" sz="800" b="1" kern="0" dirty="0">
                <a:solidFill>
                  <a:prstClr val="black"/>
                </a:solidFill>
                <a:latin typeface="Cambria" panose="02040503050406030204"/>
                <a:ea typeface="맑은 고딕" panose="020B0503020000020004" pitchFamily="50" charset="-127"/>
              </a:rPr>
              <a:t>[</a:t>
            </a:r>
            <a:r>
              <a:rPr lang="ko-KR" altLang="en-US" sz="800" b="1" kern="0" dirty="0">
                <a:solidFill>
                  <a:prstClr val="black"/>
                </a:solidFill>
                <a:latin typeface="Cambria" panose="02040503050406030204"/>
                <a:ea typeface="맑은 고딕" panose="020B0503020000020004" pitchFamily="50" charset="-127"/>
              </a:rPr>
              <a:t>이벤트 수상</a:t>
            </a:r>
            <a:r>
              <a:rPr lang="en-US" altLang="ko-KR" sz="800" b="1" kern="0" dirty="0">
                <a:solidFill>
                  <a:prstClr val="black"/>
                </a:solidFill>
                <a:latin typeface="Cambria" panose="02040503050406030204"/>
                <a:ea typeface="맑은 고딕" panose="020B0503020000020004" pitchFamily="50" charset="-127"/>
              </a:rPr>
              <a:t>] 2025 </a:t>
            </a:r>
            <a:r>
              <a:rPr lang="ko-KR" altLang="en-US" sz="800" b="1" kern="0" dirty="0">
                <a:solidFill>
                  <a:prstClr val="black"/>
                </a:solidFill>
                <a:latin typeface="Cambria" panose="02040503050406030204"/>
                <a:ea typeface="맑은 고딕" panose="020B0503020000020004" pitchFamily="50" charset="-127"/>
              </a:rPr>
              <a:t>투네이션 어워드 수상자 발표</a:t>
            </a:r>
          </a:p>
        </p:txBody>
      </p:sp>
      <p:pic>
        <p:nvPicPr>
          <p:cNvPr id="160" name="그래픽 159">
            <a:extLst>
              <a:ext uri="{FF2B5EF4-FFF2-40B4-BE49-F238E27FC236}">
                <a16:creationId xmlns:a16="http://schemas.microsoft.com/office/drawing/2014/main" id="{2819A1C3-7609-92C4-8FB7-3D1A68A4D82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96591" y="1494889"/>
            <a:ext cx="159090" cy="159090"/>
          </a:xfrm>
          <a:prstGeom prst="rect">
            <a:avLst/>
          </a:prstGeom>
        </p:spPr>
      </p:pic>
      <p:grpSp>
        <p:nvGrpSpPr>
          <p:cNvPr id="161" name="그룹 160">
            <a:extLst>
              <a:ext uri="{FF2B5EF4-FFF2-40B4-BE49-F238E27FC236}">
                <a16:creationId xmlns:a16="http://schemas.microsoft.com/office/drawing/2014/main" id="{263BF1E4-1463-6D28-2303-493CC290CB8C}"/>
              </a:ext>
            </a:extLst>
          </p:cNvPr>
          <p:cNvGrpSpPr/>
          <p:nvPr/>
        </p:nvGrpSpPr>
        <p:grpSpPr>
          <a:xfrm>
            <a:off x="7383724" y="1684922"/>
            <a:ext cx="153985" cy="4066819"/>
            <a:chOff x="8996362" y="1394838"/>
            <a:chExt cx="153985" cy="4066819"/>
          </a:xfrm>
        </p:grpSpPr>
        <p:sp>
          <p:nvSpPr>
            <p:cNvPr id="162" name="직사각형 161">
              <a:extLst>
                <a:ext uri="{FF2B5EF4-FFF2-40B4-BE49-F238E27FC236}">
                  <a16:creationId xmlns:a16="http://schemas.microsoft.com/office/drawing/2014/main" id="{ABB68E8D-7D2A-9966-D8C3-ABB215C9FA62}"/>
                </a:ext>
              </a:extLst>
            </p:cNvPr>
            <p:cNvSpPr/>
            <p:nvPr/>
          </p:nvSpPr>
          <p:spPr>
            <a:xfrm rot="5400000">
              <a:off x="7039945" y="3351255"/>
              <a:ext cx="4066819" cy="153985"/>
            </a:xfrm>
            <a:prstGeom prst="rect">
              <a:avLst/>
            </a:prstGeom>
            <a:solidFill>
              <a:sysClr val="windowText" lastClr="000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latinLnBrk="0"/>
              <a:endParaRPr lang="ko-KR" altLang="en-US" kern="0" dirty="0">
                <a:solidFill>
                  <a:prstClr val="white"/>
                </a:solidFill>
                <a:latin typeface="Cambria" panose="02040503050406030204"/>
                <a:ea typeface="맑은 고딕" panose="020B0503020000020004" pitchFamily="50" charset="-127"/>
              </a:endParaRPr>
            </a:p>
          </p:txBody>
        </p:sp>
        <p:grpSp>
          <p:nvGrpSpPr>
            <p:cNvPr id="163" name="그룹 162">
              <a:extLst>
                <a:ext uri="{FF2B5EF4-FFF2-40B4-BE49-F238E27FC236}">
                  <a16:creationId xmlns:a16="http://schemas.microsoft.com/office/drawing/2014/main" id="{63A87713-8A12-7E1E-C5AD-2A7E78E66FEF}"/>
                </a:ext>
              </a:extLst>
            </p:cNvPr>
            <p:cNvGrpSpPr/>
            <p:nvPr/>
          </p:nvGrpSpPr>
          <p:grpSpPr>
            <a:xfrm>
              <a:off x="9022645" y="3366303"/>
              <a:ext cx="103354" cy="112704"/>
              <a:chOff x="11526163" y="182706"/>
              <a:chExt cx="618370" cy="524775"/>
            </a:xfrm>
          </p:grpSpPr>
          <p:sp>
            <p:nvSpPr>
              <p:cNvPr id="164" name="순서도: 판단 163">
                <a:extLst>
                  <a:ext uri="{FF2B5EF4-FFF2-40B4-BE49-F238E27FC236}">
                    <a16:creationId xmlns:a16="http://schemas.microsoft.com/office/drawing/2014/main" id="{995DC6F2-8877-AB5F-C8FE-407657999584}"/>
                  </a:ext>
                </a:extLst>
              </p:cNvPr>
              <p:cNvSpPr/>
              <p:nvPr/>
            </p:nvSpPr>
            <p:spPr>
              <a:xfrm>
                <a:off x="11526163" y="483040"/>
                <a:ext cx="618370" cy="224441"/>
              </a:xfrm>
              <a:prstGeom prst="flowChartDecision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latinLnBrk="0"/>
                <a:endParaRPr lang="ko-KR" altLang="en-US" kern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65" name="순서도: 판단 164">
                <a:extLst>
                  <a:ext uri="{FF2B5EF4-FFF2-40B4-BE49-F238E27FC236}">
                    <a16:creationId xmlns:a16="http://schemas.microsoft.com/office/drawing/2014/main" id="{AF604A6C-3009-DE8C-7C47-0129AF21CFE5}"/>
                  </a:ext>
                </a:extLst>
              </p:cNvPr>
              <p:cNvSpPr/>
              <p:nvPr/>
            </p:nvSpPr>
            <p:spPr>
              <a:xfrm>
                <a:off x="11526163" y="332875"/>
                <a:ext cx="618370" cy="224441"/>
              </a:xfrm>
              <a:prstGeom prst="flowChartDecision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latinLnBrk="0"/>
                <a:endParaRPr lang="ko-KR" altLang="en-US" kern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66" name="순서도: 판단 165">
                <a:extLst>
                  <a:ext uri="{FF2B5EF4-FFF2-40B4-BE49-F238E27FC236}">
                    <a16:creationId xmlns:a16="http://schemas.microsoft.com/office/drawing/2014/main" id="{3CE5003D-5730-701E-5259-E907006271FB}"/>
                  </a:ext>
                </a:extLst>
              </p:cNvPr>
              <p:cNvSpPr/>
              <p:nvPr/>
            </p:nvSpPr>
            <p:spPr>
              <a:xfrm>
                <a:off x="11526163" y="182706"/>
                <a:ext cx="618370" cy="224441"/>
              </a:xfrm>
              <a:prstGeom prst="flowChartDecision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latinLnBrk="0"/>
                <a:endParaRPr lang="ko-KR" altLang="en-US" kern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</p:grpSp>
      </p:grpSp>
      <p:pic>
        <p:nvPicPr>
          <p:cNvPr id="169" name="그래픽 168">
            <a:extLst>
              <a:ext uri="{FF2B5EF4-FFF2-40B4-BE49-F238E27FC236}">
                <a16:creationId xmlns:a16="http://schemas.microsoft.com/office/drawing/2014/main" id="{F8B1FD2A-F489-4AA8-7D1F-ED10E58AB39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832933" y="1305010"/>
            <a:ext cx="145612" cy="145612"/>
          </a:xfrm>
          <a:prstGeom prst="rect">
            <a:avLst/>
          </a:prstGeom>
        </p:spPr>
      </p:pic>
      <p:pic>
        <p:nvPicPr>
          <p:cNvPr id="170" name="그림 169">
            <a:extLst>
              <a:ext uri="{FF2B5EF4-FFF2-40B4-BE49-F238E27FC236}">
                <a16:creationId xmlns:a16="http://schemas.microsoft.com/office/drawing/2014/main" id="{74C28F20-88B4-76F5-3D84-BB8ED7F0E6E1}"/>
              </a:ext>
            </a:extLst>
          </p:cNvPr>
          <p:cNvPicPr>
            <a:picLocks noChangeAspect="1"/>
          </p:cNvPicPr>
          <p:nvPr/>
        </p:nvPicPr>
        <p:blipFill>
          <a:blip r:embed="rId7">
            <a:biLevel thresh="75000"/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327984" y="1497981"/>
            <a:ext cx="162159" cy="162161"/>
          </a:xfrm>
          <a:prstGeom prst="rect">
            <a:avLst/>
          </a:prstGeom>
        </p:spPr>
      </p:pic>
      <p:pic>
        <p:nvPicPr>
          <p:cNvPr id="171" name="그림 170">
            <a:extLst>
              <a:ext uri="{FF2B5EF4-FFF2-40B4-BE49-F238E27FC236}">
                <a16:creationId xmlns:a16="http://schemas.microsoft.com/office/drawing/2014/main" id="{6F7EC880-4DEB-8CAA-27C2-0BB68191D085}"/>
              </a:ext>
            </a:extLst>
          </p:cNvPr>
          <p:cNvPicPr>
            <a:picLocks noChangeAspect="1"/>
          </p:cNvPicPr>
          <p:nvPr/>
        </p:nvPicPr>
        <p:blipFill>
          <a:blip r:embed="rId9">
            <a:biLevel thresh="75000"/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122540" y="1497981"/>
            <a:ext cx="162161" cy="162162"/>
          </a:xfrm>
          <a:prstGeom prst="rect">
            <a:avLst/>
          </a:prstGeom>
        </p:spPr>
      </p:pic>
      <p:pic>
        <p:nvPicPr>
          <p:cNvPr id="172" name="그림 171">
            <a:extLst>
              <a:ext uri="{FF2B5EF4-FFF2-40B4-BE49-F238E27FC236}">
                <a16:creationId xmlns:a16="http://schemas.microsoft.com/office/drawing/2014/main" id="{25E96512-665E-BD33-224A-765CC27CDBC7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82412" y="1678303"/>
            <a:ext cx="4291956" cy="3334801"/>
          </a:xfrm>
          <a:prstGeom prst="rect">
            <a:avLst/>
          </a:prstGeom>
        </p:spPr>
      </p:pic>
      <p:pic>
        <p:nvPicPr>
          <p:cNvPr id="173" name="그림 172">
            <a:extLst>
              <a:ext uri="{FF2B5EF4-FFF2-40B4-BE49-F238E27FC236}">
                <a16:creationId xmlns:a16="http://schemas.microsoft.com/office/drawing/2014/main" id="{96F56B64-9F9E-48F0-BB1F-4CDDD6856911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492840" y="1678272"/>
            <a:ext cx="1536325" cy="4066384"/>
          </a:xfrm>
          <a:prstGeom prst="rect">
            <a:avLst/>
          </a:prstGeom>
        </p:spPr>
      </p:pic>
      <p:pic>
        <p:nvPicPr>
          <p:cNvPr id="174" name="그림 173">
            <a:extLst>
              <a:ext uri="{FF2B5EF4-FFF2-40B4-BE49-F238E27FC236}">
                <a16:creationId xmlns:a16="http://schemas.microsoft.com/office/drawing/2014/main" id="{F320674C-D9AE-8373-76A4-6F2B2C182D6F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043707" y="1684922"/>
            <a:ext cx="1316850" cy="1377815"/>
          </a:xfrm>
          <a:prstGeom prst="rect">
            <a:avLst/>
          </a:prstGeom>
        </p:spPr>
      </p:pic>
      <p:pic>
        <p:nvPicPr>
          <p:cNvPr id="175" name="그림 174">
            <a:extLst>
              <a:ext uri="{FF2B5EF4-FFF2-40B4-BE49-F238E27FC236}">
                <a16:creationId xmlns:a16="http://schemas.microsoft.com/office/drawing/2014/main" id="{8F177F85-4A47-79EF-E4F0-3B928AB4F0A4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039441" y="3059770"/>
            <a:ext cx="1329043" cy="2682472"/>
          </a:xfrm>
          <a:prstGeom prst="rect">
            <a:avLst/>
          </a:prstGeom>
        </p:spPr>
      </p:pic>
      <p:pic>
        <p:nvPicPr>
          <p:cNvPr id="176" name="그림 175">
            <a:extLst>
              <a:ext uri="{FF2B5EF4-FFF2-40B4-BE49-F238E27FC236}">
                <a16:creationId xmlns:a16="http://schemas.microsoft.com/office/drawing/2014/main" id="{B40E45C2-9DA5-4E97-8BD7-24BF8944D131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82412" y="5028948"/>
            <a:ext cx="3225064" cy="713294"/>
          </a:xfrm>
          <a:prstGeom prst="rect">
            <a:avLst/>
          </a:prstGeom>
        </p:spPr>
      </p:pic>
      <p:pic>
        <p:nvPicPr>
          <p:cNvPr id="177" name="그림 176">
            <a:extLst>
              <a:ext uri="{FF2B5EF4-FFF2-40B4-BE49-F238E27FC236}">
                <a16:creationId xmlns:a16="http://schemas.microsoft.com/office/drawing/2014/main" id="{95836A00-F35D-74E1-E3D1-B5D77E8B4528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425624" y="5026645"/>
            <a:ext cx="1059225" cy="722765"/>
          </a:xfrm>
          <a:prstGeom prst="rect">
            <a:avLst/>
          </a:prstGeom>
        </p:spPr>
      </p:pic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C127540C-A178-9BC6-CC6E-185A9A4D71BD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드레그</a:t>
            </a:r>
            <a:r>
              <a:rPr lang="ko-KR" altLang="en-US" dirty="0"/>
              <a:t> 인 </a:t>
            </a:r>
            <a:r>
              <a:rPr lang="en-US" altLang="ko-KR" dirty="0"/>
              <a:t>&amp; </a:t>
            </a:r>
            <a:r>
              <a:rPr lang="ko-KR" altLang="en-US" dirty="0" err="1"/>
              <a:t>드레그</a:t>
            </a:r>
            <a:r>
              <a:rPr lang="ko-KR" altLang="en-US" dirty="0"/>
              <a:t> 아웃</a:t>
            </a:r>
          </a:p>
        </p:txBody>
      </p:sp>
      <p:sp>
        <p:nvSpPr>
          <p:cNvPr id="4" name="제목 3">
            <a:extLst>
              <a:ext uri="{FF2B5EF4-FFF2-40B4-BE49-F238E27FC236}">
                <a16:creationId xmlns:a16="http://schemas.microsoft.com/office/drawing/2014/main" id="{7B0C8890-806C-AEA5-C557-90C30FEC5F9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위젯 동작 </a:t>
            </a:r>
            <a:r>
              <a:rPr lang="en-US" altLang="ko-KR" dirty="0"/>
              <a:t>&gt; </a:t>
            </a:r>
            <a:r>
              <a:rPr lang="ko-KR" altLang="en-US" dirty="0" err="1"/>
              <a:t>드레그</a:t>
            </a:r>
            <a:r>
              <a:rPr lang="ko-KR" altLang="en-US" dirty="0"/>
              <a:t> 인 </a:t>
            </a:r>
            <a:r>
              <a:rPr lang="en-US" altLang="ko-KR" dirty="0"/>
              <a:t>&amp; </a:t>
            </a:r>
            <a:r>
              <a:rPr lang="ko-KR" altLang="en-US" dirty="0" err="1"/>
              <a:t>드레그</a:t>
            </a:r>
            <a:r>
              <a:rPr lang="ko-KR" altLang="en-US" dirty="0"/>
              <a:t> 아웃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00DED69D-9F43-1A19-94DE-6DB72B829FAA}"/>
              </a:ext>
            </a:extLst>
          </p:cNvPr>
          <p:cNvSpPr/>
          <p:nvPr/>
        </p:nvSpPr>
        <p:spPr>
          <a:xfrm>
            <a:off x="191344" y="1488941"/>
            <a:ext cx="7336745" cy="174091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Webdings" panose="05030102010509060703" pitchFamily="18" charset="2"/>
              </a:rPr>
              <a:t>    </a:t>
            </a:r>
            <a:r>
              <a:rPr kumimoji="0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t>[</a:t>
            </a:r>
            <a:r>
              <a: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t>이벤트 수상</a:t>
            </a:r>
            <a:r>
              <a:rPr kumimoji="0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t>] 2025 </a:t>
            </a:r>
            <a:r>
              <a: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t>투네이션 어워드 수상자 발표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B66EBA60-A1C6-B251-0627-9333CCF0743C}"/>
              </a:ext>
            </a:extLst>
          </p:cNvPr>
          <p:cNvSpPr/>
          <p:nvPr/>
        </p:nvSpPr>
        <p:spPr>
          <a:xfrm>
            <a:off x="7154719" y="1713261"/>
            <a:ext cx="128414" cy="108098"/>
          </a:xfrm>
          <a:prstGeom prst="rect">
            <a:avLst/>
          </a:prstGeom>
          <a:solidFill>
            <a:srgbClr val="7F7F7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38" name="그림 137">
            <a:extLst>
              <a:ext uri="{FF2B5EF4-FFF2-40B4-BE49-F238E27FC236}">
                <a16:creationId xmlns:a16="http://schemas.microsoft.com/office/drawing/2014/main" id="{BFEB56F8-5EC7-B288-7A8D-2931888CE060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680176" y="1375065"/>
            <a:ext cx="1398188" cy="1466688"/>
          </a:xfrm>
          <a:prstGeom prst="rect">
            <a:avLst/>
          </a:prstGeom>
          <a:ln>
            <a:solidFill>
              <a:sysClr val="windowText" lastClr="000000"/>
            </a:solidFill>
          </a:ln>
        </p:spPr>
      </p:pic>
      <p:sp>
        <p:nvSpPr>
          <p:cNvPr id="139" name="화살표: 왼쪽 138">
            <a:extLst>
              <a:ext uri="{FF2B5EF4-FFF2-40B4-BE49-F238E27FC236}">
                <a16:creationId xmlns:a16="http://schemas.microsoft.com/office/drawing/2014/main" id="{56B7C486-3CBC-85C2-FB45-64FE11875A49}"/>
              </a:ext>
            </a:extLst>
          </p:cNvPr>
          <p:cNvSpPr/>
          <p:nvPr/>
        </p:nvSpPr>
        <p:spPr>
          <a:xfrm rot="3961658">
            <a:off x="7973974" y="1491220"/>
            <a:ext cx="241211" cy="152691"/>
          </a:xfrm>
          <a:prstGeom prst="leftArrow">
            <a:avLst>
              <a:gd name="adj1" fmla="val 21978"/>
              <a:gd name="adj2" fmla="val 109174"/>
            </a:avLst>
          </a:prstGeom>
          <a:solidFill>
            <a:sysClr val="window" lastClr="FFFFFF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40" name="그림 139">
            <a:extLst>
              <a:ext uri="{FF2B5EF4-FFF2-40B4-BE49-F238E27FC236}">
                <a16:creationId xmlns:a16="http://schemas.microsoft.com/office/drawing/2014/main" id="{14D09CB6-1FDB-0303-D0B8-3B8CEC2FF543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BEBA8EAE-BF5A-486C-A8C5-ECC9F3942E4B}">
                <a14:imgProps xmlns:a14="http://schemas.microsoft.com/office/drawing/2010/main">
                  <a14:imgLayer r:embed="rId19">
                    <a14:imgEffect>
                      <a14:sharpenSoften amount="-100000"/>
                    </a14:imgEffect>
                    <a14:imgEffect>
                      <a14:colorTemperature colorTemp="1913"/>
                    </a14:imgEffect>
                    <a14:imgEffect>
                      <a14:saturation sat="0"/>
                    </a14:imgEffect>
                    <a14:imgEffect>
                      <a14:brightnessContrast bright="-66000" contras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020918" y="1673492"/>
            <a:ext cx="1398188" cy="1466688"/>
          </a:xfrm>
          <a:prstGeom prst="rect">
            <a:avLst/>
          </a:prstGeom>
          <a:ln>
            <a:solidFill>
              <a:sysClr val="windowText" lastClr="000000"/>
            </a:solidFill>
          </a:ln>
        </p:spPr>
      </p:pic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01C189C2-5789-D76F-2071-289AB501A5A8}"/>
              </a:ext>
            </a:extLst>
          </p:cNvPr>
          <p:cNvGrpSpPr/>
          <p:nvPr/>
        </p:nvGrpSpPr>
        <p:grpSpPr>
          <a:xfrm rot="18049708">
            <a:off x="7244406" y="2010501"/>
            <a:ext cx="659258" cy="626108"/>
            <a:chOff x="2129090" y="5004419"/>
            <a:chExt cx="767111" cy="728526"/>
          </a:xfrm>
        </p:grpSpPr>
        <p:sp>
          <p:nvSpPr>
            <p:cNvPr id="144" name="타원 143">
              <a:extLst>
                <a:ext uri="{FF2B5EF4-FFF2-40B4-BE49-F238E27FC236}">
                  <a16:creationId xmlns:a16="http://schemas.microsoft.com/office/drawing/2014/main" id="{FE5573C3-3470-40BF-D721-73A11EFA55FF}"/>
                </a:ext>
              </a:extLst>
            </p:cNvPr>
            <p:cNvSpPr/>
            <p:nvPr/>
          </p:nvSpPr>
          <p:spPr>
            <a:xfrm>
              <a:off x="2129090" y="5004419"/>
              <a:ext cx="303810" cy="303806"/>
            </a:xfrm>
            <a:prstGeom prst="ellipse">
              <a:avLst/>
            </a:prstGeom>
            <a:solidFill>
              <a:srgbClr val="DB7389">
                <a:alpha val="73000"/>
              </a:srgbClr>
            </a:solidFill>
            <a:ln w="25400" cap="flat" cmpd="sng" algn="ctr">
              <a:solidFill>
                <a:srgbClr val="DB7389"/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800" kern="0">
                <a:solidFill>
                  <a:prstClr val="white"/>
                </a:solidFill>
                <a:latin typeface="맑은 고딕"/>
                <a:ea typeface="맑은 고딕"/>
              </a:endParaRPr>
            </a:p>
          </p:txBody>
        </p:sp>
        <p:sp>
          <p:nvSpPr>
            <p:cNvPr id="145" name="타원 144">
              <a:extLst>
                <a:ext uri="{FF2B5EF4-FFF2-40B4-BE49-F238E27FC236}">
                  <a16:creationId xmlns:a16="http://schemas.microsoft.com/office/drawing/2014/main" id="{27728E34-6D14-3D01-F897-82EB99ABA523}"/>
                </a:ext>
              </a:extLst>
            </p:cNvPr>
            <p:cNvSpPr/>
            <p:nvPr/>
          </p:nvSpPr>
          <p:spPr>
            <a:xfrm>
              <a:off x="2196082" y="5082531"/>
              <a:ext cx="303810" cy="303806"/>
            </a:xfrm>
            <a:prstGeom prst="ellipse">
              <a:avLst/>
            </a:prstGeom>
            <a:solidFill>
              <a:srgbClr val="DB7389">
                <a:alpha val="4400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800" kern="0" dirty="0">
                <a:solidFill>
                  <a:prstClr val="white"/>
                </a:solidFill>
                <a:latin typeface="맑은 고딕"/>
                <a:ea typeface="맑은 고딕"/>
              </a:endParaRPr>
            </a:p>
          </p:txBody>
        </p:sp>
        <p:sp>
          <p:nvSpPr>
            <p:cNvPr id="146" name="타원 145">
              <a:extLst>
                <a:ext uri="{FF2B5EF4-FFF2-40B4-BE49-F238E27FC236}">
                  <a16:creationId xmlns:a16="http://schemas.microsoft.com/office/drawing/2014/main" id="{127A3303-C122-3691-525C-8F172B797509}"/>
                </a:ext>
              </a:extLst>
            </p:cNvPr>
            <p:cNvSpPr/>
            <p:nvPr/>
          </p:nvSpPr>
          <p:spPr>
            <a:xfrm>
              <a:off x="2592394" y="5429135"/>
              <a:ext cx="303807" cy="303810"/>
            </a:xfrm>
            <a:prstGeom prst="ellipse">
              <a:avLst/>
            </a:prstGeom>
            <a:solidFill>
              <a:srgbClr val="DB7389">
                <a:alpha val="49000"/>
              </a:srgbClr>
            </a:solidFill>
            <a:ln w="25400" cap="flat" cmpd="sng" algn="ctr">
              <a:solidFill>
                <a:srgbClr val="DB7389"/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800" kern="0">
                <a:solidFill>
                  <a:prstClr val="white"/>
                </a:solidFill>
                <a:latin typeface="맑은 고딕"/>
                <a:ea typeface="맑은 고딕"/>
              </a:endParaRPr>
            </a:p>
          </p:txBody>
        </p:sp>
        <p:cxnSp>
          <p:nvCxnSpPr>
            <p:cNvPr id="147" name="직선 화살표 연결선 146">
              <a:extLst>
                <a:ext uri="{FF2B5EF4-FFF2-40B4-BE49-F238E27FC236}">
                  <a16:creationId xmlns:a16="http://schemas.microsoft.com/office/drawing/2014/main" id="{F1840E36-D0FA-1121-F6D1-3AEACE15E6D1}"/>
                </a:ext>
              </a:extLst>
            </p:cNvPr>
            <p:cNvCxnSpPr>
              <a:cxnSpLocks/>
            </p:cNvCxnSpPr>
            <p:nvPr/>
          </p:nvCxnSpPr>
          <p:spPr>
            <a:xfrm rot="20431917">
              <a:off x="2365723" y="5091493"/>
              <a:ext cx="299338" cy="560727"/>
            </a:xfrm>
            <a:prstGeom prst="straightConnector1">
              <a:avLst/>
            </a:prstGeom>
            <a:noFill/>
            <a:ln w="6350" cap="flat" cmpd="sng" algn="ctr">
              <a:solidFill>
                <a:srgbClr val="FF0000"/>
              </a:solidFill>
              <a:prstDash val="solid"/>
              <a:headEnd type="oval" w="med" len="med"/>
              <a:tailEnd type="triangle" w="med" len="med"/>
            </a:ln>
            <a:effectLst/>
          </p:spPr>
        </p:cxnSp>
        <p:sp>
          <p:nvSpPr>
            <p:cNvPr id="148" name="타원 147">
              <a:extLst>
                <a:ext uri="{FF2B5EF4-FFF2-40B4-BE49-F238E27FC236}">
                  <a16:creationId xmlns:a16="http://schemas.microsoft.com/office/drawing/2014/main" id="{10E02124-D3CC-673E-669A-4F1382ADC21F}"/>
                </a:ext>
              </a:extLst>
            </p:cNvPr>
            <p:cNvSpPr/>
            <p:nvPr/>
          </p:nvSpPr>
          <p:spPr>
            <a:xfrm>
              <a:off x="2533343" y="5373123"/>
              <a:ext cx="303808" cy="303808"/>
            </a:xfrm>
            <a:prstGeom prst="ellipse">
              <a:avLst/>
            </a:prstGeom>
            <a:solidFill>
              <a:srgbClr val="DB7389">
                <a:alpha val="4400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800" kern="0" dirty="0">
                <a:solidFill>
                  <a:prstClr val="white"/>
                </a:solidFill>
                <a:latin typeface="맑은 고딕"/>
                <a:ea typeface="맑은 고딕"/>
              </a:endParaRPr>
            </a:p>
          </p:txBody>
        </p: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EAD799A7-2025-55E5-FB09-52BD9E457CCA}"/>
              </a:ext>
            </a:extLst>
          </p:cNvPr>
          <p:cNvGrpSpPr/>
          <p:nvPr/>
        </p:nvGrpSpPr>
        <p:grpSpPr>
          <a:xfrm>
            <a:off x="6011564" y="1680101"/>
            <a:ext cx="1390646" cy="1466688"/>
            <a:chOff x="6227588" y="1659882"/>
            <a:chExt cx="1390646" cy="1438002"/>
          </a:xfrm>
        </p:grpSpPr>
        <p:cxnSp>
          <p:nvCxnSpPr>
            <p:cNvPr id="141" name="직선 화살표 연결선 140">
              <a:extLst>
                <a:ext uri="{FF2B5EF4-FFF2-40B4-BE49-F238E27FC236}">
                  <a16:creationId xmlns:a16="http://schemas.microsoft.com/office/drawing/2014/main" id="{BCDCE15A-1ED6-F549-05E7-EA2882DEA00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24092" y="1662687"/>
              <a:ext cx="11944" cy="1435197"/>
            </a:xfrm>
            <a:prstGeom prst="straightConnector1">
              <a:avLst/>
            </a:prstGeom>
            <a:noFill/>
            <a:ln w="6350" cap="flat" cmpd="sng" algn="ctr">
              <a:solidFill>
                <a:srgbClr val="FF0000"/>
              </a:solidFill>
              <a:prstDash val="dash"/>
              <a:miter lim="800000"/>
              <a:headEnd type="none"/>
              <a:tailEnd type="triangle"/>
            </a:ln>
            <a:effectLst/>
          </p:spPr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DB37122E-4C70-984D-5E10-CAF7C75A9A92}"/>
                </a:ext>
              </a:extLst>
            </p:cNvPr>
            <p:cNvCxnSpPr/>
            <p:nvPr/>
          </p:nvCxnSpPr>
          <p:spPr>
            <a:xfrm>
              <a:off x="6227588" y="3097884"/>
              <a:ext cx="1390646" cy="0"/>
            </a:xfrm>
            <a:prstGeom prst="line">
              <a:avLst/>
            </a:prstGeom>
            <a:noFill/>
            <a:ln w="635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DCD4219-8593-633D-6E54-CCE255B6F02A}"/>
                </a:ext>
              </a:extLst>
            </p:cNvPr>
            <p:cNvCxnSpPr/>
            <p:nvPr/>
          </p:nvCxnSpPr>
          <p:spPr>
            <a:xfrm>
              <a:off x="6227588" y="1659882"/>
              <a:ext cx="1390646" cy="0"/>
            </a:xfrm>
            <a:prstGeom prst="line">
              <a:avLst/>
            </a:prstGeom>
            <a:noFill/>
            <a:ln w="635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</p:cxnSp>
      </p:grpSp>
      <p:graphicFrame>
        <p:nvGraphicFramePr>
          <p:cNvPr id="251" name="Group 323">
            <a:extLst>
              <a:ext uri="{FF2B5EF4-FFF2-40B4-BE49-F238E27FC236}">
                <a16:creationId xmlns:a16="http://schemas.microsoft.com/office/drawing/2014/main" id="{EE786716-A678-9583-6EE7-0C159955AE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1143341"/>
              </p:ext>
            </p:extLst>
          </p:nvPr>
        </p:nvGraphicFramePr>
        <p:xfrm>
          <a:off x="9625013" y="575703"/>
          <a:ext cx="2519969" cy="5937504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723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위젯 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드레그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아웃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(※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위젯 삭제 정책과 동일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기본 정책</a:t>
                      </a:r>
                      <a:b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위젯이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아웃되면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해당 위젯 추가 시 분할된 위젯의 위치에 있던 위젯이 그 자리를 채운다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※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분할 전 위젯의 위치가 다른 위젯과 바뀌었더라도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분할된 위젯의 위치에 있는 위젯이 이동한 위젯의 빈 자리를 채운다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분할된 한쪽의 위젯이 상하로 여러 개로 분할되어 있는 상태에서 다른 한쪽 위젯이 이동할 경우 </a:t>
                      </a:r>
                      <a:b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상하로 분할된 여러 개의 위젯이 동일한 비율의 크기로 이동한 위젯의 빈 공간을 채운다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캔버스 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상하좌우면과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접한 위젯이 하나의 위젯일 경우</a:t>
                      </a:r>
                      <a:b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 위젯이 이동하면 인접한 위젯들이 함께 그 공간을 채운다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9108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위젯 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드레그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인 </a:t>
                      </a:r>
                      <a:b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(※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위젯 추가 정책과 동일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방향 선택</a:t>
                      </a:r>
                      <a:b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위젯을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드레그하여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원하는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도킹인디케이터의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방향 선택</a:t>
                      </a:r>
                      <a:b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드레그하는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동안 위젯은 반투명 효과처리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배치 미리보기</a:t>
                      </a:r>
                      <a:b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마우스 포인터가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도킹인디케이터의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방향 위에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호버되면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해당 위치에 안착될 영역을 반투명한 블록으로 미리 시각화 처리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크기</a:t>
                      </a:r>
                      <a:b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추가되는 위젯은 선택한 대상 영역을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½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로 분할하여 신규 위젯을 배치하고 기존 위젯 크기를 조정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후원 리스트 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드레그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인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후원리스트 위젯에 다른 위젯이 붙어있는 상태에서 후원리스트 위젯을 캔버스 안쪽으로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드레그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인 할 경우 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→ 후원 리스트 위젯만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드레그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인되고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붙어있던 위젯들은 기존 자리에 유지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450116"/>
                  </a:ext>
                </a:extLst>
              </a:tr>
            </a:tbl>
          </a:graphicData>
        </a:graphic>
      </p:graphicFrame>
      <p:pic>
        <p:nvPicPr>
          <p:cNvPr id="253" name="그림 252">
            <a:extLst>
              <a:ext uri="{FF2B5EF4-FFF2-40B4-BE49-F238E27FC236}">
                <a16:creationId xmlns:a16="http://schemas.microsoft.com/office/drawing/2014/main" id="{F47DCF75-F045-AD66-8082-9776945E0587}"/>
              </a:ext>
            </a:extLst>
          </p:cNvPr>
          <p:cNvPicPr>
            <a:picLocks noChangeAspect="1"/>
          </p:cNvPicPr>
          <p:nvPr/>
        </p:nvPicPr>
        <p:blipFill>
          <a:blip r:embed="rId20"/>
          <a:srcRect l="20989"/>
          <a:stretch>
            <a:fillRect/>
          </a:stretch>
        </p:blipFill>
        <p:spPr>
          <a:xfrm>
            <a:off x="7659915" y="2951043"/>
            <a:ext cx="1929142" cy="2467913"/>
          </a:xfrm>
          <a:prstGeom prst="rect">
            <a:avLst/>
          </a:prstGeom>
        </p:spPr>
      </p:pic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BD720556-B62F-9C70-4EB7-EC84C5B3AE9A}"/>
              </a:ext>
            </a:extLst>
          </p:cNvPr>
          <p:cNvGrpSpPr/>
          <p:nvPr/>
        </p:nvGrpSpPr>
        <p:grpSpPr>
          <a:xfrm>
            <a:off x="7631116" y="2965418"/>
            <a:ext cx="112383" cy="2482609"/>
            <a:chOff x="7585852" y="3498331"/>
            <a:chExt cx="114209" cy="2522958"/>
          </a:xfrm>
        </p:grpSpPr>
        <p:pic>
          <p:nvPicPr>
            <p:cNvPr id="255" name="Picture 4" descr="C:\Users\btbprovd\Desktop\Untitled-3.png">
              <a:extLst>
                <a:ext uri="{FF2B5EF4-FFF2-40B4-BE49-F238E27FC236}">
                  <a16:creationId xmlns:a16="http://schemas.microsoft.com/office/drawing/2014/main" id="{3E667964-A68A-BA65-22A2-048551C60C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 cstate="print"/>
            <a:srcRect/>
            <a:stretch>
              <a:fillRect/>
            </a:stretch>
          </p:blipFill>
          <p:spPr bwMode="auto">
            <a:xfrm rot="5400000">
              <a:off x="6924770" y="4159413"/>
              <a:ext cx="1436374" cy="114209"/>
            </a:xfrm>
            <a:prstGeom prst="rect">
              <a:avLst/>
            </a:prstGeom>
            <a:noFill/>
          </p:spPr>
        </p:pic>
        <p:pic>
          <p:nvPicPr>
            <p:cNvPr id="256" name="Picture 4" descr="C:\Users\btbprovd\Desktop\Untitled-3.png">
              <a:extLst>
                <a:ext uri="{FF2B5EF4-FFF2-40B4-BE49-F238E27FC236}">
                  <a16:creationId xmlns:a16="http://schemas.microsoft.com/office/drawing/2014/main" id="{9E4DD9A4-0165-1FD9-5D72-7D82FE86DD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 cstate="print"/>
            <a:srcRect/>
            <a:stretch>
              <a:fillRect/>
            </a:stretch>
          </p:blipFill>
          <p:spPr bwMode="auto">
            <a:xfrm rot="5400000">
              <a:off x="6924770" y="5245997"/>
              <a:ext cx="1436374" cy="114209"/>
            </a:xfrm>
            <a:prstGeom prst="rect">
              <a:avLst/>
            </a:prstGeom>
            <a:noFill/>
          </p:spPr>
        </p:pic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C138EBDF-EEBA-055C-0F5F-A7EC07E5EC0E}"/>
              </a:ext>
            </a:extLst>
          </p:cNvPr>
          <p:cNvSpPr txBox="1"/>
          <p:nvPr/>
        </p:nvSpPr>
        <p:spPr>
          <a:xfrm>
            <a:off x="1377302" y="5877272"/>
            <a:ext cx="5078634" cy="461665"/>
          </a:xfrm>
          <a:prstGeom prst="rect">
            <a:avLst/>
          </a:prstGeom>
          <a:solidFill>
            <a:srgbClr val="FFC000"/>
          </a:solidFill>
        </p:spPr>
        <p:txBody>
          <a:bodyPr wrap="none" rtlCol="0">
            <a:spAutoFit/>
          </a:bodyPr>
          <a:lstStyle/>
          <a:p>
            <a:pPr algn="l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속성 유지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171450" indent="-171450" algn="l">
              <a:buFontTx/>
              <a:buChar char="-"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분리된 위젯은 메인 창과 동일한 테마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(Dark/Light)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실시간 적용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171450" indent="-171450" algn="l">
              <a:buFontTx/>
              <a:buChar char="-"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리모컨 종료 시 사용자가 </a:t>
            </a:r>
            <a:r>
              <a:rPr lang="ko-KR" altLang="en-US" sz="8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커스텀한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위젯의 위치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크기 상태를 저장하여 </a:t>
            </a:r>
            <a:r>
              <a:rPr lang="ko-KR" altLang="en-US" sz="8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재접속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시 동일한 환경을 복구</a:t>
            </a:r>
          </a:p>
        </p:txBody>
      </p:sp>
      <p:sp>
        <p:nvSpPr>
          <p:cNvPr id="261" name="타원 260">
            <a:extLst>
              <a:ext uri="{FF2B5EF4-FFF2-40B4-BE49-F238E27FC236}">
                <a16:creationId xmlns:a16="http://schemas.microsoft.com/office/drawing/2014/main" id="{E2CF0E68-8869-DFCA-7F20-09333F0CD5CD}"/>
              </a:ext>
            </a:extLst>
          </p:cNvPr>
          <p:cNvSpPr/>
          <p:nvPr/>
        </p:nvSpPr>
        <p:spPr>
          <a:xfrm>
            <a:off x="7092816" y="2075882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2" name="타원 261">
            <a:extLst>
              <a:ext uri="{FF2B5EF4-FFF2-40B4-BE49-F238E27FC236}">
                <a16:creationId xmlns:a16="http://schemas.microsoft.com/office/drawing/2014/main" id="{0F208847-4863-017B-4AD4-E59DAF73E398}"/>
              </a:ext>
            </a:extLst>
          </p:cNvPr>
          <p:cNvSpPr/>
          <p:nvPr/>
        </p:nvSpPr>
        <p:spPr>
          <a:xfrm>
            <a:off x="8832304" y="3369893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8F278A9E-03DD-7EE5-70CC-B4157E32438F}"/>
              </a:ext>
            </a:extLst>
          </p:cNvPr>
          <p:cNvPicPr>
            <a:picLocks noChangeAspect="1"/>
          </p:cNvPicPr>
          <p:nvPr/>
        </p:nvPicPr>
        <p:blipFill>
          <a:blip r:embed="rId22"/>
          <a:srcRect t="5147"/>
          <a:stretch>
            <a:fillRect/>
          </a:stretch>
        </p:blipFill>
        <p:spPr>
          <a:xfrm>
            <a:off x="7036500" y="1494733"/>
            <a:ext cx="454551" cy="152428"/>
          </a:xfrm>
          <a:prstGeom prst="rect">
            <a:avLst/>
          </a:prstGeom>
        </p:spPr>
      </p:pic>
      <p:pic>
        <p:nvPicPr>
          <p:cNvPr id="197" name="그래픽 196">
            <a:extLst>
              <a:ext uri="{FF2B5EF4-FFF2-40B4-BE49-F238E27FC236}">
                <a16:creationId xmlns:a16="http://schemas.microsoft.com/office/drawing/2014/main" id="{22C3CEFB-44E5-3BBC-6C18-9C68B2AACAD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24703" y="1494733"/>
            <a:ext cx="159090" cy="159090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FAFFEF4-4EA1-67E4-58CC-DE7D87D5A1F1}"/>
              </a:ext>
            </a:extLst>
          </p:cNvPr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78984" y="5028123"/>
            <a:ext cx="3240228" cy="720524"/>
          </a:xfrm>
          <a:prstGeom prst="rect">
            <a:avLst/>
          </a:prstGeom>
        </p:spPr>
      </p:pic>
      <p:grpSp>
        <p:nvGrpSpPr>
          <p:cNvPr id="6" name="그룹 5">
            <a:extLst>
              <a:ext uri="{FF2B5EF4-FFF2-40B4-BE49-F238E27FC236}">
                <a16:creationId xmlns:a16="http://schemas.microsoft.com/office/drawing/2014/main" id="{030A0557-472C-3ACB-CE5E-07A4230E8597}"/>
              </a:ext>
            </a:extLst>
          </p:cNvPr>
          <p:cNvGrpSpPr/>
          <p:nvPr/>
        </p:nvGrpSpPr>
        <p:grpSpPr>
          <a:xfrm>
            <a:off x="1402095" y="5108790"/>
            <a:ext cx="4962702" cy="469914"/>
            <a:chOff x="3035660" y="5647049"/>
            <a:chExt cx="4962702" cy="469914"/>
          </a:xfrm>
        </p:grpSpPr>
        <p:grpSp>
          <p:nvGrpSpPr>
            <p:cNvPr id="7" name="그룹 6">
              <a:extLst>
                <a:ext uri="{FF2B5EF4-FFF2-40B4-BE49-F238E27FC236}">
                  <a16:creationId xmlns:a16="http://schemas.microsoft.com/office/drawing/2014/main" id="{122873FE-732B-B584-D47A-54F43A4E434B}"/>
                </a:ext>
              </a:extLst>
            </p:cNvPr>
            <p:cNvGrpSpPr/>
            <p:nvPr/>
          </p:nvGrpSpPr>
          <p:grpSpPr>
            <a:xfrm>
              <a:off x="3035660" y="5647049"/>
              <a:ext cx="4962702" cy="469914"/>
              <a:chOff x="1961391" y="5208063"/>
              <a:chExt cx="4962702" cy="469914"/>
            </a:xfrm>
          </p:grpSpPr>
          <p:sp>
            <p:nvSpPr>
              <p:cNvPr id="9" name="사각형: 둥근 모서리 8">
                <a:extLst>
                  <a:ext uri="{FF2B5EF4-FFF2-40B4-BE49-F238E27FC236}">
                    <a16:creationId xmlns:a16="http://schemas.microsoft.com/office/drawing/2014/main" id="{71595EA5-10D5-559F-96F4-8A5C0540BA38}"/>
                  </a:ext>
                </a:extLst>
              </p:cNvPr>
              <p:cNvSpPr/>
              <p:nvPr/>
            </p:nvSpPr>
            <p:spPr>
              <a:xfrm>
                <a:off x="1961391" y="5208063"/>
                <a:ext cx="4962702" cy="469914"/>
              </a:xfrm>
              <a:prstGeom prst="roundRect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latinLnBrk="0"/>
                <a:endParaRPr lang="ko-KR" altLang="en-US" kern="0" dirty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" name="그룹 9">
                <a:extLst>
                  <a:ext uri="{FF2B5EF4-FFF2-40B4-BE49-F238E27FC236}">
                    <a16:creationId xmlns:a16="http://schemas.microsoft.com/office/drawing/2014/main" id="{AEE1EABA-7CDD-057C-D6F9-D27DF43E7692}"/>
                  </a:ext>
                </a:extLst>
              </p:cNvPr>
              <p:cNvGrpSpPr/>
              <p:nvPr/>
            </p:nvGrpSpPr>
            <p:grpSpPr>
              <a:xfrm>
                <a:off x="2054587" y="5282944"/>
                <a:ext cx="320153" cy="320153"/>
                <a:chOff x="3446562" y="5826004"/>
                <a:chExt cx="342329" cy="342329"/>
              </a:xfrm>
            </p:grpSpPr>
            <p:pic>
              <p:nvPicPr>
                <p:cNvPr id="22" name="그래픽 21">
                  <a:extLst>
                    <a:ext uri="{FF2B5EF4-FFF2-40B4-BE49-F238E27FC236}">
                      <a16:creationId xmlns:a16="http://schemas.microsoft.com/office/drawing/2014/main" id="{DFDE921B-D43A-FB67-F23D-2F1F35D3C6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4">
                  <a:extLst>
                    <a:ext uri="{96DAC541-7B7A-43D3-8B79-37D633B846F1}">
                      <asvg:svgBlip xmlns:asvg="http://schemas.microsoft.com/office/drawing/2016/SVG/main" r:embed="rId2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446562" y="5826004"/>
                  <a:ext cx="342329" cy="342329"/>
                </a:xfrm>
                <a:prstGeom prst="rect">
                  <a:avLst/>
                </a:prstGeom>
              </p:spPr>
            </p:pic>
            <p:pic>
              <p:nvPicPr>
                <p:cNvPr id="23" name="그래픽 22">
                  <a:extLst>
                    <a:ext uri="{FF2B5EF4-FFF2-40B4-BE49-F238E27FC236}">
                      <a16:creationId xmlns:a16="http://schemas.microsoft.com/office/drawing/2014/main" id="{4BA8FD9F-B225-6EBB-305C-42074ED42B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2524" y="5924778"/>
                  <a:ext cx="158400" cy="158400"/>
                </a:xfrm>
                <a:prstGeom prst="rect">
                  <a:avLst/>
                </a:prstGeom>
              </p:spPr>
            </p:pic>
          </p:grpSp>
          <p:cxnSp>
            <p:nvCxnSpPr>
              <p:cNvPr id="11" name="직선 연결선 10">
                <a:extLst>
                  <a:ext uri="{FF2B5EF4-FFF2-40B4-BE49-F238E27FC236}">
                    <a16:creationId xmlns:a16="http://schemas.microsoft.com/office/drawing/2014/main" id="{521338DF-BDB8-82F6-D531-A5796356CAA2}"/>
                  </a:ext>
                </a:extLst>
              </p:cNvPr>
              <p:cNvCxnSpPr/>
              <p:nvPr/>
            </p:nvCxnSpPr>
            <p:spPr>
              <a:xfrm>
                <a:off x="2902006" y="5355125"/>
                <a:ext cx="0" cy="178159"/>
              </a:xfrm>
              <a:prstGeom prst="line">
                <a:avLst/>
              </a:prstGeom>
              <a:noFill/>
              <a:ln w="635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</p:cxnSp>
          <p:sp>
            <p:nvSpPr>
              <p:cNvPr id="12" name="사각형: 둥근 모서리 11">
                <a:extLst>
                  <a:ext uri="{FF2B5EF4-FFF2-40B4-BE49-F238E27FC236}">
                    <a16:creationId xmlns:a16="http://schemas.microsoft.com/office/drawing/2014/main" id="{E3DC9BCC-AEEB-8757-10A9-FB03B580511B}"/>
                  </a:ext>
                </a:extLst>
              </p:cNvPr>
              <p:cNvSpPr/>
              <p:nvPr/>
            </p:nvSpPr>
            <p:spPr>
              <a:xfrm>
                <a:off x="3004117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Icon</a:t>
                </a:r>
              </a:p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1</a:t>
                </a:r>
                <a:endParaRPr lang="ko-KR" altLang="en-US" sz="800" kern="0" dirty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" name="사각형: 둥근 모서리 12">
                <a:extLst>
                  <a:ext uri="{FF2B5EF4-FFF2-40B4-BE49-F238E27FC236}">
                    <a16:creationId xmlns:a16="http://schemas.microsoft.com/office/drawing/2014/main" id="{A53E43BE-FC13-E2DD-D383-86331ED4CD7B}"/>
                  </a:ext>
                </a:extLst>
              </p:cNvPr>
              <p:cNvSpPr/>
              <p:nvPr/>
            </p:nvSpPr>
            <p:spPr>
              <a:xfrm>
                <a:off x="3396281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Icon</a:t>
                </a:r>
              </a:p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2</a:t>
                </a:r>
                <a:endParaRPr lang="ko-KR" altLang="en-US" sz="800" kern="0" dirty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4" name="사각형: 둥근 모서리 13">
                <a:extLst>
                  <a:ext uri="{FF2B5EF4-FFF2-40B4-BE49-F238E27FC236}">
                    <a16:creationId xmlns:a16="http://schemas.microsoft.com/office/drawing/2014/main" id="{B8EE9B84-D25A-8581-AED8-21E1E24CE146}"/>
                  </a:ext>
                </a:extLst>
              </p:cNvPr>
              <p:cNvSpPr/>
              <p:nvPr/>
            </p:nvSpPr>
            <p:spPr>
              <a:xfrm>
                <a:off x="3788445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Icon</a:t>
                </a:r>
              </a:p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3</a:t>
                </a:r>
                <a:endParaRPr lang="ko-KR" altLang="en-US" sz="800" kern="0" dirty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5" name="사각형: 둥근 모서리 14">
                <a:extLst>
                  <a:ext uri="{FF2B5EF4-FFF2-40B4-BE49-F238E27FC236}">
                    <a16:creationId xmlns:a16="http://schemas.microsoft.com/office/drawing/2014/main" id="{0D9D8AFD-EA90-6BE8-8B4D-E7F05EA27C66}"/>
                  </a:ext>
                </a:extLst>
              </p:cNvPr>
              <p:cNvSpPr/>
              <p:nvPr/>
            </p:nvSpPr>
            <p:spPr>
              <a:xfrm>
                <a:off x="4180609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Icon</a:t>
                </a:r>
              </a:p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4</a:t>
                </a:r>
                <a:endParaRPr lang="ko-KR" altLang="en-US" sz="800" kern="0" dirty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6" name="사각형: 둥근 모서리 15">
                <a:extLst>
                  <a:ext uri="{FF2B5EF4-FFF2-40B4-BE49-F238E27FC236}">
                    <a16:creationId xmlns:a16="http://schemas.microsoft.com/office/drawing/2014/main" id="{A8EEFFF0-BA39-7CE1-6707-A49120DF6B25}"/>
                  </a:ext>
                </a:extLst>
              </p:cNvPr>
              <p:cNvSpPr/>
              <p:nvPr/>
            </p:nvSpPr>
            <p:spPr>
              <a:xfrm>
                <a:off x="4572773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Icon</a:t>
                </a:r>
              </a:p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5</a:t>
                </a:r>
                <a:endParaRPr lang="ko-KR" altLang="en-US" sz="800" kern="0" dirty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7" name="사각형: 둥근 모서리 16">
                <a:extLst>
                  <a:ext uri="{FF2B5EF4-FFF2-40B4-BE49-F238E27FC236}">
                    <a16:creationId xmlns:a16="http://schemas.microsoft.com/office/drawing/2014/main" id="{58A80338-16A7-4666-5E9B-8AF077B5E4A2}"/>
                  </a:ext>
                </a:extLst>
              </p:cNvPr>
              <p:cNvSpPr/>
              <p:nvPr/>
            </p:nvSpPr>
            <p:spPr>
              <a:xfrm>
                <a:off x="4964937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Icon</a:t>
                </a:r>
              </a:p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6</a:t>
                </a:r>
                <a:endParaRPr lang="ko-KR" altLang="en-US" sz="800" kern="0" dirty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8" name="사각형: 둥근 모서리 17">
                <a:extLst>
                  <a:ext uri="{FF2B5EF4-FFF2-40B4-BE49-F238E27FC236}">
                    <a16:creationId xmlns:a16="http://schemas.microsoft.com/office/drawing/2014/main" id="{CA706CB6-E701-E87E-0826-57D32A23F703}"/>
                  </a:ext>
                </a:extLst>
              </p:cNvPr>
              <p:cNvSpPr/>
              <p:nvPr/>
            </p:nvSpPr>
            <p:spPr>
              <a:xfrm>
                <a:off x="5357101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Icon</a:t>
                </a:r>
              </a:p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7</a:t>
                </a:r>
                <a:endParaRPr lang="ko-KR" altLang="en-US" sz="800" kern="0" dirty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9" name="사각형: 둥근 모서리 18">
                <a:extLst>
                  <a:ext uri="{FF2B5EF4-FFF2-40B4-BE49-F238E27FC236}">
                    <a16:creationId xmlns:a16="http://schemas.microsoft.com/office/drawing/2014/main" id="{817F98C6-7A5A-1F40-528F-579B8973DDDF}"/>
                  </a:ext>
                </a:extLst>
              </p:cNvPr>
              <p:cNvSpPr/>
              <p:nvPr/>
            </p:nvSpPr>
            <p:spPr>
              <a:xfrm>
                <a:off x="5749265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Icon</a:t>
                </a:r>
              </a:p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8</a:t>
                </a:r>
                <a:endParaRPr lang="ko-KR" altLang="en-US" sz="800" kern="0" dirty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" name="사각형: 둥근 모서리 19">
                <a:extLst>
                  <a:ext uri="{FF2B5EF4-FFF2-40B4-BE49-F238E27FC236}">
                    <a16:creationId xmlns:a16="http://schemas.microsoft.com/office/drawing/2014/main" id="{253253E8-4FE4-5D8A-8A9E-DC3CA9114F65}"/>
                  </a:ext>
                </a:extLst>
              </p:cNvPr>
              <p:cNvSpPr/>
              <p:nvPr/>
            </p:nvSpPr>
            <p:spPr>
              <a:xfrm>
                <a:off x="6141425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Icon</a:t>
                </a:r>
              </a:p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9</a:t>
                </a:r>
                <a:endParaRPr lang="ko-KR" altLang="en-US" sz="800" kern="0" dirty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1" name="사각형: 둥근 모서리 20">
                <a:extLst>
                  <a:ext uri="{FF2B5EF4-FFF2-40B4-BE49-F238E27FC236}">
                    <a16:creationId xmlns:a16="http://schemas.microsoft.com/office/drawing/2014/main" id="{4937E5A3-717D-AEFF-849C-79DE69405462}"/>
                  </a:ext>
                </a:extLst>
              </p:cNvPr>
              <p:cNvSpPr/>
              <p:nvPr/>
            </p:nvSpPr>
            <p:spPr>
              <a:xfrm>
                <a:off x="6532759" y="5282944"/>
                <a:ext cx="320153" cy="320153"/>
              </a:xfrm>
              <a:prstGeom prst="roundRect">
                <a:avLst>
                  <a:gd name="adj" fmla="val 23361"/>
                </a:avLst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Icon</a:t>
                </a:r>
              </a:p>
              <a:p>
                <a:pPr algn="ctr" latinLnBrk="0"/>
                <a:r>
                  <a:rPr lang="en-US" altLang="ko-KR" sz="800" kern="0" dirty="0">
                    <a:solidFill>
                      <a:prstClr val="white"/>
                    </a:solidFill>
                    <a:latin typeface="Cambria" panose="02040503050406030204"/>
                    <a:ea typeface="맑은 고딕" panose="020B0503020000020004" pitchFamily="50" charset="-127"/>
                  </a:rPr>
                  <a:t>10</a:t>
                </a:r>
                <a:endParaRPr lang="ko-KR" altLang="en-US" sz="800" kern="0" dirty="0">
                  <a:solidFill>
                    <a:prstClr val="white"/>
                  </a:solidFill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</p:grpSp>
        <p:pic>
          <p:nvPicPr>
            <p:cNvPr id="8" name="그림 7">
              <a:extLst>
                <a:ext uri="{FF2B5EF4-FFF2-40B4-BE49-F238E27FC236}">
                  <a16:creationId xmlns:a16="http://schemas.microsoft.com/office/drawing/2014/main" id="{0526F48A-79DF-A651-6216-60A7AB1307A9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BEBA8EAE-BF5A-486C-A8C5-ECC9F3942E4B}">
                  <a14:imgProps xmlns:a14="http://schemas.microsoft.com/office/drawing/2010/main">
                    <a14:imgLayer r:embed="rId27">
                      <a14:imgEffect>
                        <a14:saturation sat="0"/>
                      </a14:imgEffect>
                      <a14:imgEffect>
                        <a14:brightnessContrast bright="-2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3527186" y="5721930"/>
              <a:ext cx="320153" cy="320153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02038087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텍스트 개체 틀 54">
            <a:extLst>
              <a:ext uri="{FF2B5EF4-FFF2-40B4-BE49-F238E27FC236}">
                <a16:creationId xmlns:a16="http://schemas.microsoft.com/office/drawing/2014/main" id="{5ECC12A3-6590-032C-31D2-526EADD633A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ko-KR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자석 기능</a:t>
            </a:r>
            <a:r>
              <a:rPr kumimoji="1" lang="en-US" altLang="ko-KR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(ex. </a:t>
            </a:r>
            <a:r>
              <a:rPr kumimoji="1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팟플레이어의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자석 기능 참고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</a:t>
            </a:r>
            <a:endParaRPr kumimoji="1" lang="en-US" altLang="ko-KR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6" name="제목 55">
            <a:extLst>
              <a:ext uri="{FF2B5EF4-FFF2-40B4-BE49-F238E27FC236}">
                <a16:creationId xmlns:a16="http://schemas.microsoft.com/office/drawing/2014/main" id="{8CF9AA05-BC98-9C1E-4B98-D756E3F55E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위젯 동작 </a:t>
            </a:r>
            <a:r>
              <a:rPr lang="en-US" altLang="ko-KR" dirty="0"/>
              <a:t>&gt; </a:t>
            </a:r>
            <a:r>
              <a:rPr lang="ko-KR" altLang="en-US" dirty="0"/>
              <a:t>자석 기능</a:t>
            </a: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6EEA21F0-5D79-C8C9-EAFC-0D09F05C9851}"/>
              </a:ext>
            </a:extLst>
          </p:cNvPr>
          <p:cNvGrpSpPr/>
          <p:nvPr/>
        </p:nvGrpSpPr>
        <p:grpSpPr>
          <a:xfrm>
            <a:off x="5339948" y="1157793"/>
            <a:ext cx="649060" cy="585422"/>
            <a:chOff x="5804285" y="1594590"/>
            <a:chExt cx="649060" cy="585422"/>
          </a:xfrm>
        </p:grpSpPr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21BF5E2A-36EC-011F-B95C-1A00722209C7}"/>
                </a:ext>
              </a:extLst>
            </p:cNvPr>
            <p:cNvGrpSpPr/>
            <p:nvPr/>
          </p:nvGrpSpPr>
          <p:grpSpPr>
            <a:xfrm>
              <a:off x="5804285" y="2039130"/>
              <a:ext cx="649060" cy="140882"/>
              <a:chOff x="5710844" y="1715094"/>
              <a:chExt cx="834388" cy="140882"/>
            </a:xfrm>
          </p:grpSpPr>
          <p:cxnSp>
            <p:nvCxnSpPr>
              <p:cNvPr id="17" name="직선 연결선 16">
                <a:extLst>
                  <a:ext uri="{FF2B5EF4-FFF2-40B4-BE49-F238E27FC236}">
                    <a16:creationId xmlns:a16="http://schemas.microsoft.com/office/drawing/2014/main" id="{776B67DF-C83D-542B-4C44-D3D05B5155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32004" y="1715094"/>
                <a:ext cx="0" cy="140882"/>
              </a:xfrm>
              <a:prstGeom prst="line">
                <a:avLst/>
              </a:prstGeom>
              <a:ln>
                <a:solidFill>
                  <a:srgbClr val="FF0000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직선 화살표 연결선 17">
                <a:extLst>
                  <a:ext uri="{FF2B5EF4-FFF2-40B4-BE49-F238E27FC236}">
                    <a16:creationId xmlns:a16="http://schemas.microsoft.com/office/drawing/2014/main" id="{7D54DF2E-4344-7430-B0B1-BD60745D45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10844" y="1789631"/>
                <a:ext cx="362749" cy="0"/>
              </a:xfrm>
              <a:prstGeom prst="straightConnector1">
                <a:avLst/>
              </a:prstGeom>
              <a:ln>
                <a:solidFill>
                  <a:srgbClr val="FF0000"/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직선 화살표 연결선 18">
                <a:extLst>
                  <a:ext uri="{FF2B5EF4-FFF2-40B4-BE49-F238E27FC236}">
                    <a16:creationId xmlns:a16="http://schemas.microsoft.com/office/drawing/2014/main" id="{73E404F0-D748-E6AA-A29B-CAF2CEF86E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82484" y="1789631"/>
                <a:ext cx="362748" cy="0"/>
              </a:xfrm>
              <a:prstGeom prst="straightConnector1">
                <a:avLst/>
              </a:prstGeom>
              <a:ln>
                <a:solidFill>
                  <a:srgbClr val="FF0000"/>
                </a:solidFill>
                <a:prstDash val="solid"/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" name="타원 9">
              <a:extLst>
                <a:ext uri="{FF2B5EF4-FFF2-40B4-BE49-F238E27FC236}">
                  <a16:creationId xmlns:a16="http://schemas.microsoft.com/office/drawing/2014/main" id="{971A4509-FA01-0D6C-48DF-C8CED89FD465}"/>
                </a:ext>
              </a:extLst>
            </p:cNvPr>
            <p:cNvSpPr/>
            <p:nvPr/>
          </p:nvSpPr>
          <p:spPr>
            <a:xfrm>
              <a:off x="6084496" y="2066243"/>
              <a:ext cx="94848" cy="9484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D264FAA3-7161-C909-B3E6-B4D56AC0E350}"/>
                </a:ext>
              </a:extLst>
            </p:cNvPr>
            <p:cNvGrpSpPr/>
            <p:nvPr/>
          </p:nvGrpSpPr>
          <p:grpSpPr>
            <a:xfrm>
              <a:off x="5848120" y="1825487"/>
              <a:ext cx="570876" cy="143706"/>
              <a:chOff x="5848120" y="1564667"/>
              <a:chExt cx="570876" cy="143706"/>
            </a:xfrm>
          </p:grpSpPr>
          <p:grpSp>
            <p:nvGrpSpPr>
              <p:cNvPr id="13" name="그룹 12">
                <a:extLst>
                  <a:ext uri="{FF2B5EF4-FFF2-40B4-BE49-F238E27FC236}">
                    <a16:creationId xmlns:a16="http://schemas.microsoft.com/office/drawing/2014/main" id="{D18F77C1-01C9-43F3-FFD6-FB052991EFAE}"/>
                  </a:ext>
                </a:extLst>
              </p:cNvPr>
              <p:cNvGrpSpPr/>
              <p:nvPr/>
            </p:nvGrpSpPr>
            <p:grpSpPr>
              <a:xfrm>
                <a:off x="5848120" y="1564667"/>
                <a:ext cx="570876" cy="143706"/>
                <a:chOff x="6600056" y="1483343"/>
                <a:chExt cx="1692188" cy="410015"/>
              </a:xfrm>
            </p:grpSpPr>
            <p:cxnSp>
              <p:nvCxnSpPr>
                <p:cNvPr id="15" name="직선 연결선 14">
                  <a:extLst>
                    <a:ext uri="{FF2B5EF4-FFF2-40B4-BE49-F238E27FC236}">
                      <a16:creationId xmlns:a16="http://schemas.microsoft.com/office/drawing/2014/main" id="{6C93C341-BDD6-4614-B667-22C532998E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41366" y="1483343"/>
                  <a:ext cx="0" cy="410015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" name="직선 화살표 연결선 15">
                  <a:extLst>
                    <a:ext uri="{FF2B5EF4-FFF2-40B4-BE49-F238E27FC236}">
                      <a16:creationId xmlns:a16="http://schemas.microsoft.com/office/drawing/2014/main" id="{8427B401-1FF7-0784-2622-19FEDE82B2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600056" y="1690190"/>
                  <a:ext cx="1692188" cy="0"/>
                </a:xfrm>
                <a:prstGeom prst="straightConnector1">
                  <a:avLst/>
                </a:prstGeom>
                <a:ln>
                  <a:solidFill>
                    <a:srgbClr val="FF0000"/>
                  </a:solidFill>
                  <a:prstDash val="solid"/>
                  <a:headEnd type="triangle" w="med" len="med"/>
                  <a:tailEnd type="triangl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" name="타원 13">
                <a:extLst>
                  <a:ext uri="{FF2B5EF4-FFF2-40B4-BE49-F238E27FC236}">
                    <a16:creationId xmlns:a16="http://schemas.microsoft.com/office/drawing/2014/main" id="{7802EDE3-A222-B3DD-26FA-CF0E8F9D5652}"/>
                  </a:ext>
                </a:extLst>
              </p:cNvPr>
              <p:cNvSpPr/>
              <p:nvPr/>
            </p:nvSpPr>
            <p:spPr>
              <a:xfrm>
                <a:off x="6095486" y="1600801"/>
                <a:ext cx="74334" cy="7433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03A1C4A0-AFBE-BC67-A8A1-358BD27136DF}"/>
                </a:ext>
              </a:extLst>
            </p:cNvPr>
            <p:cNvSpPr txBox="1"/>
            <p:nvPr/>
          </p:nvSpPr>
          <p:spPr>
            <a:xfrm>
              <a:off x="5815885" y="1594590"/>
              <a:ext cx="63190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자석 기능</a:t>
              </a:r>
              <a:endParaRPr lang="en-US" altLang="ko-KR" sz="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03EADE3A-4679-6A52-4C51-8346D5A344F7}"/>
              </a:ext>
            </a:extLst>
          </p:cNvPr>
          <p:cNvGrpSpPr/>
          <p:nvPr/>
        </p:nvGrpSpPr>
        <p:grpSpPr>
          <a:xfrm>
            <a:off x="7186121" y="1157793"/>
            <a:ext cx="649060" cy="585422"/>
            <a:chOff x="5804285" y="1594590"/>
            <a:chExt cx="649060" cy="585422"/>
          </a:xfrm>
        </p:grpSpPr>
        <p:grpSp>
          <p:nvGrpSpPr>
            <p:cNvPr id="21" name="그룹 20">
              <a:extLst>
                <a:ext uri="{FF2B5EF4-FFF2-40B4-BE49-F238E27FC236}">
                  <a16:creationId xmlns:a16="http://schemas.microsoft.com/office/drawing/2014/main" id="{9624C522-2530-18B5-8598-E2966C21B669}"/>
                </a:ext>
              </a:extLst>
            </p:cNvPr>
            <p:cNvGrpSpPr/>
            <p:nvPr/>
          </p:nvGrpSpPr>
          <p:grpSpPr>
            <a:xfrm>
              <a:off x="5804285" y="2039130"/>
              <a:ext cx="649060" cy="140882"/>
              <a:chOff x="5710844" y="1715094"/>
              <a:chExt cx="834388" cy="140882"/>
            </a:xfrm>
          </p:grpSpPr>
          <p:cxnSp>
            <p:nvCxnSpPr>
              <p:cNvPr id="29" name="직선 연결선 28">
                <a:extLst>
                  <a:ext uri="{FF2B5EF4-FFF2-40B4-BE49-F238E27FC236}">
                    <a16:creationId xmlns:a16="http://schemas.microsoft.com/office/drawing/2014/main" id="{DFC2358A-260D-56BA-7674-97588BE50B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32004" y="1715094"/>
                <a:ext cx="0" cy="140882"/>
              </a:xfrm>
              <a:prstGeom prst="line">
                <a:avLst/>
              </a:prstGeom>
              <a:ln>
                <a:solidFill>
                  <a:srgbClr val="FF0000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직선 화살표 연결선 29">
                <a:extLst>
                  <a:ext uri="{FF2B5EF4-FFF2-40B4-BE49-F238E27FC236}">
                    <a16:creationId xmlns:a16="http://schemas.microsoft.com/office/drawing/2014/main" id="{826E59D9-8DDC-E20E-54BE-C297D5AB2D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10844" y="1789631"/>
                <a:ext cx="362749" cy="0"/>
              </a:xfrm>
              <a:prstGeom prst="straightConnector1">
                <a:avLst/>
              </a:prstGeom>
              <a:ln>
                <a:solidFill>
                  <a:srgbClr val="FF0000"/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직선 화살표 연결선 30">
                <a:extLst>
                  <a:ext uri="{FF2B5EF4-FFF2-40B4-BE49-F238E27FC236}">
                    <a16:creationId xmlns:a16="http://schemas.microsoft.com/office/drawing/2014/main" id="{CBE299FC-76DA-25DE-CD15-DCC810995B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82484" y="1789631"/>
                <a:ext cx="362748" cy="0"/>
              </a:xfrm>
              <a:prstGeom prst="straightConnector1">
                <a:avLst/>
              </a:prstGeom>
              <a:ln>
                <a:solidFill>
                  <a:srgbClr val="FF0000"/>
                </a:solidFill>
                <a:prstDash val="solid"/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" name="타원 21">
              <a:extLst>
                <a:ext uri="{FF2B5EF4-FFF2-40B4-BE49-F238E27FC236}">
                  <a16:creationId xmlns:a16="http://schemas.microsoft.com/office/drawing/2014/main" id="{A6982C5A-454B-32D7-4500-3BBB54017511}"/>
                </a:ext>
              </a:extLst>
            </p:cNvPr>
            <p:cNvSpPr/>
            <p:nvPr/>
          </p:nvSpPr>
          <p:spPr>
            <a:xfrm>
              <a:off x="6084496" y="2066243"/>
              <a:ext cx="94848" cy="9484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3CCD8954-49AF-524F-584D-C77B1821CFB6}"/>
                </a:ext>
              </a:extLst>
            </p:cNvPr>
            <p:cNvGrpSpPr/>
            <p:nvPr/>
          </p:nvGrpSpPr>
          <p:grpSpPr>
            <a:xfrm>
              <a:off x="5848120" y="1825487"/>
              <a:ext cx="570876" cy="143706"/>
              <a:chOff x="5848120" y="1564667"/>
              <a:chExt cx="570876" cy="143706"/>
            </a:xfrm>
          </p:grpSpPr>
          <p:grpSp>
            <p:nvGrpSpPr>
              <p:cNvPr id="25" name="그룹 24">
                <a:extLst>
                  <a:ext uri="{FF2B5EF4-FFF2-40B4-BE49-F238E27FC236}">
                    <a16:creationId xmlns:a16="http://schemas.microsoft.com/office/drawing/2014/main" id="{3706FFF1-5593-7376-9CD6-D089707985B7}"/>
                  </a:ext>
                </a:extLst>
              </p:cNvPr>
              <p:cNvGrpSpPr/>
              <p:nvPr/>
            </p:nvGrpSpPr>
            <p:grpSpPr>
              <a:xfrm>
                <a:off x="5848120" y="1564667"/>
                <a:ext cx="570876" cy="143706"/>
                <a:chOff x="6600056" y="1483343"/>
                <a:chExt cx="1692188" cy="410015"/>
              </a:xfrm>
            </p:grpSpPr>
            <p:cxnSp>
              <p:nvCxnSpPr>
                <p:cNvPr id="27" name="직선 연결선 26">
                  <a:extLst>
                    <a:ext uri="{FF2B5EF4-FFF2-40B4-BE49-F238E27FC236}">
                      <a16:creationId xmlns:a16="http://schemas.microsoft.com/office/drawing/2014/main" id="{209F93F4-C44C-E5F1-33CA-96A4CF34B1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41366" y="1483343"/>
                  <a:ext cx="0" cy="410015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" name="직선 화살표 연결선 27">
                  <a:extLst>
                    <a:ext uri="{FF2B5EF4-FFF2-40B4-BE49-F238E27FC236}">
                      <a16:creationId xmlns:a16="http://schemas.microsoft.com/office/drawing/2014/main" id="{0B8BDBBF-279B-3A7F-EE08-881CC589EE9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600056" y="1690190"/>
                  <a:ext cx="1692188" cy="0"/>
                </a:xfrm>
                <a:prstGeom prst="straightConnector1">
                  <a:avLst/>
                </a:prstGeom>
                <a:ln>
                  <a:solidFill>
                    <a:srgbClr val="FF0000"/>
                  </a:solidFill>
                  <a:prstDash val="solid"/>
                  <a:headEnd type="triangle" w="med" len="med"/>
                  <a:tailEnd type="triangl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6" name="타원 25">
                <a:extLst>
                  <a:ext uri="{FF2B5EF4-FFF2-40B4-BE49-F238E27FC236}">
                    <a16:creationId xmlns:a16="http://schemas.microsoft.com/office/drawing/2014/main" id="{2C195D70-BA20-9293-1D49-BD7978E161E5}"/>
                  </a:ext>
                </a:extLst>
              </p:cNvPr>
              <p:cNvSpPr/>
              <p:nvPr/>
            </p:nvSpPr>
            <p:spPr>
              <a:xfrm>
                <a:off x="6095486" y="1600801"/>
                <a:ext cx="74334" cy="7433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81EA3FDE-7D6E-5503-6DB1-D66F3C094DB8}"/>
                </a:ext>
              </a:extLst>
            </p:cNvPr>
            <p:cNvSpPr txBox="1"/>
            <p:nvPr/>
          </p:nvSpPr>
          <p:spPr>
            <a:xfrm>
              <a:off x="5815885" y="1594590"/>
              <a:ext cx="63190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자석 기능</a:t>
              </a:r>
              <a:endParaRPr lang="en-US" altLang="ko-KR" sz="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293DCD0-C985-870F-3163-1EEF6FD8213A}"/>
              </a:ext>
            </a:extLst>
          </p:cNvPr>
          <p:cNvGrpSpPr/>
          <p:nvPr/>
        </p:nvGrpSpPr>
        <p:grpSpPr>
          <a:xfrm>
            <a:off x="5667882" y="1768068"/>
            <a:ext cx="1785637" cy="4214516"/>
            <a:chOff x="7921766" y="1591003"/>
            <a:chExt cx="1785637" cy="4214516"/>
          </a:xfrm>
        </p:grpSpPr>
        <p:pic>
          <p:nvPicPr>
            <p:cNvPr id="33" name="그림 32">
              <a:extLst>
                <a:ext uri="{FF2B5EF4-FFF2-40B4-BE49-F238E27FC236}">
                  <a16:creationId xmlns:a16="http://schemas.microsoft.com/office/drawing/2014/main" id="{2F7434B4-7C58-C88B-AFD9-62893067E6D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7921766" y="1591003"/>
              <a:ext cx="1785637" cy="4214516"/>
            </a:xfrm>
            <a:prstGeom prst="rect">
              <a:avLst/>
            </a:prstGeom>
          </p:spPr>
        </p:pic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4A505AE-B5B4-B17A-B66D-A058BEEB8F89}"/>
                </a:ext>
              </a:extLst>
            </p:cNvPr>
            <p:cNvSpPr/>
            <p:nvPr/>
          </p:nvSpPr>
          <p:spPr>
            <a:xfrm>
              <a:off x="8054132" y="2060848"/>
              <a:ext cx="1537448" cy="346554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35" name="그림 34">
              <a:extLst>
                <a:ext uri="{FF2B5EF4-FFF2-40B4-BE49-F238E27FC236}">
                  <a16:creationId xmlns:a16="http://schemas.microsoft.com/office/drawing/2014/main" id="{412C5220-06DC-A732-03B6-4A19934D9D8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8026908" y="2139854"/>
              <a:ext cx="1624324" cy="3125350"/>
            </a:xfrm>
            <a:prstGeom prst="rect">
              <a:avLst/>
            </a:prstGeom>
          </p:spPr>
        </p:pic>
        <p:pic>
          <p:nvPicPr>
            <p:cNvPr id="36" name="그림 35">
              <a:extLst>
                <a:ext uri="{FF2B5EF4-FFF2-40B4-BE49-F238E27FC236}">
                  <a16:creationId xmlns:a16="http://schemas.microsoft.com/office/drawing/2014/main" id="{CB921F8D-8C3F-74DB-4C7B-12269D41439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986522" y="1818287"/>
              <a:ext cx="1672667" cy="3478737"/>
            </a:xfrm>
            <a:prstGeom prst="rect">
              <a:avLst/>
            </a:prstGeom>
          </p:spPr>
        </p:pic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FCDBABBA-6655-8899-79B0-0E85B328BFF8}"/>
                </a:ext>
              </a:extLst>
            </p:cNvPr>
            <p:cNvSpPr/>
            <p:nvPr/>
          </p:nvSpPr>
          <p:spPr>
            <a:xfrm>
              <a:off x="7994543" y="5246154"/>
              <a:ext cx="1642587" cy="2743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pic>
        <p:nvPicPr>
          <p:cNvPr id="38" name="그림 37">
            <a:extLst>
              <a:ext uri="{FF2B5EF4-FFF2-40B4-BE49-F238E27FC236}">
                <a16:creationId xmlns:a16="http://schemas.microsoft.com/office/drawing/2014/main" id="{DF2C3653-F030-A822-BACD-0982BEC18E3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17006" y="1764822"/>
            <a:ext cx="5456414" cy="4220462"/>
          </a:xfrm>
          <a:prstGeom prst="rect">
            <a:avLst/>
          </a:prstGeom>
        </p:spPr>
      </p:pic>
      <p:pic>
        <p:nvPicPr>
          <p:cNvPr id="39" name="그림 38">
            <a:extLst>
              <a:ext uri="{FF2B5EF4-FFF2-40B4-BE49-F238E27FC236}">
                <a16:creationId xmlns:a16="http://schemas.microsoft.com/office/drawing/2014/main" id="{436E25F4-9C40-B9F6-4B72-801B577A200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608168" y="1765305"/>
            <a:ext cx="1767323" cy="2252571"/>
          </a:xfrm>
          <a:prstGeom prst="rect">
            <a:avLst/>
          </a:prstGeom>
        </p:spPr>
      </p:pic>
      <p:pic>
        <p:nvPicPr>
          <p:cNvPr id="40" name="그림 39">
            <a:extLst>
              <a:ext uri="{FF2B5EF4-FFF2-40B4-BE49-F238E27FC236}">
                <a16:creationId xmlns:a16="http://schemas.microsoft.com/office/drawing/2014/main" id="{06254041-1C36-4A6D-5B87-F853A42A5BB0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608168" y="4126231"/>
            <a:ext cx="1767319" cy="1858996"/>
          </a:xfrm>
          <a:prstGeom prst="rect">
            <a:avLst/>
          </a:prstGeom>
        </p:spPr>
      </p:pic>
      <p:grpSp>
        <p:nvGrpSpPr>
          <p:cNvPr id="41" name="그룹 40">
            <a:extLst>
              <a:ext uri="{FF2B5EF4-FFF2-40B4-BE49-F238E27FC236}">
                <a16:creationId xmlns:a16="http://schemas.microsoft.com/office/drawing/2014/main" id="{852BEF6E-A07C-EC9F-AC5E-3A8C614ADDD0}"/>
              </a:ext>
            </a:extLst>
          </p:cNvPr>
          <p:cNvGrpSpPr/>
          <p:nvPr/>
        </p:nvGrpSpPr>
        <p:grpSpPr>
          <a:xfrm rot="16200000">
            <a:off x="9245913" y="3914943"/>
            <a:ext cx="649060" cy="354525"/>
            <a:chOff x="9840416" y="4511255"/>
            <a:chExt cx="649060" cy="354525"/>
          </a:xfrm>
        </p:grpSpPr>
        <p:grpSp>
          <p:nvGrpSpPr>
            <p:cNvPr id="42" name="그룹 41">
              <a:extLst>
                <a:ext uri="{FF2B5EF4-FFF2-40B4-BE49-F238E27FC236}">
                  <a16:creationId xmlns:a16="http://schemas.microsoft.com/office/drawing/2014/main" id="{E222918F-9B68-630D-9049-B5C09B53FEA9}"/>
                </a:ext>
              </a:extLst>
            </p:cNvPr>
            <p:cNvGrpSpPr/>
            <p:nvPr/>
          </p:nvGrpSpPr>
          <p:grpSpPr>
            <a:xfrm>
              <a:off x="9840416" y="4724898"/>
              <a:ext cx="649060" cy="140882"/>
              <a:chOff x="5710844" y="1715094"/>
              <a:chExt cx="834388" cy="140882"/>
            </a:xfrm>
          </p:grpSpPr>
          <p:cxnSp>
            <p:nvCxnSpPr>
              <p:cNvPr id="49" name="직선 연결선 48">
                <a:extLst>
                  <a:ext uri="{FF2B5EF4-FFF2-40B4-BE49-F238E27FC236}">
                    <a16:creationId xmlns:a16="http://schemas.microsoft.com/office/drawing/2014/main" id="{BA25F125-D4AE-319A-D766-D400B98E8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32004" y="1715094"/>
                <a:ext cx="0" cy="140882"/>
              </a:xfrm>
              <a:prstGeom prst="line">
                <a:avLst/>
              </a:prstGeom>
              <a:ln>
                <a:solidFill>
                  <a:srgbClr val="FF0000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직선 화살표 연결선 49">
                <a:extLst>
                  <a:ext uri="{FF2B5EF4-FFF2-40B4-BE49-F238E27FC236}">
                    <a16:creationId xmlns:a16="http://schemas.microsoft.com/office/drawing/2014/main" id="{6F6DC19A-749B-5BE8-C9B6-258B225FDD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10844" y="1789631"/>
                <a:ext cx="362749" cy="0"/>
              </a:xfrm>
              <a:prstGeom prst="straightConnector1">
                <a:avLst/>
              </a:prstGeom>
              <a:ln>
                <a:solidFill>
                  <a:srgbClr val="FF0000"/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직선 화살표 연결선 50">
                <a:extLst>
                  <a:ext uri="{FF2B5EF4-FFF2-40B4-BE49-F238E27FC236}">
                    <a16:creationId xmlns:a16="http://schemas.microsoft.com/office/drawing/2014/main" id="{14B678CA-ECA7-EBD3-A73E-270F53AB07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82484" y="1789631"/>
                <a:ext cx="362748" cy="0"/>
              </a:xfrm>
              <a:prstGeom prst="straightConnector1">
                <a:avLst/>
              </a:prstGeom>
              <a:ln>
                <a:solidFill>
                  <a:srgbClr val="FF0000"/>
                </a:solidFill>
                <a:prstDash val="solid"/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" name="타원 42">
              <a:extLst>
                <a:ext uri="{FF2B5EF4-FFF2-40B4-BE49-F238E27FC236}">
                  <a16:creationId xmlns:a16="http://schemas.microsoft.com/office/drawing/2014/main" id="{05239AE8-E04C-A618-DBF6-E733A895468D}"/>
                </a:ext>
              </a:extLst>
            </p:cNvPr>
            <p:cNvSpPr/>
            <p:nvPr/>
          </p:nvSpPr>
          <p:spPr>
            <a:xfrm>
              <a:off x="10120627" y="4752011"/>
              <a:ext cx="94848" cy="9484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4" name="그룹 43">
              <a:extLst>
                <a:ext uri="{FF2B5EF4-FFF2-40B4-BE49-F238E27FC236}">
                  <a16:creationId xmlns:a16="http://schemas.microsoft.com/office/drawing/2014/main" id="{6D6FD9E9-1A9D-BF11-5091-729F97A7CD77}"/>
                </a:ext>
              </a:extLst>
            </p:cNvPr>
            <p:cNvGrpSpPr/>
            <p:nvPr/>
          </p:nvGrpSpPr>
          <p:grpSpPr>
            <a:xfrm>
              <a:off x="9884251" y="4511255"/>
              <a:ext cx="570876" cy="143706"/>
              <a:chOff x="5848120" y="1564667"/>
              <a:chExt cx="570876" cy="143706"/>
            </a:xfrm>
          </p:grpSpPr>
          <p:grpSp>
            <p:nvGrpSpPr>
              <p:cNvPr id="45" name="그룹 44">
                <a:extLst>
                  <a:ext uri="{FF2B5EF4-FFF2-40B4-BE49-F238E27FC236}">
                    <a16:creationId xmlns:a16="http://schemas.microsoft.com/office/drawing/2014/main" id="{9EC2E6F5-7B21-F1CD-54B1-A3FD77874058}"/>
                  </a:ext>
                </a:extLst>
              </p:cNvPr>
              <p:cNvGrpSpPr/>
              <p:nvPr/>
            </p:nvGrpSpPr>
            <p:grpSpPr>
              <a:xfrm>
                <a:off x="5848120" y="1564667"/>
                <a:ext cx="570876" cy="143706"/>
                <a:chOff x="6600056" y="1483343"/>
                <a:chExt cx="1692188" cy="410015"/>
              </a:xfrm>
            </p:grpSpPr>
            <p:cxnSp>
              <p:nvCxnSpPr>
                <p:cNvPr id="47" name="직선 연결선 46">
                  <a:extLst>
                    <a:ext uri="{FF2B5EF4-FFF2-40B4-BE49-F238E27FC236}">
                      <a16:creationId xmlns:a16="http://schemas.microsoft.com/office/drawing/2014/main" id="{B6781C20-7D9D-9F66-4416-E24FCD3E87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41366" y="1483343"/>
                  <a:ext cx="0" cy="410015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" name="직선 화살표 연결선 47">
                  <a:extLst>
                    <a:ext uri="{FF2B5EF4-FFF2-40B4-BE49-F238E27FC236}">
                      <a16:creationId xmlns:a16="http://schemas.microsoft.com/office/drawing/2014/main" id="{DC9CF786-7A5D-FEA1-9FFC-EEAE432CF6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600056" y="1690190"/>
                  <a:ext cx="1692188" cy="0"/>
                </a:xfrm>
                <a:prstGeom prst="straightConnector1">
                  <a:avLst/>
                </a:prstGeom>
                <a:ln>
                  <a:solidFill>
                    <a:srgbClr val="FF0000"/>
                  </a:solidFill>
                  <a:prstDash val="solid"/>
                  <a:headEnd type="triangle" w="med" len="med"/>
                  <a:tailEnd type="triangl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6" name="타원 45">
                <a:extLst>
                  <a:ext uri="{FF2B5EF4-FFF2-40B4-BE49-F238E27FC236}">
                    <a16:creationId xmlns:a16="http://schemas.microsoft.com/office/drawing/2014/main" id="{F1D49F3A-ED76-1AB6-10AC-176DB62F68B8}"/>
                  </a:ext>
                </a:extLst>
              </p:cNvPr>
              <p:cNvSpPr/>
              <p:nvPr/>
            </p:nvSpPr>
            <p:spPr>
              <a:xfrm>
                <a:off x="6095486" y="1600801"/>
                <a:ext cx="74334" cy="7433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93BC2B1E-A5D5-137F-D3B6-FEB7BC012E4C}"/>
              </a:ext>
            </a:extLst>
          </p:cNvPr>
          <p:cNvSpPr txBox="1"/>
          <p:nvPr/>
        </p:nvSpPr>
        <p:spPr>
          <a:xfrm>
            <a:off x="9695412" y="3979741"/>
            <a:ext cx="6319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자석 기능</a:t>
            </a:r>
            <a:endParaRPr lang="en-US" altLang="ko-KR" sz="8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922A7D7D-C8DA-EECD-20F3-EAE87A2D92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3484802"/>
              </p:ext>
            </p:extLst>
          </p:nvPr>
        </p:nvGraphicFramePr>
        <p:xfrm>
          <a:off x="9633937" y="5494824"/>
          <a:ext cx="2510735" cy="1174536"/>
        </p:xfrm>
        <a:graphic>
          <a:graphicData uri="http://schemas.openxmlformats.org/drawingml/2006/table">
            <a:tbl>
              <a:tblPr/>
              <a:tblGrid>
                <a:gridCol w="458507">
                  <a:extLst>
                    <a:ext uri="{9D8B030D-6E8A-4147-A177-3AD203B41FA5}">
                      <a16:colId xmlns:a16="http://schemas.microsoft.com/office/drawing/2014/main" val="4043027557"/>
                    </a:ext>
                  </a:extLst>
                </a:gridCol>
                <a:gridCol w="2052228">
                  <a:extLst>
                    <a:ext uri="{9D8B030D-6E8A-4147-A177-3AD203B41FA5}">
                      <a16:colId xmlns:a16="http://schemas.microsoft.com/office/drawing/2014/main" val="388072477"/>
                    </a:ext>
                  </a:extLst>
                </a:gridCol>
              </a:tblGrid>
              <a:tr h="223084">
                <a:tc gridSpan="2">
                  <a:txBody>
                    <a:bodyPr/>
                    <a:lstStyle/>
                    <a:p>
                      <a:pPr algn="ctr" rtl="0" fontAlgn="ctr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800" b="1" dirty="0">
                          <a:solidFill>
                            <a:schemeClr val="bg1"/>
                          </a:solidFill>
                          <a:effectLst/>
                        </a:rPr>
                        <a:t>자석 기능 정책</a:t>
                      </a:r>
                    </a:p>
                  </a:txBody>
                  <a:tcPr marL="27610" marR="27610" marT="18407" marB="18407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rtl="0" fontAlgn="ctr">
                        <a:buNone/>
                      </a:pPr>
                      <a:endParaRPr lang="en-US" altLang="ko-KR" sz="800" dirty="0">
                        <a:effectLst/>
                      </a:endParaRPr>
                    </a:p>
                  </a:txBody>
                  <a:tcPr marL="27610" marR="27610" marT="18407" marB="18407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2527238"/>
                  </a:ext>
                </a:extLst>
              </a:tr>
              <a:tr h="223084">
                <a:tc>
                  <a:txBody>
                    <a:bodyPr/>
                    <a:lstStyle/>
                    <a:p>
                      <a:pPr rtl="0" fontAlgn="ctr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800" b="1" dirty="0">
                          <a:effectLst/>
                        </a:rPr>
                        <a:t>기본 정책</a:t>
                      </a:r>
                    </a:p>
                  </a:txBody>
                  <a:tcPr marL="27610" marR="27610" marT="18407" marB="18407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rtl="0" fontAlgn="ctr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effectLst/>
                        </a:rPr>
                        <a:t>독립된 위젯은 메인 창 또는 각각의 위젯끼리 자석기능을 통해 붙는 기능</a:t>
                      </a:r>
                      <a:endParaRPr lang="en-US" altLang="ko-KR" sz="800" dirty="0">
                        <a:effectLst/>
                      </a:endParaRPr>
                    </a:p>
                  </a:txBody>
                  <a:tcPr marL="27610" marR="27610" marT="18407" marB="18407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4247311"/>
                  </a:ext>
                </a:extLst>
              </a:tr>
              <a:tr h="401319">
                <a:tc>
                  <a:txBody>
                    <a:bodyPr/>
                    <a:lstStyle/>
                    <a:p>
                      <a:pPr rtl="0" fontAlgn="ctr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800" b="1" dirty="0" err="1">
                          <a:effectLst/>
                        </a:rPr>
                        <a:t>드레그</a:t>
                      </a:r>
                      <a:r>
                        <a:rPr lang="ko-KR" altLang="en-US" sz="800" b="1" dirty="0">
                          <a:effectLst/>
                        </a:rPr>
                        <a:t> 이동</a:t>
                      </a:r>
                    </a:p>
                  </a:txBody>
                  <a:tcPr marL="27610" marR="27610" marT="18407" marB="18407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rtl="0" fontAlgn="ctr">
                        <a:lnSpc>
                          <a:spcPct val="12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effectLst/>
                        </a:rPr>
                        <a:t>메인 창 또는 분리된 후원리스트 위젯을 이동하면 붙어있는 위젯들도 함께 이동</a:t>
                      </a:r>
                      <a:endParaRPr lang="en-US" altLang="ko-KR" sz="800" dirty="0">
                        <a:effectLst/>
                      </a:endParaRPr>
                    </a:p>
                    <a:p>
                      <a:pPr marL="171450" indent="-171450" rtl="0" fontAlgn="ctr">
                        <a:lnSpc>
                          <a:spcPct val="12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effectLst/>
                        </a:rPr>
                        <a:t>이 외의 위젯들을 </a:t>
                      </a:r>
                      <a:r>
                        <a:rPr lang="ko-KR" altLang="en-US" sz="800" dirty="0" err="1">
                          <a:effectLst/>
                        </a:rPr>
                        <a:t>드레그하면</a:t>
                      </a:r>
                      <a:r>
                        <a:rPr lang="ko-KR" altLang="en-US" sz="800" dirty="0">
                          <a:effectLst/>
                        </a:rPr>
                        <a:t> 자석 기능에서 분리</a:t>
                      </a:r>
                      <a:endParaRPr lang="en-US" altLang="ko-KR" sz="800" dirty="0">
                        <a:effectLst/>
                      </a:endParaRPr>
                    </a:p>
                  </a:txBody>
                  <a:tcPr marL="27610" marR="27610" marT="18407" marB="18407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1158457"/>
                  </a:ext>
                </a:extLst>
              </a:tr>
            </a:tbl>
          </a:graphicData>
        </a:graphic>
      </p:graphicFrame>
      <p:graphicFrame>
        <p:nvGraphicFramePr>
          <p:cNvPr id="57" name="Group 323">
            <a:extLst>
              <a:ext uri="{FF2B5EF4-FFF2-40B4-BE49-F238E27FC236}">
                <a16:creationId xmlns:a16="http://schemas.microsoft.com/office/drawing/2014/main" id="{F45E2F69-0674-EBDB-F4C0-58E257A7A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6986425"/>
              </p:ext>
            </p:extLst>
          </p:nvPr>
        </p:nvGraphicFramePr>
        <p:xfrm>
          <a:off x="9625013" y="575703"/>
          <a:ext cx="2519969" cy="817690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자석 기능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indent="0" algn="l">
                        <a:lnSpc>
                          <a:spcPct val="130000"/>
                        </a:lnSpc>
                        <a:buFontTx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위젯과 위젯이 상하좌우 자석 기능을 통해 붙고 떨어지는 기능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>
                        <a:lnSpc>
                          <a:spcPct val="130000"/>
                        </a:lnSpc>
                      </a:pP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>
                        <a:lnSpc>
                          <a:spcPct val="13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Ex) ‘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팟플레이어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자석 기능 참고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순서도: 처리 1">
            <a:extLst>
              <a:ext uri="{FF2B5EF4-FFF2-40B4-BE49-F238E27FC236}">
                <a16:creationId xmlns:a16="http://schemas.microsoft.com/office/drawing/2014/main" id="{7D2CB9EE-F5D7-B0ED-15AF-8AD5B94896E9}"/>
              </a:ext>
            </a:extLst>
          </p:cNvPr>
          <p:cNvSpPr/>
          <p:nvPr/>
        </p:nvSpPr>
        <p:spPr>
          <a:xfrm>
            <a:off x="5324475" y="1800225"/>
            <a:ext cx="285750" cy="171450"/>
          </a:xfrm>
          <a:prstGeom prst="flowChartProcess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906DAEC8-994A-5458-560E-180640B1153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001395" y="1832575"/>
            <a:ext cx="390178" cy="121931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9C6C6A07-7028-2856-19AE-920CC847D9D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900045" y="1832575"/>
            <a:ext cx="390178" cy="121931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</p:pic>
      <p:pic>
        <p:nvPicPr>
          <p:cNvPr id="54" name="그림 53">
            <a:extLst>
              <a:ext uri="{FF2B5EF4-FFF2-40B4-BE49-F238E27FC236}">
                <a16:creationId xmlns:a16="http://schemas.microsoft.com/office/drawing/2014/main" id="{E39EAA9B-206E-FDAF-11E9-EF77DD8D177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922905" y="4176995"/>
            <a:ext cx="390178" cy="121931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</p:pic>
    </p:spTree>
    <p:extLst>
      <p:ext uri="{BB962C8B-B14F-4D97-AF65-F5344CB8AC3E}">
        <p14:creationId xmlns:p14="http://schemas.microsoft.com/office/powerpoint/2010/main" val="288676891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6A1E2432-2F9F-E812-AD5D-D301B9AB0F2D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marL="0" indent="0">
              <a:buNone/>
            </a:pPr>
            <a:r>
              <a:rPr lang="ko-KR" altLang="en-US" dirty="0"/>
              <a:t>위젯 창 사이즈 및 압정 기능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6C25A6A4-BE59-F241-D047-3F09EB9D53F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제어 창 </a:t>
            </a:r>
            <a:r>
              <a:rPr lang="en-US" altLang="ko-KR" dirty="0"/>
              <a:t>&gt; </a:t>
            </a:r>
            <a:r>
              <a:rPr lang="ko-KR" altLang="en-US" dirty="0"/>
              <a:t>위젯 창 크기 조절</a:t>
            </a:r>
          </a:p>
        </p:txBody>
      </p: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B80A0F63-205C-1013-E2CB-BCEA6D84C3CD}"/>
              </a:ext>
            </a:extLst>
          </p:cNvPr>
          <p:cNvGrpSpPr/>
          <p:nvPr/>
        </p:nvGrpSpPr>
        <p:grpSpPr>
          <a:xfrm>
            <a:off x="2719494" y="1483224"/>
            <a:ext cx="4154240" cy="237587"/>
            <a:chOff x="6600056" y="1538514"/>
            <a:chExt cx="1692188" cy="305304"/>
          </a:xfrm>
        </p:grpSpPr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CD93A3A7-84C1-3A4E-1A26-938D1AC0121E}"/>
                </a:ext>
              </a:extLst>
            </p:cNvPr>
            <p:cNvCxnSpPr/>
            <p:nvPr/>
          </p:nvCxnSpPr>
          <p:spPr>
            <a:xfrm>
              <a:off x="6600056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6AF15AD4-4655-8A5A-6869-CA310E922712}"/>
                </a:ext>
              </a:extLst>
            </p:cNvPr>
            <p:cNvCxnSpPr/>
            <p:nvPr/>
          </p:nvCxnSpPr>
          <p:spPr>
            <a:xfrm>
              <a:off x="8292244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화살표 연결선 134">
              <a:extLst>
                <a:ext uri="{FF2B5EF4-FFF2-40B4-BE49-F238E27FC236}">
                  <a16:creationId xmlns:a16="http://schemas.microsoft.com/office/drawing/2014/main" id="{46AD318D-6C10-D44C-A37C-D86E653511B8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56" y="1690190"/>
              <a:ext cx="1692188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7" name="그룹 136">
            <a:extLst>
              <a:ext uri="{FF2B5EF4-FFF2-40B4-BE49-F238E27FC236}">
                <a16:creationId xmlns:a16="http://schemas.microsoft.com/office/drawing/2014/main" id="{C536879C-A9AC-C6B1-80F3-981613910DCF}"/>
              </a:ext>
            </a:extLst>
          </p:cNvPr>
          <p:cNvGrpSpPr/>
          <p:nvPr/>
        </p:nvGrpSpPr>
        <p:grpSpPr>
          <a:xfrm rot="5400000">
            <a:off x="4914627" y="3756690"/>
            <a:ext cx="4248250" cy="251425"/>
            <a:chOff x="6600056" y="1538514"/>
            <a:chExt cx="1692188" cy="305304"/>
          </a:xfrm>
        </p:grpSpPr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B7E139CD-1C4C-9F4F-AEE1-E93B2C5056D2}"/>
                </a:ext>
              </a:extLst>
            </p:cNvPr>
            <p:cNvCxnSpPr/>
            <p:nvPr/>
          </p:nvCxnSpPr>
          <p:spPr>
            <a:xfrm>
              <a:off x="6600056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BE1A72C8-13B4-4DE7-15AC-5338A0DF8005}"/>
                </a:ext>
              </a:extLst>
            </p:cNvPr>
            <p:cNvCxnSpPr/>
            <p:nvPr/>
          </p:nvCxnSpPr>
          <p:spPr>
            <a:xfrm>
              <a:off x="8292244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화살표 연결선 139">
              <a:extLst>
                <a:ext uri="{FF2B5EF4-FFF2-40B4-BE49-F238E27FC236}">
                  <a16:creationId xmlns:a16="http://schemas.microsoft.com/office/drawing/2014/main" id="{A6741B30-535B-FDBF-54A2-1A68407161CC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56" y="1692073"/>
              <a:ext cx="1692188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DCD1AB63-19CF-A7CE-E97A-B8C85923252B}"/>
              </a:ext>
            </a:extLst>
          </p:cNvPr>
          <p:cNvSpPr txBox="1"/>
          <p:nvPr/>
        </p:nvSpPr>
        <p:spPr>
          <a:xfrm>
            <a:off x="4051808" y="1263767"/>
            <a:ext cx="164340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가로 사이즈 조절 가능</a:t>
            </a:r>
            <a:endParaRPr lang="en-US" altLang="ko-KR" sz="8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(※ </a:t>
            </a:r>
            <a:r>
              <a:rPr lang="ko-KR" altLang="en-US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각 위젯별 최소 사이즈 필요</a:t>
            </a:r>
            <a:r>
              <a:rPr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7C0D0CFF-618E-99C1-3C27-370AF3D72497}"/>
              </a:ext>
            </a:extLst>
          </p:cNvPr>
          <p:cNvSpPr txBox="1"/>
          <p:nvPr/>
        </p:nvSpPr>
        <p:spPr>
          <a:xfrm>
            <a:off x="7044888" y="3807298"/>
            <a:ext cx="164340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세로 사이즈 조절 가능</a:t>
            </a:r>
            <a:endParaRPr lang="en-US" altLang="ko-KR" sz="8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(※ </a:t>
            </a:r>
            <a:r>
              <a:rPr lang="ko-KR" altLang="en-US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각 위젯별 최소 사이즈 필요</a:t>
            </a:r>
            <a:r>
              <a:rPr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5" name="Google Shape;1301;p29">
            <a:extLst>
              <a:ext uri="{FF2B5EF4-FFF2-40B4-BE49-F238E27FC236}">
                <a16:creationId xmlns:a16="http://schemas.microsoft.com/office/drawing/2014/main" id="{4150A269-BE8F-D384-F742-F7D6028F90EB}"/>
              </a:ext>
            </a:extLst>
          </p:cNvPr>
          <p:cNvSpPr/>
          <p:nvPr/>
        </p:nvSpPr>
        <p:spPr>
          <a:xfrm>
            <a:off x="2731699" y="1737034"/>
            <a:ext cx="4154240" cy="4248250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위젯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6" name="Google Shape;1303;p29">
            <a:extLst>
              <a:ext uri="{FF2B5EF4-FFF2-40B4-BE49-F238E27FC236}">
                <a16:creationId xmlns:a16="http://schemas.microsoft.com/office/drawing/2014/main" id="{BE516F79-C448-59F2-8D1B-78432F2E3269}"/>
              </a:ext>
            </a:extLst>
          </p:cNvPr>
          <p:cNvSpPr/>
          <p:nvPr/>
        </p:nvSpPr>
        <p:spPr>
          <a:xfrm>
            <a:off x="2819636" y="1988840"/>
            <a:ext cx="4009153" cy="393356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ctr" anchorCtr="0">
            <a:noAutofit/>
          </a:bodyPr>
          <a:lstStyle/>
          <a:p>
            <a:pPr lvl="1" indent="0" algn="ctr">
              <a:spcBef>
                <a:spcPts val="0"/>
              </a:spcBef>
              <a:spcAft>
                <a:spcPts val="0"/>
              </a:spcAft>
            </a:pPr>
            <a:endParaRPr lang="en-US" altLang="ko-KR" sz="771" dirty="0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178" name="그룹 177">
            <a:extLst>
              <a:ext uri="{FF2B5EF4-FFF2-40B4-BE49-F238E27FC236}">
                <a16:creationId xmlns:a16="http://schemas.microsoft.com/office/drawing/2014/main" id="{3ED51E15-E785-D5D0-30C3-98C6BB462B95}"/>
              </a:ext>
            </a:extLst>
          </p:cNvPr>
          <p:cNvGrpSpPr/>
          <p:nvPr/>
        </p:nvGrpSpPr>
        <p:grpSpPr>
          <a:xfrm>
            <a:off x="6336976" y="5733256"/>
            <a:ext cx="634789" cy="612979"/>
            <a:chOff x="6907208" y="5736187"/>
            <a:chExt cx="634789" cy="612979"/>
          </a:xfrm>
        </p:grpSpPr>
        <p:grpSp>
          <p:nvGrpSpPr>
            <p:cNvPr id="179" name="그룹 178">
              <a:extLst>
                <a:ext uri="{FF2B5EF4-FFF2-40B4-BE49-F238E27FC236}">
                  <a16:creationId xmlns:a16="http://schemas.microsoft.com/office/drawing/2014/main" id="{72BFD01B-840A-19DF-0BEB-230488D9A26A}"/>
                </a:ext>
              </a:extLst>
            </p:cNvPr>
            <p:cNvGrpSpPr/>
            <p:nvPr/>
          </p:nvGrpSpPr>
          <p:grpSpPr>
            <a:xfrm rot="1168083">
              <a:off x="6907208" y="5736187"/>
              <a:ext cx="634789" cy="612979"/>
              <a:chOff x="2157565" y="5019690"/>
              <a:chExt cx="738636" cy="713255"/>
            </a:xfrm>
          </p:grpSpPr>
          <p:sp>
            <p:nvSpPr>
              <p:cNvPr id="245" name="타원 244">
                <a:extLst>
                  <a:ext uri="{FF2B5EF4-FFF2-40B4-BE49-F238E27FC236}">
                    <a16:creationId xmlns:a16="http://schemas.microsoft.com/office/drawing/2014/main" id="{DB71D078-B7C6-933D-C01A-EC2A6EA58361}"/>
                  </a:ext>
                </a:extLst>
              </p:cNvPr>
              <p:cNvSpPr/>
              <p:nvPr/>
            </p:nvSpPr>
            <p:spPr>
              <a:xfrm>
                <a:off x="2157565" y="5019690"/>
                <a:ext cx="303808" cy="303808"/>
              </a:xfrm>
              <a:prstGeom prst="ellipse">
                <a:avLst/>
              </a:prstGeom>
              <a:solidFill>
                <a:srgbClr val="DB7389">
                  <a:alpha val="73000"/>
                </a:srgbClr>
              </a:solidFill>
              <a:ln w="25400" cap="flat" cmpd="sng" algn="ctr">
                <a:solidFill>
                  <a:srgbClr val="DB7389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sp>
            <p:nvSpPr>
              <p:cNvPr id="246" name="타원 245">
                <a:extLst>
                  <a:ext uri="{FF2B5EF4-FFF2-40B4-BE49-F238E27FC236}">
                    <a16:creationId xmlns:a16="http://schemas.microsoft.com/office/drawing/2014/main" id="{A6BC242B-3E35-1055-D503-E4B83A49014F}"/>
                  </a:ext>
                </a:extLst>
              </p:cNvPr>
              <p:cNvSpPr/>
              <p:nvPr/>
            </p:nvSpPr>
            <p:spPr>
              <a:xfrm>
                <a:off x="2224555" y="5097801"/>
                <a:ext cx="303808" cy="303808"/>
              </a:xfrm>
              <a:prstGeom prst="ellipse">
                <a:avLst/>
              </a:prstGeom>
              <a:solidFill>
                <a:srgbClr val="DB7389">
                  <a:alpha val="44000"/>
                </a:srgbClr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sp>
            <p:nvSpPr>
              <p:cNvPr id="247" name="타원 246">
                <a:extLst>
                  <a:ext uri="{FF2B5EF4-FFF2-40B4-BE49-F238E27FC236}">
                    <a16:creationId xmlns:a16="http://schemas.microsoft.com/office/drawing/2014/main" id="{ACA00092-796C-25A6-D717-37F94C21D120}"/>
                  </a:ext>
                </a:extLst>
              </p:cNvPr>
              <p:cNvSpPr/>
              <p:nvPr/>
            </p:nvSpPr>
            <p:spPr>
              <a:xfrm>
                <a:off x="2592394" y="5429135"/>
                <a:ext cx="303807" cy="303810"/>
              </a:xfrm>
              <a:prstGeom prst="ellipse">
                <a:avLst/>
              </a:prstGeom>
              <a:solidFill>
                <a:srgbClr val="DB7389">
                  <a:alpha val="49000"/>
                </a:srgbClr>
              </a:solidFill>
              <a:ln w="25400" cap="flat" cmpd="sng" algn="ctr">
                <a:solidFill>
                  <a:srgbClr val="DB7389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cxnSp>
            <p:nvCxnSpPr>
              <p:cNvPr id="248" name="직선 화살표 연결선 247">
                <a:extLst>
                  <a:ext uri="{FF2B5EF4-FFF2-40B4-BE49-F238E27FC236}">
                    <a16:creationId xmlns:a16="http://schemas.microsoft.com/office/drawing/2014/main" id="{3E09B056-47F9-B701-6CDB-5DA9F683D507}"/>
                  </a:ext>
                </a:extLst>
              </p:cNvPr>
              <p:cNvCxnSpPr>
                <a:cxnSpLocks/>
              </p:cNvCxnSpPr>
              <p:nvPr/>
            </p:nvCxnSpPr>
            <p:spPr>
              <a:xfrm rot="20431917">
                <a:off x="2365723" y="5091493"/>
                <a:ext cx="299338" cy="560727"/>
              </a:xfrm>
              <a:prstGeom prst="straightConnector1">
                <a:avLst/>
              </a:prstGeom>
              <a:noFill/>
              <a:ln w="6350" cap="flat" cmpd="sng" algn="ctr">
                <a:solidFill>
                  <a:srgbClr val="FF0000"/>
                </a:solidFill>
                <a:prstDash val="solid"/>
                <a:headEnd type="triangle" w="med" len="med"/>
                <a:tailEnd type="triangle" w="med" len="med"/>
              </a:ln>
              <a:effectLst/>
            </p:spPr>
          </p:cxnSp>
          <p:sp>
            <p:nvSpPr>
              <p:cNvPr id="249" name="타원 248">
                <a:extLst>
                  <a:ext uri="{FF2B5EF4-FFF2-40B4-BE49-F238E27FC236}">
                    <a16:creationId xmlns:a16="http://schemas.microsoft.com/office/drawing/2014/main" id="{1B346E38-54F3-607F-7870-F29FA16ECDE9}"/>
                  </a:ext>
                </a:extLst>
              </p:cNvPr>
              <p:cNvSpPr/>
              <p:nvPr/>
            </p:nvSpPr>
            <p:spPr>
              <a:xfrm>
                <a:off x="2533343" y="5373123"/>
                <a:ext cx="303808" cy="303808"/>
              </a:xfrm>
              <a:prstGeom prst="ellipse">
                <a:avLst/>
              </a:prstGeom>
              <a:solidFill>
                <a:srgbClr val="DB7389">
                  <a:alpha val="44000"/>
                </a:srgbClr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</p:grpSp>
        <p:sp>
          <p:nvSpPr>
            <p:cNvPr id="244" name="화살표: 위쪽/아래쪽 243">
              <a:extLst>
                <a:ext uri="{FF2B5EF4-FFF2-40B4-BE49-F238E27FC236}">
                  <a16:creationId xmlns:a16="http://schemas.microsoft.com/office/drawing/2014/main" id="{ACD5E256-10B7-1EA7-C56D-A413E152533F}"/>
                </a:ext>
              </a:extLst>
            </p:cNvPr>
            <p:cNvSpPr/>
            <p:nvPr/>
          </p:nvSpPr>
          <p:spPr>
            <a:xfrm rot="19360292">
              <a:off x="7355034" y="5804939"/>
              <a:ext cx="152140" cy="301084"/>
            </a:xfrm>
            <a:prstGeom prst="upDownArrow">
              <a:avLst>
                <a:gd name="adj1" fmla="val 36967"/>
                <a:gd name="adj2" fmla="val 50000"/>
              </a:avLst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E2AA0931-EC09-D8A3-C976-C602235D43CC}"/>
              </a:ext>
            </a:extLst>
          </p:cNvPr>
          <p:cNvSpPr txBox="1"/>
          <p:nvPr/>
        </p:nvSpPr>
        <p:spPr>
          <a:xfrm>
            <a:off x="4414887" y="3745743"/>
            <a:ext cx="69121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반응형 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UI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370E9A79-F923-FB4E-C9DF-216D37A40EC9}"/>
              </a:ext>
            </a:extLst>
          </p:cNvPr>
          <p:cNvGrpSpPr/>
          <p:nvPr/>
        </p:nvGrpSpPr>
        <p:grpSpPr>
          <a:xfrm>
            <a:off x="6416594" y="1796997"/>
            <a:ext cx="387008" cy="118852"/>
            <a:chOff x="8850325" y="2256508"/>
            <a:chExt cx="387008" cy="118852"/>
          </a:xfrm>
        </p:grpSpPr>
        <p:sp>
          <p:nvSpPr>
            <p:cNvPr id="8" name="Google Shape;1200;p27">
              <a:extLst>
                <a:ext uri="{FF2B5EF4-FFF2-40B4-BE49-F238E27FC236}">
                  <a16:creationId xmlns:a16="http://schemas.microsoft.com/office/drawing/2014/main" id="{F825764A-344C-85A3-E778-28D55E514EFC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" name="그래픽 8">
              <a:extLst>
                <a:ext uri="{FF2B5EF4-FFF2-40B4-BE49-F238E27FC236}">
                  <a16:creationId xmlns:a16="http://schemas.microsoft.com/office/drawing/2014/main" id="{8968DDA6-1042-EF3E-B27D-75516180CDA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10" name="Google Shape;1202;p27">
              <a:extLst>
                <a:ext uri="{FF2B5EF4-FFF2-40B4-BE49-F238E27FC236}">
                  <a16:creationId xmlns:a16="http://schemas.microsoft.com/office/drawing/2014/main" id="{4FAE5422-2859-471F-BB26-8A8AFA35C7BA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" name="타원 10">
            <a:extLst>
              <a:ext uri="{FF2B5EF4-FFF2-40B4-BE49-F238E27FC236}">
                <a16:creationId xmlns:a16="http://schemas.microsoft.com/office/drawing/2014/main" id="{10DC2169-115E-0A8F-F3ED-6167ED30E305}"/>
              </a:ext>
            </a:extLst>
          </p:cNvPr>
          <p:cNvSpPr/>
          <p:nvPr/>
        </p:nvSpPr>
        <p:spPr>
          <a:xfrm>
            <a:off x="6375238" y="1760507"/>
            <a:ext cx="200075" cy="200075"/>
          </a:xfrm>
          <a:prstGeom prst="ellipse">
            <a:avLst/>
          </a:prstGeom>
          <a:noFill/>
          <a:ln w="19050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41C8221C-3216-FDD7-B67C-5232FA180F64}"/>
              </a:ext>
            </a:extLst>
          </p:cNvPr>
          <p:cNvSpPr/>
          <p:nvPr/>
        </p:nvSpPr>
        <p:spPr>
          <a:xfrm>
            <a:off x="6152727" y="2049071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E40B14E-FBA4-17B2-97DB-3DEA30968149}"/>
              </a:ext>
            </a:extLst>
          </p:cNvPr>
          <p:cNvCxnSpPr>
            <a:cxnSpLocks/>
            <a:stCxn id="12" idx="7"/>
          </p:cNvCxnSpPr>
          <p:nvPr/>
        </p:nvCxnSpPr>
        <p:spPr>
          <a:xfrm flipV="1">
            <a:off x="6279906" y="1980901"/>
            <a:ext cx="77769" cy="89990"/>
          </a:xfrm>
          <a:prstGeom prst="straightConnector1">
            <a:avLst/>
          </a:prstGeom>
          <a:ln>
            <a:solidFill>
              <a:srgbClr val="FF000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6" name="Group 323">
            <a:extLst>
              <a:ext uri="{FF2B5EF4-FFF2-40B4-BE49-F238E27FC236}">
                <a16:creationId xmlns:a16="http://schemas.microsoft.com/office/drawing/2014/main" id="{28E4C98D-5F62-59E2-5E81-23DD4BCE1B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9608293"/>
              </p:ext>
            </p:extLst>
          </p:nvPr>
        </p:nvGraphicFramePr>
        <p:xfrm>
          <a:off x="9625013" y="575703"/>
          <a:ext cx="2519969" cy="3480816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압정 기능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>
                        <a:lnSpc>
                          <a:spcPct val="13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위젯은 분리되었을 경우에만 압정 아이콘 노출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>
                        <a:lnSpc>
                          <a:spcPct val="13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 </a:t>
                      </a:r>
                      <a:r>
                        <a:rPr lang="en-US" altLang="ko-KR" sz="8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※</a:t>
                      </a:r>
                      <a:r>
                        <a:rPr lang="ko-KR" altLang="en-US" sz="8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캔버스 안의 위젯은 압정 아이콘 없음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>
                        <a:lnSpc>
                          <a:spcPct val="13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압정 아이콘을 클릭하여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on/off</a:t>
                      </a:r>
                    </a:p>
                    <a:p>
                      <a:pPr>
                        <a:lnSpc>
                          <a:spcPct val="13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디폴트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off</a:t>
                      </a:r>
                    </a:p>
                    <a:p>
                      <a:pPr>
                        <a:lnSpc>
                          <a:spcPct val="13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- on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 해당 창은 다른 창들 보다 항상 맨 위에 노출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>
                        <a:lnSpc>
                          <a:spcPct val="13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다수의 압정 기능이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되어 있을 경우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최근 순으로 위에 노출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※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예외 사항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후원 리스트 위젯은 압정 기능 없음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웹 리모컨은 창 분리가 불가능하므로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압정 기능 없음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802572"/>
                  </a:ext>
                </a:extLst>
              </a:tr>
            </a:tbl>
          </a:graphicData>
        </a:graphic>
      </p:graphicFrame>
      <p:grpSp>
        <p:nvGrpSpPr>
          <p:cNvPr id="17" name="그룹 16">
            <a:extLst>
              <a:ext uri="{FF2B5EF4-FFF2-40B4-BE49-F238E27FC236}">
                <a16:creationId xmlns:a16="http://schemas.microsoft.com/office/drawing/2014/main" id="{8AA47002-66AA-9732-65B2-CA7A83EE0283}"/>
              </a:ext>
            </a:extLst>
          </p:cNvPr>
          <p:cNvGrpSpPr/>
          <p:nvPr/>
        </p:nvGrpSpPr>
        <p:grpSpPr>
          <a:xfrm>
            <a:off x="10092444" y="2231074"/>
            <a:ext cx="1797486" cy="981902"/>
            <a:chOff x="10009003" y="5289307"/>
            <a:chExt cx="1797486" cy="981902"/>
          </a:xfrm>
        </p:grpSpPr>
        <p:pic>
          <p:nvPicPr>
            <p:cNvPr id="18" name="그림 17">
              <a:extLst>
                <a:ext uri="{FF2B5EF4-FFF2-40B4-BE49-F238E27FC236}">
                  <a16:creationId xmlns:a16="http://schemas.microsoft.com/office/drawing/2014/main" id="{4A9DDA39-D1CE-0685-9B00-BB78996360F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rcRect l="29889" t="1" b="84482"/>
            <a:stretch>
              <a:fillRect/>
            </a:stretch>
          </p:blipFill>
          <p:spPr>
            <a:xfrm>
              <a:off x="10009003" y="5289307"/>
              <a:ext cx="1797486" cy="405838"/>
            </a:xfrm>
            <a:prstGeom prst="rect">
              <a:avLst/>
            </a:prstGeom>
          </p:spPr>
        </p:pic>
        <p:grpSp>
          <p:nvGrpSpPr>
            <p:cNvPr id="19" name="그룹 18">
              <a:extLst>
                <a:ext uri="{FF2B5EF4-FFF2-40B4-BE49-F238E27FC236}">
                  <a16:creationId xmlns:a16="http://schemas.microsoft.com/office/drawing/2014/main" id="{4BF86D91-256B-3A41-0DB2-B280CA7BEDA5}"/>
                </a:ext>
              </a:extLst>
            </p:cNvPr>
            <p:cNvGrpSpPr/>
            <p:nvPr/>
          </p:nvGrpSpPr>
          <p:grpSpPr>
            <a:xfrm>
              <a:off x="10009003" y="5865372"/>
              <a:ext cx="1797486" cy="405837"/>
              <a:chOff x="10347226" y="4719510"/>
              <a:chExt cx="1249794" cy="282179"/>
            </a:xfrm>
          </p:grpSpPr>
          <p:pic>
            <p:nvPicPr>
              <p:cNvPr id="25" name="그림 24">
                <a:extLst>
                  <a:ext uri="{FF2B5EF4-FFF2-40B4-BE49-F238E27FC236}">
                    <a16:creationId xmlns:a16="http://schemas.microsoft.com/office/drawing/2014/main" id="{892F5F19-8A84-BA6B-200F-94ECC41A8A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rcRect l="29889" b="84483"/>
              <a:stretch>
                <a:fillRect/>
              </a:stretch>
            </p:blipFill>
            <p:spPr>
              <a:xfrm>
                <a:off x="10347226" y="4719510"/>
                <a:ext cx="1249794" cy="282179"/>
              </a:xfrm>
              <a:prstGeom prst="rect">
                <a:avLst/>
              </a:prstGeom>
            </p:spPr>
          </p:pic>
          <p:sp>
            <p:nvSpPr>
              <p:cNvPr id="26" name="직사각형 25">
                <a:extLst>
                  <a:ext uri="{FF2B5EF4-FFF2-40B4-BE49-F238E27FC236}">
                    <a16:creationId xmlns:a16="http://schemas.microsoft.com/office/drawing/2014/main" id="{94C1C86C-F821-8E81-6A76-9B2C823ABE72}"/>
                  </a:ext>
                </a:extLst>
              </p:cNvPr>
              <p:cNvSpPr/>
              <p:nvPr/>
            </p:nvSpPr>
            <p:spPr>
              <a:xfrm>
                <a:off x="11291219" y="4769141"/>
                <a:ext cx="133350" cy="145257"/>
              </a:xfrm>
              <a:prstGeom prst="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pic>
            <p:nvPicPr>
              <p:cNvPr id="27" name="그래픽 26">
                <a:extLst>
                  <a:ext uri="{FF2B5EF4-FFF2-40B4-BE49-F238E27FC236}">
                    <a16:creationId xmlns:a16="http://schemas.microsoft.com/office/drawing/2014/main" id="{2004E3AF-294D-D0AE-FD5A-FA942A265D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 rot="18714724">
                <a:off x="11285117" y="4765012"/>
                <a:ext cx="145552" cy="145552"/>
              </a:xfrm>
              <a:prstGeom prst="rect">
                <a:avLst/>
              </a:prstGeom>
            </p:spPr>
          </p:pic>
        </p:grpSp>
        <p:sp>
          <p:nvSpPr>
            <p:cNvPr id="20" name="타원 19">
              <a:extLst>
                <a:ext uri="{FF2B5EF4-FFF2-40B4-BE49-F238E27FC236}">
                  <a16:creationId xmlns:a16="http://schemas.microsoft.com/office/drawing/2014/main" id="{D5DFF5B8-0A4C-8056-FE61-419A2E7F35F2}"/>
                </a:ext>
              </a:extLst>
            </p:cNvPr>
            <p:cNvSpPr/>
            <p:nvPr/>
          </p:nvSpPr>
          <p:spPr>
            <a:xfrm>
              <a:off x="11335630" y="5333379"/>
              <a:ext cx="239705" cy="239705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1" name="타원 20">
              <a:extLst>
                <a:ext uri="{FF2B5EF4-FFF2-40B4-BE49-F238E27FC236}">
                  <a16:creationId xmlns:a16="http://schemas.microsoft.com/office/drawing/2014/main" id="{3EF09CC8-9B07-9CD8-2AD4-40B1946572BA}"/>
                </a:ext>
              </a:extLst>
            </p:cNvPr>
            <p:cNvSpPr/>
            <p:nvPr/>
          </p:nvSpPr>
          <p:spPr>
            <a:xfrm>
              <a:off x="11017115" y="5594312"/>
              <a:ext cx="148999" cy="14899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>
              <a:glow rad="50800">
                <a:srgbClr val="FF0000">
                  <a:alpha val="30000"/>
                </a:srgbClr>
              </a:glow>
              <a:softEdge rad="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>
              <a:defPPr>
                <a:defRPr lang="ko-KR"/>
              </a:defPPr>
              <a:lvl1pPr marL="0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56616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713232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69848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426464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1783080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139696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2496312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2852928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7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22" name="직선 화살표 연결선 21">
              <a:extLst>
                <a:ext uri="{FF2B5EF4-FFF2-40B4-BE49-F238E27FC236}">
                  <a16:creationId xmlns:a16="http://schemas.microsoft.com/office/drawing/2014/main" id="{695C06E3-3D32-DE8A-502C-79ED96E293D8}"/>
                </a:ext>
              </a:extLst>
            </p:cNvPr>
            <p:cNvCxnSpPr>
              <a:cxnSpLocks/>
              <a:stCxn id="21" idx="5"/>
            </p:cNvCxnSpPr>
            <p:nvPr/>
          </p:nvCxnSpPr>
          <p:spPr>
            <a:xfrm>
              <a:off x="11144294" y="5721491"/>
              <a:ext cx="171071" cy="200678"/>
            </a:xfrm>
            <a:prstGeom prst="straightConnector1">
              <a:avLst/>
            </a:prstGeom>
            <a:ln>
              <a:solidFill>
                <a:srgbClr val="FF0000"/>
              </a:solidFill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타원 22">
              <a:extLst>
                <a:ext uri="{FF2B5EF4-FFF2-40B4-BE49-F238E27FC236}">
                  <a16:creationId xmlns:a16="http://schemas.microsoft.com/office/drawing/2014/main" id="{91AB321F-5F50-72A7-E452-C58D6376B4AF}"/>
                </a:ext>
              </a:extLst>
            </p:cNvPr>
            <p:cNvSpPr/>
            <p:nvPr/>
          </p:nvSpPr>
          <p:spPr>
            <a:xfrm>
              <a:off x="11335630" y="5916777"/>
              <a:ext cx="239705" cy="239705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cxnSp>
          <p:nvCxnSpPr>
            <p:cNvPr id="24" name="직선 화살표 연결선 23">
              <a:extLst>
                <a:ext uri="{FF2B5EF4-FFF2-40B4-BE49-F238E27FC236}">
                  <a16:creationId xmlns:a16="http://schemas.microsoft.com/office/drawing/2014/main" id="{759BF227-F3D9-A31E-B322-7DCC57A19209}"/>
                </a:ext>
              </a:extLst>
            </p:cNvPr>
            <p:cNvCxnSpPr>
              <a:cxnSpLocks/>
              <a:stCxn id="21" idx="7"/>
            </p:cNvCxnSpPr>
            <p:nvPr/>
          </p:nvCxnSpPr>
          <p:spPr>
            <a:xfrm flipV="1">
              <a:off x="11144294" y="5479121"/>
              <a:ext cx="170467" cy="137011"/>
            </a:xfrm>
            <a:prstGeom prst="straightConnector1">
              <a:avLst/>
            </a:prstGeom>
            <a:ln>
              <a:solidFill>
                <a:srgbClr val="FF0000"/>
              </a:solidFill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91879726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BA3B82B0-0171-FE85-37B1-5335834328C2}"/>
              </a:ext>
            </a:extLst>
          </p:cNvPr>
          <p:cNvSpPr>
            <a:spLocks noGrp="1"/>
          </p:cNvSpPr>
          <p:nvPr>
            <p:ph sz="quarter" idx="10"/>
          </p:nvPr>
        </p:nvSpPr>
        <p:spPr/>
        <p:txBody>
          <a:bodyPr/>
          <a:lstStyle/>
          <a:p>
            <a:r>
              <a:rPr lang="ko-KR" altLang="en-US" dirty="0"/>
              <a:t>기본 화면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3AE5D4FA-6409-BB4E-E210-98E67A195C5E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3281575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C2EA45DA-282F-8557-F674-60BE7E66B279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스플레시</a:t>
            </a:r>
            <a:r>
              <a:rPr lang="ko-KR" altLang="en-US" dirty="0"/>
              <a:t> 화면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657EC4DF-C314-4194-4C6B-3862FD1E8B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err="1"/>
              <a:t>스플레시</a:t>
            </a:r>
            <a:r>
              <a:rPr lang="ko-KR" altLang="en-US" dirty="0"/>
              <a:t> 화면</a:t>
            </a:r>
          </a:p>
        </p:txBody>
      </p:sp>
      <p:graphicFrame>
        <p:nvGraphicFramePr>
          <p:cNvPr id="15" name="Group 323">
            <a:extLst>
              <a:ext uri="{FF2B5EF4-FFF2-40B4-BE49-F238E27FC236}">
                <a16:creationId xmlns:a16="http://schemas.microsoft.com/office/drawing/2014/main" id="{203A40DE-88F0-26CA-7ABB-A78F455371E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0538617"/>
              </p:ext>
            </p:extLst>
          </p:nvPr>
        </p:nvGraphicFramePr>
        <p:xfrm>
          <a:off x="9625013" y="575703"/>
          <a:ext cx="2519969" cy="1179458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30" name="그룹 29">
            <a:extLst>
              <a:ext uri="{FF2B5EF4-FFF2-40B4-BE49-F238E27FC236}">
                <a16:creationId xmlns:a16="http://schemas.microsoft.com/office/drawing/2014/main" id="{395FEE68-0B8C-DAB0-6954-210DDA4D3C97}"/>
              </a:ext>
            </a:extLst>
          </p:cNvPr>
          <p:cNvGrpSpPr/>
          <p:nvPr/>
        </p:nvGrpSpPr>
        <p:grpSpPr>
          <a:xfrm>
            <a:off x="944234" y="1479917"/>
            <a:ext cx="7433067" cy="4521304"/>
            <a:chOff x="944234" y="1479917"/>
            <a:chExt cx="7433067" cy="4521304"/>
          </a:xfrm>
        </p:grpSpPr>
        <p:sp>
          <p:nvSpPr>
            <p:cNvPr id="18" name="Google Shape;1197;p27">
              <a:extLst>
                <a:ext uri="{FF2B5EF4-FFF2-40B4-BE49-F238E27FC236}">
                  <a16:creationId xmlns:a16="http://schemas.microsoft.com/office/drawing/2014/main" id="{95A1098B-C072-C77F-DDBC-9BD9D5FE7FE7}"/>
                </a:ext>
              </a:extLst>
            </p:cNvPr>
            <p:cNvSpPr/>
            <p:nvPr/>
          </p:nvSpPr>
          <p:spPr>
            <a:xfrm>
              <a:off x="944234" y="1479917"/>
              <a:ext cx="7433067" cy="4521304"/>
            </a:xfrm>
            <a:prstGeom prst="roundRect">
              <a:avLst>
                <a:gd name="adj" fmla="val 580"/>
              </a:avLst>
            </a:prstGeom>
            <a:solidFill>
              <a:srgbClr val="7F7F7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1650" tIns="24650" rIns="61650" bIns="24650" anchor="t" anchorCtr="0">
              <a:noAutofit/>
            </a:bodyPr>
            <a:lstStyle/>
            <a:p>
              <a:pPr fontAlgn="base"/>
              <a:endParaRPr kumimoji="1" sz="856" b="1" dirty="0">
                <a:solidFill>
                  <a:prstClr val="white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19" name="Google Shape;1199;p27">
              <a:extLst>
                <a:ext uri="{FF2B5EF4-FFF2-40B4-BE49-F238E27FC236}">
                  <a16:creationId xmlns:a16="http://schemas.microsoft.com/office/drawing/2014/main" id="{CCB2ED8C-0D70-E201-9680-A57B67116F56}"/>
                </a:ext>
              </a:extLst>
            </p:cNvPr>
            <p:cNvGrpSpPr/>
            <p:nvPr/>
          </p:nvGrpSpPr>
          <p:grpSpPr>
            <a:xfrm>
              <a:off x="7850439" y="1539019"/>
              <a:ext cx="442113" cy="87537"/>
              <a:chOff x="8040633" y="187272"/>
              <a:chExt cx="890272" cy="181679"/>
            </a:xfrm>
          </p:grpSpPr>
          <p:sp>
            <p:nvSpPr>
              <p:cNvPr id="20" name="Google Shape;1200;p27">
                <a:extLst>
                  <a:ext uri="{FF2B5EF4-FFF2-40B4-BE49-F238E27FC236}">
                    <a16:creationId xmlns:a16="http://schemas.microsoft.com/office/drawing/2014/main" id="{939D4E73-0496-762D-8597-FDC46D3B1DEF}"/>
                  </a:ext>
                </a:extLst>
              </p:cNvPr>
              <p:cNvSpPr/>
              <p:nvPr/>
            </p:nvSpPr>
            <p:spPr>
              <a:xfrm>
                <a:off x="8753828" y="191300"/>
                <a:ext cx="177077" cy="177651"/>
              </a:xfrm>
              <a:custGeom>
                <a:avLst/>
                <a:gdLst/>
                <a:ahLst/>
                <a:cxnLst/>
                <a:rect l="l" t="t" r="r" b="b"/>
                <a:pathLst>
                  <a:path w="246" h="241" extrusionOk="0">
                    <a:moveTo>
                      <a:pt x="12" y="15"/>
                    </a:moveTo>
                    <a:cubicBezTo>
                      <a:pt x="0" y="26"/>
                      <a:pt x="0" y="45"/>
                      <a:pt x="12" y="56"/>
                    </a:cubicBezTo>
                    <a:lnTo>
                      <a:pt x="80" y="122"/>
                    </a:lnTo>
                    <a:lnTo>
                      <a:pt x="12" y="188"/>
                    </a:lnTo>
                    <a:cubicBezTo>
                      <a:pt x="0" y="199"/>
                      <a:pt x="0" y="218"/>
                      <a:pt x="12" y="229"/>
                    </a:cubicBezTo>
                    <a:cubicBezTo>
                      <a:pt x="24" y="241"/>
                      <a:pt x="44" y="241"/>
                      <a:pt x="56" y="229"/>
                    </a:cubicBezTo>
                    <a:lnTo>
                      <a:pt x="123" y="165"/>
                    </a:lnTo>
                    <a:lnTo>
                      <a:pt x="190" y="229"/>
                    </a:lnTo>
                    <a:cubicBezTo>
                      <a:pt x="202" y="241"/>
                      <a:pt x="222" y="241"/>
                      <a:pt x="234" y="229"/>
                    </a:cubicBezTo>
                    <a:cubicBezTo>
                      <a:pt x="246" y="218"/>
                      <a:pt x="246" y="199"/>
                      <a:pt x="234" y="188"/>
                    </a:cubicBezTo>
                    <a:lnTo>
                      <a:pt x="167" y="122"/>
                    </a:lnTo>
                    <a:lnTo>
                      <a:pt x="234" y="56"/>
                    </a:lnTo>
                    <a:cubicBezTo>
                      <a:pt x="246" y="45"/>
                      <a:pt x="246" y="26"/>
                      <a:pt x="234" y="15"/>
                    </a:cubicBezTo>
                    <a:cubicBezTo>
                      <a:pt x="222" y="3"/>
                      <a:pt x="202" y="3"/>
                      <a:pt x="190" y="15"/>
                    </a:cubicBezTo>
                    <a:lnTo>
                      <a:pt x="123" y="79"/>
                    </a:lnTo>
                    <a:lnTo>
                      <a:pt x="56" y="15"/>
                    </a:lnTo>
                    <a:cubicBezTo>
                      <a:pt x="41" y="0"/>
                      <a:pt x="26" y="3"/>
                      <a:pt x="12" y="15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9525" cap="flat" cmpd="sng">
                <a:solidFill>
                  <a:srgbClr val="33333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78300" tIns="39150" rIns="78300" bIns="39150" anchor="t" anchorCtr="0">
                <a:noAutofit/>
              </a:bodyPr>
              <a:lstStyle/>
              <a:p>
                <a:pPr latinLnBrk="0">
                  <a:defRPr/>
                </a:pPr>
                <a:endParaRPr sz="771" kern="0">
                  <a:solidFill>
                    <a:srgbClr val="262626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" name="Google Shape;1201;p27">
                <a:extLst>
                  <a:ext uri="{FF2B5EF4-FFF2-40B4-BE49-F238E27FC236}">
                    <a16:creationId xmlns:a16="http://schemas.microsoft.com/office/drawing/2014/main" id="{71090044-048F-B2B4-607E-FC482AA3DC27}"/>
                  </a:ext>
                </a:extLst>
              </p:cNvPr>
              <p:cNvSpPr/>
              <p:nvPr/>
            </p:nvSpPr>
            <p:spPr>
              <a:xfrm>
                <a:off x="8403131" y="187272"/>
                <a:ext cx="179950" cy="181679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46" extrusionOk="0">
                    <a:moveTo>
                      <a:pt x="154" y="0"/>
                    </a:moveTo>
                    <a:cubicBezTo>
                      <a:pt x="131" y="0"/>
                      <a:pt x="108" y="1"/>
                      <a:pt x="86" y="1"/>
                    </a:cubicBezTo>
                    <a:cubicBezTo>
                      <a:pt x="70" y="1"/>
                      <a:pt x="57" y="13"/>
                      <a:pt x="57" y="28"/>
                    </a:cubicBezTo>
                    <a:lnTo>
                      <a:pt x="57" y="59"/>
                    </a:lnTo>
                    <a:cubicBezTo>
                      <a:pt x="48" y="59"/>
                      <a:pt x="38" y="59"/>
                      <a:pt x="28" y="59"/>
                    </a:cubicBezTo>
                    <a:cubicBezTo>
                      <a:pt x="13" y="59"/>
                      <a:pt x="0" y="71"/>
                      <a:pt x="0" y="86"/>
                    </a:cubicBezTo>
                    <a:lnTo>
                      <a:pt x="0" y="218"/>
                    </a:lnTo>
                    <a:cubicBezTo>
                      <a:pt x="0" y="233"/>
                      <a:pt x="13" y="246"/>
                      <a:pt x="28" y="246"/>
                    </a:cubicBezTo>
                    <a:lnTo>
                      <a:pt x="165" y="246"/>
                    </a:lnTo>
                    <a:cubicBezTo>
                      <a:pt x="183" y="246"/>
                      <a:pt x="193" y="231"/>
                      <a:pt x="193" y="218"/>
                    </a:cubicBezTo>
                    <a:lnTo>
                      <a:pt x="193" y="188"/>
                    </a:lnTo>
                    <a:lnTo>
                      <a:pt x="222" y="188"/>
                    </a:lnTo>
                    <a:cubicBezTo>
                      <a:pt x="240" y="188"/>
                      <a:pt x="250" y="173"/>
                      <a:pt x="250" y="160"/>
                    </a:cubicBezTo>
                    <a:lnTo>
                      <a:pt x="250" y="27"/>
                    </a:lnTo>
                    <a:cubicBezTo>
                      <a:pt x="250" y="9"/>
                      <a:pt x="237" y="0"/>
                      <a:pt x="222" y="0"/>
                    </a:cubicBezTo>
                    <a:cubicBezTo>
                      <a:pt x="199" y="0"/>
                      <a:pt x="177" y="0"/>
                      <a:pt x="154" y="0"/>
                    </a:cubicBezTo>
                    <a:close/>
                    <a:moveTo>
                      <a:pt x="109" y="52"/>
                    </a:moveTo>
                    <a:lnTo>
                      <a:pt x="198" y="52"/>
                    </a:lnTo>
                    <a:lnTo>
                      <a:pt x="198" y="138"/>
                    </a:lnTo>
                    <a:lnTo>
                      <a:pt x="193" y="138"/>
                    </a:lnTo>
                    <a:lnTo>
                      <a:pt x="193" y="85"/>
                    </a:lnTo>
                    <a:cubicBezTo>
                      <a:pt x="193" y="67"/>
                      <a:pt x="180" y="58"/>
                      <a:pt x="165" y="58"/>
                    </a:cubicBezTo>
                    <a:cubicBezTo>
                      <a:pt x="146" y="58"/>
                      <a:pt x="128" y="58"/>
                      <a:pt x="109" y="58"/>
                    </a:cubicBezTo>
                    <a:lnTo>
                      <a:pt x="109" y="52"/>
                    </a:lnTo>
                    <a:close/>
                    <a:moveTo>
                      <a:pt x="53" y="110"/>
                    </a:moveTo>
                    <a:lnTo>
                      <a:pt x="141" y="110"/>
                    </a:lnTo>
                    <a:lnTo>
                      <a:pt x="141" y="196"/>
                    </a:lnTo>
                    <a:lnTo>
                      <a:pt x="53" y="196"/>
                    </a:lnTo>
                    <a:lnTo>
                      <a:pt x="53" y="110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9525" cap="flat" cmpd="sng">
                <a:solidFill>
                  <a:srgbClr val="33333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78300" tIns="39150" rIns="78300" bIns="39150" anchor="t" anchorCtr="0">
                <a:noAutofit/>
              </a:bodyPr>
              <a:lstStyle/>
              <a:p>
                <a:pPr latinLnBrk="0">
                  <a:defRPr/>
                </a:pPr>
                <a:endParaRPr sz="771" kern="0">
                  <a:solidFill>
                    <a:srgbClr val="262626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" name="Google Shape;1202;p27">
                <a:extLst>
                  <a:ext uri="{FF2B5EF4-FFF2-40B4-BE49-F238E27FC236}">
                    <a16:creationId xmlns:a16="http://schemas.microsoft.com/office/drawing/2014/main" id="{32ADB856-EEAE-ADD2-3FE6-94F447D01E52}"/>
                  </a:ext>
                </a:extLst>
              </p:cNvPr>
              <p:cNvSpPr/>
              <p:nvPr/>
            </p:nvSpPr>
            <p:spPr>
              <a:xfrm>
                <a:off x="8040633" y="325833"/>
                <a:ext cx="169606" cy="43118"/>
              </a:xfrm>
              <a:custGeom>
                <a:avLst/>
                <a:gdLst/>
                <a:ahLst/>
                <a:cxnLst/>
                <a:rect l="l" t="t" r="r" b="b"/>
                <a:pathLst>
                  <a:path w="236" h="59" extrusionOk="0">
                    <a:moveTo>
                      <a:pt x="32" y="0"/>
                    </a:moveTo>
                    <a:cubicBezTo>
                      <a:pt x="15" y="0"/>
                      <a:pt x="0" y="13"/>
                      <a:pt x="0" y="30"/>
                    </a:cubicBezTo>
                    <a:cubicBezTo>
                      <a:pt x="0" y="46"/>
                      <a:pt x="15" y="59"/>
                      <a:pt x="32" y="59"/>
                    </a:cubicBezTo>
                    <a:lnTo>
                      <a:pt x="205" y="59"/>
                    </a:lnTo>
                    <a:cubicBezTo>
                      <a:pt x="222" y="59"/>
                      <a:pt x="236" y="46"/>
                      <a:pt x="236" y="30"/>
                    </a:cubicBezTo>
                    <a:cubicBezTo>
                      <a:pt x="236" y="13"/>
                      <a:pt x="222" y="0"/>
                      <a:pt x="205" y="0"/>
                    </a:cubicBezTo>
                    <a:lnTo>
                      <a:pt x="32" y="0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9525" cap="flat" cmpd="sng">
                <a:solidFill>
                  <a:srgbClr val="33333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78300" tIns="39150" rIns="78300" bIns="39150" anchor="t" anchorCtr="0">
                <a:noAutofit/>
              </a:bodyPr>
              <a:lstStyle/>
              <a:p>
                <a:pPr latinLnBrk="0">
                  <a:defRPr/>
                </a:pPr>
                <a:endParaRPr sz="771" kern="0">
                  <a:solidFill>
                    <a:srgbClr val="262626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FED1959A-0771-140D-8E54-93BB9E29D7A3}"/>
                </a:ext>
              </a:extLst>
            </p:cNvPr>
            <p:cNvGrpSpPr/>
            <p:nvPr/>
          </p:nvGrpSpPr>
          <p:grpSpPr>
            <a:xfrm>
              <a:off x="993316" y="1512259"/>
              <a:ext cx="816595" cy="128258"/>
              <a:chOff x="186200" y="958444"/>
              <a:chExt cx="900035" cy="128258"/>
            </a:xfrm>
          </p:grpSpPr>
          <p:pic>
            <p:nvPicPr>
              <p:cNvPr id="24" name="그림 23">
                <a:extLst>
                  <a:ext uri="{FF2B5EF4-FFF2-40B4-BE49-F238E27FC236}">
                    <a16:creationId xmlns:a16="http://schemas.microsoft.com/office/drawing/2014/main" id="{2B7E161D-C776-15D8-82BC-9DC7FF657C43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r="58636"/>
              <a:stretch/>
            </p:blipFill>
            <p:spPr>
              <a:xfrm>
                <a:off x="186200" y="958444"/>
                <a:ext cx="372764" cy="128258"/>
              </a:xfrm>
              <a:prstGeom prst="rect">
                <a:avLst/>
              </a:prstGeom>
            </p:spPr>
          </p:pic>
          <p:pic>
            <p:nvPicPr>
              <p:cNvPr id="25" name="그림 24">
                <a:extLst>
                  <a:ext uri="{FF2B5EF4-FFF2-40B4-BE49-F238E27FC236}">
                    <a16:creationId xmlns:a16="http://schemas.microsoft.com/office/drawing/2014/main" id="{46C11A24-BD72-19B0-B8E2-13633CBDB08A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2">
                <a:lum bright="70000" contrast="-70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1491"/>
              <a:stretch/>
            </p:blipFill>
            <p:spPr>
              <a:xfrm>
                <a:off x="558964" y="958444"/>
                <a:ext cx="527271" cy="128258"/>
              </a:xfrm>
              <a:prstGeom prst="rect">
                <a:avLst/>
              </a:prstGeom>
            </p:spPr>
          </p:pic>
        </p:grpSp>
        <p:pic>
          <p:nvPicPr>
            <p:cNvPr id="26" name="그래픽 25">
              <a:extLst>
                <a:ext uri="{FF2B5EF4-FFF2-40B4-BE49-F238E27FC236}">
                  <a16:creationId xmlns:a16="http://schemas.microsoft.com/office/drawing/2014/main" id="{E20A1AA3-8277-505E-BF98-E77D1138204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7635342" y="1503839"/>
              <a:ext cx="145612" cy="145612"/>
            </a:xfrm>
            <a:prstGeom prst="rect">
              <a:avLst/>
            </a:prstGeom>
          </p:spPr>
        </p:pic>
      </p:grpSp>
      <p:sp>
        <p:nvSpPr>
          <p:cNvPr id="27" name="Google Shape;1198;p27">
            <a:extLst>
              <a:ext uri="{FF2B5EF4-FFF2-40B4-BE49-F238E27FC236}">
                <a16:creationId xmlns:a16="http://schemas.microsoft.com/office/drawing/2014/main" id="{A40618EF-4162-5C52-22B3-2D48F21D3A28}"/>
              </a:ext>
            </a:extLst>
          </p:cNvPr>
          <p:cNvSpPr/>
          <p:nvPr/>
        </p:nvSpPr>
        <p:spPr>
          <a:xfrm>
            <a:off x="993316" y="1681793"/>
            <a:ext cx="7340558" cy="4277849"/>
          </a:xfrm>
          <a:prstGeom prst="rect">
            <a:avLst/>
          </a:prstGeom>
          <a:solidFill>
            <a:srgbClr val="069AE5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200" b="1" kern="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  <a:cs typeface="Calibri"/>
              <a:sym typeface="Calibri"/>
            </a:endParaRPr>
          </a:p>
          <a:p>
            <a:pPr marL="0" marR="0" lvl="0" indent="0" algn="ctr" defTabSz="91440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200" b="1" kern="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  <a:cs typeface="Calibri"/>
              <a:sym typeface="Calibri"/>
            </a:endParaRPr>
          </a:p>
          <a:p>
            <a:pPr marL="0" marR="0" lvl="0" indent="0" algn="ctr" defTabSz="91440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200" b="1" kern="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  <a:cs typeface="Calibri"/>
              <a:sym typeface="Calibri"/>
            </a:endParaRPr>
          </a:p>
          <a:p>
            <a:pPr marL="0" marR="0" lvl="0" indent="0" algn="ctr" defTabSz="91440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200" b="1" kern="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  <a:cs typeface="Calibri"/>
              <a:sym typeface="Calibri"/>
            </a:endParaRPr>
          </a:p>
          <a:p>
            <a:pPr marL="0" marR="0" lvl="0" indent="0" algn="ctr" defTabSz="91440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kern="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  <a:cs typeface="Calibri"/>
                <a:sym typeface="Calibri"/>
              </a:rPr>
              <a:t>Toonation Remote Control</a:t>
            </a: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200" b="1" kern="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cs typeface="Calibri"/>
                <a:sym typeface="Calibri"/>
              </a:rPr>
              <a:t>Toonation Control</a:t>
            </a:r>
          </a:p>
        </p:txBody>
      </p: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4975460B-7582-00BB-294E-06DEC49742E0}"/>
              </a:ext>
            </a:extLst>
          </p:cNvPr>
          <p:cNvSpPr/>
          <p:nvPr/>
        </p:nvSpPr>
        <p:spPr>
          <a:xfrm>
            <a:off x="4374146" y="3140968"/>
            <a:ext cx="713742" cy="713742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BI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8206C93F-6B3D-DD44-7E50-1FE5B97491DF}"/>
              </a:ext>
            </a:extLst>
          </p:cNvPr>
          <p:cNvSpPr txBox="1"/>
          <p:nvPr/>
        </p:nvSpPr>
        <p:spPr>
          <a:xfrm>
            <a:off x="7934666" y="6115997"/>
            <a:ext cx="1858201" cy="492443"/>
          </a:xfrm>
          <a:prstGeom prst="rect">
            <a:avLst/>
          </a:prstGeom>
          <a:solidFill>
            <a:srgbClr val="FFFF00"/>
          </a:solidFill>
        </p:spPr>
        <p:txBody>
          <a:bodyPr wrap="none" rtlCol="0">
            <a:spAutoFit/>
          </a:bodyPr>
          <a:lstStyle/>
          <a:p>
            <a:pPr algn="l"/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현재 리모컨의 </a:t>
            </a:r>
            <a:r>
              <a:rPr lang="ko-KR" altLang="en-US" b="1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스플레시</a:t>
            </a:r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화면</a:t>
            </a:r>
            <a:endParaRPr lang="en-US" altLang="ko-KR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/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-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로고 디자인 중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/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-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네이밍 </a:t>
            </a:r>
            <a:r>
              <a:rPr lang="ko-KR" altLang="en-US" sz="8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픽스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필요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01945784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그룹 43">
            <a:extLst>
              <a:ext uri="{FF2B5EF4-FFF2-40B4-BE49-F238E27FC236}">
                <a16:creationId xmlns:a16="http://schemas.microsoft.com/office/drawing/2014/main" id="{9724BB1F-E188-B0A6-0440-89B1D3AE0767}"/>
              </a:ext>
            </a:extLst>
          </p:cNvPr>
          <p:cNvGrpSpPr/>
          <p:nvPr/>
        </p:nvGrpSpPr>
        <p:grpSpPr>
          <a:xfrm>
            <a:off x="944234" y="1479917"/>
            <a:ext cx="7433067" cy="4521304"/>
            <a:chOff x="944234" y="1479917"/>
            <a:chExt cx="7433067" cy="4521304"/>
          </a:xfrm>
        </p:grpSpPr>
        <p:grpSp>
          <p:nvGrpSpPr>
            <p:cNvPr id="17" name="그룹 16">
              <a:extLst>
                <a:ext uri="{FF2B5EF4-FFF2-40B4-BE49-F238E27FC236}">
                  <a16:creationId xmlns:a16="http://schemas.microsoft.com/office/drawing/2014/main" id="{43981C82-4D61-C412-0905-CD45DE17B0EC}"/>
                </a:ext>
              </a:extLst>
            </p:cNvPr>
            <p:cNvGrpSpPr/>
            <p:nvPr/>
          </p:nvGrpSpPr>
          <p:grpSpPr>
            <a:xfrm>
              <a:off x="944234" y="1479917"/>
              <a:ext cx="7433067" cy="4521304"/>
              <a:chOff x="944234" y="1479917"/>
              <a:chExt cx="7433067" cy="4521304"/>
            </a:xfrm>
          </p:grpSpPr>
          <p:sp>
            <p:nvSpPr>
              <p:cNvPr id="24" name="Google Shape;1197;p27">
                <a:extLst>
                  <a:ext uri="{FF2B5EF4-FFF2-40B4-BE49-F238E27FC236}">
                    <a16:creationId xmlns:a16="http://schemas.microsoft.com/office/drawing/2014/main" id="{86FF201B-27E1-81CF-9E91-CDC4F7CA9BD2}"/>
                  </a:ext>
                </a:extLst>
              </p:cNvPr>
              <p:cNvSpPr/>
              <p:nvPr/>
            </p:nvSpPr>
            <p:spPr>
              <a:xfrm>
                <a:off x="944234" y="1479917"/>
                <a:ext cx="7433067" cy="4521304"/>
              </a:xfrm>
              <a:prstGeom prst="roundRect">
                <a:avLst>
                  <a:gd name="adj" fmla="val 580"/>
                </a:avLst>
              </a:prstGeom>
              <a:solidFill>
                <a:srgbClr val="7F7F7F"/>
              </a:solidFill>
              <a:ln w="9525" cap="flat" cmpd="sng">
                <a:solidFill>
                  <a:srgbClr val="33333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1650" tIns="24650" rIns="61650" bIns="24650" anchor="t" anchorCtr="0">
                <a:noAutofit/>
              </a:bodyPr>
              <a:lstStyle/>
              <a:p>
                <a:pPr fontAlgn="base"/>
                <a:endParaRPr kumimoji="1" sz="856" b="1" dirty="0">
                  <a:solidFill>
                    <a:prstClr val="white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25" name="Google Shape;1199;p27">
                <a:extLst>
                  <a:ext uri="{FF2B5EF4-FFF2-40B4-BE49-F238E27FC236}">
                    <a16:creationId xmlns:a16="http://schemas.microsoft.com/office/drawing/2014/main" id="{D90D4F1E-6A31-DF11-6AAD-97DFF2A69DE7}"/>
                  </a:ext>
                </a:extLst>
              </p:cNvPr>
              <p:cNvGrpSpPr/>
              <p:nvPr/>
            </p:nvGrpSpPr>
            <p:grpSpPr>
              <a:xfrm>
                <a:off x="7850439" y="1539019"/>
                <a:ext cx="442113" cy="87537"/>
                <a:chOff x="8040633" y="187272"/>
                <a:chExt cx="890272" cy="181679"/>
              </a:xfrm>
            </p:grpSpPr>
            <p:sp>
              <p:nvSpPr>
                <p:cNvPr id="38" name="Google Shape;1200;p27">
                  <a:extLst>
                    <a:ext uri="{FF2B5EF4-FFF2-40B4-BE49-F238E27FC236}">
                      <a16:creationId xmlns:a16="http://schemas.microsoft.com/office/drawing/2014/main" id="{36F4D840-17A1-9648-0304-A97B3B472DB0}"/>
                    </a:ext>
                  </a:extLst>
                </p:cNvPr>
                <p:cNvSpPr/>
                <p:nvPr/>
              </p:nvSpPr>
              <p:spPr>
                <a:xfrm>
                  <a:off x="8753828" y="191300"/>
                  <a:ext cx="177077" cy="1776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" h="241" extrusionOk="0">
                      <a:moveTo>
                        <a:pt x="12" y="15"/>
                      </a:moveTo>
                      <a:cubicBezTo>
                        <a:pt x="0" y="26"/>
                        <a:pt x="0" y="45"/>
                        <a:pt x="12" y="56"/>
                      </a:cubicBezTo>
                      <a:lnTo>
                        <a:pt x="80" y="122"/>
                      </a:lnTo>
                      <a:lnTo>
                        <a:pt x="12" y="188"/>
                      </a:lnTo>
                      <a:cubicBezTo>
                        <a:pt x="0" y="199"/>
                        <a:pt x="0" y="218"/>
                        <a:pt x="12" y="229"/>
                      </a:cubicBezTo>
                      <a:cubicBezTo>
                        <a:pt x="24" y="241"/>
                        <a:pt x="44" y="241"/>
                        <a:pt x="56" y="229"/>
                      </a:cubicBezTo>
                      <a:lnTo>
                        <a:pt x="123" y="165"/>
                      </a:lnTo>
                      <a:lnTo>
                        <a:pt x="190" y="229"/>
                      </a:lnTo>
                      <a:cubicBezTo>
                        <a:pt x="202" y="241"/>
                        <a:pt x="222" y="241"/>
                        <a:pt x="234" y="229"/>
                      </a:cubicBezTo>
                      <a:cubicBezTo>
                        <a:pt x="246" y="218"/>
                        <a:pt x="246" y="199"/>
                        <a:pt x="234" y="188"/>
                      </a:cubicBezTo>
                      <a:lnTo>
                        <a:pt x="167" y="122"/>
                      </a:lnTo>
                      <a:lnTo>
                        <a:pt x="234" y="56"/>
                      </a:lnTo>
                      <a:cubicBezTo>
                        <a:pt x="246" y="45"/>
                        <a:pt x="246" y="26"/>
                        <a:pt x="234" y="15"/>
                      </a:cubicBezTo>
                      <a:cubicBezTo>
                        <a:pt x="222" y="3"/>
                        <a:pt x="202" y="3"/>
                        <a:pt x="190" y="15"/>
                      </a:cubicBezTo>
                      <a:lnTo>
                        <a:pt x="123" y="79"/>
                      </a:lnTo>
                      <a:lnTo>
                        <a:pt x="56" y="15"/>
                      </a:lnTo>
                      <a:cubicBezTo>
                        <a:pt x="41" y="0"/>
                        <a:pt x="26" y="3"/>
                        <a:pt x="12" y="1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9525" cap="flat" cmpd="sng">
                  <a:solidFill>
                    <a:srgbClr val="33333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78300" tIns="39150" rIns="78300" bIns="39150" anchor="t" anchorCtr="0">
                  <a:noAutofit/>
                </a:bodyPr>
                <a:lstStyle/>
                <a:p>
                  <a:pPr latinLnBrk="0">
                    <a:defRPr/>
                  </a:pPr>
                  <a:endParaRPr sz="771" kern="0">
                    <a:solidFill>
                      <a:srgbClr val="262626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0" name="Google Shape;1201;p27">
                  <a:extLst>
                    <a:ext uri="{FF2B5EF4-FFF2-40B4-BE49-F238E27FC236}">
                      <a16:creationId xmlns:a16="http://schemas.microsoft.com/office/drawing/2014/main" id="{8686431A-3574-FA0D-F0B9-10824B5B076B}"/>
                    </a:ext>
                  </a:extLst>
                </p:cNvPr>
                <p:cNvSpPr/>
                <p:nvPr/>
              </p:nvSpPr>
              <p:spPr>
                <a:xfrm>
                  <a:off x="8403131" y="187272"/>
                  <a:ext cx="179950" cy="1816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" h="246" extrusionOk="0">
                      <a:moveTo>
                        <a:pt x="154" y="0"/>
                      </a:moveTo>
                      <a:cubicBezTo>
                        <a:pt x="131" y="0"/>
                        <a:pt x="108" y="1"/>
                        <a:pt x="86" y="1"/>
                      </a:cubicBezTo>
                      <a:cubicBezTo>
                        <a:pt x="70" y="1"/>
                        <a:pt x="57" y="13"/>
                        <a:pt x="57" y="28"/>
                      </a:cubicBezTo>
                      <a:lnTo>
                        <a:pt x="57" y="59"/>
                      </a:lnTo>
                      <a:cubicBezTo>
                        <a:pt x="48" y="59"/>
                        <a:pt x="38" y="59"/>
                        <a:pt x="28" y="59"/>
                      </a:cubicBezTo>
                      <a:cubicBezTo>
                        <a:pt x="13" y="59"/>
                        <a:pt x="0" y="71"/>
                        <a:pt x="0" y="86"/>
                      </a:cubicBezTo>
                      <a:lnTo>
                        <a:pt x="0" y="218"/>
                      </a:lnTo>
                      <a:cubicBezTo>
                        <a:pt x="0" y="233"/>
                        <a:pt x="13" y="246"/>
                        <a:pt x="28" y="246"/>
                      </a:cubicBezTo>
                      <a:lnTo>
                        <a:pt x="165" y="246"/>
                      </a:lnTo>
                      <a:cubicBezTo>
                        <a:pt x="183" y="246"/>
                        <a:pt x="193" y="231"/>
                        <a:pt x="193" y="218"/>
                      </a:cubicBezTo>
                      <a:lnTo>
                        <a:pt x="193" y="188"/>
                      </a:lnTo>
                      <a:lnTo>
                        <a:pt x="222" y="188"/>
                      </a:lnTo>
                      <a:cubicBezTo>
                        <a:pt x="240" y="188"/>
                        <a:pt x="250" y="173"/>
                        <a:pt x="250" y="160"/>
                      </a:cubicBezTo>
                      <a:lnTo>
                        <a:pt x="250" y="27"/>
                      </a:lnTo>
                      <a:cubicBezTo>
                        <a:pt x="250" y="9"/>
                        <a:pt x="237" y="0"/>
                        <a:pt x="222" y="0"/>
                      </a:cubicBezTo>
                      <a:cubicBezTo>
                        <a:pt x="199" y="0"/>
                        <a:pt x="177" y="0"/>
                        <a:pt x="154" y="0"/>
                      </a:cubicBezTo>
                      <a:close/>
                      <a:moveTo>
                        <a:pt x="109" y="52"/>
                      </a:moveTo>
                      <a:lnTo>
                        <a:pt x="198" y="52"/>
                      </a:lnTo>
                      <a:lnTo>
                        <a:pt x="198" y="138"/>
                      </a:lnTo>
                      <a:lnTo>
                        <a:pt x="193" y="138"/>
                      </a:lnTo>
                      <a:lnTo>
                        <a:pt x="193" y="85"/>
                      </a:lnTo>
                      <a:cubicBezTo>
                        <a:pt x="193" y="67"/>
                        <a:pt x="180" y="58"/>
                        <a:pt x="165" y="58"/>
                      </a:cubicBezTo>
                      <a:cubicBezTo>
                        <a:pt x="146" y="58"/>
                        <a:pt x="128" y="58"/>
                        <a:pt x="109" y="58"/>
                      </a:cubicBezTo>
                      <a:lnTo>
                        <a:pt x="109" y="52"/>
                      </a:lnTo>
                      <a:close/>
                      <a:moveTo>
                        <a:pt x="53" y="110"/>
                      </a:moveTo>
                      <a:lnTo>
                        <a:pt x="141" y="110"/>
                      </a:lnTo>
                      <a:lnTo>
                        <a:pt x="141" y="196"/>
                      </a:lnTo>
                      <a:lnTo>
                        <a:pt x="53" y="196"/>
                      </a:lnTo>
                      <a:lnTo>
                        <a:pt x="53" y="11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9525" cap="flat" cmpd="sng">
                  <a:solidFill>
                    <a:srgbClr val="33333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78300" tIns="39150" rIns="78300" bIns="39150" anchor="t" anchorCtr="0">
                  <a:noAutofit/>
                </a:bodyPr>
                <a:lstStyle/>
                <a:p>
                  <a:pPr latinLnBrk="0">
                    <a:defRPr/>
                  </a:pPr>
                  <a:endParaRPr sz="771" kern="0">
                    <a:solidFill>
                      <a:srgbClr val="262626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2" name="Google Shape;1202;p27">
                  <a:extLst>
                    <a:ext uri="{FF2B5EF4-FFF2-40B4-BE49-F238E27FC236}">
                      <a16:creationId xmlns:a16="http://schemas.microsoft.com/office/drawing/2014/main" id="{8707DCCD-FE7C-38C0-FFE4-BBF1F2C1CA34}"/>
                    </a:ext>
                  </a:extLst>
                </p:cNvPr>
                <p:cNvSpPr/>
                <p:nvPr/>
              </p:nvSpPr>
              <p:spPr>
                <a:xfrm>
                  <a:off x="8040633" y="325833"/>
                  <a:ext cx="169606" cy="431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" h="59" extrusionOk="0">
                      <a:moveTo>
                        <a:pt x="32" y="0"/>
                      </a:moveTo>
                      <a:cubicBezTo>
                        <a:pt x="15" y="0"/>
                        <a:pt x="0" y="13"/>
                        <a:pt x="0" y="30"/>
                      </a:cubicBezTo>
                      <a:cubicBezTo>
                        <a:pt x="0" y="46"/>
                        <a:pt x="15" y="59"/>
                        <a:pt x="32" y="59"/>
                      </a:cubicBezTo>
                      <a:lnTo>
                        <a:pt x="205" y="59"/>
                      </a:lnTo>
                      <a:cubicBezTo>
                        <a:pt x="222" y="59"/>
                        <a:pt x="236" y="46"/>
                        <a:pt x="236" y="30"/>
                      </a:cubicBezTo>
                      <a:cubicBezTo>
                        <a:pt x="236" y="13"/>
                        <a:pt x="222" y="0"/>
                        <a:pt x="205" y="0"/>
                      </a:cubicBezTo>
                      <a:lnTo>
                        <a:pt x="32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9525" cap="flat" cmpd="sng">
                  <a:solidFill>
                    <a:srgbClr val="33333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78300" tIns="39150" rIns="78300" bIns="39150" anchor="t" anchorCtr="0">
                  <a:noAutofit/>
                </a:bodyPr>
                <a:lstStyle/>
                <a:p>
                  <a:pPr latinLnBrk="0">
                    <a:defRPr/>
                  </a:pPr>
                  <a:endParaRPr sz="771" kern="0">
                    <a:solidFill>
                      <a:srgbClr val="262626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32" name="그룹 31">
                <a:extLst>
                  <a:ext uri="{FF2B5EF4-FFF2-40B4-BE49-F238E27FC236}">
                    <a16:creationId xmlns:a16="http://schemas.microsoft.com/office/drawing/2014/main" id="{BD8C17A8-407A-33B2-8BC2-2C1B37D97A16}"/>
                  </a:ext>
                </a:extLst>
              </p:cNvPr>
              <p:cNvGrpSpPr/>
              <p:nvPr/>
            </p:nvGrpSpPr>
            <p:grpSpPr>
              <a:xfrm>
                <a:off x="993316" y="1512259"/>
                <a:ext cx="816595" cy="128258"/>
                <a:chOff x="186200" y="958444"/>
                <a:chExt cx="900035" cy="128258"/>
              </a:xfrm>
            </p:grpSpPr>
            <p:pic>
              <p:nvPicPr>
                <p:cNvPr id="35" name="그림 34">
                  <a:extLst>
                    <a:ext uri="{FF2B5EF4-FFF2-40B4-BE49-F238E27FC236}">
                      <a16:creationId xmlns:a16="http://schemas.microsoft.com/office/drawing/2014/main" id="{B6A46BA0-360C-629F-E5B4-0B5234764B8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58636"/>
                <a:stretch/>
              </p:blipFill>
              <p:spPr>
                <a:xfrm>
                  <a:off x="186200" y="958444"/>
                  <a:ext cx="372764" cy="128258"/>
                </a:xfrm>
                <a:prstGeom prst="rect">
                  <a:avLst/>
                </a:prstGeom>
              </p:spPr>
            </p:pic>
            <p:pic>
              <p:nvPicPr>
                <p:cNvPr id="36" name="그림 35">
                  <a:extLst>
                    <a:ext uri="{FF2B5EF4-FFF2-40B4-BE49-F238E27FC236}">
                      <a16:creationId xmlns:a16="http://schemas.microsoft.com/office/drawing/2014/main" id="{04120442-929D-4258-30E2-67BD27AF2A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 rotWithShape="1">
                <a:blip r:embed="rId2">
                  <a:lum bright="70000" contrast="-70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41491"/>
                <a:stretch/>
              </p:blipFill>
              <p:spPr>
                <a:xfrm>
                  <a:off x="558964" y="958444"/>
                  <a:ext cx="527271" cy="128258"/>
                </a:xfrm>
                <a:prstGeom prst="rect">
                  <a:avLst/>
                </a:prstGeom>
              </p:spPr>
            </p:pic>
          </p:grpSp>
          <p:pic>
            <p:nvPicPr>
              <p:cNvPr id="33" name="그래픽 32">
                <a:extLst>
                  <a:ext uri="{FF2B5EF4-FFF2-40B4-BE49-F238E27FC236}">
                    <a16:creationId xmlns:a16="http://schemas.microsoft.com/office/drawing/2014/main" id="{D0EFEBC3-115D-5596-9126-E9BBDF8E91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7635342" y="1503839"/>
                <a:ext cx="145612" cy="145612"/>
              </a:xfrm>
              <a:prstGeom prst="rect">
                <a:avLst/>
              </a:prstGeom>
            </p:spPr>
          </p:pic>
        </p:grpSp>
        <p:sp>
          <p:nvSpPr>
            <p:cNvPr id="43" name="Google Shape;1198;p27">
              <a:extLst>
                <a:ext uri="{FF2B5EF4-FFF2-40B4-BE49-F238E27FC236}">
                  <a16:creationId xmlns:a16="http://schemas.microsoft.com/office/drawing/2014/main" id="{EBD27A09-F0CD-D1D4-34FF-E71B745E73E6}"/>
                </a:ext>
              </a:extLst>
            </p:cNvPr>
            <p:cNvSpPr/>
            <p:nvPr/>
          </p:nvSpPr>
          <p:spPr>
            <a:xfrm>
              <a:off x="993316" y="1681793"/>
              <a:ext cx="7340558" cy="4277849"/>
            </a:xfrm>
            <a:prstGeom prst="rect">
              <a:avLst/>
            </a:prstGeom>
            <a:solidFill>
              <a:schemeClr val="bg1"/>
            </a:solidFill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cs typeface="Calibri"/>
                <a:sym typeface="Calibri"/>
              </a:endParaRPr>
            </a:p>
          </p:txBody>
        </p:sp>
      </p:grpSp>
      <p:sp>
        <p:nvSpPr>
          <p:cNvPr id="16" name="텍스트 개체 틀 15">
            <a:extLst>
              <a:ext uri="{FF2B5EF4-FFF2-40B4-BE49-F238E27FC236}">
                <a16:creationId xmlns:a16="http://schemas.microsoft.com/office/drawing/2014/main" id="{C96AD00C-FB4A-D730-3239-39BCF8414B5D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로그인</a:t>
            </a:r>
          </a:p>
        </p:txBody>
      </p:sp>
      <p:sp>
        <p:nvSpPr>
          <p:cNvPr id="15" name="제목 14">
            <a:extLst>
              <a:ext uri="{FF2B5EF4-FFF2-40B4-BE49-F238E27FC236}">
                <a16:creationId xmlns:a16="http://schemas.microsoft.com/office/drawing/2014/main" id="{FAC6F0F5-6014-C172-D0FB-8CFF51C9726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로그인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33E3754F-0E80-B1D6-4FA6-E7237E26B02C}"/>
              </a:ext>
            </a:extLst>
          </p:cNvPr>
          <p:cNvSpPr/>
          <p:nvPr/>
        </p:nvSpPr>
        <p:spPr>
          <a:xfrm>
            <a:off x="3722905" y="3018929"/>
            <a:ext cx="2016224" cy="335258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bg1">
                    <a:lumMod val="75000"/>
                  </a:schemeClr>
                </a:solidFill>
              </a:rPr>
              <a:t>아이디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380321CB-763A-1B53-93FB-D5B98D4E351C}"/>
              </a:ext>
            </a:extLst>
          </p:cNvPr>
          <p:cNvSpPr/>
          <p:nvPr/>
        </p:nvSpPr>
        <p:spPr>
          <a:xfrm>
            <a:off x="3722905" y="3403331"/>
            <a:ext cx="2016224" cy="335258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bg1">
                    <a:lumMod val="75000"/>
                  </a:schemeClr>
                </a:solidFill>
              </a:rPr>
              <a:t>비밀번호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6C289D0D-AB31-F5E9-F5AD-FE48FBEBB7EE}"/>
              </a:ext>
            </a:extLst>
          </p:cNvPr>
          <p:cNvSpPr/>
          <p:nvPr/>
        </p:nvSpPr>
        <p:spPr>
          <a:xfrm>
            <a:off x="3722905" y="4061770"/>
            <a:ext cx="2016224" cy="335258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b="1"/>
              <a:t>로그인</a:t>
            </a:r>
            <a:endParaRPr lang="ko-KR" altLang="en-US" sz="900" b="1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596D86D-368E-00B9-743C-6B4136481260}"/>
              </a:ext>
            </a:extLst>
          </p:cNvPr>
          <p:cNvSpPr txBox="1"/>
          <p:nvPr/>
        </p:nvSpPr>
        <p:spPr>
          <a:xfrm>
            <a:off x="3667760" y="4440368"/>
            <a:ext cx="7344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아이디 찾기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F5ECC94-BC0E-8721-D02E-EFA57A007BA3}"/>
              </a:ext>
            </a:extLst>
          </p:cNvPr>
          <p:cNvSpPr txBox="1"/>
          <p:nvPr/>
        </p:nvSpPr>
        <p:spPr>
          <a:xfrm>
            <a:off x="4309751" y="4440368"/>
            <a:ext cx="83708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비밀번호 찾기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C702CBD-5632-2A3B-920E-A4A75CC12626}"/>
              </a:ext>
            </a:extLst>
          </p:cNvPr>
          <p:cNvSpPr txBox="1"/>
          <p:nvPr/>
        </p:nvSpPr>
        <p:spPr>
          <a:xfrm>
            <a:off x="5087888" y="4440368"/>
            <a:ext cx="59503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회원가입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C6229F8A-8FE0-2C8C-204B-611854E624FC}"/>
              </a:ext>
            </a:extLst>
          </p:cNvPr>
          <p:cNvSpPr txBox="1"/>
          <p:nvPr/>
        </p:nvSpPr>
        <p:spPr>
          <a:xfrm>
            <a:off x="2587878" y="5581546"/>
            <a:ext cx="428627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  <a:latin typeface="+mn-ea"/>
                <a:ea typeface="+mn-ea"/>
              </a:rPr>
              <a:t>※ </a:t>
            </a:r>
            <a:r>
              <a:rPr lang="ko-KR" altLang="en-US" sz="800" dirty="0">
                <a:solidFill>
                  <a:srgbClr val="FF0000"/>
                </a:solidFill>
                <a:latin typeface="+mn-ea"/>
                <a:ea typeface="+mn-ea"/>
              </a:rPr>
              <a:t>일부 플랫폼 로그인 기능의 "이 컴퓨터를 기억합니다" 기능은 작동되지 않습니다.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E88F9F6-7405-731A-9BC7-38E2A5E8D788}"/>
              </a:ext>
            </a:extLst>
          </p:cNvPr>
          <p:cNvSpPr txBox="1"/>
          <p:nvPr/>
        </p:nvSpPr>
        <p:spPr>
          <a:xfrm>
            <a:off x="3712633" y="2747020"/>
            <a:ext cx="2036768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Calibri"/>
                <a:sym typeface="Calibri"/>
              </a:rPr>
              <a:t>투네이션 통합 계정</a:t>
            </a:r>
            <a:endParaRPr kumimoji="0" lang="en-US" altLang="ko-KR" sz="10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Calibri"/>
              <a:sym typeface="Calibri"/>
            </a:endParaRPr>
          </a:p>
        </p:txBody>
      </p:sp>
      <p:pic>
        <p:nvPicPr>
          <p:cNvPr id="37" name="그림 36">
            <a:extLst>
              <a:ext uri="{FF2B5EF4-FFF2-40B4-BE49-F238E27FC236}">
                <a16:creationId xmlns:a16="http://schemas.microsoft.com/office/drawing/2014/main" id="{94B7EC54-C432-EC5B-FB14-75CC0A898D9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46263" y="5138150"/>
            <a:ext cx="1369508" cy="436532"/>
          </a:xfrm>
          <a:prstGeom prst="rect">
            <a:avLst/>
          </a:prstGeom>
        </p:spPr>
      </p:pic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BC3B2B78-AE78-C878-56D3-8ABCCB03CBBF}"/>
              </a:ext>
            </a:extLst>
          </p:cNvPr>
          <p:cNvCxnSpPr>
            <a:cxnSpLocks/>
          </p:cNvCxnSpPr>
          <p:nvPr/>
        </p:nvCxnSpPr>
        <p:spPr>
          <a:xfrm>
            <a:off x="3722905" y="5020580"/>
            <a:ext cx="201622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664F779-E7C5-D697-290C-A18AE0AA4E72}"/>
              </a:ext>
            </a:extLst>
          </p:cNvPr>
          <p:cNvSpPr txBox="1"/>
          <p:nvPr/>
        </p:nvSpPr>
        <p:spPr>
          <a:xfrm>
            <a:off x="4046263" y="4905164"/>
            <a:ext cx="1369508" cy="230832"/>
          </a:xfrm>
          <a:prstGeom prst="rect">
            <a:avLst/>
          </a:prstGeom>
          <a:solidFill>
            <a:schemeClr val="bg1"/>
          </a:solidFill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kern="0" dirty="0">
                <a:solidFill>
                  <a:prstClr val="black">
                    <a:lumMod val="50000"/>
                    <a:lumOff val="50000"/>
                  </a:prstClr>
                </a:solidFill>
                <a:latin typeface="+mn-ea"/>
                <a:ea typeface="+mn-ea"/>
                <a:cs typeface="Calibri"/>
                <a:sym typeface="Calibri"/>
              </a:rPr>
              <a:t>SNS </a:t>
            </a:r>
            <a:r>
              <a:rPr kumimoji="0" lang="ko-KR" altLang="en-US" sz="900" b="1" kern="0" dirty="0">
                <a:solidFill>
                  <a:prstClr val="black">
                    <a:lumMod val="50000"/>
                    <a:lumOff val="50000"/>
                  </a:prstClr>
                </a:solidFill>
                <a:latin typeface="+mn-ea"/>
                <a:ea typeface="+mn-ea"/>
                <a:cs typeface="Calibri"/>
                <a:sym typeface="Calibri"/>
              </a:rPr>
              <a:t>계정으로 </a:t>
            </a:r>
            <a:r>
              <a: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+mn-ea"/>
                <a:ea typeface="+mn-ea"/>
                <a:cs typeface="Calibri"/>
                <a:sym typeface="Calibri"/>
              </a:rPr>
              <a:t> 로그인</a:t>
            </a:r>
            <a:endParaRPr kumimoji="0" lang="en-US" altLang="ko-KR" sz="900" b="1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graphicFrame>
        <p:nvGraphicFramePr>
          <p:cNvPr id="47" name="Group 323">
            <a:extLst>
              <a:ext uri="{FF2B5EF4-FFF2-40B4-BE49-F238E27FC236}">
                <a16:creationId xmlns:a16="http://schemas.microsoft.com/office/drawing/2014/main" id="{CDF96004-34FB-819F-9D29-8F3D70499C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0424737"/>
              </p:ext>
            </p:extLst>
          </p:nvPr>
        </p:nvGraphicFramePr>
        <p:xfrm>
          <a:off x="9625013" y="575703"/>
          <a:ext cx="2519969" cy="5626608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아이디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비밀번호 입력 창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- 25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자까지 입력 가능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- 25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 초과시 입력 불가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로그인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로그인 실패 시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모달창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아이디 찾기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/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비밀번호 찾기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/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회원가입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아래 링크로 새 창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https://toon.at/streamer/login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SNS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계정으로 로그인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각 </a:t>
                      </a:r>
                      <a:r>
                        <a:rPr lang="en-US" altLang="ko-KR" sz="800" dirty="0"/>
                        <a:t>OAuth</a:t>
                      </a:r>
                      <a:r>
                        <a:rPr lang="ko-KR" altLang="en-US" sz="800" dirty="0"/>
                        <a:t>창 노출 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 err="1"/>
                        <a:t>모달</a:t>
                      </a:r>
                      <a:r>
                        <a:rPr lang="en-US" altLang="ko-KR" sz="800" dirty="0"/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로그인 실패 시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모달창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로그인 상태 유지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리모컨 </a:t>
                      </a:r>
                      <a:r>
                        <a:rPr lang="ko-KR" altLang="en-US" sz="800" dirty="0"/>
                        <a:t>종료 후에도 설정된 기간 동안 로그인 상태가 유지</a:t>
                      </a:r>
                      <a:endParaRPr lang="en-US" altLang="ko-KR" sz="800" dirty="0"/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※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설정 기간 협의 필요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아이디 저장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lang="ko-KR" altLang="en-US" sz="800" dirty="0"/>
                        <a:t>로그인에 사용한 아이디가 해당 기기에 저장되어 다음 로그인 시 자동 입력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3377618"/>
                  </a:ext>
                </a:extLst>
              </a:tr>
            </a:tbl>
          </a:graphicData>
        </a:graphic>
      </p:graphicFrame>
      <p:sp>
        <p:nvSpPr>
          <p:cNvPr id="48" name="타원 47">
            <a:extLst>
              <a:ext uri="{FF2B5EF4-FFF2-40B4-BE49-F238E27FC236}">
                <a16:creationId xmlns:a16="http://schemas.microsoft.com/office/drawing/2014/main" id="{313A652D-B9F4-1660-D231-074B2C99D3FE}"/>
              </a:ext>
            </a:extLst>
          </p:cNvPr>
          <p:cNvSpPr/>
          <p:nvPr/>
        </p:nvSpPr>
        <p:spPr>
          <a:xfrm>
            <a:off x="3586914" y="3292197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A039E963-2607-F872-24D5-F3F5C8DE1ADC}"/>
              </a:ext>
            </a:extLst>
          </p:cNvPr>
          <p:cNvSpPr/>
          <p:nvPr/>
        </p:nvSpPr>
        <p:spPr>
          <a:xfrm>
            <a:off x="3548759" y="4157485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01A6262B-8F74-65A4-03B5-3B045ACB7ABF}"/>
              </a:ext>
            </a:extLst>
          </p:cNvPr>
          <p:cNvSpPr/>
          <p:nvPr/>
        </p:nvSpPr>
        <p:spPr>
          <a:xfrm>
            <a:off x="3579420" y="4463537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F48D7C47-5D4B-6302-B0D1-CA37113B0ADA}"/>
              </a:ext>
            </a:extLst>
          </p:cNvPr>
          <p:cNvSpPr/>
          <p:nvPr/>
        </p:nvSpPr>
        <p:spPr>
          <a:xfrm>
            <a:off x="3867966" y="5097227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3B0CF54B-8A93-6811-EA98-943FFCF5931F}"/>
              </a:ext>
            </a:extLst>
          </p:cNvPr>
          <p:cNvGrpSpPr/>
          <p:nvPr/>
        </p:nvGrpSpPr>
        <p:grpSpPr>
          <a:xfrm>
            <a:off x="9905676" y="1433553"/>
            <a:ext cx="2239306" cy="1145954"/>
            <a:chOff x="3789910" y="4844732"/>
            <a:chExt cx="2239306" cy="1145954"/>
          </a:xfrm>
        </p:grpSpPr>
        <p:sp>
          <p:nvSpPr>
            <p:cNvPr id="58" name="사각형: 둥근 모서리 57">
              <a:extLst>
                <a:ext uri="{FF2B5EF4-FFF2-40B4-BE49-F238E27FC236}">
                  <a16:creationId xmlns:a16="http://schemas.microsoft.com/office/drawing/2014/main" id="{8C4ABA97-0774-4599-1C73-32BE385AA531}"/>
                </a:ext>
              </a:extLst>
            </p:cNvPr>
            <p:cNvSpPr/>
            <p:nvPr/>
          </p:nvSpPr>
          <p:spPr bwMode="auto">
            <a:xfrm>
              <a:off x="3811372" y="4844732"/>
              <a:ext cx="2156988" cy="114595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tIns="72000" rtlCol="0" anchor="t"/>
            <a:lstStyle/>
            <a:p>
              <a:endPara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9" name="Button">
              <a:extLst>
                <a:ext uri="{FF2B5EF4-FFF2-40B4-BE49-F238E27FC236}">
                  <a16:creationId xmlns:a16="http://schemas.microsoft.com/office/drawing/2014/main" id="{78325F47-E56C-C99D-5177-B13B9F243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304" y="5606210"/>
              <a:ext cx="657124" cy="230676"/>
            </a:xfrm>
            <a:prstGeom prst="roundRect">
              <a:avLst>
                <a:gd name="adj" fmla="val 15416"/>
              </a:avLst>
            </a:prstGeom>
            <a:solidFill>
              <a:schemeClr val="tx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rIns="36000"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확인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02AF2D8C-CE0F-2632-F45E-5C77B4BFE1EB}"/>
                </a:ext>
              </a:extLst>
            </p:cNvPr>
            <p:cNvSpPr txBox="1"/>
            <p:nvPr/>
          </p:nvSpPr>
          <p:spPr>
            <a:xfrm>
              <a:off x="5730736" y="4855933"/>
              <a:ext cx="29848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  <a:sym typeface="Wingdings 2" panose="05020102010507070707" pitchFamily="18" charset="2"/>
                </a:rPr>
                <a:t></a:t>
              </a:r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929A626A-751C-A78B-B700-3B64A196A872}"/>
                </a:ext>
              </a:extLst>
            </p:cNvPr>
            <p:cNvSpPr txBox="1"/>
            <p:nvPr/>
          </p:nvSpPr>
          <p:spPr>
            <a:xfrm>
              <a:off x="3789910" y="4935803"/>
              <a:ext cx="2192758" cy="51552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로그인 실패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0" marR="0" lvl="0" indent="0" algn="ctr" defTabSz="914400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아이디 또는 비밀번호가 일치하지 않습니다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</a:t>
              </a:r>
            </a:p>
          </p:txBody>
        </p:sp>
      </p:grp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6D6CA694-1AD9-2FB5-445C-3DF811FA688C}"/>
              </a:ext>
            </a:extLst>
          </p:cNvPr>
          <p:cNvGrpSpPr/>
          <p:nvPr/>
        </p:nvGrpSpPr>
        <p:grpSpPr>
          <a:xfrm>
            <a:off x="9927138" y="3721920"/>
            <a:ext cx="2217844" cy="1145954"/>
            <a:chOff x="3804218" y="4844732"/>
            <a:chExt cx="2217844" cy="1145954"/>
          </a:xfrm>
        </p:grpSpPr>
        <p:sp>
          <p:nvSpPr>
            <p:cNvPr id="63" name="사각형: 둥근 모서리 62">
              <a:extLst>
                <a:ext uri="{FF2B5EF4-FFF2-40B4-BE49-F238E27FC236}">
                  <a16:creationId xmlns:a16="http://schemas.microsoft.com/office/drawing/2014/main" id="{E3B812AB-D890-E89D-EFD0-44C35D47ABCA}"/>
                </a:ext>
              </a:extLst>
            </p:cNvPr>
            <p:cNvSpPr/>
            <p:nvPr/>
          </p:nvSpPr>
          <p:spPr bwMode="auto">
            <a:xfrm>
              <a:off x="3804218" y="4844732"/>
              <a:ext cx="2171296" cy="114595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tIns="72000" rtlCol="0" anchor="t"/>
            <a:lstStyle/>
            <a:p>
              <a:endPara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4" name="Button">
              <a:extLst>
                <a:ext uri="{FF2B5EF4-FFF2-40B4-BE49-F238E27FC236}">
                  <a16:creationId xmlns:a16="http://schemas.microsoft.com/office/drawing/2014/main" id="{9610CB25-73C4-91EF-90D7-A1AA715D4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304" y="5606210"/>
              <a:ext cx="657124" cy="230676"/>
            </a:xfrm>
            <a:prstGeom prst="roundRect">
              <a:avLst>
                <a:gd name="adj" fmla="val 15416"/>
              </a:avLst>
            </a:prstGeom>
            <a:solidFill>
              <a:schemeClr val="tx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rIns="36000"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확인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8B14B033-DFAC-A1A5-9D66-851361D5B84C}"/>
                </a:ext>
              </a:extLst>
            </p:cNvPr>
            <p:cNvSpPr txBox="1"/>
            <p:nvPr/>
          </p:nvSpPr>
          <p:spPr>
            <a:xfrm>
              <a:off x="5723582" y="4855933"/>
              <a:ext cx="29848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  <a:sym typeface="Wingdings 2" panose="05020102010507070707" pitchFamily="18" charset="2"/>
                </a:rPr>
                <a:t></a:t>
              </a:r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47FDF57C-9886-D5AD-8CCE-ABF6C0503E22}"/>
                </a:ext>
              </a:extLst>
            </p:cNvPr>
            <p:cNvSpPr txBox="1"/>
            <p:nvPr/>
          </p:nvSpPr>
          <p:spPr>
            <a:xfrm>
              <a:off x="4095544" y="4935803"/>
              <a:ext cx="1581490" cy="51552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로그인 실패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0" marR="0" lvl="0" indent="0" algn="ctr" defTabSz="914400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로그인에 실패했습니다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</a:t>
              </a:r>
            </a:p>
          </p:txBody>
        </p:sp>
      </p:grp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66DBDA36-04DD-C628-0662-E1232E32864C}"/>
              </a:ext>
            </a:extLst>
          </p:cNvPr>
          <p:cNvSpPr/>
          <p:nvPr/>
        </p:nvSpPr>
        <p:spPr>
          <a:xfrm>
            <a:off x="3791744" y="3815417"/>
            <a:ext cx="110893" cy="110893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87151F3F-53CF-6D3A-ABCD-E79947807A3A}"/>
              </a:ext>
            </a:extLst>
          </p:cNvPr>
          <p:cNvSpPr txBox="1"/>
          <p:nvPr/>
        </p:nvSpPr>
        <p:spPr>
          <a:xfrm>
            <a:off x="3859311" y="3763141"/>
            <a:ext cx="97654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로그인 상태 유지</a:t>
            </a:r>
            <a:endParaRPr lang="ko-KR" altLang="en-US" sz="800" dirty="0" err="1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714B9A93-3C58-242C-EBD5-627350B83DEB}"/>
              </a:ext>
            </a:extLst>
          </p:cNvPr>
          <p:cNvSpPr/>
          <p:nvPr/>
        </p:nvSpPr>
        <p:spPr>
          <a:xfrm>
            <a:off x="4943872" y="3815417"/>
            <a:ext cx="110893" cy="110893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3D5B400E-A0B5-603B-AD6B-0232A65CFA01}"/>
              </a:ext>
            </a:extLst>
          </p:cNvPr>
          <p:cNvSpPr txBox="1"/>
          <p:nvPr/>
        </p:nvSpPr>
        <p:spPr>
          <a:xfrm>
            <a:off x="5011439" y="3763141"/>
            <a:ext cx="7344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아이디 저장</a:t>
            </a: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D9F1EEA0-30EE-040E-EA99-E7AA2AE23411}"/>
              </a:ext>
            </a:extLst>
          </p:cNvPr>
          <p:cNvSpPr/>
          <p:nvPr/>
        </p:nvSpPr>
        <p:spPr>
          <a:xfrm>
            <a:off x="3575720" y="3796367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5 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A5969AD-0AE9-DB41-D641-818C4E7BFC83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81501" y="1911336"/>
            <a:ext cx="699032" cy="257524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AA5DCAB-1AFB-664F-50A5-B5261B5B7C82}"/>
              </a:ext>
            </a:extLst>
          </p:cNvPr>
          <p:cNvSpPr txBox="1"/>
          <p:nvPr/>
        </p:nvSpPr>
        <p:spPr>
          <a:xfrm>
            <a:off x="3716808" y="2268855"/>
            <a:ext cx="203375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Calibri"/>
                <a:sym typeface="Calibri"/>
              </a:rPr>
              <a:t>크리에이터 리모컨 로그인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18086526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AE48EA34-A13D-0CFE-327D-3E805A73C1FB}"/>
              </a:ext>
            </a:extLst>
          </p:cNvPr>
          <p:cNvGrpSpPr/>
          <p:nvPr/>
        </p:nvGrpSpPr>
        <p:grpSpPr>
          <a:xfrm>
            <a:off x="944234" y="1479917"/>
            <a:ext cx="7433067" cy="4521304"/>
            <a:chOff x="944234" y="1479917"/>
            <a:chExt cx="7433067" cy="4521304"/>
          </a:xfrm>
        </p:grpSpPr>
        <p:grpSp>
          <p:nvGrpSpPr>
            <p:cNvPr id="117" name="그룹 116">
              <a:extLst>
                <a:ext uri="{FF2B5EF4-FFF2-40B4-BE49-F238E27FC236}">
                  <a16:creationId xmlns:a16="http://schemas.microsoft.com/office/drawing/2014/main" id="{07A6A396-6EC7-595E-A161-5A90FF057AC7}"/>
                </a:ext>
              </a:extLst>
            </p:cNvPr>
            <p:cNvGrpSpPr/>
            <p:nvPr/>
          </p:nvGrpSpPr>
          <p:grpSpPr>
            <a:xfrm>
              <a:off x="944234" y="1479917"/>
              <a:ext cx="7433067" cy="4521304"/>
              <a:chOff x="944234" y="1479917"/>
              <a:chExt cx="7433067" cy="4521304"/>
            </a:xfrm>
          </p:grpSpPr>
          <p:sp>
            <p:nvSpPr>
              <p:cNvPr id="119" name="Google Shape;1197;p27">
                <a:extLst>
                  <a:ext uri="{FF2B5EF4-FFF2-40B4-BE49-F238E27FC236}">
                    <a16:creationId xmlns:a16="http://schemas.microsoft.com/office/drawing/2014/main" id="{2A7F7C14-C3F7-84A9-C06E-7BECCDAC5BE4}"/>
                  </a:ext>
                </a:extLst>
              </p:cNvPr>
              <p:cNvSpPr/>
              <p:nvPr/>
            </p:nvSpPr>
            <p:spPr>
              <a:xfrm>
                <a:off x="944234" y="1479917"/>
                <a:ext cx="7433067" cy="4521304"/>
              </a:xfrm>
              <a:prstGeom prst="roundRect">
                <a:avLst>
                  <a:gd name="adj" fmla="val 580"/>
                </a:avLst>
              </a:prstGeom>
              <a:solidFill>
                <a:srgbClr val="7F7F7F"/>
              </a:solidFill>
              <a:ln w="9525" cap="flat" cmpd="sng">
                <a:solidFill>
                  <a:srgbClr val="33333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1650" tIns="24650" rIns="61650" bIns="24650" anchor="t" anchorCtr="0">
                <a:noAutofit/>
              </a:bodyPr>
              <a:lstStyle/>
              <a:p>
                <a:pPr fontAlgn="base"/>
                <a:endParaRPr kumimoji="1" sz="856" b="1" dirty="0">
                  <a:solidFill>
                    <a:prstClr val="white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20" name="Google Shape;1199;p27">
                <a:extLst>
                  <a:ext uri="{FF2B5EF4-FFF2-40B4-BE49-F238E27FC236}">
                    <a16:creationId xmlns:a16="http://schemas.microsoft.com/office/drawing/2014/main" id="{8B013058-4CAA-15B5-AB16-4C912F0EF87B}"/>
                  </a:ext>
                </a:extLst>
              </p:cNvPr>
              <p:cNvGrpSpPr/>
              <p:nvPr/>
            </p:nvGrpSpPr>
            <p:grpSpPr>
              <a:xfrm>
                <a:off x="7850439" y="1539019"/>
                <a:ext cx="442113" cy="87537"/>
                <a:chOff x="8040633" y="187272"/>
                <a:chExt cx="890272" cy="181679"/>
              </a:xfrm>
            </p:grpSpPr>
            <p:sp>
              <p:nvSpPr>
                <p:cNvPr id="125" name="Google Shape;1200;p27">
                  <a:extLst>
                    <a:ext uri="{FF2B5EF4-FFF2-40B4-BE49-F238E27FC236}">
                      <a16:creationId xmlns:a16="http://schemas.microsoft.com/office/drawing/2014/main" id="{2A77170D-0D77-8515-8A27-01623B00FAA0}"/>
                    </a:ext>
                  </a:extLst>
                </p:cNvPr>
                <p:cNvSpPr/>
                <p:nvPr/>
              </p:nvSpPr>
              <p:spPr>
                <a:xfrm>
                  <a:off x="8753828" y="191300"/>
                  <a:ext cx="177077" cy="1776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" h="241" extrusionOk="0">
                      <a:moveTo>
                        <a:pt x="12" y="15"/>
                      </a:moveTo>
                      <a:cubicBezTo>
                        <a:pt x="0" y="26"/>
                        <a:pt x="0" y="45"/>
                        <a:pt x="12" y="56"/>
                      </a:cubicBezTo>
                      <a:lnTo>
                        <a:pt x="80" y="122"/>
                      </a:lnTo>
                      <a:lnTo>
                        <a:pt x="12" y="188"/>
                      </a:lnTo>
                      <a:cubicBezTo>
                        <a:pt x="0" y="199"/>
                        <a:pt x="0" y="218"/>
                        <a:pt x="12" y="229"/>
                      </a:cubicBezTo>
                      <a:cubicBezTo>
                        <a:pt x="24" y="241"/>
                        <a:pt x="44" y="241"/>
                        <a:pt x="56" y="229"/>
                      </a:cubicBezTo>
                      <a:lnTo>
                        <a:pt x="123" y="165"/>
                      </a:lnTo>
                      <a:lnTo>
                        <a:pt x="190" y="229"/>
                      </a:lnTo>
                      <a:cubicBezTo>
                        <a:pt x="202" y="241"/>
                        <a:pt x="222" y="241"/>
                        <a:pt x="234" y="229"/>
                      </a:cubicBezTo>
                      <a:cubicBezTo>
                        <a:pt x="246" y="218"/>
                        <a:pt x="246" y="199"/>
                        <a:pt x="234" y="188"/>
                      </a:cubicBezTo>
                      <a:lnTo>
                        <a:pt x="167" y="122"/>
                      </a:lnTo>
                      <a:lnTo>
                        <a:pt x="234" y="56"/>
                      </a:lnTo>
                      <a:cubicBezTo>
                        <a:pt x="246" y="45"/>
                        <a:pt x="246" y="26"/>
                        <a:pt x="234" y="15"/>
                      </a:cubicBezTo>
                      <a:cubicBezTo>
                        <a:pt x="222" y="3"/>
                        <a:pt x="202" y="3"/>
                        <a:pt x="190" y="15"/>
                      </a:cubicBezTo>
                      <a:lnTo>
                        <a:pt x="123" y="79"/>
                      </a:lnTo>
                      <a:lnTo>
                        <a:pt x="56" y="15"/>
                      </a:lnTo>
                      <a:cubicBezTo>
                        <a:pt x="41" y="0"/>
                        <a:pt x="26" y="3"/>
                        <a:pt x="12" y="1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9525" cap="flat" cmpd="sng">
                  <a:solidFill>
                    <a:srgbClr val="33333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78300" tIns="39150" rIns="78300" bIns="39150" anchor="t" anchorCtr="0">
                  <a:noAutofit/>
                </a:bodyPr>
                <a:lstStyle/>
                <a:p>
                  <a:pPr latinLnBrk="0">
                    <a:defRPr/>
                  </a:pPr>
                  <a:endParaRPr sz="771" kern="0">
                    <a:solidFill>
                      <a:srgbClr val="262626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6" name="Google Shape;1201;p27">
                  <a:extLst>
                    <a:ext uri="{FF2B5EF4-FFF2-40B4-BE49-F238E27FC236}">
                      <a16:creationId xmlns:a16="http://schemas.microsoft.com/office/drawing/2014/main" id="{DA6D4E21-31D0-BD53-B66D-ACA96C231807}"/>
                    </a:ext>
                  </a:extLst>
                </p:cNvPr>
                <p:cNvSpPr/>
                <p:nvPr/>
              </p:nvSpPr>
              <p:spPr>
                <a:xfrm>
                  <a:off x="8403131" y="187272"/>
                  <a:ext cx="179950" cy="1816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" h="246" extrusionOk="0">
                      <a:moveTo>
                        <a:pt x="154" y="0"/>
                      </a:moveTo>
                      <a:cubicBezTo>
                        <a:pt x="131" y="0"/>
                        <a:pt x="108" y="1"/>
                        <a:pt x="86" y="1"/>
                      </a:cubicBezTo>
                      <a:cubicBezTo>
                        <a:pt x="70" y="1"/>
                        <a:pt x="57" y="13"/>
                        <a:pt x="57" y="28"/>
                      </a:cubicBezTo>
                      <a:lnTo>
                        <a:pt x="57" y="59"/>
                      </a:lnTo>
                      <a:cubicBezTo>
                        <a:pt x="48" y="59"/>
                        <a:pt x="38" y="59"/>
                        <a:pt x="28" y="59"/>
                      </a:cubicBezTo>
                      <a:cubicBezTo>
                        <a:pt x="13" y="59"/>
                        <a:pt x="0" y="71"/>
                        <a:pt x="0" y="86"/>
                      </a:cubicBezTo>
                      <a:lnTo>
                        <a:pt x="0" y="218"/>
                      </a:lnTo>
                      <a:cubicBezTo>
                        <a:pt x="0" y="233"/>
                        <a:pt x="13" y="246"/>
                        <a:pt x="28" y="246"/>
                      </a:cubicBezTo>
                      <a:lnTo>
                        <a:pt x="165" y="246"/>
                      </a:lnTo>
                      <a:cubicBezTo>
                        <a:pt x="183" y="246"/>
                        <a:pt x="193" y="231"/>
                        <a:pt x="193" y="218"/>
                      </a:cubicBezTo>
                      <a:lnTo>
                        <a:pt x="193" y="188"/>
                      </a:lnTo>
                      <a:lnTo>
                        <a:pt x="222" y="188"/>
                      </a:lnTo>
                      <a:cubicBezTo>
                        <a:pt x="240" y="188"/>
                        <a:pt x="250" y="173"/>
                        <a:pt x="250" y="160"/>
                      </a:cubicBezTo>
                      <a:lnTo>
                        <a:pt x="250" y="27"/>
                      </a:lnTo>
                      <a:cubicBezTo>
                        <a:pt x="250" y="9"/>
                        <a:pt x="237" y="0"/>
                        <a:pt x="222" y="0"/>
                      </a:cubicBezTo>
                      <a:cubicBezTo>
                        <a:pt x="199" y="0"/>
                        <a:pt x="177" y="0"/>
                        <a:pt x="154" y="0"/>
                      </a:cubicBezTo>
                      <a:close/>
                      <a:moveTo>
                        <a:pt x="109" y="52"/>
                      </a:moveTo>
                      <a:lnTo>
                        <a:pt x="198" y="52"/>
                      </a:lnTo>
                      <a:lnTo>
                        <a:pt x="198" y="138"/>
                      </a:lnTo>
                      <a:lnTo>
                        <a:pt x="193" y="138"/>
                      </a:lnTo>
                      <a:lnTo>
                        <a:pt x="193" y="85"/>
                      </a:lnTo>
                      <a:cubicBezTo>
                        <a:pt x="193" y="67"/>
                        <a:pt x="180" y="58"/>
                        <a:pt x="165" y="58"/>
                      </a:cubicBezTo>
                      <a:cubicBezTo>
                        <a:pt x="146" y="58"/>
                        <a:pt x="128" y="58"/>
                        <a:pt x="109" y="58"/>
                      </a:cubicBezTo>
                      <a:lnTo>
                        <a:pt x="109" y="52"/>
                      </a:lnTo>
                      <a:close/>
                      <a:moveTo>
                        <a:pt x="53" y="110"/>
                      </a:moveTo>
                      <a:lnTo>
                        <a:pt x="141" y="110"/>
                      </a:lnTo>
                      <a:lnTo>
                        <a:pt x="141" y="196"/>
                      </a:lnTo>
                      <a:lnTo>
                        <a:pt x="53" y="196"/>
                      </a:lnTo>
                      <a:lnTo>
                        <a:pt x="53" y="11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9525" cap="flat" cmpd="sng">
                  <a:solidFill>
                    <a:srgbClr val="33333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78300" tIns="39150" rIns="78300" bIns="39150" anchor="t" anchorCtr="0">
                  <a:noAutofit/>
                </a:bodyPr>
                <a:lstStyle/>
                <a:p>
                  <a:pPr latinLnBrk="0">
                    <a:defRPr/>
                  </a:pPr>
                  <a:endParaRPr sz="771" kern="0">
                    <a:solidFill>
                      <a:srgbClr val="262626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7" name="Google Shape;1202;p27">
                  <a:extLst>
                    <a:ext uri="{FF2B5EF4-FFF2-40B4-BE49-F238E27FC236}">
                      <a16:creationId xmlns:a16="http://schemas.microsoft.com/office/drawing/2014/main" id="{8EF6121B-F1F6-A0C3-3F98-FE8F31DFCC70}"/>
                    </a:ext>
                  </a:extLst>
                </p:cNvPr>
                <p:cNvSpPr/>
                <p:nvPr/>
              </p:nvSpPr>
              <p:spPr>
                <a:xfrm>
                  <a:off x="8040633" y="325833"/>
                  <a:ext cx="169606" cy="431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" h="59" extrusionOk="0">
                      <a:moveTo>
                        <a:pt x="32" y="0"/>
                      </a:moveTo>
                      <a:cubicBezTo>
                        <a:pt x="15" y="0"/>
                        <a:pt x="0" y="13"/>
                        <a:pt x="0" y="30"/>
                      </a:cubicBezTo>
                      <a:cubicBezTo>
                        <a:pt x="0" y="46"/>
                        <a:pt x="15" y="59"/>
                        <a:pt x="32" y="59"/>
                      </a:cubicBezTo>
                      <a:lnTo>
                        <a:pt x="205" y="59"/>
                      </a:lnTo>
                      <a:cubicBezTo>
                        <a:pt x="222" y="59"/>
                        <a:pt x="236" y="46"/>
                        <a:pt x="236" y="30"/>
                      </a:cubicBezTo>
                      <a:cubicBezTo>
                        <a:pt x="236" y="13"/>
                        <a:pt x="222" y="0"/>
                        <a:pt x="205" y="0"/>
                      </a:cubicBezTo>
                      <a:lnTo>
                        <a:pt x="32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9525" cap="flat" cmpd="sng">
                  <a:solidFill>
                    <a:srgbClr val="33333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78300" tIns="39150" rIns="78300" bIns="39150" anchor="t" anchorCtr="0">
                  <a:noAutofit/>
                </a:bodyPr>
                <a:lstStyle/>
                <a:p>
                  <a:pPr latinLnBrk="0">
                    <a:defRPr/>
                  </a:pPr>
                  <a:endParaRPr sz="771" kern="0">
                    <a:solidFill>
                      <a:srgbClr val="262626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21" name="그룹 120">
                <a:extLst>
                  <a:ext uri="{FF2B5EF4-FFF2-40B4-BE49-F238E27FC236}">
                    <a16:creationId xmlns:a16="http://schemas.microsoft.com/office/drawing/2014/main" id="{67382C69-3EA7-B56A-132F-4D2689E30C24}"/>
                  </a:ext>
                </a:extLst>
              </p:cNvPr>
              <p:cNvGrpSpPr/>
              <p:nvPr/>
            </p:nvGrpSpPr>
            <p:grpSpPr>
              <a:xfrm>
                <a:off x="993316" y="1512259"/>
                <a:ext cx="816595" cy="128258"/>
                <a:chOff x="186200" y="958444"/>
                <a:chExt cx="900035" cy="128258"/>
              </a:xfrm>
            </p:grpSpPr>
            <p:pic>
              <p:nvPicPr>
                <p:cNvPr id="123" name="그림 122">
                  <a:extLst>
                    <a:ext uri="{FF2B5EF4-FFF2-40B4-BE49-F238E27FC236}">
                      <a16:creationId xmlns:a16="http://schemas.microsoft.com/office/drawing/2014/main" id="{4C531967-0A8B-0922-B0B2-F30CD11F179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58636"/>
                <a:stretch/>
              </p:blipFill>
              <p:spPr>
                <a:xfrm>
                  <a:off x="186200" y="958444"/>
                  <a:ext cx="372764" cy="128258"/>
                </a:xfrm>
                <a:prstGeom prst="rect">
                  <a:avLst/>
                </a:prstGeom>
              </p:spPr>
            </p:pic>
            <p:pic>
              <p:nvPicPr>
                <p:cNvPr id="124" name="그림 123">
                  <a:extLst>
                    <a:ext uri="{FF2B5EF4-FFF2-40B4-BE49-F238E27FC236}">
                      <a16:creationId xmlns:a16="http://schemas.microsoft.com/office/drawing/2014/main" id="{74E753D6-BBEE-588A-B98F-2319AFED49A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 rotWithShape="1">
                <a:blip r:embed="rId2">
                  <a:lum bright="70000" contrast="-70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41491"/>
                <a:stretch/>
              </p:blipFill>
              <p:spPr>
                <a:xfrm>
                  <a:off x="558964" y="958444"/>
                  <a:ext cx="527271" cy="128258"/>
                </a:xfrm>
                <a:prstGeom prst="rect">
                  <a:avLst/>
                </a:prstGeom>
              </p:spPr>
            </p:pic>
          </p:grpSp>
          <p:pic>
            <p:nvPicPr>
              <p:cNvPr id="122" name="그래픽 121">
                <a:extLst>
                  <a:ext uri="{FF2B5EF4-FFF2-40B4-BE49-F238E27FC236}">
                    <a16:creationId xmlns:a16="http://schemas.microsoft.com/office/drawing/2014/main" id="{47AA8CB6-5EF0-6B24-6928-F831B10CA9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7635342" y="1503839"/>
                <a:ext cx="145612" cy="145612"/>
              </a:xfrm>
              <a:prstGeom prst="rect">
                <a:avLst/>
              </a:prstGeom>
            </p:spPr>
          </p:pic>
        </p:grpSp>
        <p:sp>
          <p:nvSpPr>
            <p:cNvPr id="118" name="Google Shape;1198;p27">
              <a:extLst>
                <a:ext uri="{FF2B5EF4-FFF2-40B4-BE49-F238E27FC236}">
                  <a16:creationId xmlns:a16="http://schemas.microsoft.com/office/drawing/2014/main" id="{D1F0857B-BA99-3AA2-967B-1C0DE322E289}"/>
                </a:ext>
              </a:extLst>
            </p:cNvPr>
            <p:cNvSpPr/>
            <p:nvPr/>
          </p:nvSpPr>
          <p:spPr>
            <a:xfrm>
              <a:off x="993316" y="1681793"/>
              <a:ext cx="7340558" cy="4277849"/>
            </a:xfrm>
            <a:prstGeom prst="rect">
              <a:avLst/>
            </a:prstGeom>
            <a:solidFill>
              <a:schemeClr val="bg1"/>
            </a:solidFill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cs typeface="Calibri"/>
                <a:sym typeface="Calibri"/>
              </a:endParaRPr>
            </a:p>
          </p:txBody>
        </p:sp>
      </p:grpSp>
      <p:pic>
        <p:nvPicPr>
          <p:cNvPr id="128" name="그림 127">
            <a:extLst>
              <a:ext uri="{FF2B5EF4-FFF2-40B4-BE49-F238E27FC236}">
                <a16:creationId xmlns:a16="http://schemas.microsoft.com/office/drawing/2014/main" id="{609A187B-A663-D49B-C26D-55B8AE386476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81501" y="1911336"/>
            <a:ext cx="699032" cy="257524"/>
          </a:xfrm>
          <a:prstGeom prst="rect">
            <a:avLst/>
          </a:prstGeom>
        </p:spPr>
      </p:pic>
      <p:sp>
        <p:nvSpPr>
          <p:cNvPr id="129" name="TextBox 128">
            <a:extLst>
              <a:ext uri="{FF2B5EF4-FFF2-40B4-BE49-F238E27FC236}">
                <a16:creationId xmlns:a16="http://schemas.microsoft.com/office/drawing/2014/main" id="{26465CEA-87E9-E63D-A2C7-EC143CC7E3A1}"/>
              </a:ext>
            </a:extLst>
          </p:cNvPr>
          <p:cNvSpPr txBox="1"/>
          <p:nvPr/>
        </p:nvSpPr>
        <p:spPr>
          <a:xfrm>
            <a:off x="3716808" y="2268855"/>
            <a:ext cx="203375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Calibri"/>
                <a:sym typeface="Calibri"/>
              </a:rPr>
              <a:t>크리에이터 리모컨 로그인</a:t>
            </a:r>
            <a:endParaRPr lang="ko-KR" altLang="en-US" dirty="0"/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E1969A4C-BDC6-6D3E-3082-4D38F6334B6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/>
              <a:t>로그인 계정 선택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BCB58075-E8DB-40F1-9981-D06B02C2E56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로그인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F5E3FC8-C38B-3813-598B-0BD01DBE1A3B}"/>
              </a:ext>
            </a:extLst>
          </p:cNvPr>
          <p:cNvSpPr txBox="1"/>
          <p:nvPr/>
        </p:nvSpPr>
        <p:spPr>
          <a:xfrm>
            <a:off x="3712633" y="2756855"/>
            <a:ext cx="2036768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Calibri"/>
                <a:sym typeface="Calibri"/>
              </a:rPr>
              <a:t>로그인 계정 선택</a:t>
            </a:r>
            <a:endParaRPr kumimoji="0" lang="en-US" altLang="ko-KR" sz="10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Calibri"/>
              <a:sym typeface="Calibri"/>
            </a:endParaRP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FA5082B6-7836-19FE-D03D-B494B353CA83}"/>
              </a:ext>
            </a:extLst>
          </p:cNvPr>
          <p:cNvSpPr/>
          <p:nvPr/>
        </p:nvSpPr>
        <p:spPr>
          <a:xfrm>
            <a:off x="3722905" y="3028764"/>
            <a:ext cx="2016224" cy="335258"/>
          </a:xfrm>
          <a:prstGeom prst="roundRect">
            <a:avLst/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</a:rPr>
              <a:t>          닉네임</a:t>
            </a:r>
          </a:p>
        </p:txBody>
      </p:sp>
      <p:pic>
        <p:nvPicPr>
          <p:cNvPr id="34" name="그래픽 33">
            <a:extLst>
              <a:ext uri="{FF2B5EF4-FFF2-40B4-BE49-F238E27FC236}">
                <a16:creationId xmlns:a16="http://schemas.microsoft.com/office/drawing/2014/main" id="{9F6DFDB9-8AF6-8EEB-27BD-4823350F742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421376" y="3081550"/>
            <a:ext cx="228600" cy="238125"/>
          </a:xfrm>
          <a:prstGeom prst="rect">
            <a:avLst/>
          </a:prstGeom>
        </p:spPr>
      </p:pic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D7FBF35F-7AB3-C276-AED6-36D85D84DC32}"/>
              </a:ext>
            </a:extLst>
          </p:cNvPr>
          <p:cNvSpPr/>
          <p:nvPr/>
        </p:nvSpPr>
        <p:spPr>
          <a:xfrm>
            <a:off x="3722905" y="3413166"/>
            <a:ext cx="2016224" cy="335258"/>
          </a:xfrm>
          <a:prstGeom prst="round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</a:rPr>
              <a:t>          닉네임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8577E155-5FA4-3403-BEAB-536C71AE61F7}"/>
              </a:ext>
            </a:extLst>
          </p:cNvPr>
          <p:cNvSpPr/>
          <p:nvPr/>
        </p:nvSpPr>
        <p:spPr>
          <a:xfrm>
            <a:off x="3722905" y="3802874"/>
            <a:ext cx="2016224" cy="335258"/>
          </a:xfrm>
          <a:prstGeom prst="round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</a:rPr>
              <a:t>          닉네임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5A671832-1E16-A7C4-2E81-29885BD5DEAA}"/>
              </a:ext>
            </a:extLst>
          </p:cNvPr>
          <p:cNvSpPr/>
          <p:nvPr/>
        </p:nvSpPr>
        <p:spPr>
          <a:xfrm>
            <a:off x="3722905" y="4192657"/>
            <a:ext cx="2016224" cy="335258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b="1"/>
              <a:t>로그인</a:t>
            </a:r>
            <a:endParaRPr lang="ko-KR" altLang="en-US" sz="900" b="1" dirty="0"/>
          </a:p>
        </p:txBody>
      </p:sp>
      <p:pic>
        <p:nvPicPr>
          <p:cNvPr id="38" name="그래픽 37">
            <a:extLst>
              <a:ext uri="{FF2B5EF4-FFF2-40B4-BE49-F238E27FC236}">
                <a16:creationId xmlns:a16="http://schemas.microsoft.com/office/drawing/2014/main" id="{7CBF1D99-7F32-2EE6-C887-49AAA7C12273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5421376" y="3467350"/>
            <a:ext cx="228600" cy="238125"/>
          </a:xfrm>
          <a:prstGeom prst="rect">
            <a:avLst/>
          </a:prstGeom>
        </p:spPr>
      </p:pic>
      <p:pic>
        <p:nvPicPr>
          <p:cNvPr id="39" name="그래픽 38">
            <a:extLst>
              <a:ext uri="{FF2B5EF4-FFF2-40B4-BE49-F238E27FC236}">
                <a16:creationId xmlns:a16="http://schemas.microsoft.com/office/drawing/2014/main" id="{91FEA1CF-F398-0D6D-EBF9-7FD3AB4936D8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5421376" y="3858878"/>
            <a:ext cx="228600" cy="238125"/>
          </a:xfrm>
          <a:prstGeom prst="rect">
            <a:avLst/>
          </a:prstGeom>
        </p:spPr>
      </p:pic>
      <p:pic>
        <p:nvPicPr>
          <p:cNvPr id="41" name="그림 40">
            <a:extLst>
              <a:ext uri="{FF2B5EF4-FFF2-40B4-BE49-F238E27FC236}">
                <a16:creationId xmlns:a16="http://schemas.microsoft.com/office/drawing/2014/main" id="{787FC563-B538-76B6-7503-CA10276C3CA7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795284" y="3066852"/>
            <a:ext cx="247685" cy="266737"/>
          </a:xfrm>
          <a:prstGeom prst="rect">
            <a:avLst/>
          </a:prstGeom>
        </p:spPr>
      </p:pic>
      <p:pic>
        <p:nvPicPr>
          <p:cNvPr id="43" name="그림 42">
            <a:extLst>
              <a:ext uri="{FF2B5EF4-FFF2-40B4-BE49-F238E27FC236}">
                <a16:creationId xmlns:a16="http://schemas.microsoft.com/office/drawing/2014/main" id="{75CCBBE5-F0CE-B2EB-71A0-276256C26FDC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771468" y="3467255"/>
            <a:ext cx="295316" cy="219106"/>
          </a:xfrm>
          <a:prstGeom prst="rect">
            <a:avLst/>
          </a:prstGeom>
        </p:spPr>
      </p:pic>
      <p:pic>
        <p:nvPicPr>
          <p:cNvPr id="45" name="그림 44">
            <a:extLst>
              <a:ext uri="{FF2B5EF4-FFF2-40B4-BE49-F238E27FC236}">
                <a16:creationId xmlns:a16="http://schemas.microsoft.com/office/drawing/2014/main" id="{C7AE4FC3-A4F5-59B5-AA9A-859AC4A693B0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804810" y="3858878"/>
            <a:ext cx="228632" cy="228632"/>
          </a:xfrm>
          <a:prstGeom prst="rect">
            <a:avLst/>
          </a:prstGeom>
        </p:spPr>
      </p:pic>
      <p:sp>
        <p:nvSpPr>
          <p:cNvPr id="16" name="순서도: 처리 15">
            <a:extLst>
              <a:ext uri="{FF2B5EF4-FFF2-40B4-BE49-F238E27FC236}">
                <a16:creationId xmlns:a16="http://schemas.microsoft.com/office/drawing/2014/main" id="{9410850E-C229-46A5-FC38-C601D4E74D63}"/>
              </a:ext>
            </a:extLst>
          </p:cNvPr>
          <p:cNvSpPr/>
          <p:nvPr/>
        </p:nvSpPr>
        <p:spPr>
          <a:xfrm>
            <a:off x="993315" y="1681793"/>
            <a:ext cx="7340557" cy="4277849"/>
          </a:xfrm>
          <a:prstGeom prst="flowChartProcess">
            <a:avLst/>
          </a:prstGeom>
          <a:solidFill>
            <a:schemeClr val="tx1">
              <a:lumMod val="50000"/>
              <a:lumOff val="50000"/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차세대 통합계정 적용 시 삭제</a:t>
            </a:r>
          </a:p>
        </p:txBody>
      </p:sp>
    </p:spTree>
    <p:extLst>
      <p:ext uri="{BB962C8B-B14F-4D97-AF65-F5344CB8AC3E}">
        <p14:creationId xmlns:p14="http://schemas.microsoft.com/office/powerpoint/2010/main" val="129672376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3" name="그림 272">
            <a:extLst>
              <a:ext uri="{FF2B5EF4-FFF2-40B4-BE49-F238E27FC236}">
                <a16:creationId xmlns:a16="http://schemas.microsoft.com/office/drawing/2014/main" id="{8D1D82D7-DA6B-8D72-451A-F122DE8FF78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-39000" contrast="-42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32988" y="1479917"/>
            <a:ext cx="7449958" cy="4535817"/>
          </a:xfrm>
          <a:prstGeom prst="rect">
            <a:avLst/>
          </a:prstGeom>
        </p:spPr>
      </p:pic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4C4C2970-08F9-CF65-F5D0-ABEA3AB9CA49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광고 팝업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4C138415-207C-B401-9FD1-2FD9065E20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광고 팝업</a:t>
            </a: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4CA0F982-7890-99B3-39C6-07E4FC16B1C0}"/>
              </a:ext>
            </a:extLst>
          </p:cNvPr>
          <p:cNvSpPr/>
          <p:nvPr/>
        </p:nvSpPr>
        <p:spPr>
          <a:xfrm>
            <a:off x="3650896" y="2516542"/>
            <a:ext cx="2160240" cy="2676654"/>
          </a:xfrm>
          <a:prstGeom prst="roundRect">
            <a:avLst>
              <a:gd name="adj" fmla="val 5203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altLang="ko-KR" sz="800" dirty="0" err="1">
                <a:solidFill>
                  <a:schemeClr val="tx1"/>
                </a:solidFill>
              </a:rPr>
              <a:t>Img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50000"/>
              </a:lnSpc>
            </a:pPr>
            <a:endParaRPr lang="ko-KR" altLang="en-US" sz="800" dirty="0">
              <a:solidFill>
                <a:schemeClr val="tx1"/>
              </a:solidFill>
            </a:endParaRPr>
          </a:p>
        </p:txBody>
      </p:sp>
      <p:pic>
        <p:nvPicPr>
          <p:cNvPr id="8" name="그래픽 7">
            <a:extLst>
              <a:ext uri="{FF2B5EF4-FFF2-40B4-BE49-F238E27FC236}">
                <a16:creationId xmlns:a16="http://schemas.microsoft.com/office/drawing/2014/main" id="{5DDDFCDE-C71A-CFA0-F570-274AD858647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867400" y="3740569"/>
            <a:ext cx="228600" cy="228600"/>
          </a:xfrm>
          <a:prstGeom prst="rect">
            <a:avLst/>
          </a:prstGeom>
        </p:spPr>
      </p:pic>
      <p:pic>
        <p:nvPicPr>
          <p:cNvPr id="9" name="그래픽 8">
            <a:extLst>
              <a:ext uri="{FF2B5EF4-FFF2-40B4-BE49-F238E27FC236}">
                <a16:creationId xmlns:a16="http://schemas.microsoft.com/office/drawing/2014/main" id="{A48B2BD1-4EB3-5755-A643-AEB22426F2A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rot="10800000">
            <a:off x="3359697" y="3740569"/>
            <a:ext cx="228600" cy="228600"/>
          </a:xfrm>
          <a:prstGeom prst="rect">
            <a:avLst/>
          </a:prstGeom>
        </p:spPr>
      </p:pic>
      <p:sp>
        <p:nvSpPr>
          <p:cNvPr id="10" name="사각형: 둥근 위쪽 모서리 9">
            <a:extLst>
              <a:ext uri="{FF2B5EF4-FFF2-40B4-BE49-F238E27FC236}">
                <a16:creationId xmlns:a16="http://schemas.microsoft.com/office/drawing/2014/main" id="{99EF9629-A16A-33CB-45BE-A3410F54F1A0}"/>
              </a:ext>
            </a:extLst>
          </p:cNvPr>
          <p:cNvSpPr/>
          <p:nvPr/>
        </p:nvSpPr>
        <p:spPr>
          <a:xfrm>
            <a:off x="3650896" y="4897043"/>
            <a:ext cx="2160240" cy="296153"/>
          </a:xfrm>
          <a:prstGeom prst="round2SameRect">
            <a:avLst>
              <a:gd name="adj1" fmla="val 0"/>
              <a:gd name="adj2" fmla="val 30703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/>
          <a:lstStyle/>
          <a:p>
            <a:r>
              <a:rPr lang="ko-KR" altLang="en-US" sz="800" b="1" dirty="0"/>
              <a:t>       오늘 하루 열지 않음                             </a:t>
            </a:r>
            <a:r>
              <a:rPr lang="ko-KR" altLang="en-US" sz="800" b="1" u="sng" dirty="0"/>
              <a:t>닫기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9DDDBFB-6E90-005B-55F4-7144B67D58A8}"/>
              </a:ext>
            </a:extLst>
          </p:cNvPr>
          <p:cNvSpPr/>
          <p:nvPr/>
        </p:nvSpPr>
        <p:spPr>
          <a:xfrm>
            <a:off x="3755740" y="4983206"/>
            <a:ext cx="123825" cy="1238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aphicFrame>
        <p:nvGraphicFramePr>
          <p:cNvPr id="12" name="Group 323">
            <a:extLst>
              <a:ext uri="{FF2B5EF4-FFF2-40B4-BE49-F238E27FC236}">
                <a16:creationId xmlns:a16="http://schemas.microsoft.com/office/drawing/2014/main" id="{E4262A82-2C41-358B-6188-FD7F58C3F3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3050089"/>
              </p:ext>
            </p:extLst>
          </p:nvPr>
        </p:nvGraphicFramePr>
        <p:xfrm>
          <a:off x="9625013" y="575703"/>
          <a:ext cx="2519969" cy="1076466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투네이션 관리자 배너시스템 연동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이미지 노출 및 새 창 링크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좌우 롤링 기능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체크 후 닫을 경우 해당일에 열리지 않음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3" name="타원 12">
            <a:extLst>
              <a:ext uri="{FF2B5EF4-FFF2-40B4-BE49-F238E27FC236}">
                <a16:creationId xmlns:a16="http://schemas.microsoft.com/office/drawing/2014/main" id="{40E25AD3-1705-8886-EE8D-5C3B9A01257E}"/>
              </a:ext>
            </a:extLst>
          </p:cNvPr>
          <p:cNvSpPr/>
          <p:nvPr/>
        </p:nvSpPr>
        <p:spPr>
          <a:xfrm>
            <a:off x="4511769" y="3557793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B24FFDD0-5A89-D19A-119A-C6A69ECC10E9}"/>
              </a:ext>
            </a:extLst>
          </p:cNvPr>
          <p:cNvSpPr/>
          <p:nvPr/>
        </p:nvSpPr>
        <p:spPr>
          <a:xfrm>
            <a:off x="3545097" y="4983206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00678997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92FED72A-CD24-0F05-7598-BC61CEE11D6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-39000" contrast="-42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32988" y="1479917"/>
            <a:ext cx="7449958" cy="4535817"/>
          </a:xfrm>
          <a:prstGeom prst="rect">
            <a:avLst/>
          </a:prstGeom>
        </p:spPr>
      </p:pic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2C3B66D7-D197-0966-7377-7F4BA135F18E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점검 화면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4FAFF149-D1C4-7ACB-F318-E892CB4E1F1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점검 화면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BF235CC-5064-6AEC-18AD-DD3ECA669756}"/>
              </a:ext>
            </a:extLst>
          </p:cNvPr>
          <p:cNvSpPr txBox="1"/>
          <p:nvPr/>
        </p:nvSpPr>
        <p:spPr>
          <a:xfrm>
            <a:off x="3763462" y="3184666"/>
            <a:ext cx="1792478" cy="47705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현재 점검 중입니다</a:t>
            </a:r>
            <a:r>
              <a:rPr lang="en-US" altLang="ko-KR" sz="1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pPr algn="ctr"/>
            <a:r>
              <a:rPr lang="ko-KR" altLang="en-US" sz="11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잠시 기다려 주세요</a:t>
            </a:r>
            <a:r>
              <a:rPr lang="en-US" altLang="ko-KR" sz="11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1100" b="1" dirty="0" err="1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432F4E40-A17F-7CD4-5A16-80A2C769FBCB}"/>
              </a:ext>
            </a:extLst>
          </p:cNvPr>
          <p:cNvSpPr/>
          <p:nvPr/>
        </p:nvSpPr>
        <p:spPr>
          <a:xfrm>
            <a:off x="4324733" y="4177994"/>
            <a:ext cx="669937" cy="223114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새로 고침</a:t>
            </a:r>
          </a:p>
        </p:txBody>
      </p:sp>
      <p:pic>
        <p:nvPicPr>
          <p:cNvPr id="77" name="그림 76">
            <a:extLst>
              <a:ext uri="{FF2B5EF4-FFF2-40B4-BE49-F238E27FC236}">
                <a16:creationId xmlns:a16="http://schemas.microsoft.com/office/drawing/2014/main" id="{7BD5C126-67AB-0F8E-4FEB-E3CAFF65E721}"/>
              </a:ext>
            </a:extLst>
          </p:cNvPr>
          <p:cNvPicPr>
            <a:picLocks noChangeAspect="1"/>
          </p:cNvPicPr>
          <p:nvPr/>
        </p:nvPicPr>
        <p:blipFill>
          <a:blip r:embed="rId4">
            <a:lum bright="70000" contrast="-70000"/>
          </a:blip>
          <a:stretch>
            <a:fillRect/>
          </a:stretch>
        </p:blipFill>
        <p:spPr>
          <a:xfrm>
            <a:off x="4485950" y="3679415"/>
            <a:ext cx="347502" cy="347502"/>
          </a:xfrm>
          <a:prstGeom prst="rect">
            <a:avLst/>
          </a:prstGeom>
        </p:spPr>
      </p:pic>
      <p:graphicFrame>
        <p:nvGraphicFramePr>
          <p:cNvPr id="78" name="Group 323">
            <a:extLst>
              <a:ext uri="{FF2B5EF4-FFF2-40B4-BE49-F238E27FC236}">
                <a16:creationId xmlns:a16="http://schemas.microsoft.com/office/drawing/2014/main" id="{AD6D8467-3149-6ED2-7CE8-47453F5C4C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1855445"/>
              </p:ext>
            </p:extLst>
          </p:nvPr>
        </p:nvGraphicFramePr>
        <p:xfrm>
          <a:off x="9625013" y="575703"/>
          <a:ext cx="2519969" cy="603504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301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점검 화면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신규 버전이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올라왔을때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뜨는 팝업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1-1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버튼 클릭 시 다운로드 후 설치 진행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6304750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FE4FBF7C-824C-E7EB-49D6-46AADE73F3C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-39000" contrast="-42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32988" y="1479917"/>
            <a:ext cx="7449958" cy="4535817"/>
          </a:xfrm>
          <a:prstGeom prst="rect">
            <a:avLst/>
          </a:prstGeom>
        </p:spPr>
      </p:pic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13A2A014-D744-C0F4-149C-7D477FB69737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버전 업데이트 화면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5AC7B0F2-1E2B-C712-B0BC-5C05EF65E0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버전 업데이트 화면</a:t>
            </a:r>
          </a:p>
        </p:txBody>
      </p:sp>
      <p:graphicFrame>
        <p:nvGraphicFramePr>
          <p:cNvPr id="45" name="Group 323">
            <a:extLst>
              <a:ext uri="{FF2B5EF4-FFF2-40B4-BE49-F238E27FC236}">
                <a16:creationId xmlns:a16="http://schemas.microsoft.com/office/drawing/2014/main" id="{BD1BA64E-334D-3E93-565D-AC110498AB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8632037"/>
              </p:ext>
            </p:extLst>
          </p:nvPr>
        </p:nvGraphicFramePr>
        <p:xfrm>
          <a:off x="9625013" y="575703"/>
          <a:ext cx="2519969" cy="603504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301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신규 버전 설치 팝업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신규 버전이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올라왔을때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뜨는 팝업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1-1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버튼 클릭 시 다운로드 후 설치 진행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8" name="그룹 7">
            <a:extLst>
              <a:ext uri="{FF2B5EF4-FFF2-40B4-BE49-F238E27FC236}">
                <a16:creationId xmlns:a16="http://schemas.microsoft.com/office/drawing/2014/main" id="{6E1A9864-54BB-5AA5-A120-360568DA563E}"/>
              </a:ext>
            </a:extLst>
          </p:cNvPr>
          <p:cNvGrpSpPr/>
          <p:nvPr/>
        </p:nvGrpSpPr>
        <p:grpSpPr>
          <a:xfrm>
            <a:off x="3395700" y="2104264"/>
            <a:ext cx="2535388" cy="1324736"/>
            <a:chOff x="3622172" y="4755341"/>
            <a:chExt cx="2535388" cy="1324736"/>
          </a:xfrm>
        </p:grpSpPr>
        <p:sp>
          <p:nvSpPr>
            <p:cNvPr id="9" name="사각형: 둥근 모서리 8">
              <a:extLst>
                <a:ext uri="{FF2B5EF4-FFF2-40B4-BE49-F238E27FC236}">
                  <a16:creationId xmlns:a16="http://schemas.microsoft.com/office/drawing/2014/main" id="{1E691F7D-3D10-CB55-B05A-D48289EF999C}"/>
                </a:ext>
              </a:extLst>
            </p:cNvPr>
            <p:cNvSpPr/>
            <p:nvPr/>
          </p:nvSpPr>
          <p:spPr bwMode="auto">
            <a:xfrm>
              <a:off x="3622172" y="4755341"/>
              <a:ext cx="2535388" cy="132473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tIns="72000" rtlCol="0" anchor="t"/>
            <a:lstStyle/>
            <a:p>
              <a:endPara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" name="Button">
              <a:extLst>
                <a:ext uri="{FF2B5EF4-FFF2-40B4-BE49-F238E27FC236}">
                  <a16:creationId xmlns:a16="http://schemas.microsoft.com/office/drawing/2014/main" id="{F2B2AD84-44F2-051E-A99B-4BB07956A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555" y="5691887"/>
              <a:ext cx="852622" cy="230676"/>
            </a:xfrm>
            <a:prstGeom prst="roundRect">
              <a:avLst>
                <a:gd name="adj" fmla="val 15416"/>
              </a:avLst>
            </a:prstGeom>
            <a:solidFill>
              <a:schemeClr val="tx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rIns="36000"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지금 설치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647EB618-EFA3-CC4A-CF6B-14C1C4DA6FB2}"/>
                </a:ext>
              </a:extLst>
            </p:cNvPr>
            <p:cNvSpPr txBox="1"/>
            <p:nvPr/>
          </p:nvSpPr>
          <p:spPr>
            <a:xfrm>
              <a:off x="3643635" y="4935803"/>
              <a:ext cx="2485308" cy="51552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버전이 업데이트 되었습니다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</a:t>
              </a:r>
            </a:p>
            <a:p>
              <a:pPr marL="0" marR="0" lvl="0" indent="0" algn="ctr" defTabSz="914400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Toonation Remote V0.00.0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85E960DA-3897-4006-6207-2A209A0149FF}"/>
              </a:ext>
            </a:extLst>
          </p:cNvPr>
          <p:cNvSpPr/>
          <p:nvPr/>
        </p:nvSpPr>
        <p:spPr bwMode="auto">
          <a:xfrm>
            <a:off x="3395700" y="3863700"/>
            <a:ext cx="2535388" cy="61807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tIns="72000" rtlCol="0" anchor="ctr"/>
          <a:lstStyle/>
          <a:p>
            <a:pPr marL="0" marR="0" lvl="0" indent="0" algn="ctr" defTabSz="914400" rtl="0" eaLnBrk="1" fontAlgn="base" latinLnBrk="1" hangingPunct="1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업데이트 파일을 다운 받는 중입니다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1B2C97A4-D8A7-6785-A441-89EA7260B21C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l="634" t="2914" r="2442" b="7191"/>
          <a:stretch>
            <a:fillRect/>
          </a:stretch>
        </p:blipFill>
        <p:spPr>
          <a:xfrm>
            <a:off x="3529268" y="4941168"/>
            <a:ext cx="2268252" cy="900100"/>
          </a:xfrm>
          <a:prstGeom prst="rect">
            <a:avLst/>
          </a:prstGeom>
        </p:spPr>
      </p:pic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4581CA51-B0A8-5E17-7FAD-FB441B8C70D7}"/>
              </a:ext>
            </a:extLst>
          </p:cNvPr>
          <p:cNvCxnSpPr>
            <a:cxnSpLocks/>
          </p:cNvCxnSpPr>
          <p:nvPr/>
        </p:nvCxnSpPr>
        <p:spPr>
          <a:xfrm>
            <a:off x="4663394" y="3271486"/>
            <a:ext cx="0" cy="592214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92B12E9A-0869-8503-91CE-6AD55D84AC28}"/>
              </a:ext>
            </a:extLst>
          </p:cNvPr>
          <p:cNvCxnSpPr>
            <a:cxnSpLocks/>
          </p:cNvCxnSpPr>
          <p:nvPr/>
        </p:nvCxnSpPr>
        <p:spPr>
          <a:xfrm>
            <a:off x="4657281" y="4481776"/>
            <a:ext cx="0" cy="459392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타원 15">
            <a:extLst>
              <a:ext uri="{FF2B5EF4-FFF2-40B4-BE49-F238E27FC236}">
                <a16:creationId xmlns:a16="http://schemas.microsoft.com/office/drawing/2014/main" id="{CB947C8E-BAEE-50EF-50C5-64F29FFF0795}"/>
              </a:ext>
            </a:extLst>
          </p:cNvPr>
          <p:cNvSpPr/>
          <p:nvPr/>
        </p:nvSpPr>
        <p:spPr>
          <a:xfrm>
            <a:off x="3454815" y="2162601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C6BC978-C7FF-3141-A156-E6F1CD88AB4C}"/>
              </a:ext>
            </a:extLst>
          </p:cNvPr>
          <p:cNvSpPr/>
          <p:nvPr/>
        </p:nvSpPr>
        <p:spPr>
          <a:xfrm>
            <a:off x="4077095" y="3070439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1-1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0593718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4CF50316-800D-B251-2730-68A1780D9A3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-39000" contrast="-42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32988" y="1479917"/>
            <a:ext cx="7449958" cy="4535817"/>
          </a:xfrm>
          <a:prstGeom prst="rect">
            <a:avLst/>
          </a:prstGeom>
        </p:spPr>
      </p:pic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854EED4F-4ACB-57F7-41DF-12F7605740EA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투네이션 </a:t>
            </a:r>
            <a:r>
              <a:rPr lang="en-US" altLang="ko-KR" dirty="0"/>
              <a:t>ID </a:t>
            </a:r>
            <a:r>
              <a:rPr lang="ko-KR" altLang="en-US" dirty="0"/>
              <a:t>없는 </a:t>
            </a:r>
            <a:r>
              <a:rPr lang="ko-KR" altLang="en-US" dirty="0" err="1"/>
              <a:t>크리에이터의</a:t>
            </a:r>
            <a:r>
              <a:rPr lang="ko-KR" altLang="en-US" dirty="0"/>
              <a:t> 로그인 만료 화면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81D2468C-1973-25E1-9255-7A5FE027501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로그인 만료 화면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EAE08798-0D27-F6FF-48A9-72B417C3E1FB}"/>
              </a:ext>
            </a:extLst>
          </p:cNvPr>
          <p:cNvGrpSpPr/>
          <p:nvPr/>
        </p:nvGrpSpPr>
        <p:grpSpPr>
          <a:xfrm>
            <a:off x="3395700" y="2766632"/>
            <a:ext cx="2535388" cy="1324736"/>
            <a:chOff x="3622172" y="4755341"/>
            <a:chExt cx="2535388" cy="1324736"/>
          </a:xfrm>
        </p:grpSpPr>
        <p:sp>
          <p:nvSpPr>
            <p:cNvPr id="6" name="사각형: 둥근 모서리 5">
              <a:extLst>
                <a:ext uri="{FF2B5EF4-FFF2-40B4-BE49-F238E27FC236}">
                  <a16:creationId xmlns:a16="http://schemas.microsoft.com/office/drawing/2014/main" id="{3CBAC625-19C5-0530-7AC3-C984C1E38C7F}"/>
                </a:ext>
              </a:extLst>
            </p:cNvPr>
            <p:cNvSpPr/>
            <p:nvPr/>
          </p:nvSpPr>
          <p:spPr bwMode="auto">
            <a:xfrm>
              <a:off x="3622172" y="4755341"/>
              <a:ext cx="2535388" cy="132473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tIns="72000" rtlCol="0" anchor="t"/>
            <a:lstStyle/>
            <a:p>
              <a:endPara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" name="Button">
              <a:extLst>
                <a:ext uri="{FF2B5EF4-FFF2-40B4-BE49-F238E27FC236}">
                  <a16:creationId xmlns:a16="http://schemas.microsoft.com/office/drawing/2014/main" id="{308293E5-54C5-A063-C17F-7B7CF595E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555" y="5691887"/>
              <a:ext cx="852622" cy="230676"/>
            </a:xfrm>
            <a:prstGeom prst="roundRect">
              <a:avLst>
                <a:gd name="adj" fmla="val 15416"/>
              </a:avLst>
            </a:prstGeom>
            <a:solidFill>
              <a:schemeClr val="tx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rIns="36000"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로그인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EBBD49A9-2786-5BA9-C80E-5596867A4063}"/>
                </a:ext>
              </a:extLst>
            </p:cNvPr>
            <p:cNvSpPr txBox="1"/>
            <p:nvPr/>
          </p:nvSpPr>
          <p:spPr>
            <a:xfrm>
              <a:off x="3643635" y="4935803"/>
              <a:ext cx="2485308" cy="6617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다시 로그인 해주세요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</a:t>
              </a:r>
            </a:p>
            <a:p>
              <a:pPr marL="0" marR="0" lvl="0" indent="0" algn="ctr" defTabSz="914400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로그인 유지 시간이 만료되어 자동으로 로그아웃 되었습니다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pic>
        <p:nvPicPr>
          <p:cNvPr id="10" name="그림 9">
            <a:extLst>
              <a:ext uri="{FF2B5EF4-FFF2-40B4-BE49-F238E27FC236}">
                <a16:creationId xmlns:a16="http://schemas.microsoft.com/office/drawing/2014/main" id="{DF614DA1-C0DB-40E7-B505-961709D1A9FC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l="63584" t="25235" r="1094" b="4699"/>
          <a:stretch>
            <a:fillRect/>
          </a:stretch>
        </p:blipFill>
        <p:spPr>
          <a:xfrm>
            <a:off x="8131765" y="1520788"/>
            <a:ext cx="3280823" cy="3647531"/>
          </a:xfrm>
          <a:prstGeom prst="rect">
            <a:avLst/>
          </a:prstGeom>
        </p:spPr>
      </p:pic>
      <p:cxnSp>
        <p:nvCxnSpPr>
          <p:cNvPr id="11" name="연결선: 꺾임 10">
            <a:extLst>
              <a:ext uri="{FF2B5EF4-FFF2-40B4-BE49-F238E27FC236}">
                <a16:creationId xmlns:a16="http://schemas.microsoft.com/office/drawing/2014/main" id="{B9034D52-3787-1E01-264B-BB13DC2D7AE1}"/>
              </a:ext>
            </a:extLst>
          </p:cNvPr>
          <p:cNvCxnSpPr>
            <a:cxnSpLocks/>
            <a:stCxn id="7" idx="3"/>
          </p:cNvCxnSpPr>
          <p:nvPr/>
        </p:nvCxnSpPr>
        <p:spPr>
          <a:xfrm flipV="1">
            <a:off x="5089705" y="2420888"/>
            <a:ext cx="3034067" cy="1397628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solid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4" name="Group 323">
            <a:extLst>
              <a:ext uri="{FF2B5EF4-FFF2-40B4-BE49-F238E27FC236}">
                <a16:creationId xmlns:a16="http://schemas.microsoft.com/office/drawing/2014/main" id="{58DDE462-CBA9-6E16-8AF9-A3CAF8161E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3091290"/>
              </p:ext>
            </p:extLst>
          </p:nvPr>
        </p:nvGraphicFramePr>
        <p:xfrm>
          <a:off x="9625013" y="575703"/>
          <a:ext cx="2519969" cy="822960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301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로그인 만료 안내 팝업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자동 정산 신청 상태인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크리에이터의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경우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리모컨 실행 시 팝업 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1-1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로그인 버튼 클릭 시 로그아웃 후 로그인 화면으로 이동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5" name="타원 14">
            <a:extLst>
              <a:ext uri="{FF2B5EF4-FFF2-40B4-BE49-F238E27FC236}">
                <a16:creationId xmlns:a16="http://schemas.microsoft.com/office/drawing/2014/main" id="{9B2B724B-6049-A6FE-BBA5-DB62770495E3}"/>
              </a:ext>
            </a:extLst>
          </p:cNvPr>
          <p:cNvSpPr/>
          <p:nvPr/>
        </p:nvSpPr>
        <p:spPr>
          <a:xfrm>
            <a:off x="3508098" y="2852730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0" name="그림 39">
            <a:extLst>
              <a:ext uri="{FF2B5EF4-FFF2-40B4-BE49-F238E27FC236}">
                <a16:creationId xmlns:a16="http://schemas.microsoft.com/office/drawing/2014/main" id="{A5811C55-700D-4B53-2D00-26C1CFE46CB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131765" y="5250167"/>
            <a:ext cx="1804138" cy="1523418"/>
          </a:xfrm>
          <a:prstGeom prst="rect">
            <a:avLst/>
          </a:prstGeom>
        </p:spPr>
      </p:pic>
      <p:sp>
        <p:nvSpPr>
          <p:cNvPr id="46" name="TextBox 45">
            <a:extLst>
              <a:ext uri="{FF2B5EF4-FFF2-40B4-BE49-F238E27FC236}">
                <a16:creationId xmlns:a16="http://schemas.microsoft.com/office/drawing/2014/main" id="{BF7EDA42-6A0B-0EA7-6C15-FA65E616C0B6}"/>
              </a:ext>
            </a:extLst>
          </p:cNvPr>
          <p:cNvSpPr txBox="1"/>
          <p:nvPr/>
        </p:nvSpPr>
        <p:spPr>
          <a:xfrm>
            <a:off x="8112224" y="6435031"/>
            <a:ext cx="184858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b="1" dirty="0">
                <a:highlight>
                  <a:srgbClr val="FFFF00"/>
                </a:highlight>
                <a:latin typeface="맑은 고딕" panose="020B0503020000020004" pitchFamily="50" charset="-127"/>
                <a:ea typeface="맑은 고딕" panose="020B0503020000020004" pitchFamily="50" charset="-127"/>
              </a:rPr>
              <a:t>투네이션 </a:t>
            </a:r>
            <a:r>
              <a:rPr lang="en-US" altLang="ko-KR" sz="800" b="1" dirty="0">
                <a:highlight>
                  <a:srgbClr val="FFFF00"/>
                </a:highlight>
                <a:latin typeface="맑은 고딕" panose="020B0503020000020004" pitchFamily="50" charset="-127"/>
                <a:ea typeface="맑은 고딕" panose="020B0503020000020004" pitchFamily="50" charset="-127"/>
              </a:rPr>
              <a:t>ID </a:t>
            </a:r>
            <a:r>
              <a:rPr lang="ko-KR" altLang="en-US" sz="800" b="1" dirty="0">
                <a:highlight>
                  <a:srgbClr val="FFFF00"/>
                </a:highlight>
                <a:latin typeface="맑은 고딕" panose="020B0503020000020004" pitchFamily="50" charset="-127"/>
                <a:ea typeface="맑은 고딕" panose="020B0503020000020004" pitchFamily="50" charset="-127"/>
              </a:rPr>
              <a:t>생성 후 리모컨 접속 시</a:t>
            </a:r>
            <a:endParaRPr lang="en-US" altLang="ko-KR" sz="800" b="1" dirty="0">
              <a:highlight>
                <a:srgbClr val="FFFF00"/>
              </a:highlight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/>
            <a:r>
              <a:rPr lang="ko-KR" altLang="en-US" sz="800" b="1" dirty="0">
                <a:highlight>
                  <a:srgbClr val="FFFF00"/>
                </a:highlight>
                <a:latin typeface="맑은 고딕" panose="020B0503020000020004" pitchFamily="50" charset="-127"/>
                <a:ea typeface="맑은 고딕" panose="020B0503020000020004" pitchFamily="50" charset="-127"/>
              </a:rPr>
              <a:t>리모컨의 로그인 화면 노출</a:t>
            </a: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C1F47554-1CE4-ED09-775E-FF35412267EC}"/>
              </a:ext>
            </a:extLst>
          </p:cNvPr>
          <p:cNvSpPr/>
          <p:nvPr/>
        </p:nvSpPr>
        <p:spPr>
          <a:xfrm>
            <a:off x="4029936" y="3744016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1-1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34219258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57962CDC-5038-71DC-E40F-1C599830F460}"/>
              </a:ext>
            </a:extLst>
          </p:cNvPr>
          <p:cNvSpPr>
            <a:spLocks noGrp="1"/>
          </p:cNvSpPr>
          <p:nvPr>
            <p:ph sz="quarter" idx="10"/>
          </p:nvPr>
        </p:nvSpPr>
        <p:spPr/>
        <p:txBody>
          <a:bodyPr/>
          <a:lstStyle/>
          <a:p>
            <a:r>
              <a:rPr lang="ko-KR" altLang="en-US" dirty="0"/>
              <a:t>후원 리스트 위젯</a:t>
            </a:r>
            <a:endParaRPr lang="ko-KR" altLang="en-US" sz="2000" b="0" dirty="0"/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90BB9D9C-82FF-DAE6-ED63-C2644AAD86F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41706136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33975103-5E9E-1A76-32B7-CF34A4D9AE7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marL="0" indent="0">
              <a:buNone/>
            </a:pPr>
            <a:r>
              <a:rPr lang="ko-KR" altLang="en-US" dirty="0"/>
              <a:t>후원 리스트 반응형 </a:t>
            </a:r>
            <a:r>
              <a:rPr lang="en-US" altLang="ko-KR" dirty="0"/>
              <a:t>UI</a:t>
            </a:r>
            <a:endParaRPr lang="ko-KR" altLang="en-US" dirty="0"/>
          </a:p>
        </p:txBody>
      </p:sp>
      <p:sp>
        <p:nvSpPr>
          <p:cNvPr id="2" name="제목 1">
            <a:extLst>
              <a:ext uri="{FF2B5EF4-FFF2-40B4-BE49-F238E27FC236}">
                <a16:creationId xmlns:a16="http://schemas.microsoft.com/office/drawing/2014/main" id="{80784C89-EBA2-48AB-D9BC-A0367A570D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</a:rPr>
              <a:t>후원 리스트 위젯 </a:t>
            </a:r>
            <a:r>
              <a:rPr lang="en-US" altLang="ko-KR" dirty="0">
                <a:latin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</a:rPr>
              <a:t>반응형 </a:t>
            </a:r>
            <a:r>
              <a:rPr lang="en-US" altLang="ko-KR" dirty="0">
                <a:latin typeface="맑은 고딕" panose="020B0503020000020004" pitchFamily="50" charset="-127"/>
              </a:rPr>
              <a:t>UI</a:t>
            </a:r>
            <a:endParaRPr lang="ko-KR" altLang="en-US" dirty="0"/>
          </a:p>
        </p:txBody>
      </p:sp>
      <p:sp>
        <p:nvSpPr>
          <p:cNvPr id="193" name="화살표: 왼쪽/오른쪽 192">
            <a:extLst>
              <a:ext uri="{FF2B5EF4-FFF2-40B4-BE49-F238E27FC236}">
                <a16:creationId xmlns:a16="http://schemas.microsoft.com/office/drawing/2014/main" id="{91C7ECA6-E5B2-7D14-5017-9F7072465F46}"/>
              </a:ext>
            </a:extLst>
          </p:cNvPr>
          <p:cNvSpPr/>
          <p:nvPr/>
        </p:nvSpPr>
        <p:spPr>
          <a:xfrm>
            <a:off x="7202173" y="4265926"/>
            <a:ext cx="623826" cy="611321"/>
          </a:xfrm>
          <a:prstGeom prst="leftRightArrow">
            <a:avLst>
              <a:gd name="adj1" fmla="val 50000"/>
              <a:gd name="adj2" fmla="val 32229"/>
            </a:avLst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Google Shape;1197;p27">
            <a:extLst>
              <a:ext uri="{FF2B5EF4-FFF2-40B4-BE49-F238E27FC236}">
                <a16:creationId xmlns:a16="http://schemas.microsoft.com/office/drawing/2014/main" id="{7AE07803-AD61-6F98-16B0-FF7F8F15C6EE}"/>
              </a:ext>
            </a:extLst>
          </p:cNvPr>
          <p:cNvSpPr/>
          <p:nvPr/>
        </p:nvSpPr>
        <p:spPr>
          <a:xfrm>
            <a:off x="1153179" y="1807412"/>
            <a:ext cx="5832867" cy="4500508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54000" rIns="61650" bIns="24650" anchor="t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 리스트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돋움" pitchFamily="50" charset="-127"/>
              <a:ea typeface="돋움" pitchFamily="50" charset="-127"/>
              <a:cs typeface="+mn-cs"/>
            </a:endParaRPr>
          </a:p>
        </p:txBody>
      </p:sp>
      <p:graphicFrame>
        <p:nvGraphicFramePr>
          <p:cNvPr id="55" name="표 54">
            <a:extLst>
              <a:ext uri="{FF2B5EF4-FFF2-40B4-BE49-F238E27FC236}">
                <a16:creationId xmlns:a16="http://schemas.microsoft.com/office/drawing/2014/main" id="{08A08EC0-CE4D-3B49-D54A-594F601AFA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5878261"/>
              </p:ext>
            </p:extLst>
          </p:nvPr>
        </p:nvGraphicFramePr>
        <p:xfrm>
          <a:off x="1227156" y="2059448"/>
          <a:ext cx="3313947" cy="252226"/>
        </p:xfrm>
        <a:graphic>
          <a:graphicData uri="http://schemas.openxmlformats.org/drawingml/2006/table">
            <a:tbl>
              <a:tblPr firstRow="1" bandRow="1"/>
              <a:tblGrid>
                <a:gridCol w="1104649">
                  <a:extLst>
                    <a:ext uri="{9D8B030D-6E8A-4147-A177-3AD203B41FA5}">
                      <a16:colId xmlns:a16="http://schemas.microsoft.com/office/drawing/2014/main" val="1797854445"/>
                    </a:ext>
                  </a:extLst>
                </a:gridCol>
                <a:gridCol w="1104649">
                  <a:extLst>
                    <a:ext uri="{9D8B030D-6E8A-4147-A177-3AD203B41FA5}">
                      <a16:colId xmlns:a16="http://schemas.microsoft.com/office/drawing/2014/main" val="1099740737"/>
                    </a:ext>
                  </a:extLst>
                </a:gridCol>
                <a:gridCol w="1104649">
                  <a:extLst>
                    <a:ext uri="{9D8B030D-6E8A-4147-A177-3AD203B41FA5}">
                      <a16:colId xmlns:a16="http://schemas.microsoft.com/office/drawing/2014/main" val="2089773855"/>
                    </a:ext>
                  </a:extLst>
                </a:gridCol>
              </a:tblGrid>
              <a:tr h="25222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 알림</a:t>
                      </a: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게임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뽑기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8136752"/>
                  </a:ext>
                </a:extLst>
              </a:tr>
            </a:tbl>
          </a:graphicData>
        </a:graphic>
      </p:graphicFrame>
      <p:graphicFrame>
        <p:nvGraphicFramePr>
          <p:cNvPr id="56" name="표 55">
            <a:extLst>
              <a:ext uri="{FF2B5EF4-FFF2-40B4-BE49-F238E27FC236}">
                <a16:creationId xmlns:a16="http://schemas.microsoft.com/office/drawing/2014/main" id="{5DA61EB9-EDEF-889A-C0DF-8EB064F06A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9447425"/>
              </p:ext>
            </p:extLst>
          </p:nvPr>
        </p:nvGraphicFramePr>
        <p:xfrm>
          <a:off x="1214480" y="2331805"/>
          <a:ext cx="5694917" cy="3907189"/>
        </p:xfrm>
        <a:graphic>
          <a:graphicData uri="http://schemas.openxmlformats.org/drawingml/2006/table">
            <a:tbl>
              <a:tblPr firstRow="1" bandRow="1"/>
              <a:tblGrid>
                <a:gridCol w="723794">
                  <a:extLst>
                    <a:ext uri="{9D8B030D-6E8A-4147-A177-3AD203B41FA5}">
                      <a16:colId xmlns:a16="http://schemas.microsoft.com/office/drawing/2014/main" val="1453498877"/>
                    </a:ext>
                  </a:extLst>
                </a:gridCol>
                <a:gridCol w="1188132">
                  <a:extLst>
                    <a:ext uri="{9D8B030D-6E8A-4147-A177-3AD203B41FA5}">
                      <a16:colId xmlns:a16="http://schemas.microsoft.com/office/drawing/2014/main" val="201220245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439943395"/>
                    </a:ext>
                  </a:extLst>
                </a:gridCol>
                <a:gridCol w="2594859">
                  <a:extLst>
                    <a:ext uri="{9D8B030D-6E8A-4147-A177-3AD203B41FA5}">
                      <a16:colId xmlns:a16="http://schemas.microsoft.com/office/drawing/2014/main" val="2985946180"/>
                    </a:ext>
                  </a:extLst>
                </a:gridCol>
                <a:gridCol w="540060">
                  <a:extLst>
                    <a:ext uri="{9D8B030D-6E8A-4147-A177-3AD203B41FA5}">
                      <a16:colId xmlns:a16="http://schemas.microsoft.com/office/drawing/2014/main" val="3066059222"/>
                    </a:ext>
                  </a:extLst>
                </a:gridCol>
              </a:tblGrid>
              <a:tr h="31054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후원</a:t>
                      </a:r>
                    </a:p>
                  </a:txBody>
                  <a:tcPr marL="36000" marR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+mn-ea"/>
                        </a:rPr>
                        <a:t>닉네임</a:t>
                      </a:r>
                      <a:r>
                        <a:rPr lang="en-US" altLang="ko-KR" sz="800" b="1" dirty="0">
                          <a:latin typeface="맑은 고딕" panose="020B0503020000020004" pitchFamily="50" charset="-127"/>
                          <a:ea typeface="+mn-ea"/>
                        </a:rPr>
                        <a:t>(ID)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후원 캐시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내용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일시 </a:t>
                      </a:r>
                    </a:p>
                  </a:txBody>
                  <a:tcPr marL="0" marR="72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7653606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텍스트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텍스트 내용 텍스트 내용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방금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2625082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텍스트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텍스트 내용 텍스트 내용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방금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0248099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영상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              [</a:t>
                      </a:r>
                      <a:r>
                        <a:rPr lang="en-US" altLang="ko-KR" sz="800" b="0" u="none" dirty="0" err="1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Youtube</a:t>
                      </a:r>
                      <a:r>
                        <a:rPr lang="en-US" altLang="ko-KR" sz="800" b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] </a:t>
                      </a: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유튜브 제목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3766220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미니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텍스트 내용 텍스트 내용</a:t>
                      </a:r>
                      <a:r>
                        <a:rPr lang="en-US" altLang="ko-KR" sz="800" b="0" u="none" dirty="0">
                          <a:latin typeface="맑은 고딕" panose="020B0503020000020004" pitchFamily="50" charset="-127"/>
                          <a:ea typeface="+mn-ea"/>
                        </a:rPr>
                        <a:t>...</a:t>
                      </a:r>
                      <a:endParaRPr lang="ko-KR" altLang="en-US" sz="800" b="0" u="none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031777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룰렛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룰렛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 제목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–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꽝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or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 당첨 항목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9017808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위시리스트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후원한 상품명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8127382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퀘스트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퀘스트 제목 </a:t>
                      </a:r>
                      <a:r>
                        <a:rPr lang="en-US" altLang="ko-KR" sz="800" b="0" u="none" dirty="0">
                          <a:latin typeface="맑은 고딕" panose="020B0503020000020004" pitchFamily="50" charset="-127"/>
                          <a:ea typeface="+mn-ea"/>
                        </a:rPr>
                        <a:t>– </a:t>
                      </a: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성공 </a:t>
                      </a:r>
                      <a:r>
                        <a:rPr lang="en-US" altLang="ko-KR" sz="800" b="0" u="none" dirty="0">
                          <a:latin typeface="맑은 고딕" panose="020B0503020000020004" pitchFamily="50" charset="-127"/>
                          <a:ea typeface="+mn-ea"/>
                        </a:rPr>
                        <a:t>or </a:t>
                      </a: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실패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5773418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그림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그림 후원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5245360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기프트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              상품명 </a:t>
                      </a:r>
                      <a:r>
                        <a:rPr lang="en-US" altLang="ko-KR" sz="800" b="0" u="none" dirty="0">
                          <a:latin typeface="맑은 고딕" panose="020B0503020000020004" pitchFamily="50" charset="-127"/>
                          <a:ea typeface="+mn-ea"/>
                        </a:rPr>
                        <a:t>&amp; </a:t>
                      </a: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개수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6449258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럭키박스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latin typeface="맑은 고딕" panose="020B0503020000020004" pitchFamily="50" charset="-127"/>
                          <a:ea typeface="+mn-ea"/>
                        </a:rPr>
                        <a:t>럭키박스</a:t>
                      </a: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0" u="none" dirty="0">
                          <a:latin typeface="맑은 고딕" panose="020B0503020000020004" pitchFamily="50" charset="-127"/>
                          <a:ea typeface="+mn-ea"/>
                        </a:rPr>
                        <a:t>– </a:t>
                      </a: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시간초과 환불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4880776"/>
                  </a:ext>
                </a:extLst>
              </a:tr>
            </a:tbl>
          </a:graphicData>
        </a:graphic>
      </p:graphicFrame>
      <p:sp>
        <p:nvSpPr>
          <p:cNvPr id="57" name="직사각형 56">
            <a:extLst>
              <a:ext uri="{FF2B5EF4-FFF2-40B4-BE49-F238E27FC236}">
                <a16:creationId xmlns:a16="http://schemas.microsoft.com/office/drawing/2014/main" id="{47380231-721A-8CC7-28E8-A9BBFD0F1F86}"/>
              </a:ext>
            </a:extLst>
          </p:cNvPr>
          <p:cNvSpPr/>
          <p:nvPr/>
        </p:nvSpPr>
        <p:spPr>
          <a:xfrm>
            <a:off x="3826239" y="3419818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9FAFD668-AFEA-B583-7FBB-F3D555D8E8B9}"/>
              </a:ext>
            </a:extLst>
          </p:cNvPr>
          <p:cNvSpPr/>
          <p:nvPr/>
        </p:nvSpPr>
        <p:spPr>
          <a:xfrm>
            <a:off x="3826239" y="557768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1472C869-5209-AFCA-8054-6BC75D405F24}"/>
              </a:ext>
            </a:extLst>
          </p:cNvPr>
          <p:cNvGrpSpPr/>
          <p:nvPr/>
        </p:nvGrpSpPr>
        <p:grpSpPr>
          <a:xfrm>
            <a:off x="6900619" y="2324375"/>
            <a:ext cx="32251" cy="3895458"/>
            <a:chOff x="7049058" y="1944130"/>
            <a:chExt cx="32251" cy="3895458"/>
          </a:xfrm>
        </p:grpSpPr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AFD182DA-DE82-4450-E6F5-A3987E1A38B6}"/>
                </a:ext>
              </a:extLst>
            </p:cNvPr>
            <p:cNvCxnSpPr>
              <a:cxnSpLocks/>
            </p:cNvCxnSpPr>
            <p:nvPr/>
          </p:nvCxnSpPr>
          <p:spPr>
            <a:xfrm>
              <a:off x="7068108" y="1944130"/>
              <a:ext cx="13201" cy="3895458"/>
            </a:xfrm>
            <a:prstGeom prst="line">
              <a:avLst/>
            </a:prstGeom>
            <a:noFill/>
            <a:ln w="38100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B789A00A-E73F-A7CC-3D19-74613F49D9B6}"/>
                </a:ext>
              </a:extLst>
            </p:cNvPr>
            <p:cNvCxnSpPr>
              <a:cxnSpLocks/>
            </p:cNvCxnSpPr>
            <p:nvPr/>
          </p:nvCxnSpPr>
          <p:spPr>
            <a:xfrm>
              <a:off x="7049058" y="1951628"/>
              <a:ext cx="0" cy="1901182"/>
            </a:xfrm>
            <a:prstGeom prst="line">
              <a:avLst/>
            </a:prstGeom>
            <a:noFill/>
            <a:ln w="285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EF6F8065-BA35-08A6-73DA-20DA7E6729B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17389" y="2086666"/>
            <a:ext cx="190800" cy="195453"/>
          </a:xfrm>
          <a:prstGeom prst="rect">
            <a:avLst/>
          </a:prstGeom>
        </p:spPr>
      </p:pic>
      <p:sp>
        <p:nvSpPr>
          <p:cNvPr id="191" name="Google Shape;1197;p27">
            <a:extLst>
              <a:ext uri="{FF2B5EF4-FFF2-40B4-BE49-F238E27FC236}">
                <a16:creationId xmlns:a16="http://schemas.microsoft.com/office/drawing/2014/main" id="{9EA33694-6737-F32A-D7D5-183155ABE0D9}"/>
              </a:ext>
            </a:extLst>
          </p:cNvPr>
          <p:cNvSpPr/>
          <p:nvPr/>
        </p:nvSpPr>
        <p:spPr>
          <a:xfrm>
            <a:off x="8029944" y="1807419"/>
            <a:ext cx="2566556" cy="4608513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54000" rIns="61650" bIns="24650" anchor="t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 리스트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돋움" pitchFamily="50" charset="-127"/>
              <a:ea typeface="돋움" pitchFamily="50" charset="-127"/>
              <a:cs typeface="+mn-cs"/>
            </a:endParaRPr>
          </a:p>
        </p:txBody>
      </p:sp>
      <p:sp>
        <p:nvSpPr>
          <p:cNvPr id="201" name="Google Shape;1198;p27">
            <a:extLst>
              <a:ext uri="{FF2B5EF4-FFF2-40B4-BE49-F238E27FC236}">
                <a16:creationId xmlns:a16="http://schemas.microsoft.com/office/drawing/2014/main" id="{FB09C5A9-A432-96C9-EB16-F6553C8568BA}"/>
              </a:ext>
            </a:extLst>
          </p:cNvPr>
          <p:cNvSpPr/>
          <p:nvPr/>
        </p:nvSpPr>
        <p:spPr>
          <a:xfrm>
            <a:off x="8084998" y="2040684"/>
            <a:ext cx="2470586" cy="4327053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27FD3BE6-1C48-8921-D0D8-A57944EDCA3F}"/>
              </a:ext>
            </a:extLst>
          </p:cNvPr>
          <p:cNvSpPr txBox="1"/>
          <p:nvPr/>
        </p:nvSpPr>
        <p:spPr>
          <a:xfrm>
            <a:off x="8089085" y="2052019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103B91A3-0B2E-E49B-D602-314661C9AB0B}"/>
              </a:ext>
            </a:extLst>
          </p:cNvPr>
          <p:cNvSpPr txBox="1"/>
          <p:nvPr/>
        </p:nvSpPr>
        <p:spPr>
          <a:xfrm>
            <a:off x="9365545" y="2052019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1C30A374-31E3-C015-6EBD-CDBC948F118B}"/>
              </a:ext>
            </a:extLst>
          </p:cNvPr>
          <p:cNvCxnSpPr>
            <a:cxnSpLocks/>
          </p:cNvCxnSpPr>
          <p:nvPr/>
        </p:nvCxnSpPr>
        <p:spPr>
          <a:xfrm>
            <a:off x="8186800" y="2316543"/>
            <a:ext cx="526203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205" name="TextBox 204">
            <a:extLst>
              <a:ext uri="{FF2B5EF4-FFF2-40B4-BE49-F238E27FC236}">
                <a16:creationId xmlns:a16="http://schemas.microsoft.com/office/drawing/2014/main" id="{CA78DC37-D5AE-7188-C2D7-5C9E38228C28}"/>
              </a:ext>
            </a:extLst>
          </p:cNvPr>
          <p:cNvSpPr txBox="1"/>
          <p:nvPr/>
        </p:nvSpPr>
        <p:spPr>
          <a:xfrm>
            <a:off x="8871014" y="2052019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206" name="직사각형 205">
            <a:extLst>
              <a:ext uri="{FF2B5EF4-FFF2-40B4-BE49-F238E27FC236}">
                <a16:creationId xmlns:a16="http://schemas.microsoft.com/office/drawing/2014/main" id="{B69954B8-AB7E-54FB-292B-ED8DF2E50CC9}"/>
              </a:ext>
            </a:extLst>
          </p:cNvPr>
          <p:cNvSpPr/>
          <p:nvPr/>
        </p:nvSpPr>
        <p:spPr>
          <a:xfrm>
            <a:off x="8109298" y="2324010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07" name="Picture 6" descr="필터 - 무료 ui개 아이콘">
            <a:extLst>
              <a:ext uri="{FF2B5EF4-FFF2-40B4-BE49-F238E27FC236}">
                <a16:creationId xmlns:a16="http://schemas.microsoft.com/office/drawing/2014/main" id="{8E1751A5-4F26-B09C-2579-67D65639BE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65311" y="2374970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855BA90E-C919-5346-2E1D-DD9DD0D77964}"/>
              </a:ext>
            </a:extLst>
          </p:cNvPr>
          <p:cNvSpPr/>
          <p:nvPr/>
        </p:nvSpPr>
        <p:spPr>
          <a:xfrm>
            <a:off x="8109298" y="3190942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09" name="그래픽 208">
            <a:extLst>
              <a:ext uri="{FF2B5EF4-FFF2-40B4-BE49-F238E27FC236}">
                <a16:creationId xmlns:a16="http://schemas.microsoft.com/office/drawing/2014/main" id="{6C796F94-4825-6BE7-914D-D4632B7E3EA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156710" y="3369489"/>
            <a:ext cx="263454" cy="263454"/>
          </a:xfrm>
          <a:prstGeom prst="rect">
            <a:avLst/>
          </a:prstGeom>
        </p:spPr>
      </p:pic>
      <p:sp>
        <p:nvSpPr>
          <p:cNvPr id="210" name="TextBox 209">
            <a:extLst>
              <a:ext uri="{FF2B5EF4-FFF2-40B4-BE49-F238E27FC236}">
                <a16:creationId xmlns:a16="http://schemas.microsoft.com/office/drawing/2014/main" id="{3645E882-6227-809A-7796-C7D11F342796}"/>
              </a:ext>
            </a:extLst>
          </p:cNvPr>
          <p:cNvSpPr txBox="1"/>
          <p:nvPr/>
        </p:nvSpPr>
        <p:spPr>
          <a:xfrm>
            <a:off x="8418698" y="3217230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C1633D18-4C0C-7D6D-B6AB-1CC8B31BF368}"/>
              </a:ext>
            </a:extLst>
          </p:cNvPr>
          <p:cNvSpPr txBox="1"/>
          <p:nvPr/>
        </p:nvSpPr>
        <p:spPr>
          <a:xfrm>
            <a:off x="8419467" y="3584692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spcBef>
                <a:spcPct val="20000"/>
              </a:spcBef>
              <a:defRPr/>
            </a:pPr>
            <a:r>
              <a:rPr kumimoji="0"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[</a:t>
            </a:r>
            <a:r>
              <a:rPr kumimoji="0" lang="en-US" altLang="ko-KR" sz="800" dirty="0" err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Youtube</a:t>
            </a:r>
            <a:r>
              <a:rPr kumimoji="0"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 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유튜브 제목</a:t>
            </a:r>
            <a:r>
              <a:rPr kumimoji="0"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lang="en-US" altLang="ko-KR" sz="80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2" name="사각형: 둥근 모서리 211">
            <a:extLst>
              <a:ext uri="{FF2B5EF4-FFF2-40B4-BE49-F238E27FC236}">
                <a16:creationId xmlns:a16="http://schemas.microsoft.com/office/drawing/2014/main" id="{A25618D8-C6C5-316F-FF5C-7879243C86BF}"/>
              </a:ext>
            </a:extLst>
          </p:cNvPr>
          <p:cNvSpPr/>
          <p:nvPr/>
        </p:nvSpPr>
        <p:spPr>
          <a:xfrm>
            <a:off x="9798061" y="3340861"/>
            <a:ext cx="320711" cy="320711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7FE5DBAD-73E3-5D3A-77DB-351580DF2AD8}"/>
              </a:ext>
            </a:extLst>
          </p:cNvPr>
          <p:cNvSpPr txBox="1"/>
          <p:nvPr/>
        </p:nvSpPr>
        <p:spPr>
          <a:xfrm>
            <a:off x="10071659" y="3291096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3,000</a:t>
            </a:r>
            <a:endParaRPr lang="ko-KR" altLang="en-US" sz="1050" dirty="0"/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34653807-0412-79A4-F268-B49B5B703E94}"/>
              </a:ext>
            </a:extLst>
          </p:cNvPr>
          <p:cNvSpPr txBox="1"/>
          <p:nvPr/>
        </p:nvSpPr>
        <p:spPr>
          <a:xfrm>
            <a:off x="10202524" y="3584692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78E2AFA6-BE89-4A70-3968-3C6E794A3FA4}"/>
              </a:ext>
            </a:extLst>
          </p:cNvPr>
          <p:cNvSpPr/>
          <p:nvPr/>
        </p:nvSpPr>
        <p:spPr>
          <a:xfrm>
            <a:off x="8109298" y="2565380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16" name="그래픽 215">
            <a:extLst>
              <a:ext uri="{FF2B5EF4-FFF2-40B4-BE49-F238E27FC236}">
                <a16:creationId xmlns:a16="http://schemas.microsoft.com/office/drawing/2014/main" id="{45697747-D506-2869-79D8-CCA95EEC8895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156710" y="2743927"/>
            <a:ext cx="263454" cy="263454"/>
          </a:xfrm>
          <a:prstGeom prst="rect">
            <a:avLst/>
          </a:prstGeom>
        </p:spPr>
      </p:pic>
      <p:sp>
        <p:nvSpPr>
          <p:cNvPr id="217" name="TextBox 216">
            <a:extLst>
              <a:ext uri="{FF2B5EF4-FFF2-40B4-BE49-F238E27FC236}">
                <a16:creationId xmlns:a16="http://schemas.microsoft.com/office/drawing/2014/main" id="{03458AE6-86D7-6594-9986-87CED54F8287}"/>
              </a:ext>
            </a:extLst>
          </p:cNvPr>
          <p:cNvSpPr txBox="1"/>
          <p:nvPr/>
        </p:nvSpPr>
        <p:spPr>
          <a:xfrm>
            <a:off x="8418698" y="259166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44400997-80F5-9FB2-B16D-1F49B02F0B9E}"/>
              </a:ext>
            </a:extLst>
          </p:cNvPr>
          <p:cNvSpPr txBox="1"/>
          <p:nvPr/>
        </p:nvSpPr>
        <p:spPr>
          <a:xfrm>
            <a:off x="8419467" y="2959130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D757BA08-4204-9C07-92FD-877EADF8DAEB}"/>
              </a:ext>
            </a:extLst>
          </p:cNvPr>
          <p:cNvSpPr txBox="1"/>
          <p:nvPr/>
        </p:nvSpPr>
        <p:spPr>
          <a:xfrm>
            <a:off x="10071659" y="2665534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EE20A5F1-FD0E-F3ED-B19B-251478ECA8C7}"/>
              </a:ext>
            </a:extLst>
          </p:cNvPr>
          <p:cNvSpPr txBox="1"/>
          <p:nvPr/>
        </p:nvSpPr>
        <p:spPr>
          <a:xfrm>
            <a:off x="10202524" y="295913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21" name="그래픽 220">
            <a:extLst>
              <a:ext uri="{FF2B5EF4-FFF2-40B4-BE49-F238E27FC236}">
                <a16:creationId xmlns:a16="http://schemas.microsoft.com/office/drawing/2014/main" id="{E48193C4-E896-7766-AB47-531426CBCCF9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8159091" y="2744069"/>
            <a:ext cx="261988" cy="261988"/>
          </a:xfrm>
          <a:prstGeom prst="rect">
            <a:avLst/>
          </a:prstGeom>
        </p:spPr>
      </p:pic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7808EF9-C1AD-C657-9168-D51BB970E376}"/>
              </a:ext>
            </a:extLst>
          </p:cNvPr>
          <p:cNvSpPr/>
          <p:nvPr/>
        </p:nvSpPr>
        <p:spPr>
          <a:xfrm>
            <a:off x="8109298" y="3817058"/>
            <a:ext cx="2417540" cy="6852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45492225-81A0-A163-B6CC-2F2E0556BC07}"/>
              </a:ext>
            </a:extLst>
          </p:cNvPr>
          <p:cNvSpPr txBox="1"/>
          <p:nvPr/>
        </p:nvSpPr>
        <p:spPr>
          <a:xfrm>
            <a:off x="8418698" y="3843346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1707ACD7-8B40-0FA7-B9A8-564B48B8C93B}"/>
              </a:ext>
            </a:extLst>
          </p:cNvPr>
          <p:cNvSpPr txBox="1"/>
          <p:nvPr/>
        </p:nvSpPr>
        <p:spPr>
          <a:xfrm>
            <a:off x="8419467" y="4176255"/>
            <a:ext cx="1652192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 텍스트내용 텍스트 내용 텍스트 내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666C3AF-3129-3FC3-1FA4-CD0B11078006}"/>
              </a:ext>
            </a:extLst>
          </p:cNvPr>
          <p:cNvSpPr txBox="1"/>
          <p:nvPr/>
        </p:nvSpPr>
        <p:spPr>
          <a:xfrm>
            <a:off x="10071659" y="3917212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sz="1050" dirty="0"/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D3379108-8303-4D1C-801A-21A73D644923}"/>
              </a:ext>
            </a:extLst>
          </p:cNvPr>
          <p:cNvSpPr txBox="1"/>
          <p:nvPr/>
        </p:nvSpPr>
        <p:spPr>
          <a:xfrm>
            <a:off x="10202524" y="4210808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27" name="그래픽 226">
            <a:extLst>
              <a:ext uri="{FF2B5EF4-FFF2-40B4-BE49-F238E27FC236}">
                <a16:creationId xmlns:a16="http://schemas.microsoft.com/office/drawing/2014/main" id="{AC506C0F-5578-0FF7-41FD-6AD541A87BAC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8156008" y="4007609"/>
            <a:ext cx="263454" cy="263454"/>
          </a:xfrm>
          <a:prstGeom prst="rect">
            <a:avLst/>
          </a:prstGeom>
        </p:spPr>
      </p:pic>
      <p:sp>
        <p:nvSpPr>
          <p:cNvPr id="228" name="직사각형 227">
            <a:extLst>
              <a:ext uri="{FF2B5EF4-FFF2-40B4-BE49-F238E27FC236}">
                <a16:creationId xmlns:a16="http://schemas.microsoft.com/office/drawing/2014/main" id="{3E3CFBA2-B10D-630A-5247-E899FD9C5A26}"/>
              </a:ext>
            </a:extLst>
          </p:cNvPr>
          <p:cNvSpPr/>
          <p:nvPr/>
        </p:nvSpPr>
        <p:spPr>
          <a:xfrm>
            <a:off x="8109298" y="4500291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8A0742AF-C059-E887-E4D7-573B7B975F51}"/>
              </a:ext>
            </a:extLst>
          </p:cNvPr>
          <p:cNvSpPr txBox="1"/>
          <p:nvPr/>
        </p:nvSpPr>
        <p:spPr>
          <a:xfrm>
            <a:off x="8418698" y="4526579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404AE463-D23E-3E2F-FE34-60370C8B34FE}"/>
              </a:ext>
            </a:extLst>
          </p:cNvPr>
          <p:cNvSpPr txBox="1"/>
          <p:nvPr/>
        </p:nvSpPr>
        <p:spPr>
          <a:xfrm>
            <a:off x="8419466" y="4894041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룰렛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제목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꽝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or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당첨 항목</a:t>
            </a: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2CD3B01D-1585-F94B-B439-82135F4FCF86}"/>
              </a:ext>
            </a:extLst>
          </p:cNvPr>
          <p:cNvSpPr txBox="1"/>
          <p:nvPr/>
        </p:nvSpPr>
        <p:spPr>
          <a:xfrm>
            <a:off x="10071659" y="4600445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B2E0D233-4A84-F271-147B-115B6CAF31FE}"/>
              </a:ext>
            </a:extLst>
          </p:cNvPr>
          <p:cNvSpPr txBox="1"/>
          <p:nvPr/>
        </p:nvSpPr>
        <p:spPr>
          <a:xfrm>
            <a:off x="10202524" y="4894041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33" name="그래픽 232">
            <a:extLst>
              <a:ext uri="{FF2B5EF4-FFF2-40B4-BE49-F238E27FC236}">
                <a16:creationId xmlns:a16="http://schemas.microsoft.com/office/drawing/2014/main" id="{384543BA-6A5E-4785-C485-15F5B29869C0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8159785" y="4691587"/>
            <a:ext cx="258115" cy="258115"/>
          </a:xfrm>
          <a:prstGeom prst="rect">
            <a:avLst/>
          </a:prstGeom>
        </p:spPr>
      </p:pic>
      <p:sp>
        <p:nvSpPr>
          <p:cNvPr id="234" name="직사각형 233">
            <a:extLst>
              <a:ext uri="{FF2B5EF4-FFF2-40B4-BE49-F238E27FC236}">
                <a16:creationId xmlns:a16="http://schemas.microsoft.com/office/drawing/2014/main" id="{BDD7C255-818E-F910-5B6B-2F783DB1F6CF}"/>
              </a:ext>
            </a:extLst>
          </p:cNvPr>
          <p:cNvSpPr/>
          <p:nvPr/>
        </p:nvSpPr>
        <p:spPr>
          <a:xfrm>
            <a:off x="8109298" y="5117099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08289A51-2689-6EEF-7003-3A41C5A373E4}"/>
              </a:ext>
            </a:extLst>
          </p:cNvPr>
          <p:cNvSpPr txBox="1"/>
          <p:nvPr/>
        </p:nvSpPr>
        <p:spPr>
          <a:xfrm>
            <a:off x="8418698" y="5143387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845D9993-F060-02B1-9B72-1C37744F3F7B}"/>
              </a:ext>
            </a:extLst>
          </p:cNvPr>
          <p:cNvSpPr txBox="1"/>
          <p:nvPr/>
        </p:nvSpPr>
        <p:spPr>
          <a:xfrm>
            <a:off x="8419466" y="5510849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럭키박스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시간초과 환불</a:t>
            </a: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EC1F3B6-B001-A697-39AF-C941B73F4C92}"/>
              </a:ext>
            </a:extLst>
          </p:cNvPr>
          <p:cNvSpPr txBox="1"/>
          <p:nvPr/>
        </p:nvSpPr>
        <p:spPr>
          <a:xfrm>
            <a:off x="10071659" y="5217253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1B26F9B4-FC0D-5372-7C91-A875F8BEFA67}"/>
              </a:ext>
            </a:extLst>
          </p:cNvPr>
          <p:cNvSpPr txBox="1"/>
          <p:nvPr/>
        </p:nvSpPr>
        <p:spPr>
          <a:xfrm>
            <a:off x="10202524" y="5510849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39" name="그래픽 238">
            <a:extLst>
              <a:ext uri="{FF2B5EF4-FFF2-40B4-BE49-F238E27FC236}">
                <a16:creationId xmlns:a16="http://schemas.microsoft.com/office/drawing/2014/main" id="{4FBD6E99-5245-CEA3-D097-765877417282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8160069" y="5308395"/>
            <a:ext cx="257831" cy="257831"/>
          </a:xfrm>
          <a:prstGeom prst="rect">
            <a:avLst/>
          </a:prstGeom>
        </p:spPr>
      </p:pic>
      <p:sp>
        <p:nvSpPr>
          <p:cNvPr id="240" name="직사각형 239">
            <a:extLst>
              <a:ext uri="{FF2B5EF4-FFF2-40B4-BE49-F238E27FC236}">
                <a16:creationId xmlns:a16="http://schemas.microsoft.com/office/drawing/2014/main" id="{527A747F-ACA0-72F0-F052-87663E1D9180}"/>
              </a:ext>
            </a:extLst>
          </p:cNvPr>
          <p:cNvSpPr/>
          <p:nvPr/>
        </p:nvSpPr>
        <p:spPr>
          <a:xfrm>
            <a:off x="8109298" y="5742147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41" name="그래픽 240">
            <a:extLst>
              <a:ext uri="{FF2B5EF4-FFF2-40B4-BE49-F238E27FC236}">
                <a16:creationId xmlns:a16="http://schemas.microsoft.com/office/drawing/2014/main" id="{E1ECE641-4B6A-3D7A-336B-8748BB01725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156710" y="5920694"/>
            <a:ext cx="263454" cy="263454"/>
          </a:xfrm>
          <a:prstGeom prst="rect">
            <a:avLst/>
          </a:prstGeom>
        </p:spPr>
      </p:pic>
      <p:sp>
        <p:nvSpPr>
          <p:cNvPr id="242" name="TextBox 241">
            <a:extLst>
              <a:ext uri="{FF2B5EF4-FFF2-40B4-BE49-F238E27FC236}">
                <a16:creationId xmlns:a16="http://schemas.microsoft.com/office/drawing/2014/main" id="{261FFFAF-D01A-B832-9177-05B41E25138C}"/>
              </a:ext>
            </a:extLst>
          </p:cNvPr>
          <p:cNvSpPr txBox="1"/>
          <p:nvPr/>
        </p:nvSpPr>
        <p:spPr>
          <a:xfrm>
            <a:off x="8418698" y="5768435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638ADD87-EA64-691A-42F0-CE2D67366E56}"/>
              </a:ext>
            </a:extLst>
          </p:cNvPr>
          <p:cNvSpPr txBox="1"/>
          <p:nvPr/>
        </p:nvSpPr>
        <p:spPr>
          <a:xfrm>
            <a:off x="8419467" y="6135897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7EC75B9C-4842-6578-2DDB-05C6C448AAB2}"/>
              </a:ext>
            </a:extLst>
          </p:cNvPr>
          <p:cNvSpPr txBox="1"/>
          <p:nvPr/>
        </p:nvSpPr>
        <p:spPr>
          <a:xfrm>
            <a:off x="10071659" y="5842301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245" name="TextBox 244">
            <a:extLst>
              <a:ext uri="{FF2B5EF4-FFF2-40B4-BE49-F238E27FC236}">
                <a16:creationId xmlns:a16="http://schemas.microsoft.com/office/drawing/2014/main" id="{9837013B-777A-8804-DDC7-4FAC919011CB}"/>
              </a:ext>
            </a:extLst>
          </p:cNvPr>
          <p:cNvSpPr txBox="1"/>
          <p:nvPr/>
        </p:nvSpPr>
        <p:spPr>
          <a:xfrm>
            <a:off x="10202524" y="6135897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46" name="그래픽 245">
            <a:extLst>
              <a:ext uri="{FF2B5EF4-FFF2-40B4-BE49-F238E27FC236}">
                <a16:creationId xmlns:a16="http://schemas.microsoft.com/office/drawing/2014/main" id="{60BF06F9-8230-F815-A05F-E451A23A56F2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8159091" y="5920836"/>
            <a:ext cx="261988" cy="261988"/>
          </a:xfrm>
          <a:prstGeom prst="rect">
            <a:avLst/>
          </a:prstGeom>
        </p:spPr>
      </p:pic>
      <p:pic>
        <p:nvPicPr>
          <p:cNvPr id="256" name="그림 255">
            <a:extLst>
              <a:ext uri="{FF2B5EF4-FFF2-40B4-BE49-F238E27FC236}">
                <a16:creationId xmlns:a16="http://schemas.microsoft.com/office/drawing/2014/main" id="{2F1C280D-521E-35BC-B034-B1002D59B0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319197" y="2351022"/>
            <a:ext cx="187790" cy="192370"/>
          </a:xfrm>
          <a:prstGeom prst="rect">
            <a:avLst/>
          </a:prstGeom>
        </p:spPr>
      </p:pic>
      <p:pic>
        <p:nvPicPr>
          <p:cNvPr id="34" name="Picture 6" descr="필터 - 무료 ui개 아이콘">
            <a:extLst>
              <a:ext uri="{FF2B5EF4-FFF2-40B4-BE49-F238E27FC236}">
                <a16:creationId xmlns:a16="http://schemas.microsoft.com/office/drawing/2014/main" id="{CA0FE057-4680-0343-937B-1E83E6B13F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2763" y="2391023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E3B65B5A-E9CF-9806-41D1-B385577B6134}"/>
              </a:ext>
            </a:extLst>
          </p:cNvPr>
          <p:cNvSpPr txBox="1"/>
          <p:nvPr/>
        </p:nvSpPr>
        <p:spPr>
          <a:xfrm>
            <a:off x="6273032" y="1052736"/>
            <a:ext cx="3092513" cy="646331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pPr algn="l"/>
            <a:r>
              <a:rPr lang="en-US" altLang="ko-KR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후원 리스트 위젯 예외 사항</a:t>
            </a:r>
            <a:endParaRPr lang="en-US" altLang="ko-KR" sz="9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- </a:t>
            </a:r>
            <a:r>
              <a:rPr lang="ko-KR" altLang="en-US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후원 리스트 위젯은 압정 버튼과 닫힘 버튼 없음</a:t>
            </a:r>
            <a:endParaRPr lang="en-US" altLang="ko-KR" sz="9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- </a:t>
            </a:r>
            <a:r>
              <a:rPr lang="ko-KR" altLang="en-US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후원 리스트 위젯은 캔버스에서 닫히지 않음</a:t>
            </a:r>
            <a:endParaRPr lang="en-US" altLang="ko-KR" sz="9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/>
            <a:r>
              <a: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- </a:t>
            </a:r>
            <a:r>
              <a:rPr lang="ko-KR" altLang="en-US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후원 리스트 위젯은 캔버스에서 밖으로 분리되지 않음</a:t>
            </a:r>
            <a:endParaRPr lang="en-US" altLang="ko-KR" sz="9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46F1FAB9-AB81-DCEF-C20D-0FBA7E175B8E}"/>
              </a:ext>
            </a:extLst>
          </p:cNvPr>
          <p:cNvSpPr/>
          <p:nvPr/>
        </p:nvSpPr>
        <p:spPr>
          <a:xfrm>
            <a:off x="6773860" y="1748312"/>
            <a:ext cx="268657" cy="268657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3D882C28-633D-097B-41F4-CCD43F06D195}"/>
              </a:ext>
            </a:extLst>
          </p:cNvPr>
          <p:cNvSpPr/>
          <p:nvPr/>
        </p:nvSpPr>
        <p:spPr>
          <a:xfrm>
            <a:off x="10393360" y="1748312"/>
            <a:ext cx="268657" cy="268657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2" name="그림 21">
            <a:extLst>
              <a:ext uri="{FF2B5EF4-FFF2-40B4-BE49-F238E27FC236}">
                <a16:creationId xmlns:a16="http://schemas.microsoft.com/office/drawing/2014/main" id="{C0B9ECE9-2132-568A-3DB0-EB4FB2B1F72A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3026803" y="2426807"/>
            <a:ext cx="202530" cy="188658"/>
          </a:xfrm>
          <a:prstGeom prst="rect">
            <a:avLst/>
          </a:prstGeom>
        </p:spPr>
      </p:pic>
      <p:sp>
        <p:nvSpPr>
          <p:cNvPr id="23" name="타원 22">
            <a:extLst>
              <a:ext uri="{FF2B5EF4-FFF2-40B4-BE49-F238E27FC236}">
                <a16:creationId xmlns:a16="http://schemas.microsoft.com/office/drawing/2014/main" id="{EE35DE00-E3F2-59DF-3C3A-5E3ADDEE3964}"/>
              </a:ext>
            </a:extLst>
          </p:cNvPr>
          <p:cNvSpPr/>
          <p:nvPr/>
        </p:nvSpPr>
        <p:spPr>
          <a:xfrm>
            <a:off x="2928243" y="2339229"/>
            <a:ext cx="373758" cy="373758"/>
          </a:xfrm>
          <a:prstGeom prst="ellipse">
            <a:avLst/>
          </a:prstGeom>
          <a:noFill/>
          <a:ln w="28575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2468382-E618-C672-D969-BC4F244842D3}"/>
              </a:ext>
            </a:extLst>
          </p:cNvPr>
          <p:cNvSpPr txBox="1"/>
          <p:nvPr/>
        </p:nvSpPr>
        <p:spPr>
          <a:xfrm>
            <a:off x="2085751" y="1468576"/>
            <a:ext cx="841897" cy="230832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pPr algn="l"/>
            <a:r>
              <a: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셀 넓이 조절</a:t>
            </a:r>
            <a:endParaRPr lang="en-US" altLang="ko-KR" sz="9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6" name="연결선: 꺾임 25">
            <a:extLst>
              <a:ext uri="{FF2B5EF4-FFF2-40B4-BE49-F238E27FC236}">
                <a16:creationId xmlns:a16="http://schemas.microsoft.com/office/drawing/2014/main" id="{40B38E16-8590-0910-87B8-9495596AA4FE}"/>
              </a:ext>
            </a:extLst>
          </p:cNvPr>
          <p:cNvCxnSpPr>
            <a:cxnSpLocks/>
            <a:stCxn id="24" idx="3"/>
            <a:endCxn id="23" idx="0"/>
          </p:cNvCxnSpPr>
          <p:nvPr/>
        </p:nvCxnSpPr>
        <p:spPr>
          <a:xfrm>
            <a:off x="2927648" y="1583992"/>
            <a:ext cx="187474" cy="755237"/>
          </a:xfrm>
          <a:prstGeom prst="bentConnector2">
            <a:avLst/>
          </a:prstGeom>
          <a:ln>
            <a:solidFill>
              <a:srgbClr val="FF0000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628B1FBB-AEF4-B316-DF75-77EFBE87B0B5}"/>
              </a:ext>
            </a:extLst>
          </p:cNvPr>
          <p:cNvSpPr txBox="1"/>
          <p:nvPr/>
        </p:nvSpPr>
        <p:spPr>
          <a:xfrm>
            <a:off x="10630286" y="7058"/>
            <a:ext cx="1552028" cy="215444"/>
          </a:xfrm>
          <a:prstGeom prst="rect">
            <a:avLst/>
          </a:prstGeom>
          <a:solidFill>
            <a:srgbClr val="00B050"/>
          </a:solidFill>
        </p:spPr>
        <p:txBody>
          <a:bodyPr wrap="none" rtlCol="0">
            <a:spAutoFit/>
          </a:bodyPr>
          <a:lstStyle/>
          <a:p>
            <a:pPr algn="r"/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v0.21 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셀 넓이 조절 기능 추가</a:t>
            </a:r>
          </a:p>
        </p:txBody>
      </p:sp>
    </p:spTree>
    <p:extLst>
      <p:ext uri="{BB962C8B-B14F-4D97-AF65-F5344CB8AC3E}">
        <p14:creationId xmlns:p14="http://schemas.microsoft.com/office/powerpoint/2010/main" val="4058061158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4E31F6AA-8AED-AA6F-8EEB-6A84E77D171D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marL="0" indent="0">
              <a:buNone/>
            </a:pPr>
            <a:r>
              <a:rPr lang="ko-KR" altLang="en-US" dirty="0"/>
              <a:t>알림 리스트 노출 정책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48A47328-2E27-5016-9F7F-6BE6B747C21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후원 리스트 위젯 </a:t>
            </a:r>
            <a:r>
              <a:rPr lang="en-US" altLang="ko-KR" dirty="0"/>
              <a:t>&gt; </a:t>
            </a:r>
            <a:r>
              <a:rPr lang="ko-KR" altLang="en-US" dirty="0"/>
              <a:t>알림 리스트 노출 정책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5852C9A1-7172-25A7-6B12-22FA458E3D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9376270"/>
              </p:ext>
            </p:extLst>
          </p:nvPr>
        </p:nvGraphicFramePr>
        <p:xfrm>
          <a:off x="1379476" y="819137"/>
          <a:ext cx="9190328" cy="5922231"/>
        </p:xfrm>
        <a:graphic>
          <a:graphicData uri="http://schemas.openxmlformats.org/drawingml/2006/table">
            <a:tbl>
              <a:tblPr/>
              <a:tblGrid>
                <a:gridCol w="1768237">
                  <a:extLst>
                    <a:ext uri="{9D8B030D-6E8A-4147-A177-3AD203B41FA5}">
                      <a16:colId xmlns:a16="http://schemas.microsoft.com/office/drawing/2014/main" val="346197290"/>
                    </a:ext>
                  </a:extLst>
                </a:gridCol>
                <a:gridCol w="776986">
                  <a:extLst>
                    <a:ext uri="{9D8B030D-6E8A-4147-A177-3AD203B41FA5}">
                      <a16:colId xmlns:a16="http://schemas.microsoft.com/office/drawing/2014/main" val="1427469353"/>
                    </a:ext>
                  </a:extLst>
                </a:gridCol>
                <a:gridCol w="4388885">
                  <a:extLst>
                    <a:ext uri="{9D8B030D-6E8A-4147-A177-3AD203B41FA5}">
                      <a16:colId xmlns:a16="http://schemas.microsoft.com/office/drawing/2014/main" val="1493797795"/>
                    </a:ext>
                  </a:extLst>
                </a:gridCol>
                <a:gridCol w="658294">
                  <a:extLst>
                    <a:ext uri="{9D8B030D-6E8A-4147-A177-3AD203B41FA5}">
                      <a16:colId xmlns:a16="http://schemas.microsoft.com/office/drawing/2014/main" val="998181519"/>
                    </a:ext>
                  </a:extLst>
                </a:gridCol>
                <a:gridCol w="798963">
                  <a:extLst>
                    <a:ext uri="{9D8B030D-6E8A-4147-A177-3AD203B41FA5}">
                      <a16:colId xmlns:a16="http://schemas.microsoft.com/office/drawing/2014/main" val="2039118717"/>
                    </a:ext>
                  </a:extLst>
                </a:gridCol>
                <a:gridCol w="798963">
                  <a:extLst>
                    <a:ext uri="{9D8B030D-6E8A-4147-A177-3AD203B41FA5}">
                      <a16:colId xmlns:a16="http://schemas.microsoft.com/office/drawing/2014/main" val="365985333"/>
                    </a:ext>
                  </a:extLst>
                </a:gridCol>
              </a:tblGrid>
              <a:tr h="169467">
                <a:tc rowSpan="2" grid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900" b="1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후원 종류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900" b="1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내용 </a:t>
                      </a:r>
                      <a:r>
                        <a:rPr lang="en-US" altLang="ko-KR" sz="900" b="1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– </a:t>
                      </a:r>
                      <a:r>
                        <a:rPr lang="ko-KR" altLang="en-US" sz="900" b="1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텍스트 노출 형식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900" b="1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기능 버튼 노출 유무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43686786"/>
                  </a:ext>
                </a:extLst>
              </a:tr>
              <a:tr h="82561"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9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재생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9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차단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9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벽지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6902881"/>
                  </a:ext>
                </a:extLst>
              </a:tr>
              <a:tr h="1694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1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텍스트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endParaRPr lang="ko-KR" altLang="en-US" sz="800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{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텍스트 내용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8709644"/>
                  </a:ext>
                </a:extLst>
              </a:tr>
              <a:tr h="1694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게임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endParaRPr lang="ko-KR" altLang="en-US" sz="80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{[</a:t>
                      </a:r>
                      <a:r>
                        <a:rPr lang="ko-KR" altLang="en-US" sz="800" b="0" dirty="0" err="1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게임명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]} {[</a:t>
                      </a:r>
                      <a:r>
                        <a:rPr lang="ko-KR" altLang="en-US" sz="800" b="0" dirty="0" err="1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서버명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]} {[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캐릭터 명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]} {[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게임 아이템명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]} {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수량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개 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{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텍스트 내용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74868348"/>
                  </a:ext>
                </a:extLst>
              </a:tr>
              <a:tr h="1694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시그니처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endParaRPr lang="ko-KR" altLang="en-US" sz="800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{</a:t>
                      </a:r>
                      <a:r>
                        <a:rPr lang="ko-KR" altLang="en-US" sz="800" b="0" dirty="0" err="1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시그니처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제목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 - {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텍스트 내용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 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1625318"/>
                  </a:ext>
                </a:extLst>
              </a:tr>
              <a:tr h="1694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1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미니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endParaRPr lang="ko-KR" altLang="en-US" sz="80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{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텍스트 내용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46937441"/>
                  </a:ext>
                </a:extLst>
              </a:tr>
              <a:tr h="1694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음성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endParaRPr lang="ko-KR" altLang="en-US" sz="800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음성 녹음 후원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26257"/>
                  </a:ext>
                </a:extLst>
              </a:tr>
              <a:tr h="1694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1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영상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endParaRPr lang="ko-KR" altLang="en-US" sz="800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{</a:t>
                      </a: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썸네일 이미지</a:t>
                      </a: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 [{</a:t>
                      </a: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플랫폼 명</a:t>
                      </a: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}] {</a:t>
                      </a: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영상 제목</a:t>
                      </a: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2533847"/>
                  </a:ext>
                </a:extLst>
              </a:tr>
              <a:tr h="1694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룰렛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endParaRPr lang="ko-KR" altLang="en-US" sz="800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{</a:t>
                      </a:r>
                      <a:r>
                        <a:rPr lang="ko-KR" altLang="en-US" sz="800" b="0" dirty="0" err="1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룰렛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이름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 – {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상품 이름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8882537"/>
                  </a:ext>
                </a:extLst>
              </a:tr>
              <a:tr h="1694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위시리스트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endParaRPr lang="ko-KR" altLang="en-US" sz="80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en-US" altLang="ko-KR" sz="800" b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{</a:t>
                      </a:r>
                      <a:r>
                        <a:rPr lang="ko-KR" altLang="en-US" sz="800" b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상품명</a:t>
                      </a:r>
                      <a:r>
                        <a:rPr lang="en-US" altLang="ko-KR" sz="800" b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 - {</a:t>
                      </a:r>
                      <a:r>
                        <a:rPr lang="ko-KR" altLang="en-US" sz="800" b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텍스트 내용</a:t>
                      </a:r>
                      <a:r>
                        <a:rPr lang="en-US" altLang="ko-KR" sz="800" b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75278896"/>
                  </a:ext>
                </a:extLst>
              </a:tr>
              <a:tr h="1694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투표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endParaRPr lang="ko-KR" altLang="en-US" sz="800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{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투표 이름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 - {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투표 항목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5488222"/>
                  </a:ext>
                </a:extLst>
              </a:tr>
              <a:tr h="169467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퀘스트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성공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en-US" altLang="ko-KR" sz="800" b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{</a:t>
                      </a:r>
                      <a:r>
                        <a:rPr lang="ko-KR" altLang="en-US" sz="800" b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퀘스트 제목</a:t>
                      </a:r>
                      <a:r>
                        <a:rPr lang="en-US" altLang="ko-KR" sz="800" b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 – </a:t>
                      </a:r>
                      <a:r>
                        <a:rPr lang="ko-KR" altLang="en-US" sz="800" b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성공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7525170"/>
                  </a:ext>
                </a:extLst>
              </a:tr>
              <a:tr h="1694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실패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{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퀘스트 제목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 – 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실패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8472968"/>
                  </a:ext>
                </a:extLst>
              </a:tr>
              <a:tr h="1694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그림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endParaRPr lang="ko-KR" altLang="en-US" sz="80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그림 후원 알림 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- {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그림 제목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8397196"/>
                  </a:ext>
                </a:extLst>
              </a:tr>
              <a:tr h="1694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기프트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endParaRPr lang="ko-KR" altLang="en-US" sz="800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{</a:t>
                      </a: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상품 썸네일 이미지</a:t>
                      </a: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 {</a:t>
                      </a: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상품명</a:t>
                      </a: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 {</a:t>
                      </a: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수량</a:t>
                      </a: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</a:t>
                      </a: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개 </a:t>
                      </a: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- {</a:t>
                      </a: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텍스트 내용</a:t>
                      </a: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2355440"/>
                  </a:ext>
                </a:extLst>
              </a:tr>
              <a:tr h="169467">
                <a:tc row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럭키박스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당첨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ko-KR" altLang="en-US" sz="800" b="0" dirty="0" err="1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럭키박스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– 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당첨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6995556"/>
                  </a:ext>
                </a:extLst>
              </a:tr>
              <a:tr h="1694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꽝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ko-KR" altLang="en-US" sz="800" b="0" dirty="0" err="1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럭키박스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꽝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1714562"/>
                  </a:ext>
                </a:extLst>
              </a:tr>
              <a:tr h="1694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시간 초과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ko-KR" altLang="en-US" sz="800" b="0" dirty="0" err="1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럭키박스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– 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시간초과 환불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13165036"/>
                  </a:ext>
                </a:extLst>
              </a:tr>
              <a:tr h="169467">
                <a:tc row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플레이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정답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객관식 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or 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초성 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or 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그림 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– 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정답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2871686"/>
                  </a:ext>
                </a:extLst>
              </a:tr>
              <a:tr h="1694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오답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객관식 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or 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초성 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or 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그림 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– 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오답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48540002"/>
                  </a:ext>
                </a:extLst>
              </a:tr>
              <a:tr h="1694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시간 초과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플레이 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– 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시간초과 환불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32507233"/>
                  </a:ext>
                </a:extLst>
              </a:tr>
              <a:tr h="1694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1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뽑기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endParaRPr lang="ko-KR" altLang="en-US" sz="800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{</a:t>
                      </a: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뽑기 이름</a:t>
                      </a: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 {</a:t>
                      </a: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상품명</a:t>
                      </a: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58271842"/>
                  </a:ext>
                </a:extLst>
              </a:tr>
              <a:tr h="1694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1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노래방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endParaRPr lang="ko-KR" altLang="en-US" sz="800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※ 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기능 삭제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endParaRPr lang="en-US" altLang="ko-KR" sz="800" dirty="0"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endParaRPr lang="ko-KR" altLang="en-US" sz="800" dirty="0"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endParaRPr lang="en-US" altLang="ko-KR" sz="800" dirty="0"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6446355"/>
                  </a:ext>
                </a:extLst>
              </a:tr>
              <a:tr h="1694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크리에이터</a:t>
                      </a:r>
                      <a:r>
                        <a:rPr lang="en-US" altLang="ko-KR" sz="800" b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TTS </a:t>
                      </a:r>
                      <a:r>
                        <a:rPr lang="ko-KR" altLang="en-US" sz="800" b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구독 알림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endParaRPr lang="ko-KR" altLang="en-US" sz="80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endParaRPr lang="ko-KR" altLang="en-US" sz="800" dirty="0"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6025000"/>
                  </a:ext>
                </a:extLst>
              </a:tr>
              <a:tr h="169467">
                <a:tc row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유튜브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 strike="sng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구독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ko-KR" altLang="en-US" sz="800" b="0" strike="sngStrike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유튜브 구독 알림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strike="sngStrike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strike="sngStrike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strike="sngStrike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3434685"/>
                  </a:ext>
                </a:extLst>
              </a:tr>
              <a:tr h="1694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슈퍼챗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유튜브 </a:t>
                      </a:r>
                      <a:r>
                        <a:rPr lang="ko-KR" altLang="en-US" sz="800" b="0" dirty="0" err="1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슈퍼챗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알림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- {amount}{unit}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5826179"/>
                  </a:ext>
                </a:extLst>
              </a:tr>
              <a:tr h="1694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멤버십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유튜브 멤버십 알림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9161046"/>
                  </a:ext>
                </a:extLst>
              </a:tr>
              <a:tr h="169467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치지직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구독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ko-KR" altLang="en-US" sz="800" b="0" dirty="0" err="1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치지직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구독 알림 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- {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개월 수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개월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3546"/>
                  </a:ext>
                </a:extLst>
              </a:tr>
              <a:tr h="1694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치즈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ko-KR" altLang="en-US" sz="800" b="0" dirty="0" err="1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치지직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치즈 알림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537525"/>
                  </a:ext>
                </a:extLst>
              </a:tr>
              <a:tr h="169467">
                <a:tc rowSpan="6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트위치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구독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ko-KR" altLang="en-US" sz="800" b="0" dirty="0" err="1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트위치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구독 알림 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- {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개월 수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개월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9101786"/>
                  </a:ext>
                </a:extLst>
              </a:tr>
              <a:tr h="1694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 strike="sngStrike" dirty="0" err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팔로우</a:t>
                      </a:r>
                      <a:endParaRPr lang="ko-KR" altLang="en-US" sz="800" b="0" strike="sng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ko-KR" altLang="en-US" sz="800" b="0" strike="sngStrike" dirty="0" err="1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트위치</a:t>
                      </a:r>
                      <a:r>
                        <a:rPr lang="ko-KR" altLang="en-US" sz="800" b="0" strike="sngStrike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="0" strike="sngStrike" dirty="0" err="1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팔로우</a:t>
                      </a:r>
                      <a:r>
                        <a:rPr lang="ko-KR" altLang="en-US" sz="800" b="0" strike="sngStrike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알림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strike="sngStrike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strike="sngStrike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strike="sngStrike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9794213"/>
                  </a:ext>
                </a:extLst>
              </a:tr>
              <a:tr h="1694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비트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ko-KR" altLang="en-US" sz="800" b="0" dirty="0" err="1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트위치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비트 알림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63052670"/>
                  </a:ext>
                </a:extLst>
              </a:tr>
              <a:tr h="1694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구독선물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ko-KR" altLang="en-US" sz="800" b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트위치 구독선물 알림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06212949"/>
                  </a:ext>
                </a:extLst>
              </a:tr>
              <a:tr h="1815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구독선물개수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ko-KR" altLang="en-US" sz="800" b="0" dirty="0" err="1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트위치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구독선물개수 알림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302528"/>
                  </a:ext>
                </a:extLst>
              </a:tr>
              <a:tr h="1694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레이드</a:t>
                      </a:r>
                    </a:p>
                  </a:txBody>
                  <a:tcPr marL="5235" marR="5235" marT="3490" marB="349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ko-KR" altLang="en-US" sz="800" b="0" dirty="0" err="1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트위치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레이드 알림</a:t>
                      </a:r>
                    </a:p>
                  </a:txBody>
                  <a:tcPr marL="72000" marR="72000" marT="5536" marB="5536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○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80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×</a:t>
                      </a:r>
                    </a:p>
                  </a:txBody>
                  <a:tcPr marL="72000" marR="72000" marT="5536" marB="5536" anchor="ctr">
                    <a:lnL w="9525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3080104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45A59438-3381-22F1-BECB-DB556B796C8D}"/>
              </a:ext>
            </a:extLst>
          </p:cNvPr>
          <p:cNvSpPr txBox="1"/>
          <p:nvPr/>
        </p:nvSpPr>
        <p:spPr>
          <a:xfrm>
            <a:off x="5555940" y="4854339"/>
            <a:ext cx="95571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동작하지 않음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BA695D0-7E56-6C67-A50E-5FEBF2E4C622}"/>
              </a:ext>
            </a:extLst>
          </p:cNvPr>
          <p:cNvSpPr txBox="1"/>
          <p:nvPr/>
        </p:nvSpPr>
        <p:spPr>
          <a:xfrm>
            <a:off x="5555940" y="5868327"/>
            <a:ext cx="95571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동작하지 않음</a:t>
            </a:r>
          </a:p>
        </p:txBody>
      </p:sp>
    </p:spTree>
    <p:extLst>
      <p:ext uri="{BB962C8B-B14F-4D97-AF65-F5344CB8AC3E}">
        <p14:creationId xmlns:p14="http://schemas.microsoft.com/office/powerpoint/2010/main" val="125388886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텍스트 개체 틀 5">
            <a:extLst>
              <a:ext uri="{FF2B5EF4-FFF2-40B4-BE49-F238E27FC236}">
                <a16:creationId xmlns:a16="http://schemas.microsoft.com/office/drawing/2014/main" id="{40E850A6-775A-1AFD-7741-20197197ADA2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marL="0" indent="0">
              <a:buNone/>
            </a:pPr>
            <a:r>
              <a:rPr lang="ko-KR" altLang="en-US" dirty="0"/>
              <a:t>시간 표기 정책</a:t>
            </a:r>
          </a:p>
        </p:txBody>
      </p:sp>
      <p:sp>
        <p:nvSpPr>
          <p:cNvPr id="5" name="제목 4">
            <a:extLst>
              <a:ext uri="{FF2B5EF4-FFF2-40B4-BE49-F238E27FC236}">
                <a16:creationId xmlns:a16="http://schemas.microsoft.com/office/drawing/2014/main" id="{79A5809D-0717-9AD4-DF0C-2235D5054CB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후원 리스트 위젯 </a:t>
            </a:r>
            <a:r>
              <a:rPr lang="en-US" altLang="ko-KR" dirty="0"/>
              <a:t>&gt; </a:t>
            </a:r>
            <a:r>
              <a:rPr lang="ko-KR" altLang="en-US" dirty="0"/>
              <a:t>시간 표기 정책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712562C1-BDC2-109C-8848-0D34D40BF9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5875003"/>
              </p:ext>
            </p:extLst>
          </p:nvPr>
        </p:nvGraphicFramePr>
        <p:xfrm>
          <a:off x="1019436" y="1260008"/>
          <a:ext cx="9973108" cy="301705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906844">
                  <a:extLst>
                    <a:ext uri="{9D8B030D-6E8A-4147-A177-3AD203B41FA5}">
                      <a16:colId xmlns:a16="http://schemas.microsoft.com/office/drawing/2014/main" val="933876555"/>
                    </a:ext>
                  </a:extLst>
                </a:gridCol>
                <a:gridCol w="6393537">
                  <a:extLst>
                    <a:ext uri="{9D8B030D-6E8A-4147-A177-3AD203B41FA5}">
                      <a16:colId xmlns:a16="http://schemas.microsoft.com/office/drawing/2014/main" val="3416935128"/>
                    </a:ext>
                  </a:extLst>
                </a:gridCol>
                <a:gridCol w="1672727">
                  <a:extLst>
                    <a:ext uri="{9D8B030D-6E8A-4147-A177-3AD203B41FA5}">
                      <a16:colId xmlns:a16="http://schemas.microsoft.com/office/drawing/2014/main" val="3424321153"/>
                    </a:ext>
                  </a:extLst>
                </a:gridCol>
              </a:tblGrid>
              <a:tr h="29678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ea"/>
                          <a:ea typeface="+mn-ea"/>
                        </a:rPr>
                        <a:t>시간 표기</a:t>
                      </a:r>
                    </a:p>
                  </a:txBody>
                  <a:tcPr anchor="ctr">
                    <a:lnL w="285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ea"/>
                          <a:ea typeface="+mn-ea"/>
                        </a:rPr>
                        <a:t>기준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2337603"/>
                  </a:ext>
                </a:extLst>
              </a:tr>
              <a:tr h="453379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방금</a:t>
                      </a:r>
                    </a:p>
                  </a:txBody>
                  <a:tcPr anchor="ctr">
                    <a:lnL w="285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u="none" dirty="0">
                          <a:latin typeface="+mn-ea"/>
                          <a:ea typeface="+mn-ea"/>
                        </a:rPr>
                        <a:t>현재 시간과의 차이가 </a:t>
                      </a:r>
                      <a:r>
                        <a:rPr lang="en-US" altLang="ko-KR" sz="900" b="0" u="none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u="none" dirty="0">
                          <a:latin typeface="+mn-ea"/>
                          <a:ea typeface="+mn-ea"/>
                        </a:rPr>
                        <a:t>분 미만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9029998"/>
                  </a:ext>
                </a:extLst>
              </a:tr>
              <a:tr h="453379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분</a:t>
                      </a:r>
                    </a:p>
                  </a:txBody>
                  <a:tcPr anchor="ctr">
                    <a:lnL w="285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u="none" dirty="0">
                          <a:latin typeface="+mn-ea"/>
                          <a:ea typeface="+mn-ea"/>
                        </a:rPr>
                        <a:t>현재 시간과의 차이가 </a:t>
                      </a:r>
                      <a:r>
                        <a:rPr lang="en-US" altLang="ko-KR" sz="900" b="0" u="none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u="none" dirty="0">
                          <a:latin typeface="+mn-ea"/>
                          <a:ea typeface="+mn-ea"/>
                        </a:rPr>
                        <a:t>분 이상</a:t>
                      </a:r>
                      <a:r>
                        <a:rPr lang="en-US" altLang="ko-KR" sz="900" b="0" u="none" dirty="0">
                          <a:latin typeface="+mn-ea"/>
                          <a:ea typeface="+mn-ea"/>
                        </a:rPr>
                        <a:t>, 1</a:t>
                      </a:r>
                      <a:r>
                        <a:rPr lang="ko-KR" altLang="en-US" sz="900" b="0" u="none" dirty="0">
                          <a:latin typeface="+mn-ea"/>
                          <a:ea typeface="+mn-ea"/>
                        </a:rPr>
                        <a:t>시간 미만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4748952"/>
                  </a:ext>
                </a:extLst>
              </a:tr>
              <a:tr h="453379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n</a:t>
                      </a:r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anchor="ctr">
                    <a:lnL w="285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u="none" dirty="0">
                          <a:latin typeface="+mn-ea"/>
                          <a:ea typeface="+mn-ea"/>
                        </a:rPr>
                        <a:t>현재 시간과의 차이가 </a:t>
                      </a:r>
                      <a:r>
                        <a:rPr lang="en-US" altLang="ko-KR" sz="900" b="0" u="none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u="none" dirty="0">
                          <a:latin typeface="+mn-ea"/>
                          <a:ea typeface="+mn-ea"/>
                        </a:rPr>
                        <a:t>시간 이상</a:t>
                      </a:r>
                      <a:r>
                        <a:rPr lang="en-US" altLang="ko-KR" sz="900" b="0" u="none" dirty="0">
                          <a:latin typeface="+mn-ea"/>
                          <a:ea typeface="+mn-ea"/>
                        </a:rPr>
                        <a:t>, 24</a:t>
                      </a:r>
                      <a:r>
                        <a:rPr lang="ko-KR" altLang="en-US" sz="900" b="0" u="none" dirty="0">
                          <a:latin typeface="+mn-ea"/>
                          <a:ea typeface="+mn-ea"/>
                        </a:rPr>
                        <a:t>시간 미만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79590887"/>
                  </a:ext>
                </a:extLst>
              </a:tr>
              <a:tr h="453379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anchor="ctr">
                    <a:lnL w="285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u="none" dirty="0">
                          <a:latin typeface="+mn-ea"/>
                          <a:ea typeface="+mn-ea"/>
                        </a:rPr>
                        <a:t>현재 시간과의 차이가 </a:t>
                      </a:r>
                      <a:r>
                        <a:rPr lang="en-US" altLang="ko-KR" sz="900" b="0" u="none" dirty="0">
                          <a:latin typeface="+mn-ea"/>
                          <a:ea typeface="+mn-ea"/>
                        </a:rPr>
                        <a:t>24</a:t>
                      </a:r>
                      <a:r>
                        <a:rPr lang="ko-KR" altLang="en-US" sz="900" b="0" u="none" dirty="0">
                          <a:latin typeface="+mn-ea"/>
                          <a:ea typeface="+mn-ea"/>
                        </a:rPr>
                        <a:t>시간 이상</a:t>
                      </a:r>
                      <a:r>
                        <a:rPr lang="en-US" altLang="ko-KR" sz="900" b="0" u="none" dirty="0">
                          <a:latin typeface="+mn-ea"/>
                          <a:ea typeface="+mn-ea"/>
                        </a:rPr>
                        <a:t>, 30</a:t>
                      </a:r>
                      <a:r>
                        <a:rPr lang="ko-KR" altLang="en-US" sz="900" b="0" u="none" dirty="0">
                          <a:latin typeface="+mn-ea"/>
                          <a:ea typeface="+mn-ea"/>
                        </a:rPr>
                        <a:t>일 미만</a:t>
                      </a:r>
                      <a:endParaRPr lang="en-US" altLang="ko-KR" sz="900" b="0" u="none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6020913"/>
                  </a:ext>
                </a:extLst>
              </a:tr>
              <a:tr h="453379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개월</a:t>
                      </a:r>
                    </a:p>
                  </a:txBody>
                  <a:tcPr anchor="ctr">
                    <a:lnL w="285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u="none" dirty="0">
                          <a:latin typeface="+mn-ea"/>
                          <a:ea typeface="+mn-ea"/>
                        </a:rPr>
                        <a:t>현재 시간과의 차이가 </a:t>
                      </a:r>
                      <a:r>
                        <a:rPr lang="en-US" altLang="ko-KR" sz="900" b="0" u="none" dirty="0">
                          <a:latin typeface="+mn-ea"/>
                          <a:ea typeface="+mn-ea"/>
                        </a:rPr>
                        <a:t>30</a:t>
                      </a:r>
                      <a:r>
                        <a:rPr lang="ko-KR" altLang="en-US" sz="900" b="0" u="none" dirty="0">
                          <a:latin typeface="+mn-ea"/>
                          <a:ea typeface="+mn-ea"/>
                        </a:rPr>
                        <a:t>일 이상</a:t>
                      </a:r>
                      <a:r>
                        <a:rPr lang="en-US" altLang="ko-KR" sz="900" b="0" u="none" dirty="0">
                          <a:latin typeface="+mn-ea"/>
                          <a:ea typeface="+mn-ea"/>
                        </a:rPr>
                        <a:t>, 365</a:t>
                      </a:r>
                      <a:r>
                        <a:rPr lang="ko-KR" altLang="en-US" sz="900" b="0" u="none" dirty="0">
                          <a:latin typeface="+mn-ea"/>
                          <a:ea typeface="+mn-ea"/>
                        </a:rPr>
                        <a:t>일 미만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0279783"/>
                  </a:ext>
                </a:extLst>
              </a:tr>
              <a:tr h="453379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</a:p>
                  </a:txBody>
                  <a:tcPr anchor="ctr">
                    <a:lnL w="285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u="none" dirty="0">
                          <a:latin typeface="+mn-ea"/>
                          <a:ea typeface="+mn-ea"/>
                        </a:rPr>
                        <a:t>현재 시간과의 차이가 </a:t>
                      </a:r>
                      <a:r>
                        <a:rPr lang="en-US" altLang="ko-KR" sz="900" b="0" u="none" dirty="0">
                          <a:latin typeface="+mn-ea"/>
                          <a:ea typeface="+mn-ea"/>
                        </a:rPr>
                        <a:t>365</a:t>
                      </a:r>
                      <a:r>
                        <a:rPr lang="ko-KR" altLang="en-US" sz="900" b="0" u="none" dirty="0">
                          <a:latin typeface="+mn-ea"/>
                          <a:ea typeface="+mn-ea"/>
                        </a:rPr>
                        <a:t>일 이상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4924108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48000665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BE0DF5B4-8B60-9ADF-0BB7-A36FBD43C50C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통합 알림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10C5C0BF-02FD-EF98-F1A3-FEE9876F1F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후원 리스트 위젯 </a:t>
            </a:r>
            <a:r>
              <a:rPr lang="en-US" altLang="ko-KR" dirty="0"/>
              <a:t>&gt; </a:t>
            </a:r>
            <a:r>
              <a:rPr lang="ko-KR" altLang="en-US" dirty="0"/>
              <a:t>통합 알림</a:t>
            </a:r>
          </a:p>
        </p:txBody>
      </p:sp>
      <p:sp>
        <p:nvSpPr>
          <p:cNvPr id="4" name="Google Shape;1197;p27">
            <a:extLst>
              <a:ext uri="{FF2B5EF4-FFF2-40B4-BE49-F238E27FC236}">
                <a16:creationId xmlns:a16="http://schemas.microsoft.com/office/drawing/2014/main" id="{47B39C31-C802-FC8E-13A2-B183313B60F9}"/>
              </a:ext>
            </a:extLst>
          </p:cNvPr>
          <p:cNvSpPr/>
          <p:nvPr/>
        </p:nvSpPr>
        <p:spPr>
          <a:xfrm>
            <a:off x="1637142" y="1304764"/>
            <a:ext cx="5832867" cy="4500508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54000" rIns="61650" bIns="24650" anchor="t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 리스트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돋움" pitchFamily="50" charset="-127"/>
              <a:ea typeface="돋움" pitchFamily="50" charset="-127"/>
              <a:cs typeface="+mn-cs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655E149-0177-038F-2FAF-89E38C0BBB0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5769635"/>
              </p:ext>
            </p:extLst>
          </p:nvPr>
        </p:nvGraphicFramePr>
        <p:xfrm>
          <a:off x="1711119" y="1556800"/>
          <a:ext cx="3313947" cy="252226"/>
        </p:xfrm>
        <a:graphic>
          <a:graphicData uri="http://schemas.openxmlformats.org/drawingml/2006/table">
            <a:tbl>
              <a:tblPr firstRow="1" bandRow="1"/>
              <a:tblGrid>
                <a:gridCol w="1104649">
                  <a:extLst>
                    <a:ext uri="{9D8B030D-6E8A-4147-A177-3AD203B41FA5}">
                      <a16:colId xmlns:a16="http://schemas.microsoft.com/office/drawing/2014/main" val="1797854445"/>
                    </a:ext>
                  </a:extLst>
                </a:gridCol>
                <a:gridCol w="1104649">
                  <a:extLst>
                    <a:ext uri="{9D8B030D-6E8A-4147-A177-3AD203B41FA5}">
                      <a16:colId xmlns:a16="http://schemas.microsoft.com/office/drawing/2014/main" val="1099740737"/>
                    </a:ext>
                  </a:extLst>
                </a:gridCol>
                <a:gridCol w="1104649">
                  <a:extLst>
                    <a:ext uri="{9D8B030D-6E8A-4147-A177-3AD203B41FA5}">
                      <a16:colId xmlns:a16="http://schemas.microsoft.com/office/drawing/2014/main" val="2089773855"/>
                    </a:ext>
                  </a:extLst>
                </a:gridCol>
              </a:tblGrid>
              <a:tr h="25222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 알림</a:t>
                      </a: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게임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뽑기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8136752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384A2F58-798E-D269-EC77-6E585F8704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345077"/>
              </p:ext>
            </p:extLst>
          </p:nvPr>
        </p:nvGraphicFramePr>
        <p:xfrm>
          <a:off x="1698443" y="1829157"/>
          <a:ext cx="5694917" cy="3907189"/>
        </p:xfrm>
        <a:graphic>
          <a:graphicData uri="http://schemas.openxmlformats.org/drawingml/2006/table">
            <a:tbl>
              <a:tblPr firstRow="1" bandRow="1"/>
              <a:tblGrid>
                <a:gridCol w="723794">
                  <a:extLst>
                    <a:ext uri="{9D8B030D-6E8A-4147-A177-3AD203B41FA5}">
                      <a16:colId xmlns:a16="http://schemas.microsoft.com/office/drawing/2014/main" val="1453498877"/>
                    </a:ext>
                  </a:extLst>
                </a:gridCol>
                <a:gridCol w="1188132">
                  <a:extLst>
                    <a:ext uri="{9D8B030D-6E8A-4147-A177-3AD203B41FA5}">
                      <a16:colId xmlns:a16="http://schemas.microsoft.com/office/drawing/2014/main" val="201220245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439943395"/>
                    </a:ext>
                  </a:extLst>
                </a:gridCol>
                <a:gridCol w="2594859">
                  <a:extLst>
                    <a:ext uri="{9D8B030D-6E8A-4147-A177-3AD203B41FA5}">
                      <a16:colId xmlns:a16="http://schemas.microsoft.com/office/drawing/2014/main" val="2985946180"/>
                    </a:ext>
                  </a:extLst>
                </a:gridCol>
                <a:gridCol w="540060">
                  <a:extLst>
                    <a:ext uri="{9D8B030D-6E8A-4147-A177-3AD203B41FA5}">
                      <a16:colId xmlns:a16="http://schemas.microsoft.com/office/drawing/2014/main" val="3066059222"/>
                    </a:ext>
                  </a:extLst>
                </a:gridCol>
              </a:tblGrid>
              <a:tr h="31054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후원</a:t>
                      </a:r>
                    </a:p>
                  </a:txBody>
                  <a:tcPr marL="36000" marR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+mn-ea"/>
                        </a:rPr>
                        <a:t>닉네임</a:t>
                      </a:r>
                      <a:r>
                        <a:rPr lang="en-US" altLang="ko-KR" sz="800" b="1" dirty="0">
                          <a:latin typeface="맑은 고딕" panose="020B0503020000020004" pitchFamily="50" charset="-127"/>
                          <a:ea typeface="+mn-ea"/>
                        </a:rPr>
                        <a:t>(ID)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후원 캐시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내용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일시 </a:t>
                      </a:r>
                    </a:p>
                  </a:txBody>
                  <a:tcPr marL="0" marR="72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7653606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텍스트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텍스트 내용 텍스트 내용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방금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2625082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텍스트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텍스트 내용 텍스트 내용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방금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0248099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영상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              [</a:t>
                      </a:r>
                      <a:r>
                        <a:rPr lang="en-US" altLang="ko-KR" sz="800" b="0" u="none" dirty="0" err="1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Youtube</a:t>
                      </a:r>
                      <a:r>
                        <a:rPr lang="en-US" altLang="ko-KR" sz="800" b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] </a:t>
                      </a: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유튜브 제목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3766220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미니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텍스트 내용 텍스트 내용</a:t>
                      </a:r>
                      <a:r>
                        <a:rPr lang="en-US" altLang="ko-KR" sz="800" b="0" u="none" dirty="0">
                          <a:latin typeface="맑은 고딕" panose="020B0503020000020004" pitchFamily="50" charset="-127"/>
                          <a:ea typeface="+mn-ea"/>
                        </a:rPr>
                        <a:t>...</a:t>
                      </a:r>
                      <a:endParaRPr lang="ko-KR" altLang="en-US" sz="800" b="0" u="none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031777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룰렛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룰렛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 제목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–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꽝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or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 당첨 항목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9017808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위시리스트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후원한 상품명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8127382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퀘스트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퀘스트 제목 </a:t>
                      </a:r>
                      <a:r>
                        <a:rPr lang="en-US" altLang="ko-KR" sz="800" b="0" u="none" dirty="0">
                          <a:latin typeface="맑은 고딕" panose="020B0503020000020004" pitchFamily="50" charset="-127"/>
                          <a:ea typeface="+mn-ea"/>
                        </a:rPr>
                        <a:t>– </a:t>
                      </a: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성공 </a:t>
                      </a:r>
                      <a:r>
                        <a:rPr lang="en-US" altLang="ko-KR" sz="800" b="0" u="none" dirty="0">
                          <a:latin typeface="맑은 고딕" panose="020B0503020000020004" pitchFamily="50" charset="-127"/>
                          <a:ea typeface="+mn-ea"/>
                        </a:rPr>
                        <a:t>or </a:t>
                      </a: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실패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5773418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그림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그림 후원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5245360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기프트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              상품명 </a:t>
                      </a:r>
                      <a:r>
                        <a:rPr lang="en-US" altLang="ko-KR" sz="800" b="0" u="none" dirty="0">
                          <a:latin typeface="맑은 고딕" panose="020B0503020000020004" pitchFamily="50" charset="-127"/>
                          <a:ea typeface="+mn-ea"/>
                        </a:rPr>
                        <a:t>&amp; </a:t>
                      </a: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개수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6449258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럭키박스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latin typeface="맑은 고딕" panose="020B0503020000020004" pitchFamily="50" charset="-127"/>
                          <a:ea typeface="+mn-ea"/>
                        </a:rPr>
                        <a:t>럭키박스</a:t>
                      </a: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0" u="none" dirty="0">
                          <a:latin typeface="맑은 고딕" panose="020B0503020000020004" pitchFamily="50" charset="-127"/>
                          <a:ea typeface="+mn-ea"/>
                        </a:rPr>
                        <a:t>– </a:t>
                      </a: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시간초과 환불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4880776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FCA4DEB3-F7E2-4510-1F70-66736DA17134}"/>
              </a:ext>
            </a:extLst>
          </p:cNvPr>
          <p:cNvSpPr/>
          <p:nvPr/>
        </p:nvSpPr>
        <p:spPr>
          <a:xfrm>
            <a:off x="4310202" y="2917170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2914843-7BD7-E66F-6EE6-6F762F9DE1B5}"/>
              </a:ext>
            </a:extLst>
          </p:cNvPr>
          <p:cNvSpPr/>
          <p:nvPr/>
        </p:nvSpPr>
        <p:spPr>
          <a:xfrm>
            <a:off x="4310202" y="5075034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69C9DCA2-9481-53C3-5542-E763AC0D6285}"/>
              </a:ext>
            </a:extLst>
          </p:cNvPr>
          <p:cNvGrpSpPr/>
          <p:nvPr/>
        </p:nvGrpSpPr>
        <p:grpSpPr>
          <a:xfrm>
            <a:off x="7384582" y="1821727"/>
            <a:ext cx="32251" cy="3895458"/>
            <a:chOff x="7049058" y="1944130"/>
            <a:chExt cx="32251" cy="3895458"/>
          </a:xfrm>
        </p:grpSpPr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D7C57E03-816B-C378-A1A5-DCC38C9DB94F}"/>
                </a:ext>
              </a:extLst>
            </p:cNvPr>
            <p:cNvCxnSpPr>
              <a:cxnSpLocks/>
            </p:cNvCxnSpPr>
            <p:nvPr/>
          </p:nvCxnSpPr>
          <p:spPr>
            <a:xfrm>
              <a:off x="7068108" y="1944130"/>
              <a:ext cx="13201" cy="3895458"/>
            </a:xfrm>
            <a:prstGeom prst="line">
              <a:avLst/>
            </a:prstGeom>
            <a:noFill/>
            <a:ln w="38100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3949BDE2-A11F-D72A-4997-66FED2DBEEEC}"/>
                </a:ext>
              </a:extLst>
            </p:cNvPr>
            <p:cNvCxnSpPr>
              <a:cxnSpLocks/>
            </p:cNvCxnSpPr>
            <p:nvPr/>
          </p:nvCxnSpPr>
          <p:spPr>
            <a:xfrm>
              <a:off x="7049058" y="1951628"/>
              <a:ext cx="0" cy="1901182"/>
            </a:xfrm>
            <a:prstGeom prst="line">
              <a:avLst/>
            </a:prstGeom>
            <a:noFill/>
            <a:ln w="285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</p:cxnSp>
      </p:grpSp>
      <p:pic>
        <p:nvPicPr>
          <p:cNvPr id="13" name="그림 12">
            <a:extLst>
              <a:ext uri="{FF2B5EF4-FFF2-40B4-BE49-F238E27FC236}">
                <a16:creationId xmlns:a16="http://schemas.microsoft.com/office/drawing/2014/main" id="{30675828-590D-2B33-8C7F-8D21F2ACA6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201352" y="1584018"/>
            <a:ext cx="190800" cy="195453"/>
          </a:xfrm>
          <a:prstGeom prst="rect">
            <a:avLst/>
          </a:prstGeom>
        </p:spPr>
      </p:pic>
      <p:pic>
        <p:nvPicPr>
          <p:cNvPr id="14" name="Picture 6" descr="필터 - 무료 ui개 아이콘">
            <a:extLst>
              <a:ext uri="{FF2B5EF4-FFF2-40B4-BE49-F238E27FC236}">
                <a16:creationId xmlns:a16="http://schemas.microsoft.com/office/drawing/2014/main" id="{88475093-77E0-ECF8-1DA6-8CCC964F439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66726" y="1888375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타원 15">
            <a:extLst>
              <a:ext uri="{FF2B5EF4-FFF2-40B4-BE49-F238E27FC236}">
                <a16:creationId xmlns:a16="http://schemas.microsoft.com/office/drawing/2014/main" id="{150B0C6B-3100-5F39-7B77-D7C829D0CC1B}"/>
              </a:ext>
            </a:extLst>
          </p:cNvPr>
          <p:cNvSpPr/>
          <p:nvPr/>
        </p:nvSpPr>
        <p:spPr>
          <a:xfrm>
            <a:off x="1446501" y="1577561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1C067551-0CC8-5FEB-CB20-8085A38DCCCD}"/>
              </a:ext>
            </a:extLst>
          </p:cNvPr>
          <p:cNvCxnSpPr>
            <a:cxnSpLocks/>
            <a:stCxn id="16" idx="6"/>
          </p:cNvCxnSpPr>
          <p:nvPr/>
        </p:nvCxnSpPr>
        <p:spPr>
          <a:xfrm>
            <a:off x="1595500" y="1652061"/>
            <a:ext cx="134539" cy="602"/>
          </a:xfrm>
          <a:prstGeom prst="straightConnector1">
            <a:avLst/>
          </a:prstGeom>
          <a:ln>
            <a:solidFill>
              <a:srgbClr val="FF000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타원 17">
            <a:extLst>
              <a:ext uri="{FF2B5EF4-FFF2-40B4-BE49-F238E27FC236}">
                <a16:creationId xmlns:a16="http://schemas.microsoft.com/office/drawing/2014/main" id="{FC856EF8-E97F-3831-B7D0-4A62EA50D5EA}"/>
              </a:ext>
            </a:extLst>
          </p:cNvPr>
          <p:cNvSpPr/>
          <p:nvPr/>
        </p:nvSpPr>
        <p:spPr>
          <a:xfrm>
            <a:off x="1446501" y="1885516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9" name="직선 화살표 연결선 18">
            <a:extLst>
              <a:ext uri="{FF2B5EF4-FFF2-40B4-BE49-F238E27FC236}">
                <a16:creationId xmlns:a16="http://schemas.microsoft.com/office/drawing/2014/main" id="{595330A2-C61C-4F2A-98B3-7E01C9EA8A66}"/>
              </a:ext>
            </a:extLst>
          </p:cNvPr>
          <p:cNvCxnSpPr>
            <a:cxnSpLocks/>
            <a:stCxn id="18" idx="6"/>
          </p:cNvCxnSpPr>
          <p:nvPr/>
        </p:nvCxnSpPr>
        <p:spPr>
          <a:xfrm>
            <a:off x="1595500" y="1960016"/>
            <a:ext cx="134539" cy="602"/>
          </a:xfrm>
          <a:prstGeom prst="straightConnector1">
            <a:avLst/>
          </a:prstGeom>
          <a:ln>
            <a:solidFill>
              <a:srgbClr val="FF000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C58D6DAC-4555-61CD-2622-A0B12CACEB3F}"/>
              </a:ext>
            </a:extLst>
          </p:cNvPr>
          <p:cNvGrpSpPr/>
          <p:nvPr/>
        </p:nvGrpSpPr>
        <p:grpSpPr>
          <a:xfrm rot="5400000">
            <a:off x="5784279" y="3724443"/>
            <a:ext cx="3602619" cy="396043"/>
            <a:chOff x="6600056" y="1538514"/>
            <a:chExt cx="1692188" cy="305304"/>
          </a:xfrm>
        </p:grpSpPr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2657C3CE-9C2A-6C19-DF32-B4A0A56CDFE6}"/>
                </a:ext>
              </a:extLst>
            </p:cNvPr>
            <p:cNvCxnSpPr/>
            <p:nvPr/>
          </p:nvCxnSpPr>
          <p:spPr>
            <a:xfrm>
              <a:off x="6600056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8B39EA3A-5DD9-84F2-398B-C1F4D699F07C}"/>
                </a:ext>
              </a:extLst>
            </p:cNvPr>
            <p:cNvCxnSpPr/>
            <p:nvPr/>
          </p:nvCxnSpPr>
          <p:spPr>
            <a:xfrm>
              <a:off x="8292244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화살표 연결선 31">
              <a:extLst>
                <a:ext uri="{FF2B5EF4-FFF2-40B4-BE49-F238E27FC236}">
                  <a16:creationId xmlns:a16="http://schemas.microsoft.com/office/drawing/2014/main" id="{E2CA5128-3EB9-FB08-A367-B2AB61165503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56" y="1638109"/>
              <a:ext cx="1692188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" name="타원 32">
            <a:extLst>
              <a:ext uri="{FF2B5EF4-FFF2-40B4-BE49-F238E27FC236}">
                <a16:creationId xmlns:a16="http://schemas.microsoft.com/office/drawing/2014/main" id="{ED143DFF-2753-1B74-6CA5-3D202D76A2F5}"/>
              </a:ext>
            </a:extLst>
          </p:cNvPr>
          <p:cNvSpPr/>
          <p:nvPr/>
        </p:nvSpPr>
        <p:spPr>
          <a:xfrm>
            <a:off x="7711197" y="3861266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34" name="Group 323">
            <a:extLst>
              <a:ext uri="{FF2B5EF4-FFF2-40B4-BE49-F238E27FC236}">
                <a16:creationId xmlns:a16="http://schemas.microsoft.com/office/drawing/2014/main" id="{1DF6AD16-F3DC-5DCC-F0ED-530BEE2BD9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4746602"/>
              </p:ext>
            </p:extLst>
          </p:nvPr>
        </p:nvGraphicFramePr>
        <p:xfrm>
          <a:off x="9625013" y="575703"/>
          <a:ext cx="2519969" cy="6126480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탭 메뉴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게임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과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뽑기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를 제외한 모든 후원은 통합 알림 탭으로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게임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과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뽑기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’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리스트는 각 탭 메뉴에 별도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후원 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후원 종류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닉네임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후원자의 닉네임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ID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※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디자인 체크하여 적당한 길이로 축약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후원 캐시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후원 받은 캐시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내용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후원 내용 노출 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후원 받은 일시 노출 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리스트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최근 받은 후원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개까지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행 노출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마우스 오버된 행은 입체 효과로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r>
                        <a:rPr lang="en-US" altLang="ko-KR" sz="800" b="1" dirty="0">
                          <a:solidFill>
                            <a:schemeClr val="tx1"/>
                          </a:solidFill>
                        </a:rPr>
                        <a:t>4-1 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버튼 노출</a:t>
                      </a:r>
                      <a:endParaRPr lang="en-US" altLang="ko-KR" sz="800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 - [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일시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]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 영역에 버튼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3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개 노출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 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버튼 위로 마우스 오버 시 포인터는 손가락 모양으로 변경 후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툴팁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 노출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sng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hlinkClick r:id="rId4" action="ppaction://hlinksldjump"/>
                        </a:rPr>
                        <a:t>※ </a:t>
                      </a:r>
                      <a:r>
                        <a:rPr kumimoji="1" lang="ko-KR" altLang="en-US" sz="800" b="0" i="0" u="sng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hlinkClick r:id="rId4" action="ppaction://hlinksldjump"/>
                        </a:rPr>
                        <a:t>별도 페이지 참고</a:t>
                      </a:r>
                      <a:endParaRPr kumimoji="1" lang="en-US" altLang="ko-KR" sz="800" b="0" i="0" u="sng" strike="noStrike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8077459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차단된 후원자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차단된 후원자의 행은 회색으로 변경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차단 버튼 상시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r>
                        <a:rPr lang="en-US" altLang="ko-KR" sz="800" b="1" dirty="0">
                          <a:solidFill>
                            <a:schemeClr val="tx1"/>
                          </a:solidFill>
                        </a:rPr>
                        <a:t>5-1 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</a:rPr>
                        <a:t>차단 해제</a:t>
                      </a:r>
                      <a:endParaRPr lang="en-US" altLang="ko-KR" sz="800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- [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차단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]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 버튼은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[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차단 해제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]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버튼으로 변경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- [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차단 해제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]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버튼 클릭 시 해당 후원자는 차단 해제 처리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118126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텍스트 후원의 마우스 오버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내용에 텍스만 있을 경우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툴팁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형태로 축약 없이 모든 텍스트 내용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0205998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썸네일 있는 후원의 마우스 오버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 썸네일과 후원 내용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툴팁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형태로 노출 </a:t>
                      </a:r>
                      <a:b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※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위젯 영역 내에서 이미지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7-1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 영상으로 새 창 링크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6195894"/>
                  </a:ext>
                </a:extLst>
              </a:tr>
            </a:tbl>
          </a:graphicData>
        </a:graphic>
      </p:graphicFrame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F462DA28-D722-AD11-250A-F127F25D54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1162195"/>
              </p:ext>
            </p:extLst>
          </p:nvPr>
        </p:nvGraphicFramePr>
        <p:xfrm>
          <a:off x="1689665" y="2490868"/>
          <a:ext cx="5694917" cy="359664"/>
        </p:xfrm>
        <a:graphic>
          <a:graphicData uri="http://schemas.openxmlformats.org/drawingml/2006/table">
            <a:tbl>
              <a:tblPr firstRow="1" bandRow="1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tblPr>
              <a:tblGrid>
                <a:gridCol w="729608">
                  <a:extLst>
                    <a:ext uri="{9D8B030D-6E8A-4147-A177-3AD203B41FA5}">
                      <a16:colId xmlns:a16="http://schemas.microsoft.com/office/drawing/2014/main" val="2166266144"/>
                    </a:ext>
                  </a:extLst>
                </a:gridCol>
                <a:gridCol w="1188132">
                  <a:extLst>
                    <a:ext uri="{9D8B030D-6E8A-4147-A177-3AD203B41FA5}">
                      <a16:colId xmlns:a16="http://schemas.microsoft.com/office/drawing/2014/main" val="994970565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1224652368"/>
                    </a:ext>
                  </a:extLst>
                </a:gridCol>
                <a:gridCol w="3129105">
                  <a:extLst>
                    <a:ext uri="{9D8B030D-6E8A-4147-A177-3AD203B41FA5}">
                      <a16:colId xmlns:a16="http://schemas.microsoft.com/office/drawing/2014/main" val="1285842910"/>
                    </a:ext>
                  </a:extLst>
                </a:gridCol>
              </a:tblGrid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영상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              [</a:t>
                      </a:r>
                      <a:r>
                        <a:rPr lang="en-US" altLang="ko-KR" sz="800" b="0" u="none" dirty="0" err="1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Youtube</a:t>
                      </a:r>
                      <a:r>
                        <a:rPr lang="en-US" altLang="ko-KR" sz="800" b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] </a:t>
                      </a: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유튜브 제목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9163104"/>
                  </a:ext>
                </a:extLst>
              </a:tr>
            </a:tbl>
          </a:graphicData>
        </a:graphic>
      </p:graphicFrame>
      <p:grpSp>
        <p:nvGrpSpPr>
          <p:cNvPr id="36" name="그룹 35">
            <a:extLst>
              <a:ext uri="{FF2B5EF4-FFF2-40B4-BE49-F238E27FC236}">
                <a16:creationId xmlns:a16="http://schemas.microsoft.com/office/drawing/2014/main" id="{99815FA6-1EF8-E1D2-ED6D-E88D8266536B}"/>
              </a:ext>
            </a:extLst>
          </p:cNvPr>
          <p:cNvGrpSpPr/>
          <p:nvPr/>
        </p:nvGrpSpPr>
        <p:grpSpPr>
          <a:xfrm>
            <a:off x="6598273" y="2569402"/>
            <a:ext cx="730251" cy="216000"/>
            <a:chOff x="7032128" y="4405967"/>
            <a:chExt cx="730251" cy="216000"/>
          </a:xfrm>
        </p:grpSpPr>
        <p:grpSp>
          <p:nvGrpSpPr>
            <p:cNvPr id="37" name="그룹 36">
              <a:extLst>
                <a:ext uri="{FF2B5EF4-FFF2-40B4-BE49-F238E27FC236}">
                  <a16:creationId xmlns:a16="http://schemas.microsoft.com/office/drawing/2014/main" id="{5EEC96A2-C240-13A3-DF3D-7F7F0719D0CA}"/>
                </a:ext>
              </a:extLst>
            </p:cNvPr>
            <p:cNvGrpSpPr/>
            <p:nvPr/>
          </p:nvGrpSpPr>
          <p:grpSpPr>
            <a:xfrm>
              <a:off x="7032128" y="4405967"/>
              <a:ext cx="730251" cy="216000"/>
              <a:chOff x="2578948" y="3620244"/>
              <a:chExt cx="1028835" cy="216000"/>
            </a:xfrm>
            <a:solidFill>
              <a:sysClr val="windowText" lastClr="000000">
                <a:lumMod val="65000"/>
                <a:lumOff val="35000"/>
              </a:sysClr>
            </a:solidFill>
          </p:grpSpPr>
          <p:sp>
            <p:nvSpPr>
              <p:cNvPr id="39" name="사각형: 둥근 모서리 38">
                <a:extLst>
                  <a:ext uri="{FF2B5EF4-FFF2-40B4-BE49-F238E27FC236}">
                    <a16:creationId xmlns:a16="http://schemas.microsoft.com/office/drawing/2014/main" id="{46B35544-1AAB-35AD-39AA-2A3D351E1C1A}"/>
                  </a:ext>
                </a:extLst>
              </p:cNvPr>
              <p:cNvSpPr/>
              <p:nvPr/>
            </p:nvSpPr>
            <p:spPr bwMode="auto">
              <a:xfrm>
                <a:off x="2941206" y="3620244"/>
                <a:ext cx="304318" cy="216000"/>
              </a:xfrm>
              <a:prstGeom prst="roundRect">
                <a:avLst/>
              </a:prstGeom>
              <a:solidFill>
                <a:srgbClr val="FF0000">
                  <a:lumMod val="75000"/>
                </a:srgb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0" tIns="0" rIns="0" bIns="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Webdings" panose="05030102010509060703" pitchFamily="18" charset="2"/>
                  </a:rPr>
                  <a:t></a:t>
                </a:r>
                <a:endPara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0" name="사각형: 둥근 모서리 39">
                <a:extLst>
                  <a:ext uri="{FF2B5EF4-FFF2-40B4-BE49-F238E27FC236}">
                    <a16:creationId xmlns:a16="http://schemas.microsoft.com/office/drawing/2014/main" id="{62AF2F90-FBAA-F216-D6E5-EAB21292C375}"/>
                  </a:ext>
                </a:extLst>
              </p:cNvPr>
              <p:cNvSpPr/>
              <p:nvPr/>
            </p:nvSpPr>
            <p:spPr bwMode="auto">
              <a:xfrm>
                <a:off x="2578948" y="3620244"/>
                <a:ext cx="304318" cy="216000"/>
              </a:xfrm>
              <a:prstGeom prst="roundRect">
                <a:avLst/>
              </a:prstGeom>
              <a:solidFill>
                <a:srgbClr val="529EFF"/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▶</a:t>
                </a:r>
              </a:p>
            </p:txBody>
          </p:sp>
          <p:sp>
            <p:nvSpPr>
              <p:cNvPr id="41" name="사각형: 둥근 모서리 40">
                <a:extLst>
                  <a:ext uri="{FF2B5EF4-FFF2-40B4-BE49-F238E27FC236}">
                    <a16:creationId xmlns:a16="http://schemas.microsoft.com/office/drawing/2014/main" id="{8DE86B62-7391-C7CF-49C3-716537505191}"/>
                  </a:ext>
                </a:extLst>
              </p:cNvPr>
              <p:cNvSpPr/>
              <p:nvPr/>
            </p:nvSpPr>
            <p:spPr bwMode="auto">
              <a:xfrm>
                <a:off x="3303465" y="3620244"/>
                <a:ext cx="304318" cy="216000"/>
              </a:xfrm>
              <a:prstGeom prst="roundRect">
                <a:avLst/>
              </a:prstGeom>
              <a:solidFill>
                <a:sysClr val="windowText" lastClr="000000"/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Webdings" panose="05030102010509060703" pitchFamily="18" charset="2"/>
                  </a:rPr>
                  <a:t>+</a:t>
                </a:r>
                <a:endParaRPr kumimoji="0" lang="ko-KR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pic>
          <p:nvPicPr>
            <p:cNvPr id="38" name="그림 37">
              <a:extLst>
                <a:ext uri="{FF2B5EF4-FFF2-40B4-BE49-F238E27FC236}">
                  <a16:creationId xmlns:a16="http://schemas.microsoft.com/office/drawing/2014/main" id="{12B26591-EF79-DD09-BDF2-F71FE44BEF2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7571989" y="4434377"/>
              <a:ext cx="164692" cy="164692"/>
            </a:xfrm>
            <a:prstGeom prst="rect">
              <a:avLst/>
            </a:prstGeom>
          </p:spPr>
        </p:pic>
      </p:grp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42EDAE89-8842-52DA-9561-7D7AB9CE5A08}"/>
              </a:ext>
            </a:extLst>
          </p:cNvPr>
          <p:cNvSpPr/>
          <p:nvPr/>
        </p:nvSpPr>
        <p:spPr>
          <a:xfrm>
            <a:off x="6492044" y="2979603"/>
            <a:ext cx="324036" cy="195341"/>
          </a:xfrm>
          <a:prstGeom prst="round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ko-KR" altLang="en-US" sz="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재생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CFD5BB42-3F59-DB5E-4FA8-E305D0626CD6}"/>
              </a:ext>
            </a:extLst>
          </p:cNvPr>
          <p:cNvSpPr/>
          <p:nvPr/>
        </p:nvSpPr>
        <p:spPr>
          <a:xfrm>
            <a:off x="6825419" y="2979603"/>
            <a:ext cx="324036" cy="195341"/>
          </a:xfrm>
          <a:prstGeom prst="round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ko-KR" altLang="en-US" sz="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차단</a:t>
            </a:r>
          </a:p>
        </p:txBody>
      </p:sp>
      <p:pic>
        <p:nvPicPr>
          <p:cNvPr id="44" name="Picture 6" descr="손 모양 커서 PNG 이미지 | PNGWing">
            <a:extLst>
              <a:ext uri="{FF2B5EF4-FFF2-40B4-BE49-F238E27FC236}">
                <a16:creationId xmlns:a16="http://schemas.microsoft.com/office/drawing/2014/main" id="{21829902-264A-B140-4DA1-691B604113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2193" b="98246" l="2778" r="98056">
                        <a14:foregroundMark x1="44722" y1="7018" x2="44722" y2="7018"/>
                        <a14:foregroundMark x1="35833" y1="2193" x2="35833" y2="2193"/>
                        <a14:foregroundMark x1="25833" y1="10307" x2="25833" y2="10307"/>
                        <a14:foregroundMark x1="91944" y1="39254" x2="91944" y2="39254"/>
                        <a14:foregroundMark x1="97222" y1="48684" x2="97222" y2="48684"/>
                        <a14:foregroundMark x1="90833" y1="83114" x2="90833" y2="83114"/>
                        <a14:foregroundMark x1="93056" y1="76974" x2="93056" y2="76974"/>
                        <a14:foregroundMark x1="98333" y1="68421" x2="98333" y2="68421"/>
                        <a14:foregroundMark x1="98333" y1="68421" x2="98333" y2="68421"/>
                        <a14:foregroundMark x1="98333" y1="68421" x2="98333" y2="68421"/>
                        <a14:foregroundMark x1="97778" y1="62500" x2="97778" y2="62500"/>
                        <a14:foregroundMark x1="97500" y1="57456" x2="97500" y2="57456"/>
                        <a14:foregroundMark x1="97778" y1="51096" x2="97778" y2="51096"/>
                        <a14:foregroundMark x1="80833" y1="34430" x2="80833" y2="34430"/>
                        <a14:foregroundMark x1="80833" y1="34430" x2="80833" y2="34430"/>
                        <a14:foregroundMark x1="80278" y1="38596" x2="80278" y2="38596"/>
                        <a14:foregroundMark x1="80278" y1="40132" x2="80278" y2="40132"/>
                        <a14:foregroundMark x1="80278" y1="40132" x2="80278" y2="40132"/>
                        <a14:foregroundMark x1="72778" y1="29825" x2="63333" y2="35088"/>
                        <a14:foregroundMark x1="61944" y1="30044" x2="61944" y2="30044"/>
                        <a14:foregroundMark x1="65278" y1="30044" x2="65278" y2="30044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42222" y1="24781" x2="42222" y2="24781"/>
                        <a14:foregroundMark x1="44167" y1="24781" x2="57500" y2="25658"/>
                        <a14:foregroundMark x1="43889" y1="29825" x2="43889" y2="29825"/>
                        <a14:foregroundMark x1="27222" y1="11404" x2="27222" y2="11404"/>
                        <a14:foregroundMark x1="25278" y1="17544" x2="25278" y2="30921"/>
                        <a14:foregroundMark x1="25278" y1="30921" x2="25278" y2="30921"/>
                        <a14:foregroundMark x1="23333" y1="42325" x2="23333" y2="42325"/>
                        <a14:foregroundMark x1="25278" y1="47149" x2="25278" y2="47149"/>
                        <a14:foregroundMark x1="26111" y1="50439" x2="26389" y2="51974"/>
                        <a14:foregroundMark x1="26389" y1="52851" x2="24444" y2="61842"/>
                        <a14:foregroundMark x1="9444" y1="41447" x2="9444" y2="41447"/>
                        <a14:foregroundMark x1="7500" y1="42763" x2="7500" y2="42763"/>
                        <a14:foregroundMark x1="2778" y1="43421" x2="14722" y2="43421"/>
                        <a14:foregroundMark x1="30833" y1="92325" x2="30833" y2="94956"/>
                        <a14:foregroundMark x1="40000" y1="97588" x2="44167" y2="97588"/>
                        <a14:foregroundMark x1="63056" y1="97807" x2="70278" y2="97368"/>
                        <a14:foregroundMark x1="78333" y1="98246" x2="83333" y2="97807"/>
                        <a14:foregroundMark x1="43889" y1="41886" x2="43611" y2="37719"/>
                        <a14:foregroundMark x1="9167" y1="56140" x2="9167" y2="56140"/>
                        <a14:foregroundMark x1="14444" y1="61623" x2="14444" y2="61623"/>
                        <a14:foregroundMark x1="19444" y1="71711" x2="19444" y2="71711"/>
                        <a14:foregroundMark x1="28333" y1="82018" x2="28333" y2="82018"/>
                        <a14:backgroundMark x1="14444" y1="14254" x2="14444" y2="14254"/>
                        <a14:backgroundMark x1="14444" y1="14254" x2="14444" y2="14254"/>
                        <a14:backgroundMark x1="92593" y1="13235" x2="92593" y2="13235"/>
                        <a14:backgroundMark x1="98148" y1="94118" x2="98148" y2="94118"/>
                        <a14:backgroundMark x1="98148" y1="76471" x2="98148" y2="76471"/>
                        <a14:backgroundMark x1="20370" y1="44118" x2="20370" y2="44118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00025" y="2731049"/>
            <a:ext cx="222981" cy="2824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" name="타원 44">
            <a:extLst>
              <a:ext uri="{FF2B5EF4-FFF2-40B4-BE49-F238E27FC236}">
                <a16:creationId xmlns:a16="http://schemas.microsoft.com/office/drawing/2014/main" id="{F9B5B6FB-42D8-4AF6-104E-C7D6883905D8}"/>
              </a:ext>
            </a:extLst>
          </p:cNvPr>
          <p:cNvSpPr/>
          <p:nvPr/>
        </p:nvSpPr>
        <p:spPr>
          <a:xfrm>
            <a:off x="1581361" y="2584736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CACFFE51-BB0C-3503-6EA5-010A8EA65878}"/>
              </a:ext>
            </a:extLst>
          </p:cNvPr>
          <p:cNvSpPr/>
          <p:nvPr/>
        </p:nvSpPr>
        <p:spPr>
          <a:xfrm>
            <a:off x="4317960" y="2534301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39DD1520-DDF5-902F-B41D-A1DE5A634F5B}"/>
              </a:ext>
            </a:extLst>
          </p:cNvPr>
          <p:cNvGrpSpPr/>
          <p:nvPr/>
        </p:nvGrpSpPr>
        <p:grpSpPr>
          <a:xfrm>
            <a:off x="3967445" y="2891916"/>
            <a:ext cx="2500746" cy="1381808"/>
            <a:chOff x="4172342" y="3018918"/>
            <a:chExt cx="2500746" cy="1381808"/>
          </a:xfrm>
        </p:grpSpPr>
        <p:grpSp>
          <p:nvGrpSpPr>
            <p:cNvPr id="48" name="그룹 47">
              <a:extLst>
                <a:ext uri="{FF2B5EF4-FFF2-40B4-BE49-F238E27FC236}">
                  <a16:creationId xmlns:a16="http://schemas.microsoft.com/office/drawing/2014/main" id="{2896EA12-C3D4-E828-B25E-03B4FAAA9EA0}"/>
                </a:ext>
              </a:extLst>
            </p:cNvPr>
            <p:cNvGrpSpPr/>
            <p:nvPr/>
          </p:nvGrpSpPr>
          <p:grpSpPr>
            <a:xfrm>
              <a:off x="4172342" y="3018918"/>
              <a:ext cx="2500746" cy="1381808"/>
              <a:chOff x="4174876" y="3520961"/>
              <a:chExt cx="2823453" cy="1695202"/>
            </a:xfrm>
          </p:grpSpPr>
          <p:sp>
            <p:nvSpPr>
              <p:cNvPr id="50" name="Google Shape;1301;p29">
                <a:extLst>
                  <a:ext uri="{FF2B5EF4-FFF2-40B4-BE49-F238E27FC236}">
                    <a16:creationId xmlns:a16="http://schemas.microsoft.com/office/drawing/2014/main" id="{02AE39FE-7547-978F-F6C5-D83C815BB06A}"/>
                  </a:ext>
                </a:extLst>
              </p:cNvPr>
              <p:cNvSpPr/>
              <p:nvPr/>
            </p:nvSpPr>
            <p:spPr>
              <a:xfrm>
                <a:off x="4187788" y="3520961"/>
                <a:ext cx="2810541" cy="1695202"/>
              </a:xfrm>
              <a:prstGeom prst="roundRect">
                <a:avLst>
                  <a:gd name="adj" fmla="val 663"/>
                </a:avLst>
              </a:prstGeom>
              <a:solidFill>
                <a:schemeClr val="bg1">
                  <a:lumMod val="95000"/>
                </a:schemeClr>
              </a:solidFill>
              <a:ln w="28575" cap="flat" cmpd="sng">
                <a:solidFill>
                  <a:schemeClr val="bg1">
                    <a:lumMod val="65000"/>
                  </a:schemeClr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08000" tIns="90000" rIns="30825" bIns="27725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n-ea"/>
                  <a:ea typeface="+mn-ea"/>
                </a:endParaRPr>
              </a:p>
            </p:txBody>
          </p:sp>
          <p:sp>
            <p:nvSpPr>
              <p:cNvPr id="51" name="직사각형 50">
                <a:extLst>
                  <a:ext uri="{FF2B5EF4-FFF2-40B4-BE49-F238E27FC236}">
                    <a16:creationId xmlns:a16="http://schemas.microsoft.com/office/drawing/2014/main" id="{E77F5D2F-A7CA-090A-6948-5EDC1A2322A5}"/>
                  </a:ext>
                </a:extLst>
              </p:cNvPr>
              <p:cNvSpPr/>
              <p:nvPr/>
            </p:nvSpPr>
            <p:spPr>
              <a:xfrm>
                <a:off x="4241472" y="3566365"/>
                <a:ext cx="2720641" cy="115185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ko-KR" altLang="en-US" sz="800" dirty="0">
                    <a:solidFill>
                      <a:schemeClr val="tx1"/>
                    </a:solidFill>
                  </a:rPr>
                  <a:t>영상의 썸네일 이미지</a:t>
                </a:r>
              </a:p>
            </p:txBody>
          </p:sp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20C2E1C0-708D-5B25-8413-96D00961B6D6}"/>
                  </a:ext>
                </a:extLst>
              </p:cNvPr>
              <p:cNvSpPr txBox="1"/>
              <p:nvPr/>
            </p:nvSpPr>
            <p:spPr>
              <a:xfrm>
                <a:off x="4174876" y="4719295"/>
                <a:ext cx="2436436" cy="23338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800" b="1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영상 제목 영상 제목 영상 제목 영상 제목 </a:t>
                </a:r>
              </a:p>
            </p:txBody>
          </p:sp>
        </p:grpSp>
        <p:sp>
          <p:nvSpPr>
            <p:cNvPr id="49" name="사각형: 둥근 모서리 48">
              <a:extLst>
                <a:ext uri="{FF2B5EF4-FFF2-40B4-BE49-F238E27FC236}">
                  <a16:creationId xmlns:a16="http://schemas.microsoft.com/office/drawing/2014/main" id="{8FCA4F15-133B-1FC0-843A-E4F9B68E91D4}"/>
                </a:ext>
              </a:extLst>
            </p:cNvPr>
            <p:cNvSpPr/>
            <p:nvPr/>
          </p:nvSpPr>
          <p:spPr>
            <a:xfrm>
              <a:off x="4257945" y="4179247"/>
              <a:ext cx="868459" cy="183615"/>
            </a:xfrm>
            <a:prstGeom prst="roundRect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영상 보러 가기</a:t>
              </a:r>
            </a:p>
          </p:txBody>
        </p:sp>
      </p:grpSp>
      <p:sp>
        <p:nvSpPr>
          <p:cNvPr id="53" name="화살표: 왼쪽 52">
            <a:extLst>
              <a:ext uri="{FF2B5EF4-FFF2-40B4-BE49-F238E27FC236}">
                <a16:creationId xmlns:a16="http://schemas.microsoft.com/office/drawing/2014/main" id="{6F5BFEB1-3D9A-3CAD-B700-67F2E78366E5}"/>
              </a:ext>
            </a:extLst>
          </p:cNvPr>
          <p:cNvSpPr/>
          <p:nvPr/>
        </p:nvSpPr>
        <p:spPr>
          <a:xfrm rot="3961658">
            <a:off x="4649678" y="2780367"/>
            <a:ext cx="241211" cy="152691"/>
          </a:xfrm>
          <a:prstGeom prst="leftArrow">
            <a:avLst>
              <a:gd name="adj1" fmla="val 21978"/>
              <a:gd name="adj2" fmla="val 109174"/>
            </a:avLst>
          </a:prstGeom>
          <a:solidFill>
            <a:schemeClr val="bg1"/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EE525DB2-6E19-30AB-2D30-D2DA68E55E2B}"/>
              </a:ext>
            </a:extLst>
          </p:cNvPr>
          <p:cNvSpPr/>
          <p:nvPr/>
        </p:nvSpPr>
        <p:spPr>
          <a:xfrm>
            <a:off x="7170700" y="2978028"/>
            <a:ext cx="473471" cy="195341"/>
          </a:xfrm>
          <a:prstGeom prst="round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ko-KR" altLang="en-US" sz="800" b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벽지 등록</a:t>
            </a:r>
            <a:endParaRPr lang="ko-KR" altLang="en-US" sz="8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F549D28E-16EA-C880-9676-BFA4C7CC6B63}"/>
              </a:ext>
            </a:extLst>
          </p:cNvPr>
          <p:cNvSpPr/>
          <p:nvPr/>
        </p:nvSpPr>
        <p:spPr>
          <a:xfrm>
            <a:off x="4194535" y="2992317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539E2216-33D1-C0CF-392B-A7546D2B3777}"/>
              </a:ext>
            </a:extLst>
          </p:cNvPr>
          <p:cNvSpPr/>
          <p:nvPr/>
        </p:nvSpPr>
        <p:spPr>
          <a:xfrm>
            <a:off x="6414416" y="2603931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4-1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59738F9F-7850-F159-3902-BE9B358C5906}"/>
              </a:ext>
            </a:extLst>
          </p:cNvPr>
          <p:cNvSpPr/>
          <p:nvPr/>
        </p:nvSpPr>
        <p:spPr>
          <a:xfrm>
            <a:off x="4319321" y="506004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D7C72844-C1BD-B57E-02F4-663641FDB8D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6124891"/>
              </p:ext>
            </p:extLst>
          </p:nvPr>
        </p:nvGraphicFramePr>
        <p:xfrm>
          <a:off x="1691026" y="4648007"/>
          <a:ext cx="5694917" cy="359664"/>
        </p:xfrm>
        <a:graphic>
          <a:graphicData uri="http://schemas.openxmlformats.org/drawingml/2006/table">
            <a:tbl>
              <a:tblPr firstRow="1" bandRow="1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tblPr>
              <a:tblGrid>
                <a:gridCol w="729608">
                  <a:extLst>
                    <a:ext uri="{9D8B030D-6E8A-4147-A177-3AD203B41FA5}">
                      <a16:colId xmlns:a16="http://schemas.microsoft.com/office/drawing/2014/main" val="2166266144"/>
                    </a:ext>
                  </a:extLst>
                </a:gridCol>
                <a:gridCol w="1188132">
                  <a:extLst>
                    <a:ext uri="{9D8B030D-6E8A-4147-A177-3AD203B41FA5}">
                      <a16:colId xmlns:a16="http://schemas.microsoft.com/office/drawing/2014/main" val="994970565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1224652368"/>
                    </a:ext>
                  </a:extLst>
                </a:gridCol>
                <a:gridCol w="3129105">
                  <a:extLst>
                    <a:ext uri="{9D8B030D-6E8A-4147-A177-3AD203B41FA5}">
                      <a16:colId xmlns:a16="http://schemas.microsoft.com/office/drawing/2014/main" val="1285842910"/>
                    </a:ext>
                  </a:extLst>
                </a:gridCol>
              </a:tblGrid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룰렛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latin typeface="맑은 고딕" panose="020B0503020000020004" pitchFamily="50" charset="-127"/>
                          <a:ea typeface="+mn-ea"/>
                        </a:rPr>
                        <a:t>룰렛</a:t>
                      </a: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 제목 </a:t>
                      </a:r>
                      <a:r>
                        <a:rPr lang="en-US" altLang="ko-KR" sz="800" b="0" u="none" dirty="0">
                          <a:latin typeface="맑은 고딕" panose="020B0503020000020004" pitchFamily="50" charset="-127"/>
                          <a:ea typeface="+mn-ea"/>
                        </a:rPr>
                        <a:t>– </a:t>
                      </a: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꽝 </a:t>
                      </a:r>
                      <a:r>
                        <a:rPr lang="en-US" altLang="ko-KR" sz="800" b="0" u="none" dirty="0">
                          <a:latin typeface="맑은 고딕" panose="020B0503020000020004" pitchFamily="50" charset="-127"/>
                          <a:ea typeface="+mn-ea"/>
                        </a:rPr>
                        <a:t>or</a:t>
                      </a: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 당첨 항목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9163104"/>
                  </a:ext>
                </a:extLst>
              </a:tr>
            </a:tbl>
          </a:graphicData>
        </a:graphic>
      </p:graphicFrame>
      <p:grpSp>
        <p:nvGrpSpPr>
          <p:cNvPr id="59" name="그룹 58">
            <a:extLst>
              <a:ext uri="{FF2B5EF4-FFF2-40B4-BE49-F238E27FC236}">
                <a16:creationId xmlns:a16="http://schemas.microsoft.com/office/drawing/2014/main" id="{2BC7F6B0-0273-216F-E27A-9886ADE9E095}"/>
              </a:ext>
            </a:extLst>
          </p:cNvPr>
          <p:cNvGrpSpPr/>
          <p:nvPr/>
        </p:nvGrpSpPr>
        <p:grpSpPr>
          <a:xfrm>
            <a:off x="6599634" y="4708888"/>
            <a:ext cx="730251" cy="216000"/>
            <a:chOff x="7032128" y="4405967"/>
            <a:chExt cx="730251" cy="216000"/>
          </a:xfrm>
        </p:grpSpPr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0A0F912B-35AD-49AA-DDA5-3E55E7B9291B}"/>
                </a:ext>
              </a:extLst>
            </p:cNvPr>
            <p:cNvGrpSpPr/>
            <p:nvPr/>
          </p:nvGrpSpPr>
          <p:grpSpPr>
            <a:xfrm>
              <a:off x="7032128" y="4405967"/>
              <a:ext cx="730251" cy="216000"/>
              <a:chOff x="2578948" y="3620244"/>
              <a:chExt cx="1028835" cy="216000"/>
            </a:xfrm>
            <a:solidFill>
              <a:sysClr val="windowText" lastClr="000000">
                <a:lumMod val="65000"/>
                <a:lumOff val="35000"/>
              </a:sysClr>
            </a:solidFill>
          </p:grpSpPr>
          <p:sp>
            <p:nvSpPr>
              <p:cNvPr id="62" name="사각형: 둥근 모서리 61">
                <a:extLst>
                  <a:ext uri="{FF2B5EF4-FFF2-40B4-BE49-F238E27FC236}">
                    <a16:creationId xmlns:a16="http://schemas.microsoft.com/office/drawing/2014/main" id="{56B47161-FE9E-3880-AF40-6BB274DDBBDA}"/>
                  </a:ext>
                </a:extLst>
              </p:cNvPr>
              <p:cNvSpPr/>
              <p:nvPr/>
            </p:nvSpPr>
            <p:spPr bwMode="auto">
              <a:xfrm>
                <a:off x="2941206" y="3620244"/>
                <a:ext cx="304318" cy="216000"/>
              </a:xfrm>
              <a:prstGeom prst="round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0" tIns="0" rIns="0" bIns="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Webdings" panose="05030102010509060703" pitchFamily="18" charset="2"/>
                  </a:rPr>
                  <a:t></a:t>
                </a:r>
                <a:endPara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3" name="사각형: 둥근 모서리 62">
                <a:extLst>
                  <a:ext uri="{FF2B5EF4-FFF2-40B4-BE49-F238E27FC236}">
                    <a16:creationId xmlns:a16="http://schemas.microsoft.com/office/drawing/2014/main" id="{48963202-5497-635D-52E6-49C5191B7A69}"/>
                  </a:ext>
                </a:extLst>
              </p:cNvPr>
              <p:cNvSpPr/>
              <p:nvPr/>
            </p:nvSpPr>
            <p:spPr bwMode="auto">
              <a:xfrm>
                <a:off x="2578948" y="3620244"/>
                <a:ext cx="304318" cy="216000"/>
              </a:xfrm>
              <a:prstGeom prst="roundRect">
                <a:avLst/>
              </a:prstGeom>
              <a:solidFill>
                <a:srgbClr val="529EFF"/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▶</a:t>
                </a:r>
              </a:p>
            </p:txBody>
          </p:sp>
          <p:sp>
            <p:nvSpPr>
              <p:cNvPr id="64" name="사각형: 둥근 모서리 63">
                <a:extLst>
                  <a:ext uri="{FF2B5EF4-FFF2-40B4-BE49-F238E27FC236}">
                    <a16:creationId xmlns:a16="http://schemas.microsoft.com/office/drawing/2014/main" id="{F424B057-D455-C51C-F8E8-A394D4A5A56F}"/>
                  </a:ext>
                </a:extLst>
              </p:cNvPr>
              <p:cNvSpPr/>
              <p:nvPr/>
            </p:nvSpPr>
            <p:spPr bwMode="auto">
              <a:xfrm>
                <a:off x="3303465" y="3620244"/>
                <a:ext cx="304318" cy="216000"/>
              </a:xfrm>
              <a:prstGeom prst="roundRect">
                <a:avLst/>
              </a:prstGeom>
              <a:solidFill>
                <a:sysClr val="windowText" lastClr="000000"/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Webdings" panose="05030102010509060703" pitchFamily="18" charset="2"/>
                  </a:rPr>
                  <a:t>+</a:t>
                </a:r>
                <a:endParaRPr kumimoji="0" lang="ko-KR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pic>
          <p:nvPicPr>
            <p:cNvPr id="61" name="그림 60">
              <a:extLst>
                <a:ext uri="{FF2B5EF4-FFF2-40B4-BE49-F238E27FC236}">
                  <a16:creationId xmlns:a16="http://schemas.microsoft.com/office/drawing/2014/main" id="{306D4D73-6AC1-3F39-F805-E6E1C291A27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7571989" y="4434377"/>
              <a:ext cx="164692" cy="164692"/>
            </a:xfrm>
            <a:prstGeom prst="rect">
              <a:avLst/>
            </a:prstGeom>
          </p:spPr>
        </p:pic>
      </p:grp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1B73DA52-F619-DBE5-E7B1-91B42C395064}"/>
              </a:ext>
            </a:extLst>
          </p:cNvPr>
          <p:cNvSpPr/>
          <p:nvPr/>
        </p:nvSpPr>
        <p:spPr>
          <a:xfrm>
            <a:off x="6860977" y="5168463"/>
            <a:ext cx="468908" cy="195341"/>
          </a:xfrm>
          <a:prstGeom prst="round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ko-KR" altLang="en-US" sz="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차단 해제</a:t>
            </a:r>
          </a:p>
        </p:txBody>
      </p:sp>
      <p:pic>
        <p:nvPicPr>
          <p:cNvPr id="66" name="Picture 6" descr="손 모양 커서 PNG 이미지 | PNGWing">
            <a:extLst>
              <a:ext uri="{FF2B5EF4-FFF2-40B4-BE49-F238E27FC236}">
                <a16:creationId xmlns:a16="http://schemas.microsoft.com/office/drawing/2014/main" id="{37D03491-A98D-BDBD-4E04-32D2285E55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2193" b="98246" l="2778" r="98056">
                        <a14:foregroundMark x1="44722" y1="7018" x2="44722" y2="7018"/>
                        <a14:foregroundMark x1="35833" y1="2193" x2="35833" y2="2193"/>
                        <a14:foregroundMark x1="25833" y1="10307" x2="25833" y2="10307"/>
                        <a14:foregroundMark x1="91944" y1="39254" x2="91944" y2="39254"/>
                        <a14:foregroundMark x1="97222" y1="48684" x2="97222" y2="48684"/>
                        <a14:foregroundMark x1="90833" y1="83114" x2="90833" y2="83114"/>
                        <a14:foregroundMark x1="93056" y1="76974" x2="93056" y2="76974"/>
                        <a14:foregroundMark x1="98333" y1="68421" x2="98333" y2="68421"/>
                        <a14:foregroundMark x1="98333" y1="68421" x2="98333" y2="68421"/>
                        <a14:foregroundMark x1="98333" y1="68421" x2="98333" y2="68421"/>
                        <a14:foregroundMark x1="97778" y1="62500" x2="97778" y2="62500"/>
                        <a14:foregroundMark x1="97500" y1="57456" x2="97500" y2="57456"/>
                        <a14:foregroundMark x1="97778" y1="51096" x2="97778" y2="51096"/>
                        <a14:foregroundMark x1="80833" y1="34430" x2="80833" y2="34430"/>
                        <a14:foregroundMark x1="80833" y1="34430" x2="80833" y2="34430"/>
                        <a14:foregroundMark x1="80278" y1="38596" x2="80278" y2="38596"/>
                        <a14:foregroundMark x1="80278" y1="40132" x2="80278" y2="40132"/>
                        <a14:foregroundMark x1="80278" y1="40132" x2="80278" y2="40132"/>
                        <a14:foregroundMark x1="72778" y1="29825" x2="63333" y2="35088"/>
                        <a14:foregroundMark x1="61944" y1="30044" x2="61944" y2="30044"/>
                        <a14:foregroundMark x1="65278" y1="30044" x2="65278" y2="30044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42222" y1="24781" x2="42222" y2="24781"/>
                        <a14:foregroundMark x1="44167" y1="24781" x2="57500" y2="25658"/>
                        <a14:foregroundMark x1="43889" y1="29825" x2="43889" y2="29825"/>
                        <a14:foregroundMark x1="27222" y1="11404" x2="27222" y2="11404"/>
                        <a14:foregroundMark x1="25278" y1="17544" x2="25278" y2="30921"/>
                        <a14:foregroundMark x1="25278" y1="30921" x2="25278" y2="30921"/>
                        <a14:foregroundMark x1="23333" y1="42325" x2="23333" y2="42325"/>
                        <a14:foregroundMark x1="25278" y1="47149" x2="25278" y2="47149"/>
                        <a14:foregroundMark x1="26111" y1="50439" x2="26389" y2="51974"/>
                        <a14:foregroundMark x1="26389" y1="52851" x2="24444" y2="61842"/>
                        <a14:foregroundMark x1="9444" y1="41447" x2="9444" y2="41447"/>
                        <a14:foregroundMark x1="7500" y1="42763" x2="7500" y2="42763"/>
                        <a14:foregroundMark x1="2778" y1="43421" x2="14722" y2="43421"/>
                        <a14:foregroundMark x1="30833" y1="92325" x2="30833" y2="94956"/>
                        <a14:foregroundMark x1="40000" y1="97588" x2="44167" y2="97588"/>
                        <a14:foregroundMark x1="63056" y1="97807" x2="70278" y2="97368"/>
                        <a14:foregroundMark x1="78333" y1="98246" x2="83333" y2="97807"/>
                        <a14:foregroundMark x1="43889" y1="41886" x2="43611" y2="37719"/>
                        <a14:foregroundMark x1="9167" y1="56140" x2="9167" y2="56140"/>
                        <a14:foregroundMark x1="14444" y1="61623" x2="14444" y2="61623"/>
                        <a14:foregroundMark x1="19444" y1="71711" x2="19444" y2="71711"/>
                        <a14:foregroundMark x1="28333" y1="82018" x2="28333" y2="82018"/>
                        <a14:backgroundMark x1="14444" y1="14254" x2="14444" y2="14254"/>
                        <a14:backgroundMark x1="14444" y1="14254" x2="14444" y2="14254"/>
                        <a14:backgroundMark x1="77778" y1="4412" x2="77778" y2="4412"/>
                        <a14:backgroundMark x1="96296" y1="94118" x2="96296" y2="94118"/>
                        <a14:backgroundMark x1="98148" y1="76471" x2="98148" y2="76471"/>
                        <a14:backgroundMark x1="18519" y1="44118" x2="18519" y2="44118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4711" y="4913332"/>
            <a:ext cx="222981" cy="2824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7" name="타원 66">
            <a:extLst>
              <a:ext uri="{FF2B5EF4-FFF2-40B4-BE49-F238E27FC236}">
                <a16:creationId xmlns:a16="http://schemas.microsoft.com/office/drawing/2014/main" id="{E2B78D9E-3154-BDE4-45DA-1A6813518597}"/>
              </a:ext>
            </a:extLst>
          </p:cNvPr>
          <p:cNvSpPr/>
          <p:nvPr/>
        </p:nvSpPr>
        <p:spPr>
          <a:xfrm>
            <a:off x="5850380" y="4747299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" name="Google Shape;1301;p29">
            <a:extLst>
              <a:ext uri="{FF2B5EF4-FFF2-40B4-BE49-F238E27FC236}">
                <a16:creationId xmlns:a16="http://schemas.microsoft.com/office/drawing/2014/main" id="{0E09558B-F5A7-0B59-97CA-AA47915434C2}"/>
              </a:ext>
            </a:extLst>
          </p:cNvPr>
          <p:cNvSpPr/>
          <p:nvPr/>
        </p:nvSpPr>
        <p:spPr>
          <a:xfrm>
            <a:off x="5270050" y="5055467"/>
            <a:ext cx="1471064" cy="282443"/>
          </a:xfrm>
          <a:prstGeom prst="roundRect">
            <a:avLst>
              <a:gd name="adj" fmla="val 663"/>
            </a:avLst>
          </a:prstGeom>
          <a:solidFill>
            <a:schemeClr val="bg1">
              <a:lumMod val="95000"/>
            </a:schemeClr>
          </a:solidFill>
          <a:ln w="28575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36000" rIns="36000" bIns="36000" anchor="ctr" anchorCtr="0">
            <a:noAutofit/>
          </a:bodyPr>
          <a:lstStyle/>
          <a:p>
            <a:pPr algn="ctr" fontAlgn="ctr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 err="1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룰렛</a:t>
            </a:r>
            <a:r>
              <a:rPr kumimoji="0" lang="ko-KR" altLang="en-US" sz="800" dirty="0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 제목 </a:t>
            </a:r>
            <a:r>
              <a:rPr kumimoji="0" lang="en-US" altLang="ko-KR" sz="800" dirty="0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– </a:t>
            </a:r>
            <a:r>
              <a:rPr kumimoji="0" lang="ko-KR" altLang="en-US" sz="800" dirty="0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꽝 </a:t>
            </a:r>
            <a:r>
              <a:rPr kumimoji="0" lang="en-US" altLang="ko-KR" sz="800" dirty="0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or</a:t>
            </a:r>
            <a:r>
              <a:rPr kumimoji="0" lang="ko-KR" altLang="en-US" sz="800" dirty="0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 당첨 항목</a:t>
            </a:r>
          </a:p>
        </p:txBody>
      </p:sp>
      <p:sp>
        <p:nvSpPr>
          <p:cNvPr id="69" name="화살표: 왼쪽 68">
            <a:extLst>
              <a:ext uri="{FF2B5EF4-FFF2-40B4-BE49-F238E27FC236}">
                <a16:creationId xmlns:a16="http://schemas.microsoft.com/office/drawing/2014/main" id="{FE3B0106-EDBD-1BA3-A6E4-CD0F519BC015}"/>
              </a:ext>
            </a:extLst>
          </p:cNvPr>
          <p:cNvSpPr/>
          <p:nvPr/>
        </p:nvSpPr>
        <p:spPr>
          <a:xfrm rot="3961658">
            <a:off x="5710933" y="4900159"/>
            <a:ext cx="241211" cy="152691"/>
          </a:xfrm>
          <a:prstGeom prst="leftArrow">
            <a:avLst>
              <a:gd name="adj1" fmla="val 21978"/>
              <a:gd name="adj2" fmla="val 109174"/>
            </a:avLst>
          </a:prstGeom>
          <a:solidFill>
            <a:schemeClr val="bg1"/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7871E97B-FE8E-A979-D923-49619B81985A}"/>
              </a:ext>
            </a:extLst>
          </p:cNvPr>
          <p:cNvSpPr/>
          <p:nvPr/>
        </p:nvSpPr>
        <p:spPr>
          <a:xfrm>
            <a:off x="5134931" y="5121275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1" name="타원 70">
            <a:extLst>
              <a:ext uri="{FF2B5EF4-FFF2-40B4-BE49-F238E27FC236}">
                <a16:creationId xmlns:a16="http://schemas.microsoft.com/office/drawing/2014/main" id="{95D097D8-E1C5-077E-13A6-46FE1CD55828}"/>
              </a:ext>
            </a:extLst>
          </p:cNvPr>
          <p:cNvSpPr/>
          <p:nvPr/>
        </p:nvSpPr>
        <p:spPr>
          <a:xfrm>
            <a:off x="6820211" y="4500583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5-1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7D69FEE9-3D53-FBFD-7C9C-45EDFD3B385F}"/>
              </a:ext>
            </a:extLst>
          </p:cNvPr>
          <p:cNvGrpSpPr/>
          <p:nvPr/>
        </p:nvGrpSpPr>
        <p:grpSpPr>
          <a:xfrm>
            <a:off x="3782115" y="5440239"/>
            <a:ext cx="2500746" cy="1199741"/>
            <a:chOff x="4174876" y="3520961"/>
            <a:chExt cx="2823453" cy="1471842"/>
          </a:xfrm>
        </p:grpSpPr>
        <p:sp>
          <p:nvSpPr>
            <p:cNvPr id="73" name="Google Shape;1301;p29">
              <a:extLst>
                <a:ext uri="{FF2B5EF4-FFF2-40B4-BE49-F238E27FC236}">
                  <a16:creationId xmlns:a16="http://schemas.microsoft.com/office/drawing/2014/main" id="{6F90F383-6D95-092D-08E6-0603B3B33F25}"/>
                </a:ext>
              </a:extLst>
            </p:cNvPr>
            <p:cNvSpPr/>
            <p:nvPr/>
          </p:nvSpPr>
          <p:spPr>
            <a:xfrm>
              <a:off x="4187788" y="3520961"/>
              <a:ext cx="2810541" cy="1471842"/>
            </a:xfrm>
            <a:prstGeom prst="roundRect">
              <a:avLst>
                <a:gd name="adj" fmla="val 663"/>
              </a:avLst>
            </a:prstGeom>
            <a:solidFill>
              <a:schemeClr val="bg1">
                <a:lumMod val="95000"/>
              </a:schemeClr>
            </a:solidFill>
            <a:ln w="28575" cap="flat" cmpd="sng">
              <a:solidFill>
                <a:schemeClr val="bg1">
                  <a:lumMod val="65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8000" tIns="90000" rIns="30825" bIns="27725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endParaRPr>
            </a:p>
          </p:txBody>
        </p:sp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37058826-03E2-9CB9-7708-52AEB82E5316}"/>
                </a:ext>
              </a:extLst>
            </p:cNvPr>
            <p:cNvSpPr/>
            <p:nvPr/>
          </p:nvSpPr>
          <p:spPr>
            <a:xfrm>
              <a:off x="4241472" y="3566365"/>
              <a:ext cx="2720641" cy="1151858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썸네일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A801AF8-DF67-84EC-E5C4-2A631FD1221A}"/>
                </a:ext>
              </a:extLst>
            </p:cNvPr>
            <p:cNvSpPr txBox="1"/>
            <p:nvPr/>
          </p:nvSpPr>
          <p:spPr>
            <a:xfrm>
              <a:off x="4174876" y="4719296"/>
              <a:ext cx="965018" cy="264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상품명 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&amp;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개수</a:t>
              </a:r>
              <a:endPara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76" name="화살표: 왼쪽 75">
            <a:extLst>
              <a:ext uri="{FF2B5EF4-FFF2-40B4-BE49-F238E27FC236}">
                <a16:creationId xmlns:a16="http://schemas.microsoft.com/office/drawing/2014/main" id="{80670A44-6D70-A720-E9AF-C6084EB2B088}"/>
              </a:ext>
            </a:extLst>
          </p:cNvPr>
          <p:cNvSpPr/>
          <p:nvPr/>
        </p:nvSpPr>
        <p:spPr>
          <a:xfrm rot="3961658">
            <a:off x="4464348" y="5328690"/>
            <a:ext cx="241211" cy="152691"/>
          </a:xfrm>
          <a:prstGeom prst="leftArrow">
            <a:avLst>
              <a:gd name="adj1" fmla="val 21978"/>
              <a:gd name="adj2" fmla="val 109174"/>
            </a:avLst>
          </a:prstGeom>
          <a:solidFill>
            <a:schemeClr val="bg1"/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7" name="타원 76">
            <a:extLst>
              <a:ext uri="{FF2B5EF4-FFF2-40B4-BE49-F238E27FC236}">
                <a16:creationId xmlns:a16="http://schemas.microsoft.com/office/drawing/2014/main" id="{C46271E8-1D60-4D59-1831-FFAC906E3774}"/>
              </a:ext>
            </a:extLst>
          </p:cNvPr>
          <p:cNvSpPr/>
          <p:nvPr/>
        </p:nvSpPr>
        <p:spPr>
          <a:xfrm>
            <a:off x="4324442" y="5397258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29B9BB76-959C-2F94-0047-D38253D451E5}"/>
              </a:ext>
            </a:extLst>
          </p:cNvPr>
          <p:cNvSpPr/>
          <p:nvPr/>
        </p:nvSpPr>
        <p:spPr>
          <a:xfrm>
            <a:off x="4864710" y="4086779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7-1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33538526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93923011-2242-4B73-D0BA-A726B1BA3B5F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필터</a:t>
            </a:r>
            <a:r>
              <a:rPr lang="en-US" altLang="ko-KR" dirty="0"/>
              <a:t>, </a:t>
            </a:r>
            <a:r>
              <a:rPr lang="ko-KR" altLang="en-US" dirty="0"/>
              <a:t>정렬</a:t>
            </a:r>
            <a:r>
              <a:rPr lang="en-US" altLang="ko-KR" dirty="0"/>
              <a:t>, </a:t>
            </a:r>
            <a:r>
              <a:rPr lang="ko-KR" altLang="en-US" dirty="0"/>
              <a:t>알림 배치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DADBEC93-8313-5D59-9D1B-833A904850A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후원 리스트 위젯 </a:t>
            </a:r>
            <a:r>
              <a:rPr lang="en-US" altLang="ko-KR" dirty="0"/>
              <a:t>&gt; </a:t>
            </a:r>
            <a:r>
              <a:rPr lang="ko-KR" altLang="en-US" dirty="0"/>
              <a:t>필터</a:t>
            </a:r>
            <a:r>
              <a:rPr lang="en-US" altLang="ko-KR" dirty="0"/>
              <a:t>, </a:t>
            </a:r>
            <a:r>
              <a:rPr lang="ko-KR" altLang="en-US" dirty="0"/>
              <a:t>정렬</a:t>
            </a:r>
            <a:r>
              <a:rPr lang="en-US" altLang="ko-KR" dirty="0"/>
              <a:t>, </a:t>
            </a:r>
            <a:r>
              <a:rPr lang="ko-KR" altLang="en-US" dirty="0"/>
              <a:t>알림 배치</a:t>
            </a:r>
          </a:p>
        </p:txBody>
      </p:sp>
      <p:pic>
        <p:nvPicPr>
          <p:cNvPr id="36" name="그림 35">
            <a:extLst>
              <a:ext uri="{FF2B5EF4-FFF2-40B4-BE49-F238E27FC236}">
                <a16:creationId xmlns:a16="http://schemas.microsoft.com/office/drawing/2014/main" id="{F02A48D6-1DAB-25AA-4F60-B5ECBD15E7F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-40000" contras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282534" y="1520788"/>
            <a:ext cx="5846571" cy="4511431"/>
          </a:xfrm>
          <a:prstGeom prst="rect">
            <a:avLst/>
          </a:prstGeom>
        </p:spPr>
      </p:pic>
      <p:pic>
        <p:nvPicPr>
          <p:cNvPr id="37" name="Picture 6" descr="필터 - 무료 ui개 아이콘">
            <a:extLst>
              <a:ext uri="{FF2B5EF4-FFF2-40B4-BE49-F238E27FC236}">
                <a16:creationId xmlns:a16="http://schemas.microsoft.com/office/drawing/2014/main" id="{06070B39-A99D-A87D-1614-B1DC3993186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11620" y="2092562"/>
            <a:ext cx="167650" cy="167650"/>
          </a:xfrm>
          <a:prstGeom prst="rect">
            <a:avLst/>
          </a:prstGeom>
          <a:solidFill>
            <a:schemeClr val="bg1"/>
          </a:solidFill>
        </p:spPr>
      </p:pic>
      <p:pic>
        <p:nvPicPr>
          <p:cNvPr id="38" name="그림 37">
            <a:extLst>
              <a:ext uri="{FF2B5EF4-FFF2-40B4-BE49-F238E27FC236}">
                <a16:creationId xmlns:a16="http://schemas.microsoft.com/office/drawing/2014/main" id="{6191155C-CAE2-8198-290D-02F15F9306E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855123" y="1805960"/>
            <a:ext cx="190800" cy="195453"/>
          </a:xfrm>
          <a:prstGeom prst="rect">
            <a:avLst/>
          </a:prstGeom>
        </p:spPr>
      </p:pic>
      <p:graphicFrame>
        <p:nvGraphicFramePr>
          <p:cNvPr id="39" name="Group 323">
            <a:extLst>
              <a:ext uri="{FF2B5EF4-FFF2-40B4-BE49-F238E27FC236}">
                <a16:creationId xmlns:a16="http://schemas.microsoft.com/office/drawing/2014/main" id="{B5FE2B75-5DCD-977E-615E-79D76BEDD5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6932168"/>
              </p:ext>
            </p:extLst>
          </p:nvPr>
        </p:nvGraphicFramePr>
        <p:xfrm>
          <a:off x="2718537" y="2312876"/>
          <a:ext cx="2724068" cy="3569446"/>
        </p:xfrm>
        <a:graphic>
          <a:graphicData uri="http://schemas.openxmlformats.org/drawingml/2006/table">
            <a:tbl>
              <a:tblPr>
                <a:effectLst>
                  <a:outerShdw blurRad="50800" dist="76200" dir="2700000" algn="tl" rotWithShape="0">
                    <a:prstClr val="black">
                      <a:alpha val="64000"/>
                    </a:prstClr>
                  </a:outerShdw>
                </a:effectLst>
              </a:tblPr>
              <a:tblGrid>
                <a:gridCol w="1345800">
                  <a:extLst>
                    <a:ext uri="{9D8B030D-6E8A-4147-A177-3AD203B41FA5}">
                      <a16:colId xmlns:a16="http://schemas.microsoft.com/office/drawing/2014/main" val="3521296469"/>
                    </a:ext>
                  </a:extLst>
                </a:gridCol>
                <a:gridCol w="13782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1469"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Pct val="120000"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 horzOverflow="overflow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6502868"/>
                  </a:ext>
                </a:extLst>
              </a:tr>
              <a:tr h="237337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텍스트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유튜브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슈퍼쳇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172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시그니처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유튜브 멤버십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172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미니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치지직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구독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172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음성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치지직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치즈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3218679"/>
                  </a:ext>
                </a:extLst>
              </a:tr>
              <a:tr h="25172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영상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트위치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구독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4386433"/>
                  </a:ext>
                </a:extLst>
              </a:tr>
              <a:tr h="25172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룰렛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트위치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비트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8015442"/>
                  </a:ext>
                </a:extLst>
              </a:tr>
              <a:tr h="25172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위시리스트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트위치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구독선물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400782"/>
                  </a:ext>
                </a:extLst>
              </a:tr>
              <a:tr h="25172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투표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트위치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구독선물 개수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386765"/>
                  </a:ext>
                </a:extLst>
              </a:tr>
              <a:tr h="25172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퀘스트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트위치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레이드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3141898"/>
                  </a:ext>
                </a:extLst>
              </a:tr>
              <a:tr h="25172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그림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크리에이터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TTS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4089159"/>
                  </a:ext>
                </a:extLst>
              </a:tr>
              <a:tr h="25172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기프트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1559228"/>
                  </a:ext>
                </a:extLst>
              </a:tr>
              <a:tr h="25172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럭키박스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4432923"/>
                  </a:ext>
                </a:extLst>
              </a:tr>
              <a:tr h="25172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플레이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0043114"/>
                  </a:ext>
                </a:extLst>
              </a:tr>
            </a:tbl>
          </a:graphicData>
        </a:graphic>
      </p:graphicFrame>
      <p:sp>
        <p:nvSpPr>
          <p:cNvPr id="40" name="Google Shape;1200;p27">
            <a:extLst>
              <a:ext uri="{FF2B5EF4-FFF2-40B4-BE49-F238E27FC236}">
                <a16:creationId xmlns:a16="http://schemas.microsoft.com/office/drawing/2014/main" id="{F5A692E6-00C9-523B-B26A-7B4D3B1DEB5E}"/>
              </a:ext>
            </a:extLst>
          </p:cNvPr>
          <p:cNvSpPr/>
          <p:nvPr/>
        </p:nvSpPr>
        <p:spPr>
          <a:xfrm>
            <a:off x="5222566" y="2420888"/>
            <a:ext cx="108000" cy="107820"/>
          </a:xfrm>
          <a:custGeom>
            <a:avLst/>
            <a:gdLst/>
            <a:ahLst/>
            <a:cxnLst/>
            <a:rect l="l" t="t" r="r" b="b"/>
            <a:pathLst>
              <a:path w="246" h="241" extrusionOk="0">
                <a:moveTo>
                  <a:pt x="12" y="15"/>
                </a:moveTo>
                <a:cubicBezTo>
                  <a:pt x="0" y="26"/>
                  <a:pt x="0" y="45"/>
                  <a:pt x="12" y="56"/>
                </a:cubicBezTo>
                <a:lnTo>
                  <a:pt x="80" y="122"/>
                </a:lnTo>
                <a:lnTo>
                  <a:pt x="12" y="188"/>
                </a:lnTo>
                <a:cubicBezTo>
                  <a:pt x="0" y="199"/>
                  <a:pt x="0" y="218"/>
                  <a:pt x="12" y="229"/>
                </a:cubicBezTo>
                <a:cubicBezTo>
                  <a:pt x="24" y="241"/>
                  <a:pt x="44" y="241"/>
                  <a:pt x="56" y="229"/>
                </a:cubicBezTo>
                <a:lnTo>
                  <a:pt x="123" y="165"/>
                </a:lnTo>
                <a:lnTo>
                  <a:pt x="190" y="229"/>
                </a:lnTo>
                <a:cubicBezTo>
                  <a:pt x="202" y="241"/>
                  <a:pt x="222" y="241"/>
                  <a:pt x="234" y="229"/>
                </a:cubicBezTo>
                <a:cubicBezTo>
                  <a:pt x="246" y="218"/>
                  <a:pt x="246" y="199"/>
                  <a:pt x="234" y="188"/>
                </a:cubicBezTo>
                <a:lnTo>
                  <a:pt x="167" y="122"/>
                </a:lnTo>
                <a:lnTo>
                  <a:pt x="234" y="56"/>
                </a:lnTo>
                <a:cubicBezTo>
                  <a:pt x="246" y="45"/>
                  <a:pt x="246" y="26"/>
                  <a:pt x="234" y="15"/>
                </a:cubicBezTo>
                <a:cubicBezTo>
                  <a:pt x="222" y="3"/>
                  <a:pt x="202" y="3"/>
                  <a:pt x="190" y="15"/>
                </a:cubicBezTo>
                <a:lnTo>
                  <a:pt x="123" y="79"/>
                </a:lnTo>
                <a:lnTo>
                  <a:pt x="56" y="15"/>
                </a:lnTo>
                <a:cubicBezTo>
                  <a:pt x="41" y="0"/>
                  <a:pt x="26" y="3"/>
                  <a:pt x="12" y="15"/>
                </a:cubicBezTo>
                <a:close/>
              </a:path>
            </a:pathLst>
          </a:custGeom>
          <a:ln>
            <a:solidFill>
              <a:schemeClr val="tx1">
                <a:lumMod val="50000"/>
                <a:lumOff val="50000"/>
              </a:schemeClr>
            </a:solidFill>
            <a:headEnd type="none" w="sm" len="sm"/>
            <a:tailEnd type="none" w="sm" len="sm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spcFirstLastPara="1" wrap="square" lIns="78300" tIns="39150" rIns="78300" bIns="391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BC71BB54-8169-6029-69F5-9116A103726D}"/>
              </a:ext>
            </a:extLst>
          </p:cNvPr>
          <p:cNvSpPr/>
          <p:nvPr/>
        </p:nvSpPr>
        <p:spPr>
          <a:xfrm>
            <a:off x="1163678" y="2126457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F47CF564-BA58-6DBF-4286-BE783D083096}"/>
              </a:ext>
            </a:extLst>
          </p:cNvPr>
          <p:cNvSpPr/>
          <p:nvPr/>
        </p:nvSpPr>
        <p:spPr>
          <a:xfrm>
            <a:off x="2970773" y="2382192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B42A2891-F4FD-BA28-5A5C-9D34EDB4D20B}"/>
              </a:ext>
            </a:extLst>
          </p:cNvPr>
          <p:cNvSpPr/>
          <p:nvPr/>
        </p:nvSpPr>
        <p:spPr>
          <a:xfrm>
            <a:off x="4970748" y="2395899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44" name="직선 화살표 연결선 43">
            <a:extLst>
              <a:ext uri="{FF2B5EF4-FFF2-40B4-BE49-F238E27FC236}">
                <a16:creationId xmlns:a16="http://schemas.microsoft.com/office/drawing/2014/main" id="{F7AA44C8-D1F9-C36A-7791-B41D585E2C03}"/>
              </a:ext>
            </a:extLst>
          </p:cNvPr>
          <p:cNvCxnSpPr>
            <a:cxnSpLocks/>
            <a:stCxn id="43" idx="6"/>
          </p:cNvCxnSpPr>
          <p:nvPr/>
        </p:nvCxnSpPr>
        <p:spPr>
          <a:xfrm>
            <a:off x="5119747" y="2470399"/>
            <a:ext cx="102819" cy="0"/>
          </a:xfrm>
          <a:prstGeom prst="straightConnector1">
            <a:avLst/>
          </a:prstGeom>
          <a:ln>
            <a:solidFill>
              <a:srgbClr val="FF000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C70F8C84-2AB2-74B7-5D0A-AFA87014C74A}"/>
              </a:ext>
            </a:extLst>
          </p:cNvPr>
          <p:cNvSpPr txBox="1"/>
          <p:nvPr/>
        </p:nvSpPr>
        <p:spPr>
          <a:xfrm>
            <a:off x="3250107" y="2360551"/>
            <a:ext cx="1684637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  <a:sym typeface="Wingdings" panose="05000000000000000000" pitchFamily="2" charset="2"/>
              </a:rPr>
              <a:t>필터</a:t>
            </a:r>
            <a:endParaRPr lang="ko-KR" altLang="en-US" dirty="0"/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C2323AD8-DB33-CC0B-D379-2DDC5D2AA55E}"/>
              </a:ext>
            </a:extLst>
          </p:cNvPr>
          <p:cNvSpPr/>
          <p:nvPr/>
        </p:nvSpPr>
        <p:spPr>
          <a:xfrm>
            <a:off x="1334820" y="2525282"/>
            <a:ext cx="324036" cy="195341"/>
          </a:xfrm>
          <a:prstGeom prst="round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ko-KR" altLang="en-US" sz="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필터</a:t>
            </a:r>
          </a:p>
        </p:txBody>
      </p:sp>
      <p:pic>
        <p:nvPicPr>
          <p:cNvPr id="47" name="Picture 6" descr="손 모양 커서 PNG 이미지 | PNGWing">
            <a:extLst>
              <a:ext uri="{FF2B5EF4-FFF2-40B4-BE49-F238E27FC236}">
                <a16:creationId xmlns:a16="http://schemas.microsoft.com/office/drawing/2014/main" id="{6E603DD4-5C68-448F-0429-FB2B9B312C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2193" b="98246" l="2778" r="98056">
                        <a14:foregroundMark x1="44722" y1="7018" x2="44722" y2="7018"/>
                        <a14:foregroundMark x1="35833" y1="2193" x2="35833" y2="2193"/>
                        <a14:foregroundMark x1="25833" y1="10307" x2="25833" y2="10307"/>
                        <a14:foregroundMark x1="91944" y1="39254" x2="91944" y2="39254"/>
                        <a14:foregroundMark x1="97222" y1="48684" x2="97222" y2="48684"/>
                        <a14:foregroundMark x1="90833" y1="83114" x2="90833" y2="83114"/>
                        <a14:foregroundMark x1="93056" y1="76974" x2="93056" y2="76974"/>
                        <a14:foregroundMark x1="98333" y1="68421" x2="98333" y2="68421"/>
                        <a14:foregroundMark x1="98333" y1="68421" x2="98333" y2="68421"/>
                        <a14:foregroundMark x1="98333" y1="68421" x2="98333" y2="68421"/>
                        <a14:foregroundMark x1="97778" y1="62500" x2="97778" y2="62500"/>
                        <a14:foregroundMark x1="97500" y1="57456" x2="97500" y2="57456"/>
                        <a14:foregroundMark x1="97778" y1="51096" x2="97778" y2="51096"/>
                        <a14:foregroundMark x1="80833" y1="34430" x2="80833" y2="34430"/>
                        <a14:foregroundMark x1="80833" y1="34430" x2="80833" y2="34430"/>
                        <a14:foregroundMark x1="80278" y1="38596" x2="80278" y2="38596"/>
                        <a14:foregroundMark x1="80278" y1="40132" x2="80278" y2="40132"/>
                        <a14:foregroundMark x1="80278" y1="40132" x2="80278" y2="40132"/>
                        <a14:foregroundMark x1="72778" y1="29825" x2="63333" y2="35088"/>
                        <a14:foregroundMark x1="61944" y1="30044" x2="61944" y2="30044"/>
                        <a14:foregroundMark x1="65278" y1="30044" x2="65278" y2="30044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42222" y1="24781" x2="42222" y2="24781"/>
                        <a14:foregroundMark x1="44167" y1="24781" x2="57500" y2="25658"/>
                        <a14:foregroundMark x1="43889" y1="29825" x2="43889" y2="29825"/>
                        <a14:foregroundMark x1="27222" y1="11404" x2="27222" y2="11404"/>
                        <a14:foregroundMark x1="25278" y1="17544" x2="25278" y2="30921"/>
                        <a14:foregroundMark x1="25278" y1="30921" x2="25278" y2="30921"/>
                        <a14:foregroundMark x1="23333" y1="42325" x2="23333" y2="42325"/>
                        <a14:foregroundMark x1="25278" y1="47149" x2="25278" y2="47149"/>
                        <a14:foregroundMark x1="26111" y1="50439" x2="26389" y2="51974"/>
                        <a14:foregroundMark x1="26389" y1="52851" x2="24444" y2="61842"/>
                        <a14:foregroundMark x1="9444" y1="41447" x2="9444" y2="41447"/>
                        <a14:foregroundMark x1="7500" y1="42763" x2="7500" y2="42763"/>
                        <a14:foregroundMark x1="2778" y1="43421" x2="14722" y2="43421"/>
                        <a14:foregroundMark x1="30833" y1="92325" x2="30833" y2="94956"/>
                        <a14:foregroundMark x1="40000" y1="97588" x2="44167" y2="97588"/>
                        <a14:foregroundMark x1="63056" y1="97807" x2="70278" y2="97368"/>
                        <a14:foregroundMark x1="78333" y1="98246" x2="83333" y2="97807"/>
                        <a14:foregroundMark x1="43889" y1="41886" x2="43611" y2="37719"/>
                        <a14:foregroundMark x1="9167" y1="56140" x2="9167" y2="56140"/>
                        <a14:foregroundMark x1="14444" y1="61623" x2="14444" y2="61623"/>
                        <a14:foregroundMark x1="19444" y1="71711" x2="19444" y2="71711"/>
                        <a14:foregroundMark x1="28333" y1="82018" x2="28333" y2="82018"/>
                        <a14:backgroundMark x1="14444" y1="14254" x2="14444" y2="14254"/>
                        <a14:backgroundMark x1="14444" y1="14254" x2="14444" y2="14254"/>
                        <a14:backgroundMark x1="92593" y1="13235" x2="92593" y2="13235"/>
                        <a14:backgroundMark x1="98148" y1="94118" x2="98148" y2="94118"/>
                        <a14:backgroundMark x1="98148" y1="76471" x2="98148" y2="76471"/>
                        <a14:backgroundMark x1="20370" y1="44118" x2="20370" y2="44118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08604" y="2241574"/>
            <a:ext cx="222981" cy="2824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48" name="연결선: 꺾임 47">
            <a:extLst>
              <a:ext uri="{FF2B5EF4-FFF2-40B4-BE49-F238E27FC236}">
                <a16:creationId xmlns:a16="http://schemas.microsoft.com/office/drawing/2014/main" id="{31EB72FA-E1D2-A608-6A1B-3582679F8CFF}"/>
              </a:ext>
            </a:extLst>
          </p:cNvPr>
          <p:cNvCxnSpPr>
            <a:cxnSpLocks/>
            <a:stCxn id="37" idx="3"/>
            <a:endCxn id="39" idx="0"/>
          </p:cNvCxnSpPr>
          <p:nvPr/>
        </p:nvCxnSpPr>
        <p:spPr>
          <a:xfrm>
            <a:off x="1579270" y="2176387"/>
            <a:ext cx="2501301" cy="136489"/>
          </a:xfrm>
          <a:prstGeom prst="bentConnector2">
            <a:avLst/>
          </a:prstGeom>
          <a:ln>
            <a:solidFill>
              <a:srgbClr val="FF0000"/>
            </a:solidFill>
            <a:prstDash val="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0" name="Group 323">
            <a:extLst>
              <a:ext uri="{FF2B5EF4-FFF2-40B4-BE49-F238E27FC236}">
                <a16:creationId xmlns:a16="http://schemas.microsoft.com/office/drawing/2014/main" id="{E1C9E1C4-981E-491D-5636-F5F57A84FD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0641322"/>
              </p:ext>
            </p:extLst>
          </p:nvPr>
        </p:nvGraphicFramePr>
        <p:xfrm>
          <a:off x="9625013" y="575703"/>
          <a:ext cx="2519969" cy="3151632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필터 아이콘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클릭 시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모달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팝업창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툴팁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필터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체크박스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최상단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체크박스 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└ 전체 선택과 전체 해제 기능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체크된 후원항목만 리스트에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체크하면 바로 적용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닫기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 버튼 클릭 또는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모달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창 이외 영역 클릭 시 창 닫힘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8527758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정렬 옵션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디폴트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최근 후원 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툴팁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정렬 옵션 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0362861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후원 알림 배지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새로운 후원이 들어온 숫자만큼 해당 탭에 배지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해당 탭을 클릭하여 확인하면 배치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off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확인하지 않은 새로운 후원만 카운트하여 배지에 숫자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1576572"/>
                  </a:ext>
                </a:extLst>
              </a:tr>
            </a:tbl>
          </a:graphicData>
        </a:graphic>
      </p:graphicFrame>
      <p:sp>
        <p:nvSpPr>
          <p:cNvPr id="51" name="타원 50">
            <a:extLst>
              <a:ext uri="{FF2B5EF4-FFF2-40B4-BE49-F238E27FC236}">
                <a16:creationId xmlns:a16="http://schemas.microsoft.com/office/drawing/2014/main" id="{A1D12CCF-CE21-0843-A83B-D235049107F6}"/>
              </a:ext>
            </a:extLst>
          </p:cNvPr>
          <p:cNvSpPr/>
          <p:nvPr/>
        </p:nvSpPr>
        <p:spPr>
          <a:xfrm>
            <a:off x="6583361" y="1839650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52" name="직선 화살표 연결선 51">
            <a:extLst>
              <a:ext uri="{FF2B5EF4-FFF2-40B4-BE49-F238E27FC236}">
                <a16:creationId xmlns:a16="http://schemas.microsoft.com/office/drawing/2014/main" id="{2A026519-1005-1E12-B591-0134A4D13E45}"/>
              </a:ext>
            </a:extLst>
          </p:cNvPr>
          <p:cNvCxnSpPr>
            <a:cxnSpLocks/>
            <a:stCxn id="51" idx="6"/>
          </p:cNvCxnSpPr>
          <p:nvPr/>
        </p:nvCxnSpPr>
        <p:spPr>
          <a:xfrm>
            <a:off x="6732360" y="1914150"/>
            <a:ext cx="118477" cy="0"/>
          </a:xfrm>
          <a:prstGeom prst="straightConnector1">
            <a:avLst/>
          </a:prstGeom>
          <a:ln>
            <a:solidFill>
              <a:srgbClr val="FF000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D596E14A-0EE1-B106-7CF4-05FBA3C4C2EB}"/>
              </a:ext>
            </a:extLst>
          </p:cNvPr>
          <p:cNvSpPr/>
          <p:nvPr/>
        </p:nvSpPr>
        <p:spPr>
          <a:xfrm>
            <a:off x="6637613" y="2239009"/>
            <a:ext cx="473188" cy="195341"/>
          </a:xfrm>
          <a:prstGeom prst="round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ko-KR" altLang="en-US" sz="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정렬 옵션</a:t>
            </a:r>
          </a:p>
        </p:txBody>
      </p:sp>
      <p:pic>
        <p:nvPicPr>
          <p:cNvPr id="54" name="Picture 6" descr="손 모양 커서 PNG 이미지 | PNGWing">
            <a:extLst>
              <a:ext uri="{FF2B5EF4-FFF2-40B4-BE49-F238E27FC236}">
                <a16:creationId xmlns:a16="http://schemas.microsoft.com/office/drawing/2014/main" id="{5306011D-FB41-97BF-2496-61559288D2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2193" b="98246" l="2778" r="98056">
                        <a14:foregroundMark x1="44722" y1="7018" x2="44722" y2="7018"/>
                        <a14:foregroundMark x1="35833" y1="2193" x2="35833" y2="2193"/>
                        <a14:foregroundMark x1="25833" y1="10307" x2="25833" y2="10307"/>
                        <a14:foregroundMark x1="91944" y1="39254" x2="91944" y2="39254"/>
                        <a14:foregroundMark x1="97222" y1="48684" x2="97222" y2="48684"/>
                        <a14:foregroundMark x1="90833" y1="83114" x2="90833" y2="83114"/>
                        <a14:foregroundMark x1="93056" y1="76974" x2="93056" y2="76974"/>
                        <a14:foregroundMark x1="98333" y1="68421" x2="98333" y2="68421"/>
                        <a14:foregroundMark x1="98333" y1="68421" x2="98333" y2="68421"/>
                        <a14:foregroundMark x1="98333" y1="68421" x2="98333" y2="68421"/>
                        <a14:foregroundMark x1="97778" y1="62500" x2="97778" y2="62500"/>
                        <a14:foregroundMark x1="97500" y1="57456" x2="97500" y2="57456"/>
                        <a14:foregroundMark x1="97778" y1="51096" x2="97778" y2="51096"/>
                        <a14:foregroundMark x1="80833" y1="34430" x2="80833" y2="34430"/>
                        <a14:foregroundMark x1="80833" y1="34430" x2="80833" y2="34430"/>
                        <a14:foregroundMark x1="80278" y1="38596" x2="80278" y2="38596"/>
                        <a14:foregroundMark x1="80278" y1="40132" x2="80278" y2="40132"/>
                        <a14:foregroundMark x1="80278" y1="40132" x2="80278" y2="40132"/>
                        <a14:foregroundMark x1="72778" y1="29825" x2="63333" y2="35088"/>
                        <a14:foregroundMark x1="61944" y1="30044" x2="61944" y2="30044"/>
                        <a14:foregroundMark x1="65278" y1="30044" x2="65278" y2="30044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42222" y1="24781" x2="42222" y2="24781"/>
                        <a14:foregroundMark x1="44167" y1="24781" x2="57500" y2="25658"/>
                        <a14:foregroundMark x1="43889" y1="29825" x2="43889" y2="29825"/>
                        <a14:foregroundMark x1="27222" y1="11404" x2="27222" y2="11404"/>
                        <a14:foregroundMark x1="25278" y1="17544" x2="25278" y2="30921"/>
                        <a14:foregroundMark x1="25278" y1="30921" x2="25278" y2="30921"/>
                        <a14:foregroundMark x1="23333" y1="42325" x2="23333" y2="42325"/>
                        <a14:foregroundMark x1="25278" y1="47149" x2="25278" y2="47149"/>
                        <a14:foregroundMark x1="26111" y1="50439" x2="26389" y2="51974"/>
                        <a14:foregroundMark x1="26389" y1="52851" x2="24444" y2="61842"/>
                        <a14:foregroundMark x1="9444" y1="41447" x2="9444" y2="41447"/>
                        <a14:foregroundMark x1="7500" y1="42763" x2="7500" y2="42763"/>
                        <a14:foregroundMark x1="2778" y1="43421" x2="14722" y2="43421"/>
                        <a14:foregroundMark x1="30833" y1="92325" x2="30833" y2="94956"/>
                        <a14:foregroundMark x1="40000" y1="97588" x2="44167" y2="97588"/>
                        <a14:foregroundMark x1="63056" y1="97807" x2="70278" y2="97368"/>
                        <a14:foregroundMark x1="78333" y1="98246" x2="83333" y2="97807"/>
                        <a14:foregroundMark x1="43889" y1="41886" x2="43611" y2="37719"/>
                        <a14:foregroundMark x1="9167" y1="56140" x2="9167" y2="56140"/>
                        <a14:foregroundMark x1="14444" y1="61623" x2="14444" y2="61623"/>
                        <a14:foregroundMark x1="19444" y1="71711" x2="19444" y2="71711"/>
                        <a14:foregroundMark x1="28333" y1="82018" x2="28333" y2="82018"/>
                        <a14:backgroundMark x1="14444" y1="14254" x2="14444" y2="14254"/>
                        <a14:backgroundMark x1="14444" y1="14254" x2="14444" y2="14254"/>
                        <a14:backgroundMark x1="92593" y1="13235" x2="92593" y2="13235"/>
                        <a14:backgroundMark x1="98148" y1="94118" x2="98148" y2="94118"/>
                        <a14:backgroundMark x1="98148" y1="76471" x2="98148" y2="76471"/>
                        <a14:backgroundMark x1="20370" y1="44118" x2="20370" y2="44118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78305" y="1955301"/>
            <a:ext cx="222981" cy="2824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5" name="직사각형 54">
            <a:extLst>
              <a:ext uri="{FF2B5EF4-FFF2-40B4-BE49-F238E27FC236}">
                <a16:creationId xmlns:a16="http://schemas.microsoft.com/office/drawing/2014/main" id="{E9A4CF33-CF22-9DD9-0212-0540694DB79F}"/>
              </a:ext>
            </a:extLst>
          </p:cNvPr>
          <p:cNvSpPr/>
          <p:nvPr/>
        </p:nvSpPr>
        <p:spPr>
          <a:xfrm>
            <a:off x="7181391" y="1247550"/>
            <a:ext cx="1580090" cy="2055811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ko-KR" altLang="en-US" sz="900" b="1" dirty="0">
                <a:solidFill>
                  <a:schemeClr val="tx1"/>
                </a:solidFill>
              </a:rPr>
              <a:t>정렬 옵션</a:t>
            </a:r>
          </a:p>
        </p:txBody>
      </p:sp>
      <p:pic>
        <p:nvPicPr>
          <p:cNvPr id="67" name="그림 66">
            <a:extLst>
              <a:ext uri="{FF2B5EF4-FFF2-40B4-BE49-F238E27FC236}">
                <a16:creationId xmlns:a16="http://schemas.microsoft.com/office/drawing/2014/main" id="{EF1CC02F-8094-BD88-535F-2A0090F0889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596046" y="1507059"/>
            <a:ext cx="1057423" cy="1324160"/>
          </a:xfrm>
          <a:prstGeom prst="rect">
            <a:avLst/>
          </a:prstGeom>
        </p:spPr>
      </p:pic>
      <p:grpSp>
        <p:nvGrpSpPr>
          <p:cNvPr id="68" name="그룹 67">
            <a:extLst>
              <a:ext uri="{FF2B5EF4-FFF2-40B4-BE49-F238E27FC236}">
                <a16:creationId xmlns:a16="http://schemas.microsoft.com/office/drawing/2014/main" id="{66F1AD3B-9302-36DA-AC10-288E4182EAB3}"/>
              </a:ext>
            </a:extLst>
          </p:cNvPr>
          <p:cNvGrpSpPr/>
          <p:nvPr/>
        </p:nvGrpSpPr>
        <p:grpSpPr>
          <a:xfrm>
            <a:off x="7383995" y="2158143"/>
            <a:ext cx="1106620" cy="946392"/>
            <a:chOff x="8220670" y="1911586"/>
            <a:chExt cx="1106620" cy="946392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30D98846-0A83-88A9-8426-90F51CC743A5}"/>
                </a:ext>
              </a:extLst>
            </p:cNvPr>
            <p:cNvSpPr/>
            <p:nvPr/>
          </p:nvSpPr>
          <p:spPr>
            <a:xfrm>
              <a:off x="8220671" y="1911586"/>
              <a:ext cx="1106619" cy="9463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lnSpc>
                  <a:spcPct val="200000"/>
                </a:lnSpc>
              </a:pPr>
              <a:endParaRPr lang="ko-KR" altLang="en-US" sz="900" b="1" dirty="0">
                <a:solidFill>
                  <a:schemeClr val="tx1"/>
                </a:solidFill>
              </a:endParaRPr>
            </a:p>
          </p:txBody>
        </p:sp>
        <p:sp>
          <p:nvSpPr>
            <p:cNvPr id="70" name="사각형: 둥근 모서리 69">
              <a:extLst>
                <a:ext uri="{FF2B5EF4-FFF2-40B4-BE49-F238E27FC236}">
                  <a16:creationId xmlns:a16="http://schemas.microsoft.com/office/drawing/2014/main" id="{98761782-45CF-DAB8-EDC1-B80112F59501}"/>
                </a:ext>
              </a:extLst>
            </p:cNvPr>
            <p:cNvSpPr/>
            <p:nvPr/>
          </p:nvSpPr>
          <p:spPr>
            <a:xfrm>
              <a:off x="8220671" y="1960209"/>
              <a:ext cx="1106619" cy="252026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8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Wingdings" panose="05000000000000000000" pitchFamily="2" charset="2"/>
                </a:rPr>
                <a:t>  </a:t>
              </a:r>
              <a:endParaRPr lang="ko-KR" altLang="en-US" sz="9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7679BCBA-7567-4611-B1C5-94C84A4CA205}"/>
                </a:ext>
              </a:extLst>
            </p:cNvPr>
            <p:cNvSpPr/>
            <p:nvPr/>
          </p:nvSpPr>
          <p:spPr>
            <a:xfrm>
              <a:off x="8220670" y="1911586"/>
              <a:ext cx="1106619" cy="946392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252000" tIns="0" rIns="0" bIns="0" rtlCol="0" anchor="ctr"/>
            <a:lstStyle/>
            <a:p>
              <a:pPr>
                <a:lnSpc>
                  <a:spcPct val="150000"/>
                </a:lnSpc>
              </a:pPr>
              <a:r>
                <a:rPr lang="ko-KR" altLang="en-US" sz="900" b="1" dirty="0">
                  <a:solidFill>
                    <a:schemeClr val="tx1"/>
                  </a:solidFill>
                </a:rPr>
                <a:t>최근순</a:t>
              </a:r>
              <a:endParaRPr lang="en-US" altLang="ko-KR" sz="900" b="1" dirty="0">
                <a:solidFill>
                  <a:schemeClr val="tx1"/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900" b="1" dirty="0">
                  <a:solidFill>
                    <a:schemeClr val="tx1"/>
                  </a:solidFill>
                </a:rPr>
                <a:t>나중순</a:t>
              </a:r>
              <a:endParaRPr lang="en-US" altLang="ko-KR" sz="900" b="1" dirty="0">
                <a:solidFill>
                  <a:schemeClr val="tx1"/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900" b="1" dirty="0">
                  <a:solidFill>
                    <a:schemeClr val="tx1"/>
                  </a:solidFill>
                </a:rPr>
                <a:t>높은 금액순</a:t>
              </a:r>
              <a:endParaRPr lang="en-US" altLang="ko-KR" sz="900" b="1" dirty="0">
                <a:solidFill>
                  <a:schemeClr val="tx1"/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900" b="1" dirty="0">
                  <a:solidFill>
                    <a:schemeClr val="tx1"/>
                  </a:solidFill>
                </a:rPr>
                <a:t>낮은 금액순</a:t>
              </a:r>
            </a:p>
          </p:txBody>
        </p:sp>
      </p:grpSp>
      <p:pic>
        <p:nvPicPr>
          <p:cNvPr id="72" name="Picture 6" descr="손 모양 커서 PNG 이미지 | PNGWing">
            <a:extLst>
              <a:ext uri="{FF2B5EF4-FFF2-40B4-BE49-F238E27FC236}">
                <a16:creationId xmlns:a16="http://schemas.microsoft.com/office/drawing/2014/main" id="{335B3BE6-D23F-251E-88F6-42452A05F0E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2193" b="98246" l="2778" r="98056">
                        <a14:foregroundMark x1="44722" y1="7018" x2="44722" y2="7018"/>
                        <a14:foregroundMark x1="35833" y1="2193" x2="35833" y2="2193"/>
                        <a14:foregroundMark x1="25833" y1="10307" x2="25833" y2="10307"/>
                        <a14:foregroundMark x1="91944" y1="39254" x2="91944" y2="39254"/>
                        <a14:foregroundMark x1="97222" y1="48684" x2="97222" y2="48684"/>
                        <a14:foregroundMark x1="90833" y1="83114" x2="90833" y2="83114"/>
                        <a14:foregroundMark x1="93056" y1="76974" x2="93056" y2="76974"/>
                        <a14:foregroundMark x1="98333" y1="68421" x2="98333" y2="68421"/>
                        <a14:foregroundMark x1="98333" y1="68421" x2="98333" y2="68421"/>
                        <a14:foregroundMark x1="98333" y1="68421" x2="98333" y2="68421"/>
                        <a14:foregroundMark x1="97778" y1="62500" x2="97778" y2="62500"/>
                        <a14:foregroundMark x1="97500" y1="57456" x2="97500" y2="57456"/>
                        <a14:foregroundMark x1="97778" y1="51096" x2="97778" y2="51096"/>
                        <a14:foregroundMark x1="80833" y1="34430" x2="80833" y2="34430"/>
                        <a14:foregroundMark x1="80833" y1="34430" x2="80833" y2="34430"/>
                        <a14:foregroundMark x1="80278" y1="38596" x2="80278" y2="38596"/>
                        <a14:foregroundMark x1="80278" y1="40132" x2="80278" y2="40132"/>
                        <a14:foregroundMark x1="80278" y1="40132" x2="80278" y2="40132"/>
                        <a14:foregroundMark x1="72778" y1="29825" x2="63333" y2="35088"/>
                        <a14:foregroundMark x1="61944" y1="30044" x2="61944" y2="30044"/>
                        <a14:foregroundMark x1="65278" y1="30044" x2="65278" y2="30044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42222" y1="24781" x2="42222" y2="24781"/>
                        <a14:foregroundMark x1="44167" y1="24781" x2="57500" y2="25658"/>
                        <a14:foregroundMark x1="43889" y1="29825" x2="43889" y2="29825"/>
                        <a14:foregroundMark x1="27222" y1="11404" x2="27222" y2="11404"/>
                        <a14:foregroundMark x1="25278" y1="17544" x2="25278" y2="30921"/>
                        <a14:foregroundMark x1="25278" y1="30921" x2="25278" y2="30921"/>
                        <a14:foregroundMark x1="23333" y1="42325" x2="23333" y2="42325"/>
                        <a14:foregroundMark x1="25278" y1="47149" x2="25278" y2="47149"/>
                        <a14:foregroundMark x1="26111" y1="50439" x2="26389" y2="51974"/>
                        <a14:foregroundMark x1="26389" y1="52851" x2="24444" y2="61842"/>
                        <a14:foregroundMark x1="9444" y1="41447" x2="9444" y2="41447"/>
                        <a14:foregroundMark x1="7500" y1="42763" x2="7500" y2="42763"/>
                        <a14:foregroundMark x1="2778" y1="43421" x2="14722" y2="43421"/>
                        <a14:foregroundMark x1="30833" y1="92325" x2="30833" y2="94956"/>
                        <a14:foregroundMark x1="40000" y1="97588" x2="44167" y2="97588"/>
                        <a14:foregroundMark x1="63056" y1="97807" x2="70278" y2="97368"/>
                        <a14:foregroundMark x1="78333" y1="98246" x2="83333" y2="97807"/>
                        <a14:foregroundMark x1="43889" y1="41886" x2="43611" y2="37719"/>
                        <a14:foregroundMark x1="9167" y1="56140" x2="9167" y2="56140"/>
                        <a14:foregroundMark x1="14444" y1="61623" x2="14444" y2="61623"/>
                        <a14:foregroundMark x1="19444" y1="71711" x2="19444" y2="71711"/>
                        <a14:foregroundMark x1="28333" y1="82018" x2="28333" y2="82018"/>
                        <a14:backgroundMark x1="14444" y1="14254" x2="14444" y2="14254"/>
                        <a14:backgroundMark x1="14444" y1="14254" x2="14444" y2="14254"/>
                        <a14:backgroundMark x1="92593" y1="13235" x2="92593" y2="13235"/>
                        <a14:backgroundMark x1="98148" y1="94118" x2="98148" y2="94118"/>
                        <a14:backgroundMark x1="98148" y1="76471" x2="98148" y2="76471"/>
                        <a14:backgroundMark x1="20370" y1="44118" x2="20370" y2="44118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13623" y="2080384"/>
            <a:ext cx="222981" cy="2824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7" name="타원 76">
            <a:extLst>
              <a:ext uri="{FF2B5EF4-FFF2-40B4-BE49-F238E27FC236}">
                <a16:creationId xmlns:a16="http://schemas.microsoft.com/office/drawing/2014/main" id="{8585F3AE-B8F4-221A-BDF2-718E34FF4B14}"/>
              </a:ext>
            </a:extLst>
          </p:cNvPr>
          <p:cNvSpPr/>
          <p:nvPr/>
        </p:nvSpPr>
        <p:spPr>
          <a:xfrm>
            <a:off x="3292016" y="1501366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78" name="직선 화살표 연결선 77">
            <a:extLst>
              <a:ext uri="{FF2B5EF4-FFF2-40B4-BE49-F238E27FC236}">
                <a16:creationId xmlns:a16="http://schemas.microsoft.com/office/drawing/2014/main" id="{3CD6FF06-C22E-5AD5-4563-4A310753B1AB}"/>
              </a:ext>
            </a:extLst>
          </p:cNvPr>
          <p:cNvCxnSpPr>
            <a:cxnSpLocks/>
            <a:stCxn id="77" idx="5"/>
          </p:cNvCxnSpPr>
          <p:nvPr/>
        </p:nvCxnSpPr>
        <p:spPr>
          <a:xfrm>
            <a:off x="3419195" y="1628545"/>
            <a:ext cx="982209" cy="221738"/>
          </a:xfrm>
          <a:prstGeom prst="straightConnector1">
            <a:avLst/>
          </a:prstGeom>
          <a:ln>
            <a:solidFill>
              <a:srgbClr val="FF000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타원 78">
            <a:extLst>
              <a:ext uri="{FF2B5EF4-FFF2-40B4-BE49-F238E27FC236}">
                <a16:creationId xmlns:a16="http://schemas.microsoft.com/office/drawing/2014/main" id="{061762AA-5099-DF10-6922-E797E11D0354}"/>
              </a:ext>
            </a:extLst>
          </p:cNvPr>
          <p:cNvSpPr/>
          <p:nvPr/>
        </p:nvSpPr>
        <p:spPr>
          <a:xfrm>
            <a:off x="3292016" y="1818582"/>
            <a:ext cx="153854" cy="153854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3</a:t>
            </a:r>
            <a:endParaRPr lang="ko-KR" altLang="en-US" sz="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DF2AC958-4860-AFC8-210D-A73D7FDDD1AE}"/>
              </a:ext>
            </a:extLst>
          </p:cNvPr>
          <p:cNvSpPr/>
          <p:nvPr/>
        </p:nvSpPr>
        <p:spPr>
          <a:xfrm>
            <a:off x="4402028" y="1818582"/>
            <a:ext cx="153854" cy="153854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</a:t>
            </a:r>
            <a:endParaRPr lang="ko-KR" altLang="en-US" sz="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cxnSp>
        <p:nvCxnSpPr>
          <p:cNvPr id="81" name="직선 화살표 연결선 80">
            <a:extLst>
              <a:ext uri="{FF2B5EF4-FFF2-40B4-BE49-F238E27FC236}">
                <a16:creationId xmlns:a16="http://schemas.microsoft.com/office/drawing/2014/main" id="{A35147A7-A47E-093D-11DE-6DFBF70D6508}"/>
              </a:ext>
            </a:extLst>
          </p:cNvPr>
          <p:cNvCxnSpPr>
            <a:cxnSpLocks/>
            <a:stCxn id="77" idx="3"/>
          </p:cNvCxnSpPr>
          <p:nvPr/>
        </p:nvCxnSpPr>
        <p:spPr>
          <a:xfrm flipH="1">
            <a:off x="2388652" y="1628545"/>
            <a:ext cx="925184" cy="190035"/>
          </a:xfrm>
          <a:prstGeom prst="straightConnector1">
            <a:avLst/>
          </a:prstGeom>
          <a:ln>
            <a:solidFill>
              <a:srgbClr val="FF000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타원 81">
            <a:extLst>
              <a:ext uri="{FF2B5EF4-FFF2-40B4-BE49-F238E27FC236}">
                <a16:creationId xmlns:a16="http://schemas.microsoft.com/office/drawing/2014/main" id="{127C0C54-9B84-8FD5-8530-583F52E54083}"/>
              </a:ext>
            </a:extLst>
          </p:cNvPr>
          <p:cNvSpPr/>
          <p:nvPr/>
        </p:nvSpPr>
        <p:spPr>
          <a:xfrm>
            <a:off x="2215230" y="1818582"/>
            <a:ext cx="153854" cy="153854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25</a:t>
            </a:r>
            <a:endParaRPr lang="ko-KR" altLang="en-US" sz="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cxnSp>
        <p:nvCxnSpPr>
          <p:cNvPr id="83" name="직선 화살표 연결선 82">
            <a:extLst>
              <a:ext uri="{FF2B5EF4-FFF2-40B4-BE49-F238E27FC236}">
                <a16:creationId xmlns:a16="http://schemas.microsoft.com/office/drawing/2014/main" id="{3F3CBBEB-D750-36D1-7F85-BC52E169ABB6}"/>
              </a:ext>
            </a:extLst>
          </p:cNvPr>
          <p:cNvCxnSpPr>
            <a:cxnSpLocks/>
            <a:stCxn id="77" idx="4"/>
          </p:cNvCxnSpPr>
          <p:nvPr/>
        </p:nvCxnSpPr>
        <p:spPr>
          <a:xfrm>
            <a:off x="3366516" y="1650365"/>
            <a:ext cx="0" cy="127179"/>
          </a:xfrm>
          <a:prstGeom prst="straightConnector1">
            <a:avLst/>
          </a:prstGeom>
          <a:ln>
            <a:solidFill>
              <a:srgbClr val="FF000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직사각형 3">
            <a:extLst>
              <a:ext uri="{FF2B5EF4-FFF2-40B4-BE49-F238E27FC236}">
                <a16:creationId xmlns:a16="http://schemas.microsoft.com/office/drawing/2014/main" id="{D3B1A41E-ED66-51AA-1F30-9F1F2729968A}"/>
              </a:ext>
            </a:extLst>
          </p:cNvPr>
          <p:cNvSpPr/>
          <p:nvPr/>
        </p:nvSpPr>
        <p:spPr>
          <a:xfrm>
            <a:off x="8328212" y="1622612"/>
            <a:ext cx="224117" cy="1613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BEE2BF7-D476-4528-FC9C-068532AF9404}"/>
              </a:ext>
            </a:extLst>
          </p:cNvPr>
          <p:cNvSpPr/>
          <p:nvPr/>
        </p:nvSpPr>
        <p:spPr>
          <a:xfrm>
            <a:off x="6858001" y="1559859"/>
            <a:ext cx="224117" cy="161364"/>
          </a:xfrm>
          <a:prstGeom prst="rect">
            <a:avLst/>
          </a:prstGeom>
          <a:solidFill>
            <a:srgbClr val="58585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6" name="연결선: 꺾임 5">
            <a:extLst>
              <a:ext uri="{FF2B5EF4-FFF2-40B4-BE49-F238E27FC236}">
                <a16:creationId xmlns:a16="http://schemas.microsoft.com/office/drawing/2014/main" id="{FA26F6EC-F788-6167-3572-305A989A03D0}"/>
              </a:ext>
            </a:extLst>
          </p:cNvPr>
          <p:cNvCxnSpPr>
            <a:cxnSpLocks/>
            <a:stCxn id="38" idx="0"/>
            <a:endCxn id="55" idx="0"/>
          </p:cNvCxnSpPr>
          <p:nvPr/>
        </p:nvCxnSpPr>
        <p:spPr>
          <a:xfrm rot="5400000" flipH="1" flipV="1">
            <a:off x="7181774" y="1016299"/>
            <a:ext cx="558410" cy="1020913"/>
          </a:xfrm>
          <a:prstGeom prst="bentConnector3">
            <a:avLst>
              <a:gd name="adj1" fmla="val 140938"/>
            </a:avLst>
          </a:prstGeom>
          <a:ln>
            <a:solidFill>
              <a:srgbClr val="FF0000"/>
            </a:solidFill>
            <a:prstDash val="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6934206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6AA4C14E-0763-024B-B80F-8F9B3614BAAE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5340" y="411980"/>
            <a:ext cx="9436335" cy="424732"/>
          </a:xfrm>
        </p:spPr>
        <p:txBody>
          <a:bodyPr/>
          <a:lstStyle/>
          <a:p>
            <a:r>
              <a:rPr lang="ko-KR" altLang="en-US" dirty="0"/>
              <a:t>재생 중인 후원 통합 </a:t>
            </a:r>
            <a:r>
              <a:rPr lang="ko-KR" altLang="en-US" dirty="0" err="1"/>
              <a:t>알림창</a:t>
            </a:r>
            <a:r>
              <a:rPr lang="ko-KR" altLang="en-US" dirty="0"/>
              <a:t> 위젯 싱크</a:t>
            </a:r>
            <a:endParaRPr lang="en-US" altLang="ko-KR" dirty="0"/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4D94310D-732F-433F-2408-5AEAA9149C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후원 리스트 위젯 </a:t>
            </a:r>
            <a:r>
              <a:rPr lang="en-US" altLang="ko-KR" dirty="0"/>
              <a:t>&gt; </a:t>
            </a:r>
            <a:r>
              <a:rPr lang="ko-KR" altLang="en-US" dirty="0"/>
              <a:t>재생 중인 후원 통합 </a:t>
            </a:r>
            <a:r>
              <a:rPr lang="ko-KR" altLang="en-US" dirty="0" err="1"/>
              <a:t>알림창</a:t>
            </a:r>
            <a:r>
              <a:rPr lang="ko-KR" altLang="en-US" dirty="0"/>
              <a:t> 위젯 싱크</a:t>
            </a:r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4" name="Google Shape;1197;p27">
            <a:extLst>
              <a:ext uri="{FF2B5EF4-FFF2-40B4-BE49-F238E27FC236}">
                <a16:creationId xmlns:a16="http://schemas.microsoft.com/office/drawing/2014/main" id="{505FFCAC-8301-06D8-9BE0-1A068D55993B}"/>
              </a:ext>
            </a:extLst>
          </p:cNvPr>
          <p:cNvSpPr/>
          <p:nvPr/>
        </p:nvSpPr>
        <p:spPr>
          <a:xfrm>
            <a:off x="945464" y="1607512"/>
            <a:ext cx="5832867" cy="4500508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54000" rIns="61650" bIns="24650" anchor="t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 리스트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돋움" pitchFamily="50" charset="-127"/>
              <a:ea typeface="돋움" pitchFamily="50" charset="-127"/>
              <a:cs typeface="+mn-cs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2BB867D-B440-BB26-0908-C16DC9CE9E1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0075720"/>
              </p:ext>
            </p:extLst>
          </p:nvPr>
        </p:nvGraphicFramePr>
        <p:xfrm>
          <a:off x="1019441" y="1859548"/>
          <a:ext cx="3313947" cy="252226"/>
        </p:xfrm>
        <a:graphic>
          <a:graphicData uri="http://schemas.openxmlformats.org/drawingml/2006/table">
            <a:tbl>
              <a:tblPr firstRow="1" bandRow="1"/>
              <a:tblGrid>
                <a:gridCol w="1104649">
                  <a:extLst>
                    <a:ext uri="{9D8B030D-6E8A-4147-A177-3AD203B41FA5}">
                      <a16:colId xmlns:a16="http://schemas.microsoft.com/office/drawing/2014/main" val="1797854445"/>
                    </a:ext>
                  </a:extLst>
                </a:gridCol>
                <a:gridCol w="1104649">
                  <a:extLst>
                    <a:ext uri="{9D8B030D-6E8A-4147-A177-3AD203B41FA5}">
                      <a16:colId xmlns:a16="http://schemas.microsoft.com/office/drawing/2014/main" val="1099740737"/>
                    </a:ext>
                  </a:extLst>
                </a:gridCol>
                <a:gridCol w="1104649">
                  <a:extLst>
                    <a:ext uri="{9D8B030D-6E8A-4147-A177-3AD203B41FA5}">
                      <a16:colId xmlns:a16="http://schemas.microsoft.com/office/drawing/2014/main" val="2089773855"/>
                    </a:ext>
                  </a:extLst>
                </a:gridCol>
              </a:tblGrid>
              <a:tr h="25222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 알림</a:t>
                      </a: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게임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뽑기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8136752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3F1A2E08-4042-8CCD-829B-A8D35ABCF9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6967377"/>
              </p:ext>
            </p:extLst>
          </p:nvPr>
        </p:nvGraphicFramePr>
        <p:xfrm>
          <a:off x="1006765" y="2131905"/>
          <a:ext cx="5694917" cy="3907189"/>
        </p:xfrm>
        <a:graphic>
          <a:graphicData uri="http://schemas.openxmlformats.org/drawingml/2006/table">
            <a:tbl>
              <a:tblPr firstRow="1" bandRow="1"/>
              <a:tblGrid>
                <a:gridCol w="723794">
                  <a:extLst>
                    <a:ext uri="{9D8B030D-6E8A-4147-A177-3AD203B41FA5}">
                      <a16:colId xmlns:a16="http://schemas.microsoft.com/office/drawing/2014/main" val="1453498877"/>
                    </a:ext>
                  </a:extLst>
                </a:gridCol>
                <a:gridCol w="1241402">
                  <a:extLst>
                    <a:ext uri="{9D8B030D-6E8A-4147-A177-3AD203B41FA5}">
                      <a16:colId xmlns:a16="http://schemas.microsoft.com/office/drawing/2014/main" val="2012202451"/>
                    </a:ext>
                  </a:extLst>
                </a:gridCol>
                <a:gridCol w="594802">
                  <a:extLst>
                    <a:ext uri="{9D8B030D-6E8A-4147-A177-3AD203B41FA5}">
                      <a16:colId xmlns:a16="http://schemas.microsoft.com/office/drawing/2014/main" val="439943395"/>
                    </a:ext>
                  </a:extLst>
                </a:gridCol>
                <a:gridCol w="2594859">
                  <a:extLst>
                    <a:ext uri="{9D8B030D-6E8A-4147-A177-3AD203B41FA5}">
                      <a16:colId xmlns:a16="http://schemas.microsoft.com/office/drawing/2014/main" val="2985946180"/>
                    </a:ext>
                  </a:extLst>
                </a:gridCol>
                <a:gridCol w="540060">
                  <a:extLst>
                    <a:ext uri="{9D8B030D-6E8A-4147-A177-3AD203B41FA5}">
                      <a16:colId xmlns:a16="http://schemas.microsoft.com/office/drawing/2014/main" val="3066059222"/>
                    </a:ext>
                  </a:extLst>
                </a:gridCol>
              </a:tblGrid>
              <a:tr h="31054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후원</a:t>
                      </a:r>
                    </a:p>
                  </a:txBody>
                  <a:tcPr marL="36000" marR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+mn-ea"/>
                        </a:rPr>
                        <a:t>닉네임</a:t>
                      </a:r>
                      <a:r>
                        <a:rPr lang="en-US" altLang="ko-KR" sz="800" b="1" dirty="0">
                          <a:latin typeface="맑은 고딕" panose="020B0503020000020004" pitchFamily="50" charset="-127"/>
                          <a:ea typeface="+mn-ea"/>
                        </a:rPr>
                        <a:t>(ID)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후원 캐시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내용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일시 </a:t>
                      </a:r>
                    </a:p>
                  </a:txBody>
                  <a:tcPr marL="0" marR="72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7653606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텍스트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텍스트 내용 텍스트 내용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방금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2625082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텍스트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텍스트 내용 텍스트 내용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방금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0248099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영상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              [</a:t>
                      </a:r>
                      <a:r>
                        <a:rPr lang="en-US" altLang="ko-KR" sz="800" b="0" u="none" dirty="0" err="1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Youtube</a:t>
                      </a:r>
                      <a:r>
                        <a:rPr lang="en-US" altLang="ko-KR" sz="800" b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] </a:t>
                      </a: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유튜브 제목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3766220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미니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텍스트 내용 텍스트 내용</a:t>
                      </a:r>
                      <a:r>
                        <a:rPr lang="en-US" altLang="ko-KR" sz="800" b="0" u="none" dirty="0">
                          <a:latin typeface="맑은 고딕" panose="020B0503020000020004" pitchFamily="50" charset="-127"/>
                          <a:ea typeface="+mn-ea"/>
                        </a:rPr>
                        <a:t>...</a:t>
                      </a:r>
                      <a:endParaRPr lang="ko-KR" altLang="en-US" sz="800" b="0" u="none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031777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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텍스트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텍스트 내용 텍스트 내용</a:t>
                      </a:r>
                      <a:r>
                        <a:rPr kumimoji="0" lang="en-US" altLang="ko-KR" sz="8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...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00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9017808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위시리스트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후원한 상품명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8127382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퀘스트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퀘스트 제목 </a:t>
                      </a:r>
                      <a:r>
                        <a:rPr lang="en-US" altLang="ko-KR" sz="800" b="0" u="none" dirty="0">
                          <a:latin typeface="맑은 고딕" panose="020B0503020000020004" pitchFamily="50" charset="-127"/>
                          <a:ea typeface="+mn-ea"/>
                        </a:rPr>
                        <a:t>– </a:t>
                      </a: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성공 </a:t>
                      </a:r>
                      <a:r>
                        <a:rPr lang="en-US" altLang="ko-KR" sz="800" b="0" u="none" dirty="0">
                          <a:latin typeface="맑은 고딕" panose="020B0503020000020004" pitchFamily="50" charset="-127"/>
                          <a:ea typeface="+mn-ea"/>
                        </a:rPr>
                        <a:t>or </a:t>
                      </a: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실패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5773418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그림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그림 후원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5245360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기프트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              상품명 </a:t>
                      </a:r>
                      <a:r>
                        <a:rPr lang="en-US" altLang="ko-KR" sz="800" b="0" u="none" dirty="0">
                          <a:latin typeface="맑은 고딕" panose="020B0503020000020004" pitchFamily="50" charset="-127"/>
                          <a:ea typeface="+mn-ea"/>
                        </a:rPr>
                        <a:t>&amp; </a:t>
                      </a: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개수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6449258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럭키박스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latin typeface="맑은 고딕" panose="020B0503020000020004" pitchFamily="50" charset="-127"/>
                          <a:ea typeface="+mn-ea"/>
                        </a:rPr>
                        <a:t>럭키박스</a:t>
                      </a: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0" u="none" dirty="0">
                          <a:latin typeface="맑은 고딕" panose="020B0503020000020004" pitchFamily="50" charset="-127"/>
                          <a:ea typeface="+mn-ea"/>
                        </a:rPr>
                        <a:t>– </a:t>
                      </a:r>
                      <a:r>
                        <a:rPr lang="ko-KR" altLang="en-US" sz="800" b="0" u="none" dirty="0">
                          <a:latin typeface="맑은 고딕" panose="020B0503020000020004" pitchFamily="50" charset="-127"/>
                          <a:ea typeface="+mn-ea"/>
                        </a:rPr>
                        <a:t>시간초과 환불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4880776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3BF97099-F515-5D38-B5E9-96B9ADA3F589}"/>
              </a:ext>
            </a:extLst>
          </p:cNvPr>
          <p:cNvSpPr/>
          <p:nvPr/>
        </p:nvSpPr>
        <p:spPr>
          <a:xfrm>
            <a:off x="3618524" y="3219918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9B6A2264-EBB2-946A-DA46-282F03482A35}"/>
              </a:ext>
            </a:extLst>
          </p:cNvPr>
          <p:cNvSpPr/>
          <p:nvPr/>
        </p:nvSpPr>
        <p:spPr>
          <a:xfrm>
            <a:off x="3618524" y="537778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DD67474F-C160-543E-9711-1F01B7B613BE}"/>
              </a:ext>
            </a:extLst>
          </p:cNvPr>
          <p:cNvGrpSpPr/>
          <p:nvPr/>
        </p:nvGrpSpPr>
        <p:grpSpPr>
          <a:xfrm>
            <a:off x="6692904" y="2124475"/>
            <a:ext cx="32251" cy="3895458"/>
            <a:chOff x="7049058" y="1944130"/>
            <a:chExt cx="32251" cy="3895458"/>
          </a:xfrm>
        </p:grpSpPr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DDDBA81-074D-B10C-E003-ED485B4FD212}"/>
                </a:ext>
              </a:extLst>
            </p:cNvPr>
            <p:cNvCxnSpPr>
              <a:cxnSpLocks/>
            </p:cNvCxnSpPr>
            <p:nvPr/>
          </p:nvCxnSpPr>
          <p:spPr>
            <a:xfrm>
              <a:off x="7068108" y="1944130"/>
              <a:ext cx="13201" cy="3895458"/>
            </a:xfrm>
            <a:prstGeom prst="line">
              <a:avLst/>
            </a:prstGeom>
            <a:noFill/>
            <a:ln w="38100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99FDEA84-99FC-7567-D158-9A89697C57B2}"/>
                </a:ext>
              </a:extLst>
            </p:cNvPr>
            <p:cNvCxnSpPr>
              <a:cxnSpLocks/>
            </p:cNvCxnSpPr>
            <p:nvPr/>
          </p:nvCxnSpPr>
          <p:spPr>
            <a:xfrm>
              <a:off x="7049058" y="1951628"/>
              <a:ext cx="0" cy="1901182"/>
            </a:xfrm>
            <a:prstGeom prst="line">
              <a:avLst/>
            </a:prstGeom>
            <a:noFill/>
            <a:ln w="285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</p:cxnSp>
      </p:grpSp>
      <p:pic>
        <p:nvPicPr>
          <p:cNvPr id="13" name="그림 12">
            <a:extLst>
              <a:ext uri="{FF2B5EF4-FFF2-40B4-BE49-F238E27FC236}">
                <a16:creationId xmlns:a16="http://schemas.microsoft.com/office/drawing/2014/main" id="{1885C077-7E36-EAD4-BED4-743D40C602D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09674" y="1886766"/>
            <a:ext cx="190800" cy="195453"/>
          </a:xfrm>
          <a:prstGeom prst="rect">
            <a:avLst/>
          </a:prstGeom>
        </p:spPr>
      </p:pic>
      <p:pic>
        <p:nvPicPr>
          <p:cNvPr id="14" name="Picture 6" descr="필터 - 무료 ui개 아이콘">
            <a:extLst>
              <a:ext uri="{FF2B5EF4-FFF2-40B4-BE49-F238E27FC236}">
                <a16:creationId xmlns:a16="http://schemas.microsoft.com/office/drawing/2014/main" id="{888C65F2-E033-1DA5-0A9A-EB3744418C2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5048" y="2191123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2" name="그룹 21">
            <a:extLst>
              <a:ext uri="{FF2B5EF4-FFF2-40B4-BE49-F238E27FC236}">
                <a16:creationId xmlns:a16="http://schemas.microsoft.com/office/drawing/2014/main" id="{7769D778-E68A-3C1A-C345-9CEB75BA98F8}"/>
              </a:ext>
            </a:extLst>
          </p:cNvPr>
          <p:cNvGrpSpPr/>
          <p:nvPr/>
        </p:nvGrpSpPr>
        <p:grpSpPr>
          <a:xfrm>
            <a:off x="6895805" y="1801707"/>
            <a:ext cx="2528763" cy="1658607"/>
            <a:chOff x="6441443" y="371814"/>
            <a:chExt cx="3058608" cy="2006131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8D18098A-6EE6-013E-196C-2AD981F23D4A}"/>
                </a:ext>
              </a:extLst>
            </p:cNvPr>
            <p:cNvSpPr txBox="1"/>
            <p:nvPr/>
          </p:nvSpPr>
          <p:spPr>
            <a:xfrm>
              <a:off x="7070635" y="371814"/>
              <a:ext cx="1811299" cy="26058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800" b="1" dirty="0">
                  <a:solidFill>
                    <a:srgbClr val="0000F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[</a:t>
              </a:r>
              <a:r>
                <a:rPr lang="ko-KR" altLang="en-US" sz="800" b="1" dirty="0">
                  <a:solidFill>
                    <a:srgbClr val="0000F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라이브 방송의 통합 </a:t>
              </a:r>
              <a:r>
                <a:rPr lang="ko-KR" altLang="en-US" sz="800" b="1" dirty="0" err="1">
                  <a:solidFill>
                    <a:srgbClr val="0000F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알림창</a:t>
              </a:r>
              <a:r>
                <a:rPr lang="en-US" altLang="ko-KR" sz="800" b="1" dirty="0">
                  <a:solidFill>
                    <a:srgbClr val="0000F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]</a:t>
              </a:r>
              <a:endParaRPr lang="ko-KR" altLang="en-US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7DE6FBAD-B765-6744-0B21-008417C7DA10}"/>
                </a:ext>
              </a:extLst>
            </p:cNvPr>
            <p:cNvGrpSpPr/>
            <p:nvPr/>
          </p:nvGrpSpPr>
          <p:grpSpPr>
            <a:xfrm>
              <a:off x="6441443" y="647331"/>
              <a:ext cx="3058608" cy="1730614"/>
              <a:chOff x="4149438" y="1421956"/>
              <a:chExt cx="5374613" cy="3041050"/>
            </a:xfrm>
          </p:grpSpPr>
          <p:pic>
            <p:nvPicPr>
              <p:cNvPr id="25" name="그림 24">
                <a:extLst>
                  <a:ext uri="{FF2B5EF4-FFF2-40B4-BE49-F238E27FC236}">
                    <a16:creationId xmlns:a16="http://schemas.microsoft.com/office/drawing/2014/main" id="{3BC218CA-52C7-0C1F-5121-E30875ECBE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149438" y="1421956"/>
                <a:ext cx="5374613" cy="3041050"/>
              </a:xfrm>
              <a:prstGeom prst="rect">
                <a:avLst/>
              </a:prstGeom>
              <a:ln w="28575">
                <a:solidFill>
                  <a:schemeClr val="tx1"/>
                </a:solidFill>
              </a:ln>
            </p:spPr>
          </p:pic>
          <p:sp>
            <p:nvSpPr>
              <p:cNvPr id="26" name="사각형: 둥근 모서리 25">
                <a:extLst>
                  <a:ext uri="{FF2B5EF4-FFF2-40B4-BE49-F238E27FC236}">
                    <a16:creationId xmlns:a16="http://schemas.microsoft.com/office/drawing/2014/main" id="{29894E1A-0D6B-3DD5-BAF7-7FF1A98DBF2E}"/>
                  </a:ext>
                </a:extLst>
              </p:cNvPr>
              <p:cNvSpPr/>
              <p:nvPr/>
            </p:nvSpPr>
            <p:spPr>
              <a:xfrm>
                <a:off x="7076932" y="1529535"/>
                <a:ext cx="2220977" cy="1930749"/>
              </a:xfrm>
              <a:prstGeom prst="roundRect">
                <a:avLst>
                  <a:gd name="adj" fmla="val 7342"/>
                </a:avLst>
              </a:prstGeom>
              <a:noFill/>
              <a:ln w="28575">
                <a:solidFill>
                  <a:srgbClr val="FF0000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</p:grp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4A4D2FAB-CE06-3FC7-DEDC-F28D2EDC3829}"/>
              </a:ext>
            </a:extLst>
          </p:cNvPr>
          <p:cNvSpPr/>
          <p:nvPr/>
        </p:nvSpPr>
        <p:spPr>
          <a:xfrm>
            <a:off x="935164" y="3851662"/>
            <a:ext cx="5829026" cy="461827"/>
          </a:xfrm>
          <a:prstGeom prst="roundRect">
            <a:avLst>
              <a:gd name="adj" fmla="val 2342"/>
            </a:avLst>
          </a:prstGeom>
          <a:noFill/>
          <a:ln w="19050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B98F7ADE-46AC-E397-A9BC-7293BAED42C8}"/>
              </a:ext>
            </a:extLst>
          </p:cNvPr>
          <p:cNvSpPr/>
          <p:nvPr/>
        </p:nvSpPr>
        <p:spPr>
          <a:xfrm>
            <a:off x="6859527" y="4222833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9" name="그림 28">
            <a:extLst>
              <a:ext uri="{FF2B5EF4-FFF2-40B4-BE49-F238E27FC236}">
                <a16:creationId xmlns:a16="http://schemas.microsoft.com/office/drawing/2014/main" id="{C171433A-A21D-80B1-E3B3-39611E1FAC4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4908" b="93252" l="3953" r="97233">
                        <a14:foregroundMark x1="3953" y1="52761" x2="3953" y2="52761"/>
                        <a14:foregroundMark x1="27668" y1="5521" x2="27668" y2="5521"/>
                        <a14:foregroundMark x1="25296" y1="93252" x2="25296" y2="93252"/>
                        <a14:foregroundMark x1="94071" y1="25153" x2="94071" y2="25153"/>
                        <a14:foregroundMark x1="97233" y1="17178" x2="97233" y2="17178"/>
                      </a14:backgroundRemoval>
                    </a14:imgEffect>
                    <a14:imgEffect>
                      <a14:brightnessContrast brigh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300563">
            <a:off x="6692816" y="3374511"/>
            <a:ext cx="1953864" cy="681309"/>
          </a:xfrm>
          <a:prstGeom prst="rect">
            <a:avLst/>
          </a:prstGeom>
          <a:solidFill>
            <a:schemeClr val="accent5">
              <a:lumMod val="75000"/>
              <a:alpha val="0"/>
            </a:schemeClr>
          </a:solidFill>
        </p:spPr>
      </p:pic>
      <p:graphicFrame>
        <p:nvGraphicFramePr>
          <p:cNvPr id="30" name="Group 323">
            <a:extLst>
              <a:ext uri="{FF2B5EF4-FFF2-40B4-BE49-F238E27FC236}">
                <a16:creationId xmlns:a16="http://schemas.microsoft.com/office/drawing/2014/main" id="{E89D4F54-73C0-8152-EDE5-DF828E2F13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365906"/>
              </p:ext>
            </p:extLst>
          </p:nvPr>
        </p:nvGraphicFramePr>
        <p:xfrm>
          <a:off x="9625013" y="575703"/>
          <a:ext cx="2519969" cy="2468880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통합 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알림창에서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재생 중인 후원 디스플레이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현재 재생 중인 통합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알림창의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싱크에 맞춰  해당 후원에 실시간으로 강조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통합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알림창이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재생 중인 후원에만 강조 표시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※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뽑기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- 10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연차의 경우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개의 행에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Top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리스트가 아래로 내려갔을 경우에만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최상단으로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포커싱되어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있을 경우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클릭하면 최상단으로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포커싱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재생 중인 후원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재생 중인 후원이 화면 하단에 있을 경우에만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클릭하면 해당 위치로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포커싱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7902962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6C23F96C-EBCB-2DCB-9BD4-FF1EDABEB1AF}"/>
              </a:ext>
            </a:extLst>
          </p:cNvPr>
          <p:cNvSpPr/>
          <p:nvPr/>
        </p:nvSpPr>
        <p:spPr>
          <a:xfrm>
            <a:off x="6147760" y="5250487"/>
            <a:ext cx="488299" cy="325020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b="1" dirty="0">
                <a:latin typeface="+mn-ea"/>
              </a:rPr>
              <a:t>▲</a:t>
            </a:r>
            <a:endParaRPr lang="en-US" altLang="ko-KR" sz="700" b="1" dirty="0">
              <a:latin typeface="+mn-ea"/>
            </a:endParaRPr>
          </a:p>
          <a:p>
            <a:pPr algn="ctr"/>
            <a:r>
              <a:rPr lang="en-US" altLang="ko-KR" sz="700" b="1" dirty="0">
                <a:latin typeface="+mn-ea"/>
              </a:rPr>
              <a:t>Top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AFB730E0-1984-6100-A1EE-D604124C1F82}"/>
              </a:ext>
            </a:extLst>
          </p:cNvPr>
          <p:cNvSpPr/>
          <p:nvPr/>
        </p:nvSpPr>
        <p:spPr>
          <a:xfrm>
            <a:off x="6147760" y="5625193"/>
            <a:ext cx="488299" cy="325020"/>
          </a:xfrm>
          <a:prstGeom prst="round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b="1" dirty="0"/>
              <a:t>재생 중인</a:t>
            </a:r>
            <a:endParaRPr lang="en-US" altLang="ko-KR" sz="700" b="1" dirty="0"/>
          </a:p>
          <a:p>
            <a:pPr algn="ctr"/>
            <a:r>
              <a:rPr lang="ko-KR" altLang="en-US" sz="700" b="1" dirty="0"/>
              <a:t>후원 ▼</a:t>
            </a:r>
            <a:endParaRPr lang="en-US" altLang="ko-KR" sz="700" b="1" dirty="0"/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678F553C-3683-0AF0-4847-683537717F50}"/>
              </a:ext>
            </a:extLst>
          </p:cNvPr>
          <p:cNvSpPr/>
          <p:nvPr/>
        </p:nvSpPr>
        <p:spPr>
          <a:xfrm>
            <a:off x="5968110" y="5713203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E6688E5C-AB69-5B92-E670-5C0A4850754E}"/>
              </a:ext>
            </a:extLst>
          </p:cNvPr>
          <p:cNvSpPr/>
          <p:nvPr/>
        </p:nvSpPr>
        <p:spPr>
          <a:xfrm>
            <a:off x="5959726" y="5338497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BCB463C-6816-4C77-34F4-A18D4B748342}"/>
              </a:ext>
            </a:extLst>
          </p:cNvPr>
          <p:cNvSpPr txBox="1"/>
          <p:nvPr/>
        </p:nvSpPr>
        <p:spPr>
          <a:xfrm>
            <a:off x="9169950" y="7058"/>
            <a:ext cx="3012364" cy="215444"/>
          </a:xfrm>
          <a:prstGeom prst="rect">
            <a:avLst/>
          </a:prstGeom>
          <a:solidFill>
            <a:srgbClr val="00B050"/>
          </a:solidFill>
        </p:spPr>
        <p:txBody>
          <a:bodyPr wrap="none" rtlCol="0">
            <a:spAutoFit/>
          </a:bodyPr>
          <a:lstStyle/>
          <a:p>
            <a:pPr algn="r"/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v0.21 </a:t>
            </a:r>
            <a:r>
              <a:rPr lang="ko-KR" altLang="en-US" sz="8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버튼명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변경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기존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 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재생 후원 →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변경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 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재생 중인 후원</a:t>
            </a:r>
          </a:p>
        </p:txBody>
      </p:sp>
    </p:spTree>
    <p:extLst>
      <p:ext uri="{BB962C8B-B14F-4D97-AF65-F5344CB8AC3E}">
        <p14:creationId xmlns:p14="http://schemas.microsoft.com/office/powerpoint/2010/main" val="1015654720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DDE94B19-1A51-285D-3851-6A06AFD69D29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게임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7B894789-E180-7022-BE9E-E195175265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후원 리스트 위젯 </a:t>
            </a:r>
            <a:r>
              <a:rPr lang="en-US" altLang="ko-KR" dirty="0"/>
              <a:t>&gt; </a:t>
            </a:r>
            <a:r>
              <a:rPr lang="ko-KR" altLang="en-US" dirty="0"/>
              <a:t>게임</a:t>
            </a:r>
          </a:p>
        </p:txBody>
      </p:sp>
      <p:sp>
        <p:nvSpPr>
          <p:cNvPr id="4" name="Google Shape;1197;p27">
            <a:extLst>
              <a:ext uri="{FF2B5EF4-FFF2-40B4-BE49-F238E27FC236}">
                <a16:creationId xmlns:a16="http://schemas.microsoft.com/office/drawing/2014/main" id="{2F7E214D-5FD3-ADC8-0646-E58573A84910}"/>
              </a:ext>
            </a:extLst>
          </p:cNvPr>
          <p:cNvSpPr/>
          <p:nvPr/>
        </p:nvSpPr>
        <p:spPr>
          <a:xfrm>
            <a:off x="1153179" y="1448773"/>
            <a:ext cx="5832867" cy="4500508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54000" rIns="61650" bIns="24650" anchor="t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 리스트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돋움" pitchFamily="50" charset="-127"/>
              <a:ea typeface="돋움" pitchFamily="50" charset="-127"/>
              <a:cs typeface="+mn-cs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C78A5C65-BCE3-0EEE-E0C8-9B85EE08EF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1012916"/>
              </p:ext>
            </p:extLst>
          </p:nvPr>
        </p:nvGraphicFramePr>
        <p:xfrm>
          <a:off x="1214831" y="1711593"/>
          <a:ext cx="3313947" cy="252226"/>
        </p:xfrm>
        <a:graphic>
          <a:graphicData uri="http://schemas.openxmlformats.org/drawingml/2006/table">
            <a:tbl>
              <a:tblPr firstRow="1" bandRow="1"/>
              <a:tblGrid>
                <a:gridCol w="1104649">
                  <a:extLst>
                    <a:ext uri="{9D8B030D-6E8A-4147-A177-3AD203B41FA5}">
                      <a16:colId xmlns:a16="http://schemas.microsoft.com/office/drawing/2014/main" val="1797854445"/>
                    </a:ext>
                  </a:extLst>
                </a:gridCol>
                <a:gridCol w="1104649">
                  <a:extLst>
                    <a:ext uri="{9D8B030D-6E8A-4147-A177-3AD203B41FA5}">
                      <a16:colId xmlns:a16="http://schemas.microsoft.com/office/drawing/2014/main" val="1099740737"/>
                    </a:ext>
                  </a:extLst>
                </a:gridCol>
                <a:gridCol w="1104649">
                  <a:extLst>
                    <a:ext uri="{9D8B030D-6E8A-4147-A177-3AD203B41FA5}">
                      <a16:colId xmlns:a16="http://schemas.microsoft.com/office/drawing/2014/main" val="2089773855"/>
                    </a:ext>
                  </a:extLst>
                </a:gridCol>
              </a:tblGrid>
              <a:tr h="25222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 알림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게임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뽑기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8136752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1AE93FDE-C034-DEE8-F81E-A7ACEDDF55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7139249"/>
              </p:ext>
            </p:extLst>
          </p:nvPr>
        </p:nvGraphicFramePr>
        <p:xfrm>
          <a:off x="1216278" y="1970417"/>
          <a:ext cx="5676641" cy="3922175"/>
        </p:xfrm>
        <a:graphic>
          <a:graphicData uri="http://schemas.openxmlformats.org/drawingml/2006/table">
            <a:tbl>
              <a:tblPr firstRow="1" bandRow="1"/>
              <a:tblGrid>
                <a:gridCol w="1232498">
                  <a:extLst>
                    <a:ext uri="{9D8B030D-6E8A-4147-A177-3AD203B41FA5}">
                      <a16:colId xmlns:a16="http://schemas.microsoft.com/office/drawing/2014/main" val="1453498877"/>
                    </a:ext>
                  </a:extLst>
                </a:gridCol>
                <a:gridCol w="722180">
                  <a:extLst>
                    <a:ext uri="{9D8B030D-6E8A-4147-A177-3AD203B41FA5}">
                      <a16:colId xmlns:a16="http://schemas.microsoft.com/office/drawing/2014/main" val="2985946180"/>
                    </a:ext>
                  </a:extLst>
                </a:gridCol>
                <a:gridCol w="3240360">
                  <a:extLst>
                    <a:ext uri="{9D8B030D-6E8A-4147-A177-3AD203B41FA5}">
                      <a16:colId xmlns:a16="http://schemas.microsoft.com/office/drawing/2014/main" val="501139426"/>
                    </a:ext>
                  </a:extLst>
                </a:gridCol>
                <a:gridCol w="481603">
                  <a:extLst>
                    <a:ext uri="{9D8B030D-6E8A-4147-A177-3AD203B41FA5}">
                      <a16:colId xmlns:a16="http://schemas.microsoft.com/office/drawing/2014/main" val="3066059222"/>
                    </a:ext>
                  </a:extLst>
                </a:gridCol>
              </a:tblGrid>
              <a:tr h="32553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+mn-ea"/>
                        </a:rPr>
                        <a:t>닉네임</a:t>
                      </a:r>
                      <a:r>
                        <a:rPr lang="en-US" altLang="ko-KR" sz="800" b="1" dirty="0">
                          <a:latin typeface="맑은 고딕" panose="020B0503020000020004" pitchFamily="50" charset="-127"/>
                          <a:ea typeface="+mn-ea"/>
                        </a:rPr>
                        <a:t>(ID)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후원 금액</a:t>
                      </a:r>
                      <a:r>
                        <a:rPr lang="en-US" altLang="ko-KR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</a:t>
                      </a:r>
                      <a:r>
                        <a:rPr lang="en-US" altLang="ko-KR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내용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일시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7653606"/>
                  </a:ext>
                </a:extLst>
              </a:tr>
              <a:tr h="33888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rtl="0" fontAlgn="ctr">
                        <a:buNone/>
                      </a:pP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{[</a:t>
                      </a:r>
                      <a:r>
                        <a:rPr lang="ko-KR" altLang="en-US" sz="800" b="0" dirty="0" err="1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게임명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]} {[</a:t>
                      </a:r>
                      <a:r>
                        <a:rPr lang="ko-KR" altLang="en-US" sz="800" b="0" dirty="0" err="1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서버명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]} {[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캐릭터 명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]} {[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아이템명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]} {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수량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개 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{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텍스트 내용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방금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2625082"/>
                  </a:ext>
                </a:extLst>
              </a:tr>
              <a:tr h="34967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{[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게임명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서버명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캐릭터 명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아이템명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수량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}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개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{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텍스트 내용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}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방금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0248099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{[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게임명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서버명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캐릭터 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아이템명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수량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}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{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텍스트 내용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}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00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3766220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{[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게임명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서버명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캐릭터 명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아이템명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수량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}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개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{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텍스트 내용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}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031777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{[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게임명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서버명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캐릭터 명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아이템명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수량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}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개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{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텍스트 내용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}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9017808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{[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게임명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서버명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캐릭터 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아이템명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수량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}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{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텍스트 내용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}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8127382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{[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게임명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서버명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캐릭터 명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아이템명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수량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}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개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{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텍스트 내용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}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5773418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{[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게임명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서버명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캐릭터 명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아이템명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수량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}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개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{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텍스트 내용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}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5245360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{[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게임명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서버명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캐릭터 명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아이템명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수량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}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개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{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텍스트 내용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}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6449258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{[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게임명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서버명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캐릭터 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아이템명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수량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}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{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텍스트 내용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}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4880776"/>
                  </a:ext>
                </a:extLst>
              </a:tr>
            </a:tbl>
          </a:graphicData>
        </a:graphic>
      </p:graphicFrame>
      <p:sp>
        <p:nvSpPr>
          <p:cNvPr id="17" name="타원 16">
            <a:extLst>
              <a:ext uri="{FF2B5EF4-FFF2-40B4-BE49-F238E27FC236}">
                <a16:creationId xmlns:a16="http://schemas.microsoft.com/office/drawing/2014/main" id="{E68DACDC-471F-3A2F-7161-8A08B9091558}"/>
              </a:ext>
            </a:extLst>
          </p:cNvPr>
          <p:cNvSpPr/>
          <p:nvPr/>
        </p:nvSpPr>
        <p:spPr>
          <a:xfrm>
            <a:off x="2475321" y="1909518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CC0F1437-60D9-8CDB-410F-4739C9AC0627}"/>
              </a:ext>
            </a:extLst>
          </p:cNvPr>
          <p:cNvSpPr/>
          <p:nvPr/>
        </p:nvSpPr>
        <p:spPr>
          <a:xfrm>
            <a:off x="4161792" y="2050801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084C8CB2-EE37-A2AD-B2C2-2FD0A17C22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8575866"/>
              </p:ext>
            </p:extLst>
          </p:nvPr>
        </p:nvGraphicFramePr>
        <p:xfrm>
          <a:off x="1219200" y="4814733"/>
          <a:ext cx="5672138" cy="359664"/>
        </p:xfrm>
        <a:graphic>
          <a:graphicData uri="http://schemas.openxmlformats.org/drawingml/2006/table">
            <a:tbl>
              <a:tblPr firstRow="1" bandRow="1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tblPr>
              <a:tblGrid>
                <a:gridCol w="1231106">
                  <a:extLst>
                    <a:ext uri="{9D8B030D-6E8A-4147-A177-3AD203B41FA5}">
                      <a16:colId xmlns:a16="http://schemas.microsoft.com/office/drawing/2014/main" val="2166266144"/>
                    </a:ext>
                  </a:extLst>
                </a:gridCol>
                <a:gridCol w="721519">
                  <a:extLst>
                    <a:ext uri="{9D8B030D-6E8A-4147-A177-3AD203B41FA5}">
                      <a16:colId xmlns:a16="http://schemas.microsoft.com/office/drawing/2014/main" val="994970565"/>
                    </a:ext>
                  </a:extLst>
                </a:gridCol>
                <a:gridCol w="3719513">
                  <a:extLst>
                    <a:ext uri="{9D8B030D-6E8A-4147-A177-3AD203B41FA5}">
                      <a16:colId xmlns:a16="http://schemas.microsoft.com/office/drawing/2014/main" val="1224652368"/>
                    </a:ext>
                  </a:extLst>
                </a:gridCol>
              </a:tblGrid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{[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게임명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서버명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캐릭터 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{[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아이템명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]} {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수량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}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{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텍스트 내용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}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9163104"/>
                  </a:ext>
                </a:extLst>
              </a:tr>
            </a:tbl>
          </a:graphicData>
        </a:graphic>
      </p:graphicFrame>
      <p:sp>
        <p:nvSpPr>
          <p:cNvPr id="20" name="Google Shape;1301;p29">
            <a:extLst>
              <a:ext uri="{FF2B5EF4-FFF2-40B4-BE49-F238E27FC236}">
                <a16:creationId xmlns:a16="http://schemas.microsoft.com/office/drawing/2014/main" id="{F03792A1-2DDD-E8FC-885F-4141E97BE39F}"/>
              </a:ext>
            </a:extLst>
          </p:cNvPr>
          <p:cNvSpPr/>
          <p:nvPr/>
        </p:nvSpPr>
        <p:spPr>
          <a:xfrm>
            <a:off x="3642076" y="5250682"/>
            <a:ext cx="2113335" cy="329188"/>
          </a:xfrm>
          <a:prstGeom prst="roundRect">
            <a:avLst>
              <a:gd name="adj" fmla="val 663"/>
            </a:avLst>
          </a:prstGeom>
          <a:solidFill>
            <a:schemeClr val="bg1">
              <a:lumMod val="95000"/>
            </a:schemeClr>
          </a:solidFill>
          <a:ln w="28575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36000" rIns="36000" bIns="36000" anchor="ctr" anchorCtr="0">
            <a:noAutofit/>
          </a:bodyPr>
          <a:lstStyle/>
          <a:p>
            <a:pPr fontAlgn="ctr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dirty="0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{[</a:t>
            </a:r>
            <a:r>
              <a:rPr kumimoji="0" lang="ko-KR" altLang="en-US" sz="800" dirty="0" err="1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게임명</a:t>
            </a:r>
            <a:r>
              <a:rPr kumimoji="0" lang="en-US" altLang="ko-KR" sz="800" dirty="0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]} {[</a:t>
            </a:r>
            <a:r>
              <a:rPr kumimoji="0" lang="ko-KR" altLang="en-US" sz="800" dirty="0" err="1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서버명</a:t>
            </a:r>
            <a:r>
              <a:rPr kumimoji="0" lang="en-US" altLang="ko-KR" sz="800" dirty="0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]} {[</a:t>
            </a:r>
            <a:r>
              <a:rPr kumimoji="0" lang="ko-KR" altLang="en-US" sz="800" dirty="0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캐릭터 명</a:t>
            </a:r>
            <a:r>
              <a:rPr kumimoji="0" lang="en-US" altLang="ko-KR" sz="800" dirty="0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]} {[</a:t>
            </a:r>
            <a:r>
              <a:rPr kumimoji="0" lang="ko-KR" altLang="en-US" sz="800" dirty="0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아이템명</a:t>
            </a:r>
            <a:r>
              <a:rPr kumimoji="0" lang="en-US" altLang="ko-KR" sz="800" dirty="0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]} {</a:t>
            </a:r>
            <a:r>
              <a:rPr kumimoji="0" lang="ko-KR" altLang="en-US" sz="800" dirty="0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수량</a:t>
            </a:r>
            <a:r>
              <a:rPr kumimoji="0" lang="en-US" altLang="ko-KR" sz="800" dirty="0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}</a:t>
            </a:r>
            <a:r>
              <a:rPr kumimoji="0" lang="ko-KR" altLang="en-US" sz="800" dirty="0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개 </a:t>
            </a:r>
            <a:r>
              <a:rPr kumimoji="0" lang="en-US" altLang="ko-KR" sz="800" dirty="0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{</a:t>
            </a:r>
            <a:r>
              <a:rPr kumimoji="0" lang="ko-KR" altLang="en-US" sz="800" dirty="0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텍스트 내용</a:t>
            </a:r>
            <a:r>
              <a:rPr kumimoji="0" lang="en-US" altLang="ko-KR" sz="800" dirty="0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}</a:t>
            </a: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0F4667F-6F53-165D-385D-85C65643BC54}"/>
              </a:ext>
            </a:extLst>
          </p:cNvPr>
          <p:cNvSpPr/>
          <p:nvPr/>
        </p:nvSpPr>
        <p:spPr>
          <a:xfrm>
            <a:off x="4016738" y="5080606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" name="화살표: 왼쪽 22">
            <a:extLst>
              <a:ext uri="{FF2B5EF4-FFF2-40B4-BE49-F238E27FC236}">
                <a16:creationId xmlns:a16="http://schemas.microsoft.com/office/drawing/2014/main" id="{78E7C3A0-E475-6278-D27F-F2C1379BD84B}"/>
              </a:ext>
            </a:extLst>
          </p:cNvPr>
          <p:cNvSpPr/>
          <p:nvPr/>
        </p:nvSpPr>
        <p:spPr>
          <a:xfrm rot="3961658">
            <a:off x="4116680" y="5086537"/>
            <a:ext cx="241211" cy="152691"/>
          </a:xfrm>
          <a:prstGeom prst="leftArrow">
            <a:avLst>
              <a:gd name="adj1" fmla="val 21978"/>
              <a:gd name="adj2" fmla="val 109174"/>
            </a:avLst>
          </a:prstGeom>
          <a:solidFill>
            <a:schemeClr val="bg1"/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4344C78A-C50B-62CF-D434-5BDB786152E8}"/>
              </a:ext>
            </a:extLst>
          </p:cNvPr>
          <p:cNvGrpSpPr/>
          <p:nvPr/>
        </p:nvGrpSpPr>
        <p:grpSpPr>
          <a:xfrm>
            <a:off x="6087304" y="4882678"/>
            <a:ext cx="730251" cy="216000"/>
            <a:chOff x="7032128" y="4405967"/>
            <a:chExt cx="730251" cy="216000"/>
          </a:xfrm>
        </p:grpSpPr>
        <p:grpSp>
          <p:nvGrpSpPr>
            <p:cNvPr id="25" name="그룹 24">
              <a:extLst>
                <a:ext uri="{FF2B5EF4-FFF2-40B4-BE49-F238E27FC236}">
                  <a16:creationId xmlns:a16="http://schemas.microsoft.com/office/drawing/2014/main" id="{A6FF69AF-16BD-E325-791A-3DC72A31D122}"/>
                </a:ext>
              </a:extLst>
            </p:cNvPr>
            <p:cNvGrpSpPr/>
            <p:nvPr/>
          </p:nvGrpSpPr>
          <p:grpSpPr>
            <a:xfrm>
              <a:off x="7032128" y="4405967"/>
              <a:ext cx="730251" cy="216000"/>
              <a:chOff x="2578948" y="3620244"/>
              <a:chExt cx="1028835" cy="216000"/>
            </a:xfrm>
            <a:solidFill>
              <a:sysClr val="windowText" lastClr="000000">
                <a:lumMod val="65000"/>
                <a:lumOff val="35000"/>
              </a:sysClr>
            </a:solidFill>
          </p:grpSpPr>
          <p:sp>
            <p:nvSpPr>
              <p:cNvPr id="27" name="사각형: 둥근 모서리 26">
                <a:extLst>
                  <a:ext uri="{FF2B5EF4-FFF2-40B4-BE49-F238E27FC236}">
                    <a16:creationId xmlns:a16="http://schemas.microsoft.com/office/drawing/2014/main" id="{4003225D-92A9-2E06-B39B-8F623985FBAB}"/>
                  </a:ext>
                </a:extLst>
              </p:cNvPr>
              <p:cNvSpPr/>
              <p:nvPr/>
            </p:nvSpPr>
            <p:spPr bwMode="auto">
              <a:xfrm>
                <a:off x="2941206" y="3620244"/>
                <a:ext cx="304318" cy="216000"/>
              </a:xfrm>
              <a:prstGeom prst="roundRect">
                <a:avLst/>
              </a:prstGeom>
              <a:solidFill>
                <a:srgbClr val="FF0000">
                  <a:lumMod val="75000"/>
                </a:srgb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Webdings" panose="05030102010509060703" pitchFamily="18" charset="2"/>
                  </a:rPr>
                  <a:t></a:t>
                </a:r>
                <a:endPara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8" name="사각형: 둥근 모서리 27">
                <a:extLst>
                  <a:ext uri="{FF2B5EF4-FFF2-40B4-BE49-F238E27FC236}">
                    <a16:creationId xmlns:a16="http://schemas.microsoft.com/office/drawing/2014/main" id="{97DD077A-A49F-1649-EAB4-8EC350005686}"/>
                  </a:ext>
                </a:extLst>
              </p:cNvPr>
              <p:cNvSpPr/>
              <p:nvPr/>
            </p:nvSpPr>
            <p:spPr bwMode="auto">
              <a:xfrm>
                <a:off x="2578948" y="3620244"/>
                <a:ext cx="304318" cy="216000"/>
              </a:xfrm>
              <a:prstGeom prst="roundRect">
                <a:avLst/>
              </a:prstGeom>
              <a:solidFill>
                <a:srgbClr val="529EFF"/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▶</a:t>
                </a:r>
              </a:p>
            </p:txBody>
          </p:sp>
          <p:sp>
            <p:nvSpPr>
              <p:cNvPr id="29" name="사각형: 둥근 모서리 28">
                <a:extLst>
                  <a:ext uri="{FF2B5EF4-FFF2-40B4-BE49-F238E27FC236}">
                    <a16:creationId xmlns:a16="http://schemas.microsoft.com/office/drawing/2014/main" id="{E00775F2-36E8-D44D-D9EE-4DA1E9CDD1CC}"/>
                  </a:ext>
                </a:extLst>
              </p:cNvPr>
              <p:cNvSpPr/>
              <p:nvPr/>
            </p:nvSpPr>
            <p:spPr bwMode="auto">
              <a:xfrm>
                <a:off x="3303465" y="3620244"/>
                <a:ext cx="304318" cy="216000"/>
              </a:xfrm>
              <a:prstGeom prst="roundRect">
                <a:avLst/>
              </a:prstGeom>
              <a:solidFill>
                <a:sysClr val="windowText" lastClr="000000"/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Webdings" panose="05030102010509060703" pitchFamily="18" charset="2"/>
                  </a:rPr>
                  <a:t>+</a:t>
                </a:r>
                <a:endParaRPr kumimoji="0" lang="ko-KR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pic>
          <p:nvPicPr>
            <p:cNvPr id="26" name="그림 25">
              <a:extLst>
                <a:ext uri="{FF2B5EF4-FFF2-40B4-BE49-F238E27FC236}">
                  <a16:creationId xmlns:a16="http://schemas.microsoft.com/office/drawing/2014/main" id="{2CA7334F-EE88-A277-D2EC-B73DCA9DE95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7571989" y="4434377"/>
              <a:ext cx="164692" cy="164692"/>
            </a:xfrm>
            <a:prstGeom prst="rect">
              <a:avLst/>
            </a:prstGeom>
          </p:spPr>
        </p:pic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FC31E4BA-6E9E-9088-F41A-37919E02BFBC}"/>
              </a:ext>
            </a:extLst>
          </p:cNvPr>
          <p:cNvGrpSpPr/>
          <p:nvPr/>
        </p:nvGrpSpPr>
        <p:grpSpPr>
          <a:xfrm>
            <a:off x="6897749" y="1976520"/>
            <a:ext cx="19050" cy="3925817"/>
            <a:chOff x="7049058" y="1944130"/>
            <a:chExt cx="19050" cy="3925817"/>
          </a:xfrm>
        </p:grpSpPr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6E738CD9-3EE5-46A7-1649-D9B555C8134A}"/>
                </a:ext>
              </a:extLst>
            </p:cNvPr>
            <p:cNvCxnSpPr>
              <a:cxnSpLocks/>
            </p:cNvCxnSpPr>
            <p:nvPr/>
          </p:nvCxnSpPr>
          <p:spPr>
            <a:xfrm>
              <a:off x="7068108" y="1944130"/>
              <a:ext cx="0" cy="3925817"/>
            </a:xfrm>
            <a:prstGeom prst="line">
              <a:avLst/>
            </a:prstGeom>
            <a:noFill/>
            <a:ln w="38100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2C8BA72F-A725-3CE2-34B3-72FC9F029868}"/>
                </a:ext>
              </a:extLst>
            </p:cNvPr>
            <p:cNvCxnSpPr>
              <a:cxnSpLocks/>
            </p:cNvCxnSpPr>
            <p:nvPr/>
          </p:nvCxnSpPr>
          <p:spPr>
            <a:xfrm>
              <a:off x="7049058" y="1951628"/>
              <a:ext cx="0" cy="1901182"/>
            </a:xfrm>
            <a:prstGeom prst="line">
              <a:avLst/>
            </a:prstGeom>
            <a:noFill/>
            <a:ln w="285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</p:cxnSp>
      </p:grpSp>
      <p:pic>
        <p:nvPicPr>
          <p:cNvPr id="33" name="그림 32">
            <a:extLst>
              <a:ext uri="{FF2B5EF4-FFF2-40B4-BE49-F238E27FC236}">
                <a16:creationId xmlns:a16="http://schemas.microsoft.com/office/drawing/2014/main" id="{2B1704A5-B278-5202-31DC-1EDDB8A3239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49776" y="1702883"/>
            <a:ext cx="232603" cy="238275"/>
          </a:xfrm>
          <a:prstGeom prst="rect">
            <a:avLst/>
          </a:prstGeom>
        </p:spPr>
      </p:pic>
      <p:graphicFrame>
        <p:nvGraphicFramePr>
          <p:cNvPr id="34" name="Group 323">
            <a:extLst>
              <a:ext uri="{FF2B5EF4-FFF2-40B4-BE49-F238E27FC236}">
                <a16:creationId xmlns:a16="http://schemas.microsoft.com/office/drawing/2014/main" id="{C5869B1E-FAEE-691E-C8AE-C0BEA01B30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6833751"/>
              </p:ext>
            </p:extLst>
          </p:nvPr>
        </p:nvGraphicFramePr>
        <p:xfrm>
          <a:off x="9625013" y="575703"/>
          <a:ext cx="2519969" cy="2167650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후원 금액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후원 받은 아이템 금액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원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내용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단수 상품 후원 시</a:t>
                      </a:r>
                    </a:p>
                    <a:p>
                      <a:pPr rtl="0" fontAlgn="ctr">
                        <a:buNone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→ 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{[</a:t>
                      </a:r>
                      <a:r>
                        <a:rPr lang="ko-KR" altLang="en-US" sz="800" b="0" dirty="0" err="1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게임명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]} {[</a:t>
                      </a:r>
                      <a:r>
                        <a:rPr lang="ko-KR" altLang="en-US" sz="800" b="0" dirty="0" err="1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서버명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]} {[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캐릭터 명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]} {[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아이템명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]} {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텍스트 내용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복수 상품 후원 시</a:t>
                      </a:r>
                    </a:p>
                    <a:p>
                      <a:pPr rtl="0" fontAlgn="ctr">
                        <a:buNone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→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 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{[</a:t>
                      </a:r>
                      <a:r>
                        <a:rPr lang="ko-KR" altLang="en-US" sz="800" b="0" dirty="0" err="1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게임명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]} {[</a:t>
                      </a:r>
                      <a:r>
                        <a:rPr lang="ko-KR" altLang="en-US" sz="800" b="0" dirty="0" err="1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서버명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]} {[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캐릭터 명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]} {[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게임 아이템명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]} {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수량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개 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{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텍스트 내용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}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※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복수 상품 후원 시에만 수량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마우스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오버시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해당 텍스트 모두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89690762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직사각형 23">
            <a:extLst>
              <a:ext uri="{FF2B5EF4-FFF2-40B4-BE49-F238E27FC236}">
                <a16:creationId xmlns:a16="http://schemas.microsoft.com/office/drawing/2014/main" id="{660481F3-A2F9-327B-EE31-D0C528A536A0}"/>
              </a:ext>
            </a:extLst>
          </p:cNvPr>
          <p:cNvSpPr/>
          <p:nvPr/>
        </p:nvSpPr>
        <p:spPr>
          <a:xfrm>
            <a:off x="7556740" y="3514714"/>
            <a:ext cx="3255784" cy="3118641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ko-KR" altLang="en-US" sz="900" b="1" dirty="0" err="1">
                <a:solidFill>
                  <a:schemeClr val="tx1"/>
                </a:solidFill>
              </a:rPr>
              <a:t>더보기</a:t>
            </a:r>
            <a:r>
              <a:rPr lang="ko-KR" altLang="en-US" sz="900" b="1" dirty="0">
                <a:solidFill>
                  <a:schemeClr val="tx1"/>
                </a:solidFill>
              </a:rPr>
              <a:t> 메뉴</a:t>
            </a:r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02F2DD90-50CA-B03D-C902-0903AD5B16D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826" r="4681"/>
          <a:stretch>
            <a:fillRect/>
          </a:stretch>
        </p:blipFill>
        <p:spPr>
          <a:xfrm>
            <a:off x="8172161" y="3872753"/>
            <a:ext cx="2397228" cy="1507178"/>
          </a:xfrm>
          <a:prstGeom prst="rect">
            <a:avLst/>
          </a:prstGeom>
        </p:spPr>
      </p:pic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FDFCCE2B-29B3-4F99-03E9-CFB06C5F912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완료 처리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711905B4-8C57-0758-973E-E3CFED40FB0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후원 리스트 위젯 </a:t>
            </a:r>
            <a:r>
              <a:rPr lang="en-US" altLang="ko-KR" dirty="0"/>
              <a:t>&gt; </a:t>
            </a:r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완료 처리</a:t>
            </a:r>
          </a:p>
        </p:txBody>
      </p:sp>
      <p:sp>
        <p:nvSpPr>
          <p:cNvPr id="4" name="Google Shape;1197;p27">
            <a:extLst>
              <a:ext uri="{FF2B5EF4-FFF2-40B4-BE49-F238E27FC236}">
                <a16:creationId xmlns:a16="http://schemas.microsoft.com/office/drawing/2014/main" id="{1138DDCF-5C37-E27F-E84B-9EADCA567568}"/>
              </a:ext>
            </a:extLst>
          </p:cNvPr>
          <p:cNvSpPr/>
          <p:nvPr/>
        </p:nvSpPr>
        <p:spPr>
          <a:xfrm>
            <a:off x="1153179" y="1448773"/>
            <a:ext cx="5832867" cy="4500508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54000" rIns="61650" bIns="24650" anchor="t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 리스트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돋움" pitchFamily="50" charset="-127"/>
              <a:ea typeface="돋움" pitchFamily="50" charset="-127"/>
              <a:cs typeface="+mn-cs"/>
            </a:endParaRP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1C3B4EFC-A3A6-DB5C-83DD-BA0D968F109B}"/>
              </a:ext>
            </a:extLst>
          </p:cNvPr>
          <p:cNvGrpSpPr/>
          <p:nvPr/>
        </p:nvGrpSpPr>
        <p:grpSpPr>
          <a:xfrm>
            <a:off x="6907515" y="1978461"/>
            <a:ext cx="19050" cy="3929604"/>
            <a:chOff x="7049058" y="1944130"/>
            <a:chExt cx="19050" cy="3929604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A03FD3FC-7888-4856-412C-E409651A7DAF}"/>
                </a:ext>
              </a:extLst>
            </p:cNvPr>
            <p:cNvCxnSpPr>
              <a:cxnSpLocks/>
            </p:cNvCxnSpPr>
            <p:nvPr/>
          </p:nvCxnSpPr>
          <p:spPr>
            <a:xfrm>
              <a:off x="7068108" y="1944130"/>
              <a:ext cx="0" cy="3929604"/>
            </a:xfrm>
            <a:prstGeom prst="line">
              <a:avLst/>
            </a:prstGeom>
            <a:noFill/>
            <a:ln w="38100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65164F6-13CC-7CEF-6133-B4DDA5674F22}"/>
                </a:ext>
              </a:extLst>
            </p:cNvPr>
            <p:cNvCxnSpPr>
              <a:cxnSpLocks/>
            </p:cNvCxnSpPr>
            <p:nvPr/>
          </p:nvCxnSpPr>
          <p:spPr>
            <a:xfrm>
              <a:off x="7049058" y="1951628"/>
              <a:ext cx="0" cy="1901182"/>
            </a:xfrm>
            <a:prstGeom prst="line">
              <a:avLst/>
            </a:prstGeom>
            <a:noFill/>
            <a:ln w="285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</p:cxnSp>
      </p:grp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ACB19CBD-7D16-07C2-57CB-0A658C2F9E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5112273"/>
              </p:ext>
            </p:extLst>
          </p:nvPr>
        </p:nvGraphicFramePr>
        <p:xfrm>
          <a:off x="1215002" y="1713534"/>
          <a:ext cx="3313947" cy="252226"/>
        </p:xfrm>
        <a:graphic>
          <a:graphicData uri="http://schemas.openxmlformats.org/drawingml/2006/table">
            <a:tbl>
              <a:tblPr firstRow="1" bandRow="1"/>
              <a:tblGrid>
                <a:gridCol w="1104649">
                  <a:extLst>
                    <a:ext uri="{9D8B030D-6E8A-4147-A177-3AD203B41FA5}">
                      <a16:colId xmlns:a16="http://schemas.microsoft.com/office/drawing/2014/main" val="1797854445"/>
                    </a:ext>
                  </a:extLst>
                </a:gridCol>
                <a:gridCol w="1104649">
                  <a:extLst>
                    <a:ext uri="{9D8B030D-6E8A-4147-A177-3AD203B41FA5}">
                      <a16:colId xmlns:a16="http://schemas.microsoft.com/office/drawing/2014/main" val="1099740737"/>
                    </a:ext>
                  </a:extLst>
                </a:gridCol>
                <a:gridCol w="1104649">
                  <a:extLst>
                    <a:ext uri="{9D8B030D-6E8A-4147-A177-3AD203B41FA5}">
                      <a16:colId xmlns:a16="http://schemas.microsoft.com/office/drawing/2014/main" val="2089773855"/>
                    </a:ext>
                  </a:extLst>
                </a:gridCol>
              </a:tblGrid>
              <a:tr h="25222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 알림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게임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뽑기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8136752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B6DC054A-BF66-2F67-300C-D3EFFE07C2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2069181"/>
              </p:ext>
            </p:extLst>
          </p:nvPr>
        </p:nvGraphicFramePr>
        <p:xfrm>
          <a:off x="1221375" y="1985890"/>
          <a:ext cx="5666687" cy="3922175"/>
        </p:xfrm>
        <a:graphic>
          <a:graphicData uri="http://schemas.openxmlformats.org/drawingml/2006/table">
            <a:tbl>
              <a:tblPr firstRow="1" bandRow="1"/>
              <a:tblGrid>
                <a:gridCol w="1201431">
                  <a:extLst>
                    <a:ext uri="{9D8B030D-6E8A-4147-A177-3AD203B41FA5}">
                      <a16:colId xmlns:a16="http://schemas.microsoft.com/office/drawing/2014/main" val="1453498877"/>
                    </a:ext>
                  </a:extLst>
                </a:gridCol>
                <a:gridCol w="684076">
                  <a:extLst>
                    <a:ext uri="{9D8B030D-6E8A-4147-A177-3AD203B41FA5}">
                      <a16:colId xmlns:a16="http://schemas.microsoft.com/office/drawing/2014/main" val="2985946180"/>
                    </a:ext>
                  </a:extLst>
                </a:gridCol>
                <a:gridCol w="1440160">
                  <a:extLst>
                    <a:ext uri="{9D8B030D-6E8A-4147-A177-3AD203B41FA5}">
                      <a16:colId xmlns:a16="http://schemas.microsoft.com/office/drawing/2014/main" val="501139426"/>
                    </a:ext>
                  </a:extLst>
                </a:gridCol>
                <a:gridCol w="1476164">
                  <a:extLst>
                    <a:ext uri="{9D8B030D-6E8A-4147-A177-3AD203B41FA5}">
                      <a16:colId xmlns:a16="http://schemas.microsoft.com/office/drawing/2014/main" val="91154639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val="269202006"/>
                    </a:ext>
                  </a:extLst>
                </a:gridCol>
                <a:gridCol w="432808">
                  <a:extLst>
                    <a:ext uri="{9D8B030D-6E8A-4147-A177-3AD203B41FA5}">
                      <a16:colId xmlns:a16="http://schemas.microsoft.com/office/drawing/2014/main" val="3066059222"/>
                    </a:ext>
                  </a:extLst>
                </a:gridCol>
              </a:tblGrid>
              <a:tr h="32553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+mn-ea"/>
                        </a:rPr>
                        <a:t>닉네임</a:t>
                      </a:r>
                      <a:r>
                        <a:rPr lang="en-US" altLang="ko-KR" sz="800" b="1" dirty="0">
                          <a:latin typeface="맑은 고딕" panose="020B0503020000020004" pitchFamily="50" charset="-127"/>
                          <a:ea typeface="+mn-ea"/>
                        </a:rPr>
                        <a:t>(ID)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후원 캐시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뽑기 이름</a:t>
                      </a:r>
                    </a:p>
                  </a:txBody>
                  <a:tcPr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상품</a:t>
                      </a:r>
                    </a:p>
                  </a:txBody>
                  <a:tcPr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  </a:t>
                      </a:r>
                      <a:r>
                        <a:rPr kumimoji="0" lang="en-US" altLang="ko-KR" sz="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▼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 </a:t>
                      </a:r>
                      <a:endParaRPr lang="en-US" altLang="ko-KR" sz="1000" b="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일시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7653606"/>
                  </a:ext>
                </a:extLst>
              </a:tr>
              <a:tr h="33888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rtl="0" fontAlgn="ctr">
                        <a:buNone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크리스마스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뽑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…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오늘의 셀카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1000" b="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방금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2625082"/>
                  </a:ext>
                </a:extLst>
              </a:tr>
              <a:tr h="34967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뽑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꽝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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방금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0248099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오늘의 셀카</a:t>
                      </a:r>
                      <a:endParaRPr lang="en-US" altLang="ko-KR" sz="800" b="0" dirty="0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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00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3766220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꽝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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031777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뽑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오늘의 셀카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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9017808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꽝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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8127382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오늘의 셀카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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5773418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꽝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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5245360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오늘의 셀카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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6449258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꽝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</a:t>
                      </a:r>
                      <a:endParaRPr kumimoji="0" lang="en-US" altLang="ko-KR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4880776"/>
                  </a:ext>
                </a:extLst>
              </a:tr>
            </a:tbl>
          </a:graphicData>
        </a:graphic>
      </p:graphicFrame>
      <p:grpSp>
        <p:nvGrpSpPr>
          <p:cNvPr id="30" name="그룹 29">
            <a:extLst>
              <a:ext uri="{FF2B5EF4-FFF2-40B4-BE49-F238E27FC236}">
                <a16:creationId xmlns:a16="http://schemas.microsoft.com/office/drawing/2014/main" id="{1813AD91-9697-80EB-D654-3523F88567B1}"/>
              </a:ext>
            </a:extLst>
          </p:cNvPr>
          <p:cNvGrpSpPr/>
          <p:nvPr/>
        </p:nvGrpSpPr>
        <p:grpSpPr>
          <a:xfrm>
            <a:off x="5718143" y="1713534"/>
            <a:ext cx="940435" cy="227652"/>
            <a:chOff x="6893236" y="1693632"/>
            <a:chExt cx="940435" cy="227652"/>
          </a:xfrm>
        </p:grpSpPr>
        <p:grpSp>
          <p:nvGrpSpPr>
            <p:cNvPr id="31" name="그룹 30">
              <a:extLst>
                <a:ext uri="{FF2B5EF4-FFF2-40B4-BE49-F238E27FC236}">
                  <a16:creationId xmlns:a16="http://schemas.microsoft.com/office/drawing/2014/main" id="{FC5F054B-4930-932A-AD1C-0B08D578F2F0}"/>
                </a:ext>
              </a:extLst>
            </p:cNvPr>
            <p:cNvGrpSpPr/>
            <p:nvPr/>
          </p:nvGrpSpPr>
          <p:grpSpPr>
            <a:xfrm>
              <a:off x="7606019" y="1693632"/>
              <a:ext cx="227652" cy="227652"/>
              <a:chOff x="6384032" y="6295336"/>
              <a:chExt cx="276375" cy="276375"/>
            </a:xfrm>
          </p:grpSpPr>
          <p:sp>
            <p:nvSpPr>
              <p:cNvPr id="33" name="사각형: 둥근 모서리 32">
                <a:extLst>
                  <a:ext uri="{FF2B5EF4-FFF2-40B4-BE49-F238E27FC236}">
                    <a16:creationId xmlns:a16="http://schemas.microsoft.com/office/drawing/2014/main" id="{A4D7420D-03F6-3E79-EA39-491B1CAE3761}"/>
                  </a:ext>
                </a:extLst>
              </p:cNvPr>
              <p:cNvSpPr/>
              <p:nvPr/>
            </p:nvSpPr>
            <p:spPr>
              <a:xfrm>
                <a:off x="6384032" y="6295336"/>
                <a:ext cx="276375" cy="276375"/>
              </a:xfrm>
              <a:prstGeom prst="round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4" name="Google Shape;900;p24">
                <a:extLst>
                  <a:ext uri="{FF2B5EF4-FFF2-40B4-BE49-F238E27FC236}">
                    <a16:creationId xmlns:a16="http://schemas.microsoft.com/office/drawing/2014/main" id="{D5851066-F6AC-E86B-605D-3F080335F815}"/>
                  </a:ext>
                </a:extLst>
              </p:cNvPr>
              <p:cNvSpPr/>
              <p:nvPr/>
            </p:nvSpPr>
            <p:spPr>
              <a:xfrm>
                <a:off x="6452352" y="6356957"/>
                <a:ext cx="139734" cy="153133"/>
              </a:xfrm>
              <a:custGeom>
                <a:avLst/>
                <a:gdLst/>
                <a:ahLst/>
                <a:cxnLst/>
                <a:rect l="l" t="t" r="r" b="b"/>
                <a:pathLst>
                  <a:path w="315" h="343" extrusionOk="0">
                    <a:moveTo>
                      <a:pt x="117" y="0"/>
                    </a:moveTo>
                    <a:cubicBezTo>
                      <a:pt x="53" y="0"/>
                      <a:pt x="0" y="53"/>
                      <a:pt x="0" y="117"/>
                    </a:cubicBezTo>
                    <a:cubicBezTo>
                      <a:pt x="0" y="181"/>
                      <a:pt x="53" y="232"/>
                      <a:pt x="117" y="232"/>
                    </a:cubicBezTo>
                    <a:cubicBezTo>
                      <a:pt x="181" y="232"/>
                      <a:pt x="232" y="181"/>
                      <a:pt x="232" y="117"/>
                    </a:cubicBezTo>
                    <a:cubicBezTo>
                      <a:pt x="232" y="53"/>
                      <a:pt x="181" y="0"/>
                      <a:pt x="117" y="0"/>
                    </a:cubicBezTo>
                    <a:close/>
                    <a:moveTo>
                      <a:pt x="117" y="26"/>
                    </a:moveTo>
                    <a:cubicBezTo>
                      <a:pt x="167" y="26"/>
                      <a:pt x="208" y="66"/>
                      <a:pt x="208" y="117"/>
                    </a:cubicBezTo>
                    <a:cubicBezTo>
                      <a:pt x="208" y="167"/>
                      <a:pt x="167" y="207"/>
                      <a:pt x="117" y="207"/>
                    </a:cubicBezTo>
                    <a:cubicBezTo>
                      <a:pt x="67" y="207"/>
                      <a:pt x="26" y="167"/>
                      <a:pt x="26" y="117"/>
                    </a:cubicBezTo>
                    <a:cubicBezTo>
                      <a:pt x="26" y="66"/>
                      <a:pt x="67" y="26"/>
                      <a:pt x="117" y="26"/>
                    </a:cubicBezTo>
                    <a:close/>
                    <a:moveTo>
                      <a:pt x="218" y="196"/>
                    </a:moveTo>
                    <a:cubicBezTo>
                      <a:pt x="208" y="208"/>
                      <a:pt x="197" y="218"/>
                      <a:pt x="184" y="226"/>
                    </a:cubicBezTo>
                    <a:lnTo>
                      <a:pt x="186" y="228"/>
                    </a:lnTo>
                    <a:lnTo>
                      <a:pt x="271" y="331"/>
                    </a:lnTo>
                    <a:cubicBezTo>
                      <a:pt x="279" y="341"/>
                      <a:pt x="296" y="343"/>
                      <a:pt x="305" y="335"/>
                    </a:cubicBezTo>
                    <a:cubicBezTo>
                      <a:pt x="315" y="326"/>
                      <a:pt x="315" y="309"/>
                      <a:pt x="306" y="301"/>
                    </a:cubicBezTo>
                    <a:lnTo>
                      <a:pt x="221" y="199"/>
                    </a:lnTo>
                    <a:lnTo>
                      <a:pt x="218" y="19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78300" tIns="39150" rIns="78300" bIns="39150" anchor="t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771" b="0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32" name="사각형: 둥근 모서리 31">
              <a:extLst>
                <a:ext uri="{FF2B5EF4-FFF2-40B4-BE49-F238E27FC236}">
                  <a16:creationId xmlns:a16="http://schemas.microsoft.com/office/drawing/2014/main" id="{A0302279-6935-D70C-D890-8CB216FED4E9}"/>
                </a:ext>
              </a:extLst>
            </p:cNvPr>
            <p:cNvSpPr/>
            <p:nvPr/>
          </p:nvSpPr>
          <p:spPr>
            <a:xfrm>
              <a:off x="6893236" y="1693633"/>
              <a:ext cx="681398" cy="227651"/>
            </a:xfrm>
            <a:prstGeom prst="roundRect">
              <a:avLst/>
            </a:prstGeom>
            <a:solidFill>
              <a:schemeClr val="tx1">
                <a:lumMod val="85000"/>
                <a:lumOff val="1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잔여 수량 </a:t>
              </a:r>
            </a:p>
          </p:txBody>
        </p:sp>
      </p:grpSp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A695B8E7-95E3-0A11-E2E4-B09FCB828B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9070486"/>
              </p:ext>
            </p:extLst>
          </p:nvPr>
        </p:nvGraphicFramePr>
        <p:xfrm>
          <a:off x="1218506" y="3756200"/>
          <a:ext cx="5694917" cy="359664"/>
        </p:xfrm>
        <a:graphic>
          <a:graphicData uri="http://schemas.openxmlformats.org/drawingml/2006/table">
            <a:tbl>
              <a:tblPr firstRow="1" bandRow="1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tblPr>
              <a:tblGrid>
                <a:gridCol w="1204300">
                  <a:extLst>
                    <a:ext uri="{9D8B030D-6E8A-4147-A177-3AD203B41FA5}">
                      <a16:colId xmlns:a16="http://schemas.microsoft.com/office/drawing/2014/main" val="2166266144"/>
                    </a:ext>
                  </a:extLst>
                </a:gridCol>
                <a:gridCol w="684076">
                  <a:extLst>
                    <a:ext uri="{9D8B030D-6E8A-4147-A177-3AD203B41FA5}">
                      <a16:colId xmlns:a16="http://schemas.microsoft.com/office/drawing/2014/main" val="994970565"/>
                    </a:ext>
                  </a:extLst>
                </a:gridCol>
                <a:gridCol w="1440160">
                  <a:extLst>
                    <a:ext uri="{9D8B030D-6E8A-4147-A177-3AD203B41FA5}">
                      <a16:colId xmlns:a16="http://schemas.microsoft.com/office/drawing/2014/main" val="1224652368"/>
                    </a:ext>
                  </a:extLst>
                </a:gridCol>
                <a:gridCol w="1476164">
                  <a:extLst>
                    <a:ext uri="{9D8B030D-6E8A-4147-A177-3AD203B41FA5}">
                      <a16:colId xmlns:a16="http://schemas.microsoft.com/office/drawing/2014/main" val="2950032671"/>
                    </a:ext>
                  </a:extLst>
                </a:gridCol>
                <a:gridCol w="890217">
                  <a:extLst>
                    <a:ext uri="{9D8B030D-6E8A-4147-A177-3AD203B41FA5}">
                      <a16:colId xmlns:a16="http://schemas.microsoft.com/office/drawing/2014/main" val="1285842910"/>
                    </a:ext>
                  </a:extLst>
                </a:gridCol>
              </a:tblGrid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크리스마스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…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오늘의 셀카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  </a:t>
                      </a:r>
                      <a:endParaRPr lang="ko-KR" altLang="en-US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9163104"/>
                  </a:ext>
                </a:extLst>
              </a:tr>
            </a:tbl>
          </a:graphicData>
        </a:graphic>
      </p:graphicFrame>
      <p:grpSp>
        <p:nvGrpSpPr>
          <p:cNvPr id="36" name="그룹 35">
            <a:extLst>
              <a:ext uri="{FF2B5EF4-FFF2-40B4-BE49-F238E27FC236}">
                <a16:creationId xmlns:a16="http://schemas.microsoft.com/office/drawing/2014/main" id="{D13251D9-EBB0-22CD-624A-270338915F2B}"/>
              </a:ext>
            </a:extLst>
          </p:cNvPr>
          <p:cNvGrpSpPr/>
          <p:nvPr/>
        </p:nvGrpSpPr>
        <p:grpSpPr>
          <a:xfrm>
            <a:off x="6289226" y="3830429"/>
            <a:ext cx="550252" cy="192659"/>
            <a:chOff x="2836836" y="3620245"/>
            <a:chExt cx="775238" cy="192659"/>
          </a:xfrm>
          <a:solidFill>
            <a:sysClr val="windowText" lastClr="000000">
              <a:lumMod val="65000"/>
              <a:lumOff val="35000"/>
            </a:sysClr>
          </a:solidFill>
        </p:grpSpPr>
        <p:sp>
          <p:nvSpPr>
            <p:cNvPr id="37" name="사각형: 둥근 모서리 36">
              <a:extLst>
                <a:ext uri="{FF2B5EF4-FFF2-40B4-BE49-F238E27FC236}">
                  <a16:creationId xmlns:a16="http://schemas.microsoft.com/office/drawing/2014/main" id="{32454219-4F13-3021-550F-44191D4E3F0B}"/>
                </a:ext>
              </a:extLst>
            </p:cNvPr>
            <p:cNvSpPr/>
            <p:nvPr/>
          </p:nvSpPr>
          <p:spPr bwMode="auto">
            <a:xfrm>
              <a:off x="2836836" y="3620245"/>
              <a:ext cx="432620" cy="192659"/>
            </a:xfrm>
            <a:prstGeom prst="roundRect">
              <a:avLst/>
            </a:prstGeom>
            <a:solidFill>
              <a:srgbClr val="519CFF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kern="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재생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8" name="사각형: 둥근 모서리 37">
              <a:extLst>
                <a:ext uri="{FF2B5EF4-FFF2-40B4-BE49-F238E27FC236}">
                  <a16:creationId xmlns:a16="http://schemas.microsoft.com/office/drawing/2014/main" id="{E0F3F77B-583E-9920-2B23-687FA154980A}"/>
                </a:ext>
              </a:extLst>
            </p:cNvPr>
            <p:cNvSpPr/>
            <p:nvPr/>
          </p:nvSpPr>
          <p:spPr bwMode="auto">
            <a:xfrm>
              <a:off x="3303465" y="3620245"/>
              <a:ext cx="308609" cy="192659"/>
            </a:xfrm>
            <a:prstGeom prst="roundRect">
              <a:avLst/>
            </a:prstGeom>
            <a:solidFill>
              <a:sysClr val="windowText" lastClr="00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+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39" name="Google Shape;1301;p29">
            <a:extLst>
              <a:ext uri="{FF2B5EF4-FFF2-40B4-BE49-F238E27FC236}">
                <a16:creationId xmlns:a16="http://schemas.microsoft.com/office/drawing/2014/main" id="{A6FDA172-071E-EAD8-516E-4576496A854F}"/>
              </a:ext>
            </a:extLst>
          </p:cNvPr>
          <p:cNvSpPr/>
          <p:nvPr/>
        </p:nvSpPr>
        <p:spPr>
          <a:xfrm>
            <a:off x="3471984" y="4146024"/>
            <a:ext cx="2113335" cy="329188"/>
          </a:xfrm>
          <a:prstGeom prst="roundRect">
            <a:avLst>
              <a:gd name="adj" fmla="val 663"/>
            </a:avLst>
          </a:prstGeom>
          <a:solidFill>
            <a:schemeClr val="bg1">
              <a:lumMod val="95000"/>
            </a:schemeClr>
          </a:solidFill>
          <a:ln w="28575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36000" rIns="36000" bIns="36000" anchor="ctr" anchorCtr="0">
            <a:noAutofit/>
          </a:bodyPr>
          <a:lstStyle/>
          <a:p>
            <a:pPr lvl="0" algn="ctr" fontAlgn="ctr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00" dirty="0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{[</a:t>
            </a:r>
            <a:r>
              <a:rPr kumimoji="0" lang="ko-KR" altLang="en-US" sz="800" dirty="0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뽑기 이름</a:t>
            </a:r>
            <a:r>
              <a:rPr kumimoji="0" lang="en-US" altLang="ko-KR" sz="800" dirty="0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]} {[</a:t>
            </a:r>
            <a:r>
              <a:rPr kumimoji="0" lang="ko-KR" altLang="en-US" sz="800" dirty="0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상품</a:t>
            </a:r>
            <a:r>
              <a:rPr kumimoji="0" lang="en-US" altLang="ko-KR" sz="800" dirty="0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]}</a:t>
            </a:r>
          </a:p>
        </p:txBody>
      </p:sp>
      <p:sp>
        <p:nvSpPr>
          <p:cNvPr id="40" name="화살표: 왼쪽 39">
            <a:extLst>
              <a:ext uri="{FF2B5EF4-FFF2-40B4-BE49-F238E27FC236}">
                <a16:creationId xmlns:a16="http://schemas.microsoft.com/office/drawing/2014/main" id="{F0DF1A08-73BD-C1CB-456F-2DC842070C91}"/>
              </a:ext>
            </a:extLst>
          </p:cNvPr>
          <p:cNvSpPr/>
          <p:nvPr/>
        </p:nvSpPr>
        <p:spPr>
          <a:xfrm rot="3961658">
            <a:off x="3946588" y="4035396"/>
            <a:ext cx="241211" cy="152691"/>
          </a:xfrm>
          <a:prstGeom prst="leftArrow">
            <a:avLst>
              <a:gd name="adj1" fmla="val 21978"/>
              <a:gd name="adj2" fmla="val 109174"/>
            </a:avLst>
          </a:prstGeom>
          <a:solidFill>
            <a:schemeClr val="bg1"/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D918A9FB-FA8C-654A-33DA-7BA3DC1C0156}"/>
              </a:ext>
            </a:extLst>
          </p:cNvPr>
          <p:cNvSpPr/>
          <p:nvPr/>
        </p:nvSpPr>
        <p:spPr>
          <a:xfrm>
            <a:off x="7196896" y="3654014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2-1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00A39D9C-1061-B83C-D8B9-2D8423857371}"/>
              </a:ext>
            </a:extLst>
          </p:cNvPr>
          <p:cNvSpPr/>
          <p:nvPr/>
        </p:nvSpPr>
        <p:spPr>
          <a:xfrm>
            <a:off x="7196896" y="5325129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2-2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B711DF50-03F7-350F-89C0-042EAD1E33EC}"/>
              </a:ext>
            </a:extLst>
          </p:cNvPr>
          <p:cNvGrpSpPr/>
          <p:nvPr/>
        </p:nvGrpSpPr>
        <p:grpSpPr>
          <a:xfrm>
            <a:off x="6880288" y="2321867"/>
            <a:ext cx="396044" cy="3586198"/>
            <a:chOff x="6880288" y="2321867"/>
            <a:chExt cx="396044" cy="3466443"/>
          </a:xfrm>
        </p:grpSpPr>
        <p:grpSp>
          <p:nvGrpSpPr>
            <p:cNvPr id="42" name="그룹 41">
              <a:extLst>
                <a:ext uri="{FF2B5EF4-FFF2-40B4-BE49-F238E27FC236}">
                  <a16:creationId xmlns:a16="http://schemas.microsoft.com/office/drawing/2014/main" id="{EEFFF072-C719-09A0-25CA-11761FC7A521}"/>
                </a:ext>
              </a:extLst>
            </p:cNvPr>
            <p:cNvGrpSpPr/>
            <p:nvPr/>
          </p:nvGrpSpPr>
          <p:grpSpPr>
            <a:xfrm rot="5400000">
              <a:off x="5716433" y="3485723"/>
              <a:ext cx="2723755" cy="396043"/>
              <a:chOff x="6600056" y="1538514"/>
              <a:chExt cx="1692188" cy="305304"/>
            </a:xfrm>
          </p:grpSpPr>
          <p:cxnSp>
            <p:nvCxnSpPr>
              <p:cNvPr id="43" name="직선 연결선 42">
                <a:extLst>
                  <a:ext uri="{FF2B5EF4-FFF2-40B4-BE49-F238E27FC236}">
                    <a16:creationId xmlns:a16="http://schemas.microsoft.com/office/drawing/2014/main" id="{6B568BCF-4D7F-28A4-B7D1-8B5240F0C903}"/>
                  </a:ext>
                </a:extLst>
              </p:cNvPr>
              <p:cNvCxnSpPr/>
              <p:nvPr/>
            </p:nvCxnSpPr>
            <p:spPr>
              <a:xfrm>
                <a:off x="6600056" y="1538514"/>
                <a:ext cx="0" cy="305304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직선 연결선 43">
                <a:extLst>
                  <a:ext uri="{FF2B5EF4-FFF2-40B4-BE49-F238E27FC236}">
                    <a16:creationId xmlns:a16="http://schemas.microsoft.com/office/drawing/2014/main" id="{4B44B43F-1B6A-CABE-9676-9723C602F08F}"/>
                  </a:ext>
                </a:extLst>
              </p:cNvPr>
              <p:cNvCxnSpPr/>
              <p:nvPr/>
            </p:nvCxnSpPr>
            <p:spPr>
              <a:xfrm>
                <a:off x="8292244" y="1538514"/>
                <a:ext cx="0" cy="305304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직선 화살표 연결선 44">
                <a:extLst>
                  <a:ext uri="{FF2B5EF4-FFF2-40B4-BE49-F238E27FC236}">
                    <a16:creationId xmlns:a16="http://schemas.microsoft.com/office/drawing/2014/main" id="{F4C97CD1-5CFF-973E-8EC8-6910E5AB7F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00056" y="1638109"/>
                <a:ext cx="1692188" cy="0"/>
              </a:xfrm>
              <a:prstGeom prst="straightConnector1">
                <a:avLst/>
              </a:prstGeom>
              <a:ln>
                <a:solidFill>
                  <a:srgbClr val="FF0000"/>
                </a:solidFill>
                <a:prstDash val="dash"/>
                <a:headEnd type="triangl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7" name="그룹 46">
              <a:extLst>
                <a:ext uri="{FF2B5EF4-FFF2-40B4-BE49-F238E27FC236}">
                  <a16:creationId xmlns:a16="http://schemas.microsoft.com/office/drawing/2014/main" id="{12511862-6B6C-7E3E-317D-8AAC85593CEA}"/>
                </a:ext>
              </a:extLst>
            </p:cNvPr>
            <p:cNvGrpSpPr/>
            <p:nvPr/>
          </p:nvGrpSpPr>
          <p:grpSpPr>
            <a:xfrm rot="5400000">
              <a:off x="6706966" y="5218944"/>
              <a:ext cx="742688" cy="396043"/>
              <a:chOff x="6600056" y="1538514"/>
              <a:chExt cx="1692188" cy="305304"/>
            </a:xfrm>
          </p:grpSpPr>
          <p:cxnSp>
            <p:nvCxnSpPr>
              <p:cNvPr id="48" name="직선 연결선 47">
                <a:extLst>
                  <a:ext uri="{FF2B5EF4-FFF2-40B4-BE49-F238E27FC236}">
                    <a16:creationId xmlns:a16="http://schemas.microsoft.com/office/drawing/2014/main" id="{8777C59C-6CEA-34EB-C4D6-2E53A8717D77}"/>
                  </a:ext>
                </a:extLst>
              </p:cNvPr>
              <p:cNvCxnSpPr/>
              <p:nvPr/>
            </p:nvCxnSpPr>
            <p:spPr>
              <a:xfrm>
                <a:off x="6600056" y="1538514"/>
                <a:ext cx="0" cy="305304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직선 연결선 48">
                <a:extLst>
                  <a:ext uri="{FF2B5EF4-FFF2-40B4-BE49-F238E27FC236}">
                    <a16:creationId xmlns:a16="http://schemas.microsoft.com/office/drawing/2014/main" id="{CCC04628-463F-6036-5F14-CC02A1742A1A}"/>
                  </a:ext>
                </a:extLst>
              </p:cNvPr>
              <p:cNvCxnSpPr/>
              <p:nvPr/>
            </p:nvCxnSpPr>
            <p:spPr>
              <a:xfrm>
                <a:off x="8292244" y="1538514"/>
                <a:ext cx="0" cy="305304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직선 화살표 연결선 49">
                <a:extLst>
                  <a:ext uri="{FF2B5EF4-FFF2-40B4-BE49-F238E27FC236}">
                    <a16:creationId xmlns:a16="http://schemas.microsoft.com/office/drawing/2014/main" id="{C4F8F941-6334-F5F5-49DF-B547239325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00056" y="1638109"/>
                <a:ext cx="1692188" cy="0"/>
              </a:xfrm>
              <a:prstGeom prst="straightConnector1">
                <a:avLst/>
              </a:prstGeom>
              <a:ln>
                <a:solidFill>
                  <a:srgbClr val="FF0000"/>
                </a:solidFill>
                <a:prstDash val="dash"/>
                <a:headEnd type="triangl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A482DD1D-662B-1B6C-B828-F4F43BE5F5B6}"/>
              </a:ext>
            </a:extLst>
          </p:cNvPr>
          <p:cNvGrpSpPr/>
          <p:nvPr/>
        </p:nvGrpSpPr>
        <p:grpSpPr>
          <a:xfrm>
            <a:off x="6344559" y="2195000"/>
            <a:ext cx="200809" cy="198651"/>
            <a:chOff x="6095426" y="1880828"/>
            <a:chExt cx="200809" cy="198651"/>
          </a:xfrm>
        </p:grpSpPr>
        <p:sp>
          <p:nvSpPr>
            <p:cNvPr id="52" name="타원 51">
              <a:extLst>
                <a:ext uri="{FF2B5EF4-FFF2-40B4-BE49-F238E27FC236}">
                  <a16:creationId xmlns:a16="http://schemas.microsoft.com/office/drawing/2014/main" id="{B68D1DA2-5854-A2FB-AC6A-B85E5630D71A}"/>
                </a:ext>
              </a:extLst>
            </p:cNvPr>
            <p:cNvSpPr/>
            <p:nvPr/>
          </p:nvSpPr>
          <p:spPr>
            <a:xfrm>
              <a:off x="6147236" y="1930480"/>
              <a:ext cx="148999" cy="14899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>
              <a:glow rad="50800">
                <a:srgbClr val="FF0000">
                  <a:alpha val="30000"/>
                </a:srgbClr>
              </a:glow>
              <a:softEdge rad="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56616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713232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69848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426464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1783080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139696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2496312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2852928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7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53" name="직선 화살표 연결선 52">
              <a:extLst>
                <a:ext uri="{FF2B5EF4-FFF2-40B4-BE49-F238E27FC236}">
                  <a16:creationId xmlns:a16="http://schemas.microsoft.com/office/drawing/2014/main" id="{17EABB64-4B3A-DCBA-9597-38DF6D2E7634}"/>
                </a:ext>
              </a:extLst>
            </p:cNvPr>
            <p:cNvCxnSpPr>
              <a:cxnSpLocks/>
              <a:stCxn id="52" idx="1"/>
            </p:cNvCxnSpPr>
            <p:nvPr/>
          </p:nvCxnSpPr>
          <p:spPr>
            <a:xfrm flipH="1" flipV="1">
              <a:off x="6095426" y="1880828"/>
              <a:ext cx="73630" cy="71472"/>
            </a:xfrm>
            <a:prstGeom prst="straightConnector1">
              <a:avLst/>
            </a:prstGeom>
            <a:ln>
              <a:solidFill>
                <a:srgbClr val="FF0000"/>
              </a:solidFill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타원 53">
            <a:extLst>
              <a:ext uri="{FF2B5EF4-FFF2-40B4-BE49-F238E27FC236}">
                <a16:creationId xmlns:a16="http://schemas.microsoft.com/office/drawing/2014/main" id="{D3CA799A-E362-0184-2D44-4A0EA6720331}"/>
              </a:ext>
            </a:extLst>
          </p:cNvPr>
          <p:cNvSpPr/>
          <p:nvPr/>
        </p:nvSpPr>
        <p:spPr>
          <a:xfrm>
            <a:off x="5879190" y="2074915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55" name="직선 화살표 연결선 54">
            <a:extLst>
              <a:ext uri="{FF2B5EF4-FFF2-40B4-BE49-F238E27FC236}">
                <a16:creationId xmlns:a16="http://schemas.microsoft.com/office/drawing/2014/main" id="{4C305628-3E18-1001-C2CE-E88C0E188EAA}"/>
              </a:ext>
            </a:extLst>
          </p:cNvPr>
          <p:cNvCxnSpPr>
            <a:cxnSpLocks/>
            <a:stCxn id="54" idx="6"/>
          </p:cNvCxnSpPr>
          <p:nvPr/>
        </p:nvCxnSpPr>
        <p:spPr>
          <a:xfrm>
            <a:off x="6028189" y="2149415"/>
            <a:ext cx="93844" cy="3793"/>
          </a:xfrm>
          <a:prstGeom prst="straightConnector1">
            <a:avLst/>
          </a:prstGeom>
          <a:ln>
            <a:solidFill>
              <a:srgbClr val="FF000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E7ED7F64-16E6-368E-C000-97C01C5E4EF6}"/>
              </a:ext>
            </a:extLst>
          </p:cNvPr>
          <p:cNvGrpSpPr/>
          <p:nvPr/>
        </p:nvGrpSpPr>
        <p:grpSpPr>
          <a:xfrm>
            <a:off x="7765405" y="4980941"/>
            <a:ext cx="1106619" cy="1435192"/>
            <a:chOff x="7248128" y="2177313"/>
            <a:chExt cx="1368152" cy="1435192"/>
          </a:xfrm>
        </p:grpSpPr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E4CFFD08-6537-DFB8-AF90-52A0DF57B067}"/>
                </a:ext>
              </a:extLst>
            </p:cNvPr>
            <p:cNvGrpSpPr/>
            <p:nvPr/>
          </p:nvGrpSpPr>
          <p:grpSpPr>
            <a:xfrm>
              <a:off x="7248128" y="2177313"/>
              <a:ext cx="1368152" cy="1435027"/>
              <a:chOff x="7248128" y="2177313"/>
              <a:chExt cx="1368152" cy="1435027"/>
            </a:xfrm>
          </p:grpSpPr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6AE7784E-F5A1-F5E8-FC31-17C2C6796FF8}"/>
                  </a:ext>
                </a:extLst>
              </p:cNvPr>
              <p:cNvSpPr/>
              <p:nvPr/>
            </p:nvSpPr>
            <p:spPr>
              <a:xfrm>
                <a:off x="7248128" y="2177313"/>
                <a:ext cx="1368152" cy="143502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rtlCol="0" anchor="t"/>
              <a:lstStyle/>
              <a:p>
                <a:pPr algn="ctr"/>
                <a:endParaRPr lang="ko-KR" altLang="en-US" sz="9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1" name="사각형: 둥근 모서리 60">
                <a:extLst>
                  <a:ext uri="{FF2B5EF4-FFF2-40B4-BE49-F238E27FC236}">
                    <a16:creationId xmlns:a16="http://schemas.microsoft.com/office/drawing/2014/main" id="{674368E2-A552-EF92-66FF-47206D909163}"/>
                  </a:ext>
                </a:extLst>
              </p:cNvPr>
              <p:cNvSpPr/>
              <p:nvPr/>
            </p:nvSpPr>
            <p:spPr>
              <a:xfrm>
                <a:off x="7248128" y="2244043"/>
                <a:ext cx="1368152" cy="252026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8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ko-KR" altLang="en-US" sz="800" b="1" dirty="0">
                    <a:solidFill>
                      <a:schemeClr val="tx1"/>
                    </a:solidFill>
                    <a:latin typeface="+mn-ea"/>
                    <a:sym typeface="Wingdings" panose="05000000000000000000" pitchFamily="2" charset="2"/>
                  </a:rPr>
                  <a:t> </a:t>
                </a:r>
                <a:r>
                  <a:rPr lang="ko-KR" altLang="en-US" sz="800" b="1" dirty="0">
                    <a:solidFill>
                      <a:schemeClr val="tx1"/>
                    </a:solidFill>
                    <a:latin typeface="+mn-ea"/>
                  </a:rPr>
                  <a:t>완료 처리</a:t>
                </a:r>
              </a:p>
            </p:txBody>
          </p:sp>
          <p:cxnSp>
            <p:nvCxnSpPr>
              <p:cNvPr id="62" name="직선 연결선 61">
                <a:extLst>
                  <a:ext uri="{FF2B5EF4-FFF2-40B4-BE49-F238E27FC236}">
                    <a16:creationId xmlns:a16="http://schemas.microsoft.com/office/drawing/2014/main" id="{F5D5B7F4-D294-0107-B684-4BCC8B12FB2F}"/>
                  </a:ext>
                </a:extLst>
              </p:cNvPr>
              <p:cNvCxnSpPr/>
              <p:nvPr/>
            </p:nvCxnSpPr>
            <p:spPr>
              <a:xfrm>
                <a:off x="7248128" y="2564904"/>
                <a:ext cx="1368152" cy="0"/>
              </a:xfrm>
              <a:prstGeom prst="line">
                <a:avLst/>
              </a:prstGeom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D5D14FE-A093-A0F2-6D68-564CB201EA0A}"/>
                </a:ext>
              </a:extLst>
            </p:cNvPr>
            <p:cNvSpPr txBox="1"/>
            <p:nvPr/>
          </p:nvSpPr>
          <p:spPr>
            <a:xfrm>
              <a:off x="7254322" y="2658398"/>
              <a:ext cx="1361958" cy="9541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ko-KR" altLang="en-US" sz="8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선택한 항목을 모두 완료 </a:t>
              </a:r>
              <a:r>
                <a:rPr lang="ko-KR" altLang="en-US" sz="8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처리하시겠습니까</a:t>
              </a:r>
              <a:r>
                <a:rPr lang="en-US" altLang="ko-KR" sz="8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?</a:t>
              </a:r>
            </a:p>
            <a:p>
              <a:pPr algn="l"/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완료 처리한 항목은 취소할 수 없습니다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86C7B3B7-490C-3328-C3A2-A07B3948DFC5}"/>
              </a:ext>
            </a:extLst>
          </p:cNvPr>
          <p:cNvGrpSpPr/>
          <p:nvPr/>
        </p:nvGrpSpPr>
        <p:grpSpPr>
          <a:xfrm>
            <a:off x="8969516" y="4980941"/>
            <a:ext cx="1106619" cy="1435192"/>
            <a:chOff x="7248128" y="2177313"/>
            <a:chExt cx="1368152" cy="1435192"/>
          </a:xfrm>
        </p:grpSpPr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78D073BB-E60C-16F1-5DDC-B2B491DBE15A}"/>
                </a:ext>
              </a:extLst>
            </p:cNvPr>
            <p:cNvGrpSpPr/>
            <p:nvPr/>
          </p:nvGrpSpPr>
          <p:grpSpPr>
            <a:xfrm>
              <a:off x="7248128" y="2177313"/>
              <a:ext cx="1368152" cy="1435023"/>
              <a:chOff x="7248128" y="2177313"/>
              <a:chExt cx="1368152" cy="1435023"/>
            </a:xfrm>
          </p:grpSpPr>
          <p:sp>
            <p:nvSpPr>
              <p:cNvPr id="66" name="직사각형 65">
                <a:extLst>
                  <a:ext uri="{FF2B5EF4-FFF2-40B4-BE49-F238E27FC236}">
                    <a16:creationId xmlns:a16="http://schemas.microsoft.com/office/drawing/2014/main" id="{D584DF34-9E78-0815-488D-C73F74AA3A47}"/>
                  </a:ext>
                </a:extLst>
              </p:cNvPr>
              <p:cNvSpPr/>
              <p:nvPr/>
            </p:nvSpPr>
            <p:spPr>
              <a:xfrm>
                <a:off x="7248128" y="2177313"/>
                <a:ext cx="1368152" cy="1435023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rtlCol="0" anchor="t"/>
              <a:lstStyle/>
              <a:p>
                <a:pPr algn="ctr"/>
                <a:endParaRPr lang="ko-KR" altLang="en-US" sz="9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7" name="사각형: 둥근 모서리 66">
                <a:extLst>
                  <a:ext uri="{FF2B5EF4-FFF2-40B4-BE49-F238E27FC236}">
                    <a16:creationId xmlns:a16="http://schemas.microsoft.com/office/drawing/2014/main" id="{F58DAE80-C6A4-A158-D60C-5E8650D0DC3C}"/>
                  </a:ext>
                </a:extLst>
              </p:cNvPr>
              <p:cNvSpPr/>
              <p:nvPr/>
            </p:nvSpPr>
            <p:spPr>
              <a:xfrm>
                <a:off x="7248128" y="2244043"/>
                <a:ext cx="1368152" cy="252026"/>
              </a:xfrm>
              <a:prstGeom prst="roundRect">
                <a:avLst>
                  <a:gd name="adj" fmla="val 0"/>
                </a:avLst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ko-KR" altLang="en-US" sz="800" b="1" dirty="0">
                    <a:solidFill>
                      <a:schemeClr val="tx1"/>
                    </a:solidFill>
                    <a:latin typeface="+mn-ea"/>
                    <a:sym typeface="Wingdings" panose="05000000000000000000" pitchFamily="2" charset="2"/>
                  </a:rPr>
                  <a:t> </a:t>
                </a:r>
                <a:r>
                  <a:rPr lang="ko-KR" altLang="en-US" sz="800" b="1" dirty="0">
                    <a:solidFill>
                      <a:schemeClr val="tx1"/>
                    </a:solidFill>
                    <a:latin typeface="+mn-ea"/>
                  </a:rPr>
                  <a:t>완료 처리</a:t>
                </a:r>
              </a:p>
            </p:txBody>
          </p:sp>
          <p:cxnSp>
            <p:nvCxnSpPr>
              <p:cNvPr id="68" name="직선 연결선 67">
                <a:extLst>
                  <a:ext uri="{FF2B5EF4-FFF2-40B4-BE49-F238E27FC236}">
                    <a16:creationId xmlns:a16="http://schemas.microsoft.com/office/drawing/2014/main" id="{DEA3F72E-D71A-FC8D-0E37-77142F47DD4D}"/>
                  </a:ext>
                </a:extLst>
              </p:cNvPr>
              <p:cNvCxnSpPr/>
              <p:nvPr/>
            </p:nvCxnSpPr>
            <p:spPr>
              <a:xfrm>
                <a:off x="7248128" y="2564904"/>
                <a:ext cx="1368152" cy="0"/>
              </a:xfrm>
              <a:prstGeom prst="line">
                <a:avLst/>
              </a:prstGeom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DF49EF63-C97B-2643-FC8C-D23AF2C8E4F3}"/>
                </a:ext>
              </a:extLst>
            </p:cNvPr>
            <p:cNvSpPr txBox="1"/>
            <p:nvPr/>
          </p:nvSpPr>
          <p:spPr>
            <a:xfrm>
              <a:off x="7254322" y="2658398"/>
              <a:ext cx="1361958" cy="9541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선택한 항목을 모두 완료 </a:t>
              </a:r>
              <a:r>
                <a:rPr lang="ko-KR" altLang="en-US" sz="8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처리하시겠습니까</a:t>
              </a:r>
              <a:r>
                <a:rPr lang="en-US" altLang="ko-KR" sz="8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?</a:t>
              </a:r>
            </a:p>
            <a:p>
              <a:pPr algn="l"/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완료 처리한 항목은 취소할 수 없습니다</a:t>
              </a:r>
              <a:r>
                <a:rPr lang="en-US" altLang="ko-KR" sz="8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69" name="화살표: 왼쪽 68">
            <a:extLst>
              <a:ext uri="{FF2B5EF4-FFF2-40B4-BE49-F238E27FC236}">
                <a16:creationId xmlns:a16="http://schemas.microsoft.com/office/drawing/2014/main" id="{7F1A0EEF-11BA-D1C4-AE89-9A9DA65DAF64}"/>
              </a:ext>
            </a:extLst>
          </p:cNvPr>
          <p:cNvSpPr/>
          <p:nvPr/>
        </p:nvSpPr>
        <p:spPr>
          <a:xfrm rot="3961658">
            <a:off x="8109579" y="5276737"/>
            <a:ext cx="241211" cy="152691"/>
          </a:xfrm>
          <a:prstGeom prst="leftArrow">
            <a:avLst>
              <a:gd name="adj1" fmla="val 21978"/>
              <a:gd name="adj2" fmla="val 109174"/>
            </a:avLst>
          </a:prstGeom>
          <a:solidFill>
            <a:schemeClr val="bg1"/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70" name="연결선: 꺾임 69">
            <a:extLst>
              <a:ext uri="{FF2B5EF4-FFF2-40B4-BE49-F238E27FC236}">
                <a16:creationId xmlns:a16="http://schemas.microsoft.com/office/drawing/2014/main" id="{2939DF70-87D2-D081-0D00-F1873F6352A7}"/>
              </a:ext>
            </a:extLst>
          </p:cNvPr>
          <p:cNvCxnSpPr>
            <a:cxnSpLocks/>
          </p:cNvCxnSpPr>
          <p:nvPr/>
        </p:nvCxnSpPr>
        <p:spPr>
          <a:xfrm>
            <a:off x="6378802" y="2105950"/>
            <a:ext cx="1481394" cy="1387095"/>
          </a:xfrm>
          <a:prstGeom prst="bentConnector3">
            <a:avLst>
              <a:gd name="adj1" fmla="val 99509"/>
            </a:avLst>
          </a:prstGeom>
          <a:ln>
            <a:solidFill>
              <a:srgbClr val="FF0000"/>
            </a:solidFill>
            <a:prstDash val="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BCC95CE4-AABC-97F0-103B-95566613898B}"/>
              </a:ext>
            </a:extLst>
          </p:cNvPr>
          <p:cNvSpPr/>
          <p:nvPr/>
        </p:nvSpPr>
        <p:spPr>
          <a:xfrm>
            <a:off x="9464864" y="4723779"/>
            <a:ext cx="180020" cy="146632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2" name="타원 71">
            <a:extLst>
              <a:ext uri="{FF2B5EF4-FFF2-40B4-BE49-F238E27FC236}">
                <a16:creationId xmlns:a16="http://schemas.microsoft.com/office/drawing/2014/main" id="{781B1B5B-47B5-2279-29C5-07AA18E05D7E}"/>
              </a:ext>
            </a:extLst>
          </p:cNvPr>
          <p:cNvSpPr/>
          <p:nvPr/>
        </p:nvSpPr>
        <p:spPr>
          <a:xfrm>
            <a:off x="9577797" y="4686346"/>
            <a:ext cx="226800" cy="225258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E2442622-4714-FCB6-B465-9217AC4DCCC8}"/>
              </a:ext>
            </a:extLst>
          </p:cNvPr>
          <p:cNvSpPr txBox="1"/>
          <p:nvPr/>
        </p:nvSpPr>
        <p:spPr>
          <a:xfrm>
            <a:off x="9475576" y="4727602"/>
            <a:ext cx="277320" cy="15388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 </a:t>
            </a:r>
            <a:r>
              <a:rPr kumimoji="0" lang="ko-KR" altLang="en-US" dirty="0">
                <a:solidFill>
                  <a:prstClr val="black"/>
                </a:solidFill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▼</a:t>
            </a:r>
            <a:endParaRPr lang="ko-KR" altLang="en-US" dirty="0"/>
          </a:p>
        </p:txBody>
      </p:sp>
      <p:sp>
        <p:nvSpPr>
          <p:cNvPr id="74" name="화살표: 왼쪽 73">
            <a:extLst>
              <a:ext uri="{FF2B5EF4-FFF2-40B4-BE49-F238E27FC236}">
                <a16:creationId xmlns:a16="http://schemas.microsoft.com/office/drawing/2014/main" id="{D9F6E754-FBC3-13AE-A102-832587C9925E}"/>
              </a:ext>
            </a:extLst>
          </p:cNvPr>
          <p:cNvSpPr/>
          <p:nvPr/>
        </p:nvSpPr>
        <p:spPr>
          <a:xfrm rot="3961658">
            <a:off x="9680978" y="4864351"/>
            <a:ext cx="241211" cy="152691"/>
          </a:xfrm>
          <a:prstGeom prst="leftArrow">
            <a:avLst>
              <a:gd name="adj1" fmla="val 21978"/>
              <a:gd name="adj2" fmla="val 109174"/>
            </a:avLst>
          </a:prstGeom>
          <a:solidFill>
            <a:schemeClr val="bg1"/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CB2CB800-8693-C455-FCD4-6F22D16538D5}"/>
              </a:ext>
            </a:extLst>
          </p:cNvPr>
          <p:cNvSpPr/>
          <p:nvPr/>
        </p:nvSpPr>
        <p:spPr>
          <a:xfrm>
            <a:off x="9863352" y="5046837"/>
            <a:ext cx="324036" cy="195341"/>
          </a:xfrm>
          <a:prstGeom prst="round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ko-KR" altLang="en-US" sz="800" b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완료</a:t>
            </a:r>
            <a:endParaRPr lang="ko-KR" altLang="en-US" sz="8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76" name="그림 75">
            <a:extLst>
              <a:ext uri="{FF2B5EF4-FFF2-40B4-BE49-F238E27FC236}">
                <a16:creationId xmlns:a16="http://schemas.microsoft.com/office/drawing/2014/main" id="{FCE41671-9237-5D7E-2E94-FF7E4AA84DB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93714" y="1704824"/>
            <a:ext cx="232603" cy="238275"/>
          </a:xfrm>
          <a:prstGeom prst="rect">
            <a:avLst/>
          </a:prstGeom>
        </p:spPr>
      </p:pic>
      <p:graphicFrame>
        <p:nvGraphicFramePr>
          <p:cNvPr id="77" name="Group 323">
            <a:extLst>
              <a:ext uri="{FF2B5EF4-FFF2-40B4-BE49-F238E27FC236}">
                <a16:creationId xmlns:a16="http://schemas.microsoft.com/office/drawing/2014/main" id="{418E4820-01C8-FC40-9D54-D3624F1911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3866965"/>
              </p:ext>
            </p:extLst>
          </p:nvPr>
        </p:nvGraphicFramePr>
        <p:xfrm>
          <a:off x="9625013" y="575703"/>
          <a:ext cx="2519969" cy="2767584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b="1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체크 박스</a:t>
                      </a:r>
                      <a:endParaRPr lang="en-US" altLang="ko-KR" sz="800" b="1" dirty="0"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체크하면 하단 리스트 전체 체크 처리</a:t>
                      </a:r>
                      <a:endParaRPr lang="en-US" altLang="ko-KR" sz="800" b="0" dirty="0"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="0" dirty="0" err="1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툴팁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체크 박스와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▼메뉴에 마우스 오버하면 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‘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완료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’</a:t>
                      </a:r>
                      <a:r>
                        <a:rPr lang="ko-KR" altLang="en-US" sz="800" b="0" dirty="0" err="1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툴팁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노출</a:t>
                      </a:r>
                      <a:endParaRPr lang="en-US" altLang="ko-KR" sz="800" b="0" dirty="0"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86140118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b="1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메뉴 버튼</a:t>
                      </a:r>
                      <a:endParaRPr lang="en-US" altLang="ko-KR" sz="800" b="1" dirty="0"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체크된 항목이 있을 경우에만 노출</a:t>
                      </a:r>
                      <a:endParaRPr lang="en-US" altLang="ko-KR" sz="800" b="0" dirty="0"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클릭하면 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[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완료 처리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]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메뉴 노출</a:t>
                      </a:r>
                      <a:endParaRPr lang="en-US" altLang="ko-KR" sz="800" b="0" dirty="0"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마우스 오버 시 강조 효과</a:t>
                      </a:r>
                      <a:endParaRPr lang="en-US" altLang="ko-KR" sz="800" b="0" dirty="0"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클릭하면 완료 처리</a:t>
                      </a:r>
                      <a:endParaRPr lang="en-US" altLang="ko-KR" sz="800" b="0" dirty="0"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altLang="ko-KR" sz="800" b="1" dirty="0"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1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2-1 </a:t>
                      </a:r>
                      <a:r>
                        <a:rPr lang="ko-KR" altLang="en-US" sz="800" b="1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미완료 처리</a:t>
                      </a:r>
                      <a:endParaRPr lang="en-US" altLang="ko-KR" sz="800" b="1" dirty="0"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일반 리스트</a:t>
                      </a:r>
                      <a:endParaRPr lang="en-US" altLang="ko-KR" sz="800" b="0" dirty="0"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altLang="ko-KR" sz="800" b="0" dirty="0"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1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2-2 </a:t>
                      </a:r>
                      <a:r>
                        <a:rPr lang="ko-KR" altLang="en-US" sz="800" b="1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완료 처리</a:t>
                      </a:r>
                      <a:endParaRPr lang="en-US" altLang="ko-KR" sz="800" b="1" dirty="0"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완료 처리된 항목은 하단에 노출 </a:t>
                      </a:r>
                      <a:endParaRPr lang="en-US" altLang="ko-KR" sz="800" b="0" dirty="0"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배경 회색 처리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완료 후 취소 불가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완료 처리 된 항목은 </a:t>
                      </a:r>
                      <a:r>
                        <a:rPr lang="ko-KR" altLang="en-US" sz="800" b="0" dirty="0" err="1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도네이터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당첨 내역에 결과 표시 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꽝 제외</a:t>
                      </a: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="0" dirty="0"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최근 후원 받은 알림이 상위 정렬</a:t>
                      </a:r>
                      <a:endParaRPr lang="en-US" altLang="ko-KR" sz="800" b="0" dirty="0"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444517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5582145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443B2690-5977-50C2-CAB6-5BD419F70D0F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잔여 수량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1C1B89F2-75F7-5818-9C0D-D720CB85CB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후원 리스트 위젯 </a:t>
            </a:r>
            <a:r>
              <a:rPr lang="en-US" altLang="ko-KR" dirty="0"/>
              <a:t>&gt; </a:t>
            </a:r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잔여 수량</a:t>
            </a:r>
          </a:p>
        </p:txBody>
      </p:sp>
      <p:sp>
        <p:nvSpPr>
          <p:cNvPr id="4" name="Google Shape;1197;p27">
            <a:extLst>
              <a:ext uri="{FF2B5EF4-FFF2-40B4-BE49-F238E27FC236}">
                <a16:creationId xmlns:a16="http://schemas.microsoft.com/office/drawing/2014/main" id="{531D1675-177D-05BA-AFCA-CA72FC48F6E7}"/>
              </a:ext>
            </a:extLst>
          </p:cNvPr>
          <p:cNvSpPr/>
          <p:nvPr/>
        </p:nvSpPr>
        <p:spPr>
          <a:xfrm>
            <a:off x="1153179" y="1448773"/>
            <a:ext cx="5832867" cy="4500508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54000" rIns="61650" bIns="24650" anchor="t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 리스트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돋움" pitchFamily="50" charset="-127"/>
              <a:ea typeface="돋움" pitchFamily="50" charset="-127"/>
              <a:cs typeface="+mn-cs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C4A3EA3B-24EE-C774-36EB-225D1B6F55FD}"/>
              </a:ext>
            </a:extLst>
          </p:cNvPr>
          <p:cNvGrpSpPr/>
          <p:nvPr/>
        </p:nvGrpSpPr>
        <p:grpSpPr>
          <a:xfrm>
            <a:off x="6907515" y="1978461"/>
            <a:ext cx="19050" cy="3929604"/>
            <a:chOff x="7049058" y="1944130"/>
            <a:chExt cx="19050" cy="3929604"/>
          </a:xfrm>
        </p:grpSpPr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B6B2B5BF-C0FC-1AB6-F510-34B6E5D43BA5}"/>
                </a:ext>
              </a:extLst>
            </p:cNvPr>
            <p:cNvCxnSpPr>
              <a:cxnSpLocks/>
            </p:cNvCxnSpPr>
            <p:nvPr/>
          </p:nvCxnSpPr>
          <p:spPr>
            <a:xfrm>
              <a:off x="7068108" y="1944130"/>
              <a:ext cx="0" cy="3929604"/>
            </a:xfrm>
            <a:prstGeom prst="line">
              <a:avLst/>
            </a:prstGeom>
            <a:noFill/>
            <a:ln w="38100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33F716C0-A042-0DD9-0A30-BA3110E0FABA}"/>
                </a:ext>
              </a:extLst>
            </p:cNvPr>
            <p:cNvCxnSpPr>
              <a:cxnSpLocks/>
            </p:cNvCxnSpPr>
            <p:nvPr/>
          </p:nvCxnSpPr>
          <p:spPr>
            <a:xfrm>
              <a:off x="7049058" y="1951628"/>
              <a:ext cx="0" cy="1901182"/>
            </a:xfrm>
            <a:prstGeom prst="line">
              <a:avLst/>
            </a:prstGeom>
            <a:noFill/>
            <a:ln w="285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</p:cxnSp>
      </p:grp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D979DBB-F387-4A26-C09B-80CC86DF73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1154336"/>
              </p:ext>
            </p:extLst>
          </p:nvPr>
        </p:nvGraphicFramePr>
        <p:xfrm>
          <a:off x="1215002" y="1713534"/>
          <a:ext cx="3313947" cy="252226"/>
        </p:xfrm>
        <a:graphic>
          <a:graphicData uri="http://schemas.openxmlformats.org/drawingml/2006/table">
            <a:tbl>
              <a:tblPr firstRow="1" bandRow="1"/>
              <a:tblGrid>
                <a:gridCol w="1104649">
                  <a:extLst>
                    <a:ext uri="{9D8B030D-6E8A-4147-A177-3AD203B41FA5}">
                      <a16:colId xmlns:a16="http://schemas.microsoft.com/office/drawing/2014/main" val="1797854445"/>
                    </a:ext>
                  </a:extLst>
                </a:gridCol>
                <a:gridCol w="1104649">
                  <a:extLst>
                    <a:ext uri="{9D8B030D-6E8A-4147-A177-3AD203B41FA5}">
                      <a16:colId xmlns:a16="http://schemas.microsoft.com/office/drawing/2014/main" val="1099740737"/>
                    </a:ext>
                  </a:extLst>
                </a:gridCol>
                <a:gridCol w="1104649">
                  <a:extLst>
                    <a:ext uri="{9D8B030D-6E8A-4147-A177-3AD203B41FA5}">
                      <a16:colId xmlns:a16="http://schemas.microsoft.com/office/drawing/2014/main" val="2089773855"/>
                    </a:ext>
                  </a:extLst>
                </a:gridCol>
              </a:tblGrid>
              <a:tr h="25222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 알림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게임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뽑기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8136752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5DC4F8E9-7AF5-8989-0C8F-58F0095A54E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4448421"/>
              </p:ext>
            </p:extLst>
          </p:nvPr>
        </p:nvGraphicFramePr>
        <p:xfrm>
          <a:off x="1221375" y="1985890"/>
          <a:ext cx="5666687" cy="3922175"/>
        </p:xfrm>
        <a:graphic>
          <a:graphicData uri="http://schemas.openxmlformats.org/drawingml/2006/table">
            <a:tbl>
              <a:tblPr firstRow="1" bandRow="1"/>
              <a:tblGrid>
                <a:gridCol w="1201431">
                  <a:extLst>
                    <a:ext uri="{9D8B030D-6E8A-4147-A177-3AD203B41FA5}">
                      <a16:colId xmlns:a16="http://schemas.microsoft.com/office/drawing/2014/main" val="1453498877"/>
                    </a:ext>
                  </a:extLst>
                </a:gridCol>
                <a:gridCol w="684076">
                  <a:extLst>
                    <a:ext uri="{9D8B030D-6E8A-4147-A177-3AD203B41FA5}">
                      <a16:colId xmlns:a16="http://schemas.microsoft.com/office/drawing/2014/main" val="2985946180"/>
                    </a:ext>
                  </a:extLst>
                </a:gridCol>
                <a:gridCol w="1440160">
                  <a:extLst>
                    <a:ext uri="{9D8B030D-6E8A-4147-A177-3AD203B41FA5}">
                      <a16:colId xmlns:a16="http://schemas.microsoft.com/office/drawing/2014/main" val="501139426"/>
                    </a:ext>
                  </a:extLst>
                </a:gridCol>
                <a:gridCol w="1476164">
                  <a:extLst>
                    <a:ext uri="{9D8B030D-6E8A-4147-A177-3AD203B41FA5}">
                      <a16:colId xmlns:a16="http://schemas.microsoft.com/office/drawing/2014/main" val="91154639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val="269202006"/>
                    </a:ext>
                  </a:extLst>
                </a:gridCol>
                <a:gridCol w="432808">
                  <a:extLst>
                    <a:ext uri="{9D8B030D-6E8A-4147-A177-3AD203B41FA5}">
                      <a16:colId xmlns:a16="http://schemas.microsoft.com/office/drawing/2014/main" val="3066059222"/>
                    </a:ext>
                  </a:extLst>
                </a:gridCol>
              </a:tblGrid>
              <a:tr h="32553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+mn-ea"/>
                        </a:rPr>
                        <a:t>닉네임</a:t>
                      </a:r>
                      <a:r>
                        <a:rPr lang="en-US" altLang="ko-KR" sz="800" b="1" dirty="0">
                          <a:latin typeface="맑은 고딕" panose="020B0503020000020004" pitchFamily="50" charset="-127"/>
                          <a:ea typeface="+mn-ea"/>
                        </a:rPr>
                        <a:t>(ID)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후원 캐시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뽑기 이름</a:t>
                      </a:r>
                    </a:p>
                  </a:txBody>
                  <a:tcPr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상품</a:t>
                      </a:r>
                    </a:p>
                  </a:txBody>
                  <a:tcPr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  </a:t>
                      </a:r>
                      <a:r>
                        <a:rPr kumimoji="0" lang="en-US" altLang="ko-KR" sz="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▼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 </a:t>
                      </a:r>
                      <a:endParaRPr lang="en-US" altLang="ko-KR" sz="1000" b="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일시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7653606"/>
                  </a:ext>
                </a:extLst>
              </a:tr>
              <a:tr h="33888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rtl="0" fontAlgn="ctr">
                        <a:buNone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크리스마스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뽑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…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오늘의 셀카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1000" b="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방금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2625082"/>
                  </a:ext>
                </a:extLst>
              </a:tr>
              <a:tr h="34967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뽑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꽝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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방금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0248099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오늘의 셀카</a:t>
                      </a:r>
                      <a:endParaRPr lang="en-US" altLang="ko-KR" sz="800" b="0" dirty="0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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00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3766220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꽝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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031777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뽑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오늘의 셀카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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9017808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뽑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꽝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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8127382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뽑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오늘의 셀카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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5773418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뽑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꽝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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5245360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뽑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오늘의 셀카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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6449258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(00loo***@gmail.com)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꽝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</a:t>
                      </a:r>
                      <a:endParaRPr kumimoji="0" lang="en-US" altLang="ko-KR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4880776"/>
                  </a:ext>
                </a:extLst>
              </a:tr>
            </a:tbl>
          </a:graphicData>
        </a:graphic>
      </p:graphicFrame>
      <p:grpSp>
        <p:nvGrpSpPr>
          <p:cNvPr id="11" name="그룹 10">
            <a:extLst>
              <a:ext uri="{FF2B5EF4-FFF2-40B4-BE49-F238E27FC236}">
                <a16:creationId xmlns:a16="http://schemas.microsoft.com/office/drawing/2014/main" id="{A9A7788D-A211-0346-6E5B-5DDCD5AA4C25}"/>
              </a:ext>
            </a:extLst>
          </p:cNvPr>
          <p:cNvGrpSpPr/>
          <p:nvPr/>
        </p:nvGrpSpPr>
        <p:grpSpPr>
          <a:xfrm>
            <a:off x="5718143" y="1713534"/>
            <a:ext cx="940435" cy="227652"/>
            <a:chOff x="6893236" y="1693632"/>
            <a:chExt cx="940435" cy="227652"/>
          </a:xfrm>
        </p:grpSpPr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280E3C0F-FDE3-90B0-8CA3-E7F2B9E62467}"/>
                </a:ext>
              </a:extLst>
            </p:cNvPr>
            <p:cNvGrpSpPr/>
            <p:nvPr/>
          </p:nvGrpSpPr>
          <p:grpSpPr>
            <a:xfrm>
              <a:off x="7606019" y="1693632"/>
              <a:ext cx="227652" cy="227652"/>
              <a:chOff x="6384032" y="6295336"/>
              <a:chExt cx="276375" cy="276375"/>
            </a:xfrm>
          </p:grpSpPr>
          <p:sp>
            <p:nvSpPr>
              <p:cNvPr id="14" name="사각형: 둥근 모서리 13">
                <a:extLst>
                  <a:ext uri="{FF2B5EF4-FFF2-40B4-BE49-F238E27FC236}">
                    <a16:creationId xmlns:a16="http://schemas.microsoft.com/office/drawing/2014/main" id="{023156EA-3B44-9594-9B30-363F596E2547}"/>
                  </a:ext>
                </a:extLst>
              </p:cNvPr>
              <p:cNvSpPr/>
              <p:nvPr/>
            </p:nvSpPr>
            <p:spPr>
              <a:xfrm>
                <a:off x="6384032" y="6295336"/>
                <a:ext cx="276375" cy="276375"/>
              </a:xfrm>
              <a:prstGeom prst="round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5" name="Google Shape;900;p24">
                <a:extLst>
                  <a:ext uri="{FF2B5EF4-FFF2-40B4-BE49-F238E27FC236}">
                    <a16:creationId xmlns:a16="http://schemas.microsoft.com/office/drawing/2014/main" id="{F051DA54-CD26-8147-D803-28FA34679C86}"/>
                  </a:ext>
                </a:extLst>
              </p:cNvPr>
              <p:cNvSpPr/>
              <p:nvPr/>
            </p:nvSpPr>
            <p:spPr>
              <a:xfrm>
                <a:off x="6452352" y="6356957"/>
                <a:ext cx="139734" cy="153133"/>
              </a:xfrm>
              <a:custGeom>
                <a:avLst/>
                <a:gdLst/>
                <a:ahLst/>
                <a:cxnLst/>
                <a:rect l="l" t="t" r="r" b="b"/>
                <a:pathLst>
                  <a:path w="315" h="343" extrusionOk="0">
                    <a:moveTo>
                      <a:pt x="117" y="0"/>
                    </a:moveTo>
                    <a:cubicBezTo>
                      <a:pt x="53" y="0"/>
                      <a:pt x="0" y="53"/>
                      <a:pt x="0" y="117"/>
                    </a:cubicBezTo>
                    <a:cubicBezTo>
                      <a:pt x="0" y="181"/>
                      <a:pt x="53" y="232"/>
                      <a:pt x="117" y="232"/>
                    </a:cubicBezTo>
                    <a:cubicBezTo>
                      <a:pt x="181" y="232"/>
                      <a:pt x="232" y="181"/>
                      <a:pt x="232" y="117"/>
                    </a:cubicBezTo>
                    <a:cubicBezTo>
                      <a:pt x="232" y="53"/>
                      <a:pt x="181" y="0"/>
                      <a:pt x="117" y="0"/>
                    </a:cubicBezTo>
                    <a:close/>
                    <a:moveTo>
                      <a:pt x="117" y="26"/>
                    </a:moveTo>
                    <a:cubicBezTo>
                      <a:pt x="167" y="26"/>
                      <a:pt x="208" y="66"/>
                      <a:pt x="208" y="117"/>
                    </a:cubicBezTo>
                    <a:cubicBezTo>
                      <a:pt x="208" y="167"/>
                      <a:pt x="167" y="207"/>
                      <a:pt x="117" y="207"/>
                    </a:cubicBezTo>
                    <a:cubicBezTo>
                      <a:pt x="67" y="207"/>
                      <a:pt x="26" y="167"/>
                      <a:pt x="26" y="117"/>
                    </a:cubicBezTo>
                    <a:cubicBezTo>
                      <a:pt x="26" y="66"/>
                      <a:pt x="67" y="26"/>
                      <a:pt x="117" y="26"/>
                    </a:cubicBezTo>
                    <a:close/>
                    <a:moveTo>
                      <a:pt x="218" y="196"/>
                    </a:moveTo>
                    <a:cubicBezTo>
                      <a:pt x="208" y="208"/>
                      <a:pt x="197" y="218"/>
                      <a:pt x="184" y="226"/>
                    </a:cubicBezTo>
                    <a:lnTo>
                      <a:pt x="186" y="228"/>
                    </a:lnTo>
                    <a:lnTo>
                      <a:pt x="271" y="331"/>
                    </a:lnTo>
                    <a:cubicBezTo>
                      <a:pt x="279" y="341"/>
                      <a:pt x="296" y="343"/>
                      <a:pt x="305" y="335"/>
                    </a:cubicBezTo>
                    <a:cubicBezTo>
                      <a:pt x="315" y="326"/>
                      <a:pt x="315" y="309"/>
                      <a:pt x="306" y="301"/>
                    </a:cubicBezTo>
                    <a:lnTo>
                      <a:pt x="221" y="199"/>
                    </a:lnTo>
                    <a:lnTo>
                      <a:pt x="218" y="19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78300" tIns="39150" rIns="78300" bIns="39150" anchor="t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771" b="0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3" name="사각형: 둥근 모서리 12">
              <a:extLst>
                <a:ext uri="{FF2B5EF4-FFF2-40B4-BE49-F238E27FC236}">
                  <a16:creationId xmlns:a16="http://schemas.microsoft.com/office/drawing/2014/main" id="{D0EA9FC6-FC14-1E7F-F748-61EEDC896E9F}"/>
                </a:ext>
              </a:extLst>
            </p:cNvPr>
            <p:cNvSpPr/>
            <p:nvPr/>
          </p:nvSpPr>
          <p:spPr>
            <a:xfrm>
              <a:off x="6893236" y="1693633"/>
              <a:ext cx="681398" cy="227651"/>
            </a:xfrm>
            <a:prstGeom prst="roundRect">
              <a:avLst/>
            </a:prstGeom>
            <a:solidFill>
              <a:schemeClr val="tx1">
                <a:lumMod val="85000"/>
                <a:lumOff val="1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잔여 수량 </a:t>
              </a:r>
            </a:p>
          </p:txBody>
        </p:sp>
      </p:grpSp>
      <p:pic>
        <p:nvPicPr>
          <p:cNvPr id="27" name="그림 26">
            <a:extLst>
              <a:ext uri="{FF2B5EF4-FFF2-40B4-BE49-F238E27FC236}">
                <a16:creationId xmlns:a16="http://schemas.microsoft.com/office/drawing/2014/main" id="{4C0307C0-F4AF-A201-804A-60344B8FBA1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93714" y="1704824"/>
            <a:ext cx="232603" cy="238275"/>
          </a:xfrm>
          <a:prstGeom prst="rect">
            <a:avLst/>
          </a:prstGeom>
        </p:spPr>
      </p:pic>
      <p:sp>
        <p:nvSpPr>
          <p:cNvPr id="29" name="Google Shape;1301;p29">
            <a:extLst>
              <a:ext uri="{FF2B5EF4-FFF2-40B4-BE49-F238E27FC236}">
                <a16:creationId xmlns:a16="http://schemas.microsoft.com/office/drawing/2014/main" id="{1B2E8599-22AA-82BB-9DB4-90BEF461F734}"/>
              </a:ext>
            </a:extLst>
          </p:cNvPr>
          <p:cNvSpPr/>
          <p:nvPr/>
        </p:nvSpPr>
        <p:spPr>
          <a:xfrm>
            <a:off x="5660863" y="2514414"/>
            <a:ext cx="2102012" cy="2509132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뽑기 잔여 수량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30" name="Google Shape;1303;p29">
            <a:extLst>
              <a:ext uri="{FF2B5EF4-FFF2-40B4-BE49-F238E27FC236}">
                <a16:creationId xmlns:a16="http://schemas.microsoft.com/office/drawing/2014/main" id="{33BA0E74-1C72-AF6E-514D-65772E91123E}"/>
              </a:ext>
            </a:extLst>
          </p:cNvPr>
          <p:cNvSpPr/>
          <p:nvPr/>
        </p:nvSpPr>
        <p:spPr>
          <a:xfrm>
            <a:off x="5705237" y="2822846"/>
            <a:ext cx="2018456" cy="2141697"/>
          </a:xfrm>
          <a:prstGeom prst="rect">
            <a:avLst/>
          </a:prstGeom>
          <a:solidFill>
            <a:schemeClr val="bg1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6AEDA65A-B035-461F-0E49-C8A95CB57A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7295177"/>
              </p:ext>
            </p:extLst>
          </p:nvPr>
        </p:nvGraphicFramePr>
        <p:xfrm>
          <a:off x="5768145" y="2911109"/>
          <a:ext cx="1922352" cy="1965355"/>
        </p:xfrm>
        <a:graphic>
          <a:graphicData uri="http://schemas.openxmlformats.org/drawingml/2006/table">
            <a:tbl>
              <a:tblPr firstRow="1" bandRow="1">
                <a:tableStyleId>{9D7B26C5-4107-4FEC-AEDC-1716B250A1EF}</a:tableStyleId>
              </a:tblPr>
              <a:tblGrid>
                <a:gridCol w="867403">
                  <a:extLst>
                    <a:ext uri="{9D8B030D-6E8A-4147-A177-3AD203B41FA5}">
                      <a16:colId xmlns:a16="http://schemas.microsoft.com/office/drawing/2014/main" val="1259411917"/>
                    </a:ext>
                  </a:extLst>
                </a:gridCol>
                <a:gridCol w="1054949">
                  <a:extLst>
                    <a:ext uri="{9D8B030D-6E8A-4147-A177-3AD203B41FA5}">
                      <a16:colId xmlns:a16="http://schemas.microsoft.com/office/drawing/2014/main" val="1288418010"/>
                    </a:ext>
                  </a:extLst>
                </a:gridCol>
              </a:tblGrid>
              <a:tr h="280765">
                <a:tc gridSpan="2"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2154936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상품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잔여 수량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9677896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빼빼로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1/10</a:t>
                      </a:r>
                      <a:endParaRPr lang="ko-KR" altLang="en-US" sz="8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5791620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초콜릿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1/10</a:t>
                      </a:r>
                      <a:endParaRPr lang="ko-KR" altLang="en-US" sz="8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2824745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리액션</a:t>
                      </a:r>
                      <a:endParaRPr lang="ko-KR" altLang="en-US" sz="8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1/10</a:t>
                      </a:r>
                      <a:endParaRPr lang="ko-KR" altLang="en-US" sz="8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6546815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꽝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1/10</a:t>
                      </a:r>
                      <a:endParaRPr lang="ko-KR" altLang="en-US" sz="8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5860236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 수량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 / 40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757880"/>
                  </a:ext>
                </a:extLst>
              </a:tr>
            </a:tbl>
          </a:graphicData>
        </a:graphic>
      </p:graphicFrame>
      <p:sp>
        <p:nvSpPr>
          <p:cNvPr id="34" name="Button">
            <a:extLst>
              <a:ext uri="{FF2B5EF4-FFF2-40B4-BE49-F238E27FC236}">
                <a16:creationId xmlns:a16="http://schemas.microsoft.com/office/drawing/2014/main" id="{4463473C-8A2A-765D-EE00-9D5BE66F1136}"/>
              </a:ext>
            </a:extLst>
          </p:cNvPr>
          <p:cNvSpPr>
            <a:spLocks/>
          </p:cNvSpPr>
          <p:nvPr/>
        </p:nvSpPr>
        <p:spPr bwMode="auto">
          <a:xfrm>
            <a:off x="5825813" y="2940316"/>
            <a:ext cx="1827528" cy="2160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크리스마스 </a:t>
            </a:r>
            <a:r>
              <a:rPr lang="ko-KR" altLang="en-US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                    ▼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E1C825CC-FB5A-1A09-103D-1633A62FED87}"/>
              </a:ext>
            </a:extLst>
          </p:cNvPr>
          <p:cNvGrpSpPr/>
          <p:nvPr/>
        </p:nvGrpSpPr>
        <p:grpSpPr>
          <a:xfrm>
            <a:off x="7652397" y="3198910"/>
            <a:ext cx="19050" cy="1677554"/>
            <a:chOff x="7049058" y="1941302"/>
            <a:chExt cx="19050" cy="1677554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F4BFBF69-9C5D-3303-212B-C14154DCE3EB}"/>
                </a:ext>
              </a:extLst>
            </p:cNvPr>
            <p:cNvCxnSpPr>
              <a:cxnSpLocks/>
            </p:cNvCxnSpPr>
            <p:nvPr/>
          </p:nvCxnSpPr>
          <p:spPr>
            <a:xfrm>
              <a:off x="7068108" y="1944130"/>
              <a:ext cx="0" cy="1674726"/>
            </a:xfrm>
            <a:prstGeom prst="line">
              <a:avLst/>
            </a:prstGeom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CF2701A7-620A-25B5-4028-37CBBDB52432}"/>
                </a:ext>
              </a:extLst>
            </p:cNvPr>
            <p:cNvCxnSpPr>
              <a:cxnSpLocks/>
            </p:cNvCxnSpPr>
            <p:nvPr/>
          </p:nvCxnSpPr>
          <p:spPr>
            <a:xfrm>
              <a:off x="7049058" y="1941302"/>
              <a:ext cx="0" cy="595473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연결선: 꺾임 37">
            <a:extLst>
              <a:ext uri="{FF2B5EF4-FFF2-40B4-BE49-F238E27FC236}">
                <a16:creationId xmlns:a16="http://schemas.microsoft.com/office/drawing/2014/main" id="{B8F835D7-A8B2-9711-671C-103C881D659A}"/>
              </a:ext>
            </a:extLst>
          </p:cNvPr>
          <p:cNvCxnSpPr>
            <a:cxnSpLocks/>
            <a:stCxn id="13" idx="2"/>
            <a:endCxn id="29" idx="0"/>
          </p:cNvCxnSpPr>
          <p:nvPr/>
        </p:nvCxnSpPr>
        <p:spPr>
          <a:xfrm rot="16200000" flipH="1">
            <a:off x="6098741" y="1901286"/>
            <a:ext cx="573228" cy="653027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타원 38">
            <a:extLst>
              <a:ext uri="{FF2B5EF4-FFF2-40B4-BE49-F238E27FC236}">
                <a16:creationId xmlns:a16="http://schemas.microsoft.com/office/drawing/2014/main" id="{D6A51CE1-FABF-29DB-F390-C171B05E7139}"/>
              </a:ext>
            </a:extLst>
          </p:cNvPr>
          <p:cNvSpPr/>
          <p:nvPr/>
        </p:nvSpPr>
        <p:spPr>
          <a:xfrm>
            <a:off x="5530746" y="1743177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40" name="연결선: 꺾임 39">
            <a:extLst>
              <a:ext uri="{FF2B5EF4-FFF2-40B4-BE49-F238E27FC236}">
                <a16:creationId xmlns:a16="http://schemas.microsoft.com/office/drawing/2014/main" id="{7D977DAA-D69F-840B-EFC3-468075F12E37}"/>
              </a:ext>
            </a:extLst>
          </p:cNvPr>
          <p:cNvCxnSpPr>
            <a:cxnSpLocks/>
            <a:stCxn id="34" idx="3"/>
            <a:endCxn id="44" idx="1"/>
          </p:cNvCxnSpPr>
          <p:nvPr/>
        </p:nvCxnSpPr>
        <p:spPr>
          <a:xfrm>
            <a:off x="7653341" y="3048316"/>
            <a:ext cx="345302" cy="13399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타원 40">
            <a:extLst>
              <a:ext uri="{FF2B5EF4-FFF2-40B4-BE49-F238E27FC236}">
                <a16:creationId xmlns:a16="http://schemas.microsoft.com/office/drawing/2014/main" id="{BEEAD94F-5C2A-BAE5-62A1-581E82A242FF}"/>
              </a:ext>
            </a:extLst>
          </p:cNvPr>
          <p:cNvSpPr/>
          <p:nvPr/>
        </p:nvSpPr>
        <p:spPr>
          <a:xfrm>
            <a:off x="5640997" y="2967756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13317887-55F6-1908-3AFB-4F29151A5A37}"/>
              </a:ext>
            </a:extLst>
          </p:cNvPr>
          <p:cNvGrpSpPr/>
          <p:nvPr/>
        </p:nvGrpSpPr>
        <p:grpSpPr>
          <a:xfrm>
            <a:off x="7998642" y="2953715"/>
            <a:ext cx="2255265" cy="1005407"/>
            <a:chOff x="9440539" y="2360430"/>
            <a:chExt cx="1827529" cy="1005407"/>
          </a:xfrm>
        </p:grpSpPr>
        <p:sp>
          <p:nvSpPr>
            <p:cNvPr id="44" name="Button">
              <a:extLst>
                <a:ext uri="{FF2B5EF4-FFF2-40B4-BE49-F238E27FC236}">
                  <a16:creationId xmlns:a16="http://schemas.microsoft.com/office/drawing/2014/main" id="{AD144CAA-568B-D8BD-DA9A-3B606DFCE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0540" y="2360430"/>
              <a:ext cx="1827528" cy="216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크리스마스 </a:t>
              </a:r>
              <a:r>
                <a:rPr lang="ko-KR" altLang="en-US" sz="900" b="1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뽑기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                           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45" name="그룹 44">
              <a:extLst>
                <a:ext uri="{FF2B5EF4-FFF2-40B4-BE49-F238E27FC236}">
                  <a16:creationId xmlns:a16="http://schemas.microsoft.com/office/drawing/2014/main" id="{3312DEC1-8324-7968-C8B1-2A7E06E978A6}"/>
                </a:ext>
              </a:extLst>
            </p:cNvPr>
            <p:cNvGrpSpPr/>
            <p:nvPr/>
          </p:nvGrpSpPr>
          <p:grpSpPr>
            <a:xfrm>
              <a:off x="9440539" y="2608722"/>
              <a:ext cx="1827527" cy="757115"/>
              <a:chOff x="8220670" y="1911586"/>
              <a:chExt cx="1106620" cy="757115"/>
            </a:xfrm>
          </p:grpSpPr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A489527D-2E7E-21E0-5DF7-0289396B8910}"/>
                  </a:ext>
                </a:extLst>
              </p:cNvPr>
              <p:cNvSpPr/>
              <p:nvPr/>
            </p:nvSpPr>
            <p:spPr>
              <a:xfrm>
                <a:off x="8220671" y="1911586"/>
                <a:ext cx="1106619" cy="749456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>
                  <a:lnSpc>
                    <a:spcPct val="200000"/>
                  </a:lnSpc>
                </a:pPr>
                <a:endParaRPr lang="ko-KR" altLang="en-US" sz="9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7" name="사각형: 둥근 모서리 46">
                <a:extLst>
                  <a:ext uri="{FF2B5EF4-FFF2-40B4-BE49-F238E27FC236}">
                    <a16:creationId xmlns:a16="http://schemas.microsoft.com/office/drawing/2014/main" id="{D78E2DE2-6FB7-0231-D1A7-A15298EFBF2E}"/>
                  </a:ext>
                </a:extLst>
              </p:cNvPr>
              <p:cNvSpPr/>
              <p:nvPr/>
            </p:nvSpPr>
            <p:spPr>
              <a:xfrm>
                <a:off x="8220671" y="1960209"/>
                <a:ext cx="1106619" cy="252026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8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  <a:sym typeface="Wingdings" panose="05000000000000000000" pitchFamily="2" charset="2"/>
                  </a:rPr>
                  <a:t>  </a:t>
                </a:r>
                <a:endParaRPr lang="ko-KR" altLang="en-US" sz="9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직사각형 47">
                <a:extLst>
                  <a:ext uri="{FF2B5EF4-FFF2-40B4-BE49-F238E27FC236}">
                    <a16:creationId xmlns:a16="http://schemas.microsoft.com/office/drawing/2014/main" id="{E335827E-3C0A-02B7-ACB9-6C6F88229B8F}"/>
                  </a:ext>
                </a:extLst>
              </p:cNvPr>
              <p:cNvSpPr/>
              <p:nvPr/>
            </p:nvSpPr>
            <p:spPr>
              <a:xfrm>
                <a:off x="8220670" y="1911586"/>
                <a:ext cx="1106619" cy="757115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252000" tIns="0" rIns="0" bIns="0" rtlCol="0" anchor="ctr"/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900" b="1" dirty="0">
                    <a:solidFill>
                      <a:schemeClr val="tx1"/>
                    </a:solidFill>
                  </a:rPr>
                  <a:t>크리스마스 뽑기 </a:t>
                </a:r>
              </a:p>
              <a:p>
                <a:pPr>
                  <a:lnSpc>
                    <a:spcPct val="150000"/>
                  </a:lnSpc>
                </a:pPr>
                <a:r>
                  <a:rPr lang="ko-KR" altLang="en-US" sz="900" b="1" dirty="0">
                    <a:solidFill>
                      <a:schemeClr val="tx1"/>
                    </a:solidFill>
                  </a:rPr>
                  <a:t>설날 뽑기</a:t>
                </a:r>
              </a:p>
              <a:p>
                <a:pPr>
                  <a:lnSpc>
                    <a:spcPct val="150000"/>
                  </a:lnSpc>
                </a:pPr>
                <a:r>
                  <a:rPr lang="ko-KR" altLang="en-US" sz="900" b="1" dirty="0">
                    <a:solidFill>
                      <a:schemeClr val="tx1"/>
                    </a:solidFill>
                  </a:rPr>
                  <a:t>심심한 날 그냥</a:t>
                </a:r>
              </a:p>
            </p:txBody>
          </p:sp>
        </p:grpSp>
      </p:grpSp>
      <p:graphicFrame>
        <p:nvGraphicFramePr>
          <p:cNvPr id="51" name="Group 323">
            <a:extLst>
              <a:ext uri="{FF2B5EF4-FFF2-40B4-BE49-F238E27FC236}">
                <a16:creationId xmlns:a16="http://schemas.microsoft.com/office/drawing/2014/main" id="{45852A5E-F751-BCEE-D8A6-D866BACD46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3592101"/>
              </p:ext>
            </p:extLst>
          </p:nvPr>
        </p:nvGraphicFramePr>
        <p:xfrm>
          <a:off x="9625013" y="575703"/>
          <a:ext cx="2519969" cy="1560576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잔여 수량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상품 소진형 뽑기가 있을 경우에만 활성화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상품 소진형 뽑기가 없을 경우 비활성화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※ dock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잔여 수량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버튼과 동기화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뽑기 이름 선택 메뉴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뽑기 이름은 크리에이터 페이지의 설정에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셋팅된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순서로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뽑기 이름을 선택하면 해당 뽑기의 남은 상품 수량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E7D9B994-F446-1E3A-57E2-A100E9552E3F}"/>
              </a:ext>
            </a:extLst>
          </p:cNvPr>
          <p:cNvSpPr/>
          <p:nvPr/>
        </p:nvSpPr>
        <p:spPr>
          <a:xfrm>
            <a:off x="10015884" y="1029960"/>
            <a:ext cx="681398" cy="227651"/>
          </a:xfrm>
          <a:prstGeom prst="roundRect">
            <a:avLst/>
          </a:prstGeom>
          <a:solidFill>
            <a:schemeClr val="bg1">
              <a:lumMod val="7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잔여 수량 </a:t>
            </a: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B7D54AB3-670E-6B3E-398B-2B7B1A108449}"/>
              </a:ext>
            </a:extLst>
          </p:cNvPr>
          <p:cNvGrpSpPr/>
          <p:nvPr/>
        </p:nvGrpSpPr>
        <p:grpSpPr>
          <a:xfrm>
            <a:off x="7267430" y="2601302"/>
            <a:ext cx="387008" cy="118852"/>
            <a:chOff x="8850325" y="2256508"/>
            <a:chExt cx="387008" cy="118852"/>
          </a:xfrm>
        </p:grpSpPr>
        <p:sp>
          <p:nvSpPr>
            <p:cNvPr id="17" name="Google Shape;1200;p27">
              <a:extLst>
                <a:ext uri="{FF2B5EF4-FFF2-40B4-BE49-F238E27FC236}">
                  <a16:creationId xmlns:a16="http://schemas.microsoft.com/office/drawing/2014/main" id="{1CE00DD6-CC28-BD9A-F446-E59587F3F237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" name="그래픽 17">
              <a:extLst>
                <a:ext uri="{FF2B5EF4-FFF2-40B4-BE49-F238E27FC236}">
                  <a16:creationId xmlns:a16="http://schemas.microsoft.com/office/drawing/2014/main" id="{5913A284-5475-4D77-ABEE-5AE155CC7F3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19" name="Google Shape;1202;p27">
              <a:extLst>
                <a:ext uri="{FF2B5EF4-FFF2-40B4-BE49-F238E27FC236}">
                  <a16:creationId xmlns:a16="http://schemas.microsoft.com/office/drawing/2014/main" id="{B22DF342-7A71-556D-9447-F2A618C3BD7B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38792073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FAC02F45-F202-8EC1-BDE2-5445979F0381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검색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D925D96A-E1A7-3B70-E03E-1FBA5D67B39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후원 리스트 위젯 </a:t>
            </a:r>
            <a:r>
              <a:rPr lang="en-US" altLang="ko-KR" dirty="0"/>
              <a:t>&gt; </a:t>
            </a:r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검색</a:t>
            </a:r>
          </a:p>
        </p:txBody>
      </p:sp>
      <p:sp>
        <p:nvSpPr>
          <p:cNvPr id="4" name="Google Shape;1197;p27">
            <a:extLst>
              <a:ext uri="{FF2B5EF4-FFF2-40B4-BE49-F238E27FC236}">
                <a16:creationId xmlns:a16="http://schemas.microsoft.com/office/drawing/2014/main" id="{5D14EDA5-DE3D-1E5A-BE77-1CD55C9A7227}"/>
              </a:ext>
            </a:extLst>
          </p:cNvPr>
          <p:cNvSpPr/>
          <p:nvPr/>
        </p:nvSpPr>
        <p:spPr>
          <a:xfrm>
            <a:off x="1153179" y="1448773"/>
            <a:ext cx="5832867" cy="4500508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54000" rIns="61650" bIns="24650" anchor="t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 리스트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돋움" pitchFamily="50" charset="-127"/>
              <a:ea typeface="돋움" pitchFamily="50" charset="-127"/>
              <a:cs typeface="+mn-cs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B39897F5-5D14-7282-EA9F-ABB322C6BCDC}"/>
              </a:ext>
            </a:extLst>
          </p:cNvPr>
          <p:cNvSpPr/>
          <p:nvPr/>
        </p:nvSpPr>
        <p:spPr bwMode="auto">
          <a:xfrm>
            <a:off x="1214157" y="1745876"/>
            <a:ext cx="5720043" cy="415038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noFill/>
            <a:prstDash val="solid"/>
            <a:miter lim="800000"/>
            <a:headEnd/>
            <a:tailEnd/>
          </a:ln>
          <a:effectLst/>
        </p:spPr>
        <p:txBody>
          <a:bodyPr wrap="none" lIns="144000" tIns="108000" rIns="144000" bIns="108000" rtlCol="0" anchor="ctr"/>
          <a:lstStyle/>
          <a:p>
            <a:pPr algn="ctr">
              <a:lnSpc>
                <a:spcPct val="150000"/>
              </a:lnSpc>
            </a:pP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202124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algn="ctr">
              <a:lnSpc>
                <a:spcPct val="150000"/>
              </a:lnSpc>
            </a:pPr>
            <a:r>
              <a:rPr lang="ko-KR" altLang="en-US" sz="800" dirty="0">
                <a:solidFill>
                  <a:srgbClr val="202124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 검색 입니다</a:t>
            </a:r>
            <a:r>
              <a:rPr lang="en-US" altLang="ko-KR" sz="800" dirty="0">
                <a:solidFill>
                  <a:srgbClr val="202124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상세한 검색은 </a:t>
            </a:r>
            <a:r>
              <a:rPr kumimoji="1" lang="ko-KR" altLang="en-US" sz="800" b="0" i="0" u="sng" strike="noStrike" kern="1200" cap="none" spc="0" normalizeH="0" baseline="0" noProof="0" dirty="0">
                <a:ln>
                  <a:noFill/>
                </a:ln>
                <a:solidFill>
                  <a:srgbClr val="1A73E8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검색 옵션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을 사용해 보세요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  <a:endParaRPr lang="en-US" altLang="ko-KR" sz="800" b="0" i="0" dirty="0">
              <a:solidFill>
                <a:srgbClr val="202124"/>
              </a:solidFill>
              <a:effectLst/>
              <a:latin typeface="+mn-ea"/>
              <a:ea typeface="+mn-ea"/>
            </a:endParaRPr>
          </a:p>
          <a:p>
            <a:pPr algn="ctr">
              <a:lnSpc>
                <a:spcPct val="150000"/>
              </a:lnSpc>
            </a:pPr>
            <a:endParaRPr lang="en-US" altLang="ko-KR" sz="800" dirty="0">
              <a:solidFill>
                <a:srgbClr val="202124"/>
              </a:solidFill>
              <a:latin typeface="+mn-ea"/>
              <a:ea typeface="+mn-ea"/>
            </a:endParaRPr>
          </a:p>
          <a:p>
            <a:pPr algn="ctr">
              <a:lnSpc>
                <a:spcPct val="150000"/>
              </a:lnSpc>
            </a:pPr>
            <a:endParaRPr lang="en-US" altLang="ko-KR" sz="800" b="0" i="0" dirty="0">
              <a:solidFill>
                <a:srgbClr val="202124"/>
              </a:solidFill>
              <a:effectLst/>
              <a:latin typeface="+mn-ea"/>
              <a:ea typeface="+mn-ea"/>
            </a:endParaRPr>
          </a:p>
          <a:p>
            <a:pPr algn="ctr">
              <a:lnSpc>
                <a:spcPct val="150000"/>
              </a:lnSpc>
            </a:pPr>
            <a:endParaRPr lang="en-US" altLang="ko-KR" sz="800" dirty="0">
              <a:solidFill>
                <a:srgbClr val="202124"/>
              </a:solidFill>
              <a:latin typeface="+mn-ea"/>
              <a:ea typeface="+mn-ea"/>
            </a:endParaRPr>
          </a:p>
          <a:p>
            <a:pPr algn="ctr">
              <a:lnSpc>
                <a:spcPct val="150000"/>
              </a:lnSpc>
            </a:pPr>
            <a:endParaRPr lang="en-US" altLang="ko-KR" sz="800" b="0" i="0" dirty="0">
              <a:solidFill>
                <a:srgbClr val="202124"/>
              </a:solidFill>
              <a:effectLst/>
              <a:latin typeface="+mn-ea"/>
              <a:ea typeface="+mn-ea"/>
            </a:endParaRPr>
          </a:p>
          <a:p>
            <a:pPr algn="ctr">
              <a:lnSpc>
                <a:spcPct val="150000"/>
              </a:lnSpc>
            </a:pPr>
            <a:r>
              <a:rPr lang="ko-KR" altLang="en-US" sz="800" b="0" i="0" dirty="0">
                <a:solidFill>
                  <a:srgbClr val="202124"/>
                </a:solidFill>
                <a:effectLst/>
                <a:latin typeface="+mn-ea"/>
                <a:ea typeface="+mn-ea"/>
              </a:rPr>
              <a:t>일치하는 결과가 없습니다</a:t>
            </a:r>
            <a:r>
              <a:rPr lang="en-US" altLang="ko-KR" sz="800" b="0" i="0" dirty="0">
                <a:solidFill>
                  <a:srgbClr val="202124"/>
                </a:solidFill>
                <a:effectLst/>
                <a:latin typeface="+mn-ea"/>
                <a:ea typeface="+mn-ea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ko-KR" altLang="en-US" sz="800" b="0" i="0" dirty="0">
                <a:solidFill>
                  <a:srgbClr val="202124"/>
                </a:solidFill>
                <a:effectLst/>
                <a:latin typeface="+mn-ea"/>
                <a:ea typeface="+mn-ea"/>
              </a:rPr>
              <a:t>뽑기 이름</a:t>
            </a:r>
            <a:r>
              <a:rPr lang="en-US" altLang="ko-KR" sz="800" b="0" i="0" dirty="0">
                <a:solidFill>
                  <a:srgbClr val="202124"/>
                </a:solidFill>
                <a:effectLst/>
                <a:latin typeface="+mn-ea"/>
                <a:ea typeface="+mn-ea"/>
              </a:rPr>
              <a:t>, </a:t>
            </a:r>
            <a:r>
              <a:rPr lang="ko-KR" altLang="en-US" sz="800" b="0" i="0" dirty="0">
                <a:solidFill>
                  <a:srgbClr val="202124"/>
                </a:solidFill>
                <a:effectLst/>
                <a:latin typeface="+mn-ea"/>
                <a:ea typeface="+mn-ea"/>
              </a:rPr>
              <a:t>기간</a:t>
            </a:r>
            <a:r>
              <a:rPr lang="en-US" altLang="ko-KR" sz="800" b="0" i="0" dirty="0">
                <a:solidFill>
                  <a:srgbClr val="202124"/>
                </a:solidFill>
                <a:effectLst/>
                <a:latin typeface="+mn-ea"/>
                <a:ea typeface="+mn-ea"/>
              </a:rPr>
              <a:t>, </a:t>
            </a:r>
            <a:r>
              <a:rPr lang="ko-KR" altLang="en-US" sz="800" dirty="0">
                <a:solidFill>
                  <a:srgbClr val="202124"/>
                </a:solidFill>
                <a:latin typeface="+mn-ea"/>
                <a:ea typeface="+mn-ea"/>
              </a:rPr>
              <a:t>금액</a:t>
            </a:r>
            <a:r>
              <a:rPr lang="ko-KR" altLang="en-US" sz="800" b="0" i="0" dirty="0">
                <a:solidFill>
                  <a:srgbClr val="202124"/>
                </a:solidFill>
                <a:effectLst/>
                <a:latin typeface="+mn-ea"/>
                <a:ea typeface="+mn-ea"/>
              </a:rPr>
              <a:t> 등의 </a:t>
            </a:r>
            <a:r>
              <a:rPr lang="ko-KR" altLang="en-US" sz="800" b="0" i="0" u="sng" dirty="0">
                <a:solidFill>
                  <a:srgbClr val="1A73E8"/>
                </a:solidFill>
                <a:effectLst/>
                <a:latin typeface="+mn-ea"/>
                <a:ea typeface="+mn-ea"/>
              </a:rPr>
              <a:t>검색 옵션</a:t>
            </a:r>
            <a:r>
              <a:rPr lang="ko-KR" altLang="en-US" sz="800" b="0" i="0" dirty="0">
                <a:solidFill>
                  <a:srgbClr val="202124"/>
                </a:solidFill>
                <a:effectLst/>
                <a:latin typeface="+mn-ea"/>
                <a:ea typeface="+mn-ea"/>
              </a:rPr>
              <a:t>을 사용해 보세요</a:t>
            </a:r>
            <a:r>
              <a:rPr lang="en-US" altLang="ko-KR" sz="800" b="0" i="0" dirty="0">
                <a:solidFill>
                  <a:srgbClr val="202124"/>
                </a:solidFill>
                <a:effectLst/>
                <a:latin typeface="+mn-ea"/>
                <a:ea typeface="+mn-ea"/>
              </a:rPr>
              <a:t>.</a:t>
            </a:r>
            <a:endParaRPr lang="ko-KR" altLang="en-US" sz="800" b="1" dirty="0">
              <a:latin typeface="+mn-ea"/>
              <a:ea typeface="+mn-ea"/>
            </a:endParaRPr>
          </a:p>
        </p:txBody>
      </p:sp>
      <p:sp>
        <p:nvSpPr>
          <p:cNvPr id="21" name="Button">
            <a:extLst>
              <a:ext uri="{FF2B5EF4-FFF2-40B4-BE49-F238E27FC236}">
                <a16:creationId xmlns:a16="http://schemas.microsoft.com/office/drawing/2014/main" id="{D84A1E9A-32E1-1D57-30A9-B07A53512038}"/>
              </a:ext>
            </a:extLst>
          </p:cNvPr>
          <p:cNvSpPr>
            <a:spLocks/>
          </p:cNvSpPr>
          <p:nvPr/>
        </p:nvSpPr>
        <p:spPr bwMode="auto">
          <a:xfrm>
            <a:off x="2511971" y="1797178"/>
            <a:ext cx="2853476" cy="22765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Ins="3600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뽑기 검색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22777359-8407-3024-91C4-888263ACBA66}"/>
              </a:ext>
            </a:extLst>
          </p:cNvPr>
          <p:cNvGrpSpPr/>
          <p:nvPr/>
        </p:nvGrpSpPr>
        <p:grpSpPr>
          <a:xfrm>
            <a:off x="5374369" y="1797178"/>
            <a:ext cx="227652" cy="227652"/>
            <a:chOff x="6384032" y="6295336"/>
            <a:chExt cx="276375" cy="276375"/>
          </a:xfrm>
        </p:grpSpPr>
        <p:sp>
          <p:nvSpPr>
            <p:cNvPr id="23" name="사각형: 둥근 모서리 22">
              <a:extLst>
                <a:ext uri="{FF2B5EF4-FFF2-40B4-BE49-F238E27FC236}">
                  <a16:creationId xmlns:a16="http://schemas.microsoft.com/office/drawing/2014/main" id="{1DD7EF82-BFC7-204A-0885-0C644655EFA6}"/>
                </a:ext>
              </a:extLst>
            </p:cNvPr>
            <p:cNvSpPr/>
            <p:nvPr/>
          </p:nvSpPr>
          <p:spPr>
            <a:xfrm>
              <a:off x="6384032" y="6295336"/>
              <a:ext cx="276375" cy="276375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4" name="Google Shape;900;p24">
              <a:extLst>
                <a:ext uri="{FF2B5EF4-FFF2-40B4-BE49-F238E27FC236}">
                  <a16:creationId xmlns:a16="http://schemas.microsoft.com/office/drawing/2014/main" id="{8C5586FA-2194-540F-8B87-3FA4C1C4F556}"/>
                </a:ext>
              </a:extLst>
            </p:cNvPr>
            <p:cNvSpPr/>
            <p:nvPr/>
          </p:nvSpPr>
          <p:spPr>
            <a:xfrm>
              <a:off x="6452352" y="6356957"/>
              <a:ext cx="139734" cy="153133"/>
            </a:xfrm>
            <a:custGeom>
              <a:avLst/>
              <a:gdLst/>
              <a:ahLst/>
              <a:cxnLst/>
              <a:rect l="l" t="t" r="r" b="b"/>
              <a:pathLst>
                <a:path w="315" h="343" extrusionOk="0">
                  <a:moveTo>
                    <a:pt x="117" y="0"/>
                  </a:moveTo>
                  <a:cubicBezTo>
                    <a:pt x="53" y="0"/>
                    <a:pt x="0" y="53"/>
                    <a:pt x="0" y="117"/>
                  </a:cubicBezTo>
                  <a:cubicBezTo>
                    <a:pt x="0" y="181"/>
                    <a:pt x="53" y="232"/>
                    <a:pt x="117" y="232"/>
                  </a:cubicBezTo>
                  <a:cubicBezTo>
                    <a:pt x="181" y="232"/>
                    <a:pt x="232" y="181"/>
                    <a:pt x="232" y="117"/>
                  </a:cubicBezTo>
                  <a:cubicBezTo>
                    <a:pt x="232" y="53"/>
                    <a:pt x="181" y="0"/>
                    <a:pt x="117" y="0"/>
                  </a:cubicBezTo>
                  <a:close/>
                  <a:moveTo>
                    <a:pt x="117" y="26"/>
                  </a:moveTo>
                  <a:cubicBezTo>
                    <a:pt x="167" y="26"/>
                    <a:pt x="208" y="66"/>
                    <a:pt x="208" y="117"/>
                  </a:cubicBezTo>
                  <a:cubicBezTo>
                    <a:pt x="208" y="167"/>
                    <a:pt x="167" y="207"/>
                    <a:pt x="117" y="207"/>
                  </a:cubicBezTo>
                  <a:cubicBezTo>
                    <a:pt x="67" y="207"/>
                    <a:pt x="26" y="167"/>
                    <a:pt x="26" y="117"/>
                  </a:cubicBezTo>
                  <a:cubicBezTo>
                    <a:pt x="26" y="66"/>
                    <a:pt x="67" y="26"/>
                    <a:pt x="117" y="26"/>
                  </a:cubicBezTo>
                  <a:close/>
                  <a:moveTo>
                    <a:pt x="218" y="196"/>
                  </a:moveTo>
                  <a:cubicBezTo>
                    <a:pt x="208" y="208"/>
                    <a:pt x="197" y="218"/>
                    <a:pt x="184" y="226"/>
                  </a:cubicBezTo>
                  <a:lnTo>
                    <a:pt x="186" y="228"/>
                  </a:lnTo>
                  <a:lnTo>
                    <a:pt x="271" y="331"/>
                  </a:lnTo>
                  <a:cubicBezTo>
                    <a:pt x="279" y="341"/>
                    <a:pt x="296" y="343"/>
                    <a:pt x="305" y="335"/>
                  </a:cubicBezTo>
                  <a:cubicBezTo>
                    <a:pt x="315" y="326"/>
                    <a:pt x="315" y="309"/>
                    <a:pt x="306" y="301"/>
                  </a:cubicBezTo>
                  <a:lnTo>
                    <a:pt x="221" y="199"/>
                  </a:lnTo>
                  <a:lnTo>
                    <a:pt x="218" y="19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771" b="0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3A313BB6-A902-9E84-DD24-BE8FEDF64856}"/>
              </a:ext>
            </a:extLst>
          </p:cNvPr>
          <p:cNvSpPr/>
          <p:nvPr/>
        </p:nvSpPr>
        <p:spPr>
          <a:xfrm>
            <a:off x="5527350" y="1797178"/>
            <a:ext cx="757402" cy="227652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u="sng" dirty="0">
                <a:solidFill>
                  <a:schemeClr val="tx1"/>
                </a:solidFill>
              </a:rPr>
              <a:t>검색 옵션</a:t>
            </a: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1BEA6AEF-AA53-4F28-891D-FBF0EB389773}"/>
              </a:ext>
            </a:extLst>
          </p:cNvPr>
          <p:cNvSpPr/>
          <p:nvPr/>
        </p:nvSpPr>
        <p:spPr>
          <a:xfrm>
            <a:off x="6644295" y="1799259"/>
            <a:ext cx="227652" cy="227652"/>
          </a:xfrm>
          <a:prstGeom prst="round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bg1"/>
                </a:solidFill>
                <a:sym typeface="Wingdings 2" panose="05020102010507070707" pitchFamily="18" charset="2"/>
              </a:rPr>
              <a:t>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C03B088F-7834-DE24-985E-A032DE7DC1CC}"/>
              </a:ext>
            </a:extLst>
          </p:cNvPr>
          <p:cNvSpPr/>
          <p:nvPr/>
        </p:nvSpPr>
        <p:spPr>
          <a:xfrm>
            <a:off x="6441240" y="1711562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CD5F5986-2323-AB72-3975-2D711396658F}"/>
              </a:ext>
            </a:extLst>
          </p:cNvPr>
          <p:cNvSpPr/>
          <p:nvPr/>
        </p:nvSpPr>
        <p:spPr>
          <a:xfrm>
            <a:off x="3977199" y="3039882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D4C8892C-B47D-6381-0FB1-51DB7459B596}"/>
              </a:ext>
            </a:extLst>
          </p:cNvPr>
          <p:cNvSpPr/>
          <p:nvPr/>
        </p:nvSpPr>
        <p:spPr>
          <a:xfrm>
            <a:off x="3977199" y="3972218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B766DC9A-7322-8A4F-03E6-1B7D68291DDF}"/>
              </a:ext>
            </a:extLst>
          </p:cNvPr>
          <p:cNvSpPr/>
          <p:nvPr/>
        </p:nvSpPr>
        <p:spPr>
          <a:xfrm>
            <a:off x="2354050" y="1836504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ED0E6D6C-4F9A-CF2D-3B26-22B0BEF42515}"/>
              </a:ext>
            </a:extLst>
          </p:cNvPr>
          <p:cNvSpPr/>
          <p:nvPr/>
        </p:nvSpPr>
        <p:spPr>
          <a:xfrm>
            <a:off x="5413695" y="1544811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DE03CA48-7B19-A276-90F7-D3BACC083510}"/>
              </a:ext>
            </a:extLst>
          </p:cNvPr>
          <p:cNvCxnSpPr>
            <a:cxnSpLocks/>
            <a:stCxn id="33" idx="4"/>
            <a:endCxn id="23" idx="0"/>
          </p:cNvCxnSpPr>
          <p:nvPr/>
        </p:nvCxnSpPr>
        <p:spPr>
          <a:xfrm>
            <a:off x="5488195" y="1693810"/>
            <a:ext cx="0" cy="103368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Button">
            <a:extLst>
              <a:ext uri="{FF2B5EF4-FFF2-40B4-BE49-F238E27FC236}">
                <a16:creationId xmlns:a16="http://schemas.microsoft.com/office/drawing/2014/main" id="{8D28567B-B4A2-750D-A7DE-578B4C09DC56}"/>
              </a:ext>
            </a:extLst>
          </p:cNvPr>
          <p:cNvSpPr>
            <a:spLocks/>
          </p:cNvSpPr>
          <p:nvPr/>
        </p:nvSpPr>
        <p:spPr bwMode="auto">
          <a:xfrm>
            <a:off x="2511971" y="2178669"/>
            <a:ext cx="2853476" cy="22765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Ins="3600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1,000</a:t>
            </a:r>
          </a:p>
        </p:txBody>
      </p: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5E9E12E4-A7ED-2914-D7EE-5302F97B8A98}"/>
              </a:ext>
            </a:extLst>
          </p:cNvPr>
          <p:cNvGrpSpPr/>
          <p:nvPr/>
        </p:nvGrpSpPr>
        <p:grpSpPr>
          <a:xfrm>
            <a:off x="5374369" y="2178669"/>
            <a:ext cx="227652" cy="227652"/>
            <a:chOff x="6384032" y="6295336"/>
            <a:chExt cx="276375" cy="276375"/>
          </a:xfrm>
        </p:grpSpPr>
        <p:sp>
          <p:nvSpPr>
            <p:cNvPr id="37" name="사각형: 둥근 모서리 36">
              <a:extLst>
                <a:ext uri="{FF2B5EF4-FFF2-40B4-BE49-F238E27FC236}">
                  <a16:creationId xmlns:a16="http://schemas.microsoft.com/office/drawing/2014/main" id="{5F3F9BAF-9A57-D8AC-2A5C-32D911C15FC2}"/>
                </a:ext>
              </a:extLst>
            </p:cNvPr>
            <p:cNvSpPr/>
            <p:nvPr/>
          </p:nvSpPr>
          <p:spPr>
            <a:xfrm>
              <a:off x="6384032" y="6295336"/>
              <a:ext cx="276375" cy="276375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8" name="Google Shape;900;p24">
              <a:extLst>
                <a:ext uri="{FF2B5EF4-FFF2-40B4-BE49-F238E27FC236}">
                  <a16:creationId xmlns:a16="http://schemas.microsoft.com/office/drawing/2014/main" id="{FD49A488-A63A-7548-8C18-CD0CBEE5F0EB}"/>
                </a:ext>
              </a:extLst>
            </p:cNvPr>
            <p:cNvSpPr/>
            <p:nvPr/>
          </p:nvSpPr>
          <p:spPr>
            <a:xfrm>
              <a:off x="6452352" y="6356957"/>
              <a:ext cx="139734" cy="153133"/>
            </a:xfrm>
            <a:custGeom>
              <a:avLst/>
              <a:gdLst/>
              <a:ahLst/>
              <a:cxnLst/>
              <a:rect l="l" t="t" r="r" b="b"/>
              <a:pathLst>
                <a:path w="315" h="343" extrusionOk="0">
                  <a:moveTo>
                    <a:pt x="117" y="0"/>
                  </a:moveTo>
                  <a:cubicBezTo>
                    <a:pt x="53" y="0"/>
                    <a:pt x="0" y="53"/>
                    <a:pt x="0" y="117"/>
                  </a:cubicBezTo>
                  <a:cubicBezTo>
                    <a:pt x="0" y="181"/>
                    <a:pt x="53" y="232"/>
                    <a:pt x="117" y="232"/>
                  </a:cubicBezTo>
                  <a:cubicBezTo>
                    <a:pt x="181" y="232"/>
                    <a:pt x="232" y="181"/>
                    <a:pt x="232" y="117"/>
                  </a:cubicBezTo>
                  <a:cubicBezTo>
                    <a:pt x="232" y="53"/>
                    <a:pt x="181" y="0"/>
                    <a:pt x="117" y="0"/>
                  </a:cubicBezTo>
                  <a:close/>
                  <a:moveTo>
                    <a:pt x="117" y="26"/>
                  </a:moveTo>
                  <a:cubicBezTo>
                    <a:pt x="167" y="26"/>
                    <a:pt x="208" y="66"/>
                    <a:pt x="208" y="117"/>
                  </a:cubicBezTo>
                  <a:cubicBezTo>
                    <a:pt x="208" y="167"/>
                    <a:pt x="167" y="207"/>
                    <a:pt x="117" y="207"/>
                  </a:cubicBezTo>
                  <a:cubicBezTo>
                    <a:pt x="67" y="207"/>
                    <a:pt x="26" y="167"/>
                    <a:pt x="26" y="117"/>
                  </a:cubicBezTo>
                  <a:cubicBezTo>
                    <a:pt x="26" y="66"/>
                    <a:pt x="67" y="26"/>
                    <a:pt x="117" y="26"/>
                  </a:cubicBezTo>
                  <a:close/>
                  <a:moveTo>
                    <a:pt x="218" y="196"/>
                  </a:moveTo>
                  <a:cubicBezTo>
                    <a:pt x="208" y="208"/>
                    <a:pt x="197" y="218"/>
                    <a:pt x="184" y="226"/>
                  </a:cubicBezTo>
                  <a:lnTo>
                    <a:pt x="186" y="228"/>
                  </a:lnTo>
                  <a:lnTo>
                    <a:pt x="271" y="331"/>
                  </a:lnTo>
                  <a:cubicBezTo>
                    <a:pt x="279" y="341"/>
                    <a:pt x="296" y="343"/>
                    <a:pt x="305" y="335"/>
                  </a:cubicBezTo>
                  <a:cubicBezTo>
                    <a:pt x="315" y="326"/>
                    <a:pt x="315" y="309"/>
                    <a:pt x="306" y="301"/>
                  </a:cubicBezTo>
                  <a:lnTo>
                    <a:pt x="221" y="199"/>
                  </a:lnTo>
                  <a:lnTo>
                    <a:pt x="218" y="19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771" b="0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E2385FF6-232C-EA4F-6EC6-652F3795B748}"/>
              </a:ext>
            </a:extLst>
          </p:cNvPr>
          <p:cNvSpPr/>
          <p:nvPr/>
        </p:nvSpPr>
        <p:spPr>
          <a:xfrm>
            <a:off x="5092395" y="2170686"/>
            <a:ext cx="273052" cy="227652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chemeClr val="tx1"/>
                </a:solidFill>
                <a:sym typeface="Webdings" panose="05030102010509060703" pitchFamily="18" charset="2"/>
              </a:rPr>
              <a:t>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3FC5CE4A-8C14-6581-1656-BA133AB881AF}"/>
              </a:ext>
            </a:extLst>
          </p:cNvPr>
          <p:cNvGrpSpPr/>
          <p:nvPr/>
        </p:nvGrpSpPr>
        <p:grpSpPr>
          <a:xfrm>
            <a:off x="4955106" y="2325730"/>
            <a:ext cx="217720" cy="234655"/>
            <a:chOff x="6147236" y="1844824"/>
            <a:chExt cx="217720" cy="234655"/>
          </a:xfrm>
        </p:grpSpPr>
        <p:sp>
          <p:nvSpPr>
            <p:cNvPr id="41" name="타원 40">
              <a:extLst>
                <a:ext uri="{FF2B5EF4-FFF2-40B4-BE49-F238E27FC236}">
                  <a16:creationId xmlns:a16="http://schemas.microsoft.com/office/drawing/2014/main" id="{BBEC6479-AB25-1893-EA3D-272D20981B93}"/>
                </a:ext>
              </a:extLst>
            </p:cNvPr>
            <p:cNvSpPr/>
            <p:nvPr/>
          </p:nvSpPr>
          <p:spPr>
            <a:xfrm>
              <a:off x="6147236" y="1930480"/>
              <a:ext cx="148999" cy="14899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>
              <a:glow rad="50800">
                <a:srgbClr val="FF0000">
                  <a:alpha val="30000"/>
                </a:srgbClr>
              </a:glow>
              <a:softEdge rad="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56616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713232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69848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426464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1783080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139696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2496312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2852928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7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  <a:endParaRPr lang="ko-KR" altLang="en-US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42" name="직선 화살표 연결선 41">
              <a:extLst>
                <a:ext uri="{FF2B5EF4-FFF2-40B4-BE49-F238E27FC236}">
                  <a16:creationId xmlns:a16="http://schemas.microsoft.com/office/drawing/2014/main" id="{6E16396D-45F9-5642-9417-CB1CC1DB9F08}"/>
                </a:ext>
              </a:extLst>
            </p:cNvPr>
            <p:cNvCxnSpPr>
              <a:cxnSpLocks/>
              <a:stCxn id="41" idx="7"/>
            </p:cNvCxnSpPr>
            <p:nvPr/>
          </p:nvCxnSpPr>
          <p:spPr>
            <a:xfrm flipV="1">
              <a:off x="6274415" y="1844824"/>
              <a:ext cx="90541" cy="107476"/>
            </a:xfrm>
            <a:prstGeom prst="straightConnector1">
              <a:avLst/>
            </a:prstGeom>
            <a:ln>
              <a:solidFill>
                <a:srgbClr val="FF0000"/>
              </a:solidFill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44" name="그림 43">
            <a:extLst>
              <a:ext uri="{FF2B5EF4-FFF2-40B4-BE49-F238E27FC236}">
                <a16:creationId xmlns:a16="http://schemas.microsoft.com/office/drawing/2014/main" id="{6738623D-7BC7-BD9D-7DBE-2CE57E458F4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8852" t="12253" r="7327"/>
          <a:stretch>
            <a:fillRect/>
          </a:stretch>
        </p:blipFill>
        <p:spPr>
          <a:xfrm>
            <a:off x="5705475" y="692696"/>
            <a:ext cx="1333500" cy="626929"/>
          </a:xfrm>
          <a:prstGeom prst="rect">
            <a:avLst/>
          </a:prstGeom>
        </p:spPr>
      </p:pic>
      <p:cxnSp>
        <p:nvCxnSpPr>
          <p:cNvPr id="45" name="연결선: 꺾임 44">
            <a:extLst>
              <a:ext uri="{FF2B5EF4-FFF2-40B4-BE49-F238E27FC236}">
                <a16:creationId xmlns:a16="http://schemas.microsoft.com/office/drawing/2014/main" id="{782B5AD2-0486-2522-E633-7F753ECEC544}"/>
              </a:ext>
            </a:extLst>
          </p:cNvPr>
          <p:cNvCxnSpPr>
            <a:cxnSpLocks/>
            <a:stCxn id="47" idx="2"/>
            <a:endCxn id="27" idx="0"/>
          </p:cNvCxnSpPr>
          <p:nvPr/>
        </p:nvCxnSpPr>
        <p:spPr>
          <a:xfrm rot="16200000" flipH="1">
            <a:off x="6359136" y="1400273"/>
            <a:ext cx="594127" cy="203844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AF5FD67B-ECAC-F984-1C15-471023108BF4}"/>
              </a:ext>
            </a:extLst>
          </p:cNvPr>
          <p:cNvGrpSpPr/>
          <p:nvPr/>
        </p:nvGrpSpPr>
        <p:grpSpPr>
          <a:xfrm>
            <a:off x="6440451" y="977480"/>
            <a:ext cx="227652" cy="227652"/>
            <a:chOff x="6430926" y="1713534"/>
            <a:chExt cx="227652" cy="227652"/>
          </a:xfrm>
        </p:grpSpPr>
        <p:sp>
          <p:nvSpPr>
            <p:cNvPr id="47" name="사각형: 둥근 모서리 46">
              <a:extLst>
                <a:ext uri="{FF2B5EF4-FFF2-40B4-BE49-F238E27FC236}">
                  <a16:creationId xmlns:a16="http://schemas.microsoft.com/office/drawing/2014/main" id="{7616AD85-0A9F-9A37-5948-09B50A03763E}"/>
                </a:ext>
              </a:extLst>
            </p:cNvPr>
            <p:cNvSpPr/>
            <p:nvPr/>
          </p:nvSpPr>
          <p:spPr>
            <a:xfrm>
              <a:off x="6430926" y="1713534"/>
              <a:ext cx="227652" cy="227652"/>
            </a:xfrm>
            <a:prstGeom prst="round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48" name="Google Shape;900;p24">
              <a:extLst>
                <a:ext uri="{FF2B5EF4-FFF2-40B4-BE49-F238E27FC236}">
                  <a16:creationId xmlns:a16="http://schemas.microsoft.com/office/drawing/2014/main" id="{8FF43FF5-2F3C-7ECB-6D12-F2BEA9A8C104}"/>
                </a:ext>
              </a:extLst>
            </p:cNvPr>
            <p:cNvSpPr/>
            <p:nvPr/>
          </p:nvSpPr>
          <p:spPr>
            <a:xfrm>
              <a:off x="6487202" y="1764292"/>
              <a:ext cx="115100" cy="126137"/>
            </a:xfrm>
            <a:custGeom>
              <a:avLst/>
              <a:gdLst/>
              <a:ahLst/>
              <a:cxnLst/>
              <a:rect l="l" t="t" r="r" b="b"/>
              <a:pathLst>
                <a:path w="315" h="343" extrusionOk="0">
                  <a:moveTo>
                    <a:pt x="117" y="0"/>
                  </a:moveTo>
                  <a:cubicBezTo>
                    <a:pt x="53" y="0"/>
                    <a:pt x="0" y="53"/>
                    <a:pt x="0" y="117"/>
                  </a:cubicBezTo>
                  <a:cubicBezTo>
                    <a:pt x="0" y="181"/>
                    <a:pt x="53" y="232"/>
                    <a:pt x="117" y="232"/>
                  </a:cubicBezTo>
                  <a:cubicBezTo>
                    <a:pt x="181" y="232"/>
                    <a:pt x="232" y="181"/>
                    <a:pt x="232" y="117"/>
                  </a:cubicBezTo>
                  <a:cubicBezTo>
                    <a:pt x="232" y="53"/>
                    <a:pt x="181" y="0"/>
                    <a:pt x="117" y="0"/>
                  </a:cubicBezTo>
                  <a:close/>
                  <a:moveTo>
                    <a:pt x="117" y="26"/>
                  </a:moveTo>
                  <a:cubicBezTo>
                    <a:pt x="167" y="26"/>
                    <a:pt x="208" y="66"/>
                    <a:pt x="208" y="117"/>
                  </a:cubicBezTo>
                  <a:cubicBezTo>
                    <a:pt x="208" y="167"/>
                    <a:pt x="167" y="207"/>
                    <a:pt x="117" y="207"/>
                  </a:cubicBezTo>
                  <a:cubicBezTo>
                    <a:pt x="67" y="207"/>
                    <a:pt x="26" y="167"/>
                    <a:pt x="26" y="117"/>
                  </a:cubicBezTo>
                  <a:cubicBezTo>
                    <a:pt x="26" y="66"/>
                    <a:pt x="67" y="26"/>
                    <a:pt x="117" y="26"/>
                  </a:cubicBezTo>
                  <a:close/>
                  <a:moveTo>
                    <a:pt x="218" y="196"/>
                  </a:moveTo>
                  <a:cubicBezTo>
                    <a:pt x="208" y="208"/>
                    <a:pt x="197" y="218"/>
                    <a:pt x="184" y="226"/>
                  </a:cubicBezTo>
                  <a:lnTo>
                    <a:pt x="186" y="228"/>
                  </a:lnTo>
                  <a:lnTo>
                    <a:pt x="271" y="331"/>
                  </a:lnTo>
                  <a:cubicBezTo>
                    <a:pt x="279" y="341"/>
                    <a:pt x="296" y="343"/>
                    <a:pt x="305" y="335"/>
                  </a:cubicBezTo>
                  <a:cubicBezTo>
                    <a:pt x="315" y="326"/>
                    <a:pt x="315" y="309"/>
                    <a:pt x="306" y="301"/>
                  </a:cubicBezTo>
                  <a:lnTo>
                    <a:pt x="221" y="199"/>
                  </a:lnTo>
                  <a:lnTo>
                    <a:pt x="218" y="19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771" b="0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aphicFrame>
        <p:nvGraphicFramePr>
          <p:cNvPr id="52" name="Group 323">
            <a:extLst>
              <a:ext uri="{FF2B5EF4-FFF2-40B4-BE49-F238E27FC236}">
                <a16:creationId xmlns:a16="http://schemas.microsoft.com/office/drawing/2014/main" id="{581157EA-3953-8A74-FC25-6CD142953C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4119319"/>
              </p:ext>
            </p:extLst>
          </p:nvPr>
        </p:nvGraphicFramePr>
        <p:xfrm>
          <a:off x="9625013" y="575703"/>
          <a:ext cx="2519969" cy="3389376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 버튼 클릭 시 검색 페이지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 버튼은 닫기 버튼으로 변경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닫기 버튼 클릭 시 검색 페이지 닫히고 기존 뽑기 메뉴로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 조건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뽑기 이름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전체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기간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최근 한달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전체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검색어 입력 후 검색 버튼 클릭 또는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Enter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키로 검색 실행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최초 메시지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처음 검색 페이지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진입시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노출되는 메시지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 옵션은 상단의 검색 옵션 링크와 동일하게 작동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 결과 없음 메시지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 결과가 없을 경우 노출되는 메시지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 옵션은 상단의 검색 옵션 링크와 동일하게 작동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X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텍스트 입력 시 버는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클릭 시 입력된 검색어 삭제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8342337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46283DC1-4F9A-ABC0-9631-A3E6E2BB2A2A}"/>
              </a:ext>
            </a:extLst>
          </p:cNvPr>
          <p:cNvSpPr/>
          <p:nvPr/>
        </p:nvSpPr>
        <p:spPr>
          <a:xfrm>
            <a:off x="6795247" y="726141"/>
            <a:ext cx="125506" cy="17929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81734236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7A9A4940-D11B-8316-6B0B-A19F63A6445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검색 옵션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222D2A2C-FDDA-02C8-B8B4-5B62C25356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후원 리스트 위젯 </a:t>
            </a:r>
            <a:r>
              <a:rPr lang="en-US" altLang="ko-KR" dirty="0"/>
              <a:t>&gt; </a:t>
            </a:r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검색 옵션</a:t>
            </a:r>
          </a:p>
        </p:txBody>
      </p:sp>
      <p:sp>
        <p:nvSpPr>
          <p:cNvPr id="4" name="Google Shape;1197;p27">
            <a:extLst>
              <a:ext uri="{FF2B5EF4-FFF2-40B4-BE49-F238E27FC236}">
                <a16:creationId xmlns:a16="http://schemas.microsoft.com/office/drawing/2014/main" id="{7CD6E394-EDA7-751F-2905-C9736D1B70AD}"/>
              </a:ext>
            </a:extLst>
          </p:cNvPr>
          <p:cNvSpPr/>
          <p:nvPr/>
        </p:nvSpPr>
        <p:spPr>
          <a:xfrm>
            <a:off x="1153179" y="1448773"/>
            <a:ext cx="5832867" cy="4500508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54000" rIns="61650" bIns="24650" anchor="t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 리스트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돋움" pitchFamily="50" charset="-127"/>
              <a:ea typeface="돋움" pitchFamily="50" charset="-127"/>
              <a:cs typeface="+mn-cs"/>
            </a:endParaRP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547289C0-6AA4-115A-BFBB-06CD5D0347BE}"/>
              </a:ext>
            </a:extLst>
          </p:cNvPr>
          <p:cNvSpPr/>
          <p:nvPr/>
        </p:nvSpPr>
        <p:spPr bwMode="auto">
          <a:xfrm>
            <a:off x="1214157" y="1745876"/>
            <a:ext cx="5720043" cy="415038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noFill/>
            <a:prstDash val="solid"/>
            <a:miter lim="800000"/>
            <a:headEnd/>
            <a:tailEnd/>
          </a:ln>
          <a:effectLst/>
        </p:spPr>
        <p:txBody>
          <a:bodyPr wrap="none" lIns="144000" tIns="108000" rIns="144000" bIns="108000" rtlCol="0" anchor="ctr"/>
          <a:lstStyle/>
          <a:p>
            <a:pPr algn="ctr">
              <a:lnSpc>
                <a:spcPct val="150000"/>
              </a:lnSpc>
            </a:pP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202124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Button">
            <a:extLst>
              <a:ext uri="{FF2B5EF4-FFF2-40B4-BE49-F238E27FC236}">
                <a16:creationId xmlns:a16="http://schemas.microsoft.com/office/drawing/2014/main" id="{185C7C4C-1B2F-E266-4ABA-F4D27A830AD3}"/>
              </a:ext>
            </a:extLst>
          </p:cNvPr>
          <p:cNvSpPr>
            <a:spLocks/>
          </p:cNvSpPr>
          <p:nvPr/>
        </p:nvSpPr>
        <p:spPr bwMode="auto">
          <a:xfrm>
            <a:off x="2511971" y="1797178"/>
            <a:ext cx="2853476" cy="22765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Ins="3600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뽑기 검색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B45A3B94-7829-FDBC-4BD0-B560BA27065C}"/>
              </a:ext>
            </a:extLst>
          </p:cNvPr>
          <p:cNvGrpSpPr/>
          <p:nvPr/>
        </p:nvGrpSpPr>
        <p:grpSpPr>
          <a:xfrm>
            <a:off x="5374369" y="1797178"/>
            <a:ext cx="227652" cy="227652"/>
            <a:chOff x="6384032" y="6295336"/>
            <a:chExt cx="276375" cy="276375"/>
          </a:xfrm>
        </p:grpSpPr>
        <p:sp>
          <p:nvSpPr>
            <p:cNvPr id="9" name="사각형: 둥근 모서리 8">
              <a:extLst>
                <a:ext uri="{FF2B5EF4-FFF2-40B4-BE49-F238E27FC236}">
                  <a16:creationId xmlns:a16="http://schemas.microsoft.com/office/drawing/2014/main" id="{DDE0FCFB-C161-7FE1-466A-2F56B997C54D}"/>
                </a:ext>
              </a:extLst>
            </p:cNvPr>
            <p:cNvSpPr/>
            <p:nvPr/>
          </p:nvSpPr>
          <p:spPr>
            <a:xfrm>
              <a:off x="6384032" y="6295336"/>
              <a:ext cx="276375" cy="276375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" name="Google Shape;900;p24">
              <a:extLst>
                <a:ext uri="{FF2B5EF4-FFF2-40B4-BE49-F238E27FC236}">
                  <a16:creationId xmlns:a16="http://schemas.microsoft.com/office/drawing/2014/main" id="{6BE07DB4-C7BD-D911-DAD1-38EAA6F171E3}"/>
                </a:ext>
              </a:extLst>
            </p:cNvPr>
            <p:cNvSpPr/>
            <p:nvPr/>
          </p:nvSpPr>
          <p:spPr>
            <a:xfrm>
              <a:off x="6452352" y="6356957"/>
              <a:ext cx="139734" cy="153133"/>
            </a:xfrm>
            <a:custGeom>
              <a:avLst/>
              <a:gdLst/>
              <a:ahLst/>
              <a:cxnLst/>
              <a:rect l="l" t="t" r="r" b="b"/>
              <a:pathLst>
                <a:path w="315" h="343" extrusionOk="0">
                  <a:moveTo>
                    <a:pt x="117" y="0"/>
                  </a:moveTo>
                  <a:cubicBezTo>
                    <a:pt x="53" y="0"/>
                    <a:pt x="0" y="53"/>
                    <a:pt x="0" y="117"/>
                  </a:cubicBezTo>
                  <a:cubicBezTo>
                    <a:pt x="0" y="181"/>
                    <a:pt x="53" y="232"/>
                    <a:pt x="117" y="232"/>
                  </a:cubicBezTo>
                  <a:cubicBezTo>
                    <a:pt x="181" y="232"/>
                    <a:pt x="232" y="181"/>
                    <a:pt x="232" y="117"/>
                  </a:cubicBezTo>
                  <a:cubicBezTo>
                    <a:pt x="232" y="53"/>
                    <a:pt x="181" y="0"/>
                    <a:pt x="117" y="0"/>
                  </a:cubicBezTo>
                  <a:close/>
                  <a:moveTo>
                    <a:pt x="117" y="26"/>
                  </a:moveTo>
                  <a:cubicBezTo>
                    <a:pt x="167" y="26"/>
                    <a:pt x="208" y="66"/>
                    <a:pt x="208" y="117"/>
                  </a:cubicBezTo>
                  <a:cubicBezTo>
                    <a:pt x="208" y="167"/>
                    <a:pt x="167" y="207"/>
                    <a:pt x="117" y="207"/>
                  </a:cubicBezTo>
                  <a:cubicBezTo>
                    <a:pt x="67" y="207"/>
                    <a:pt x="26" y="167"/>
                    <a:pt x="26" y="117"/>
                  </a:cubicBezTo>
                  <a:cubicBezTo>
                    <a:pt x="26" y="66"/>
                    <a:pt x="67" y="26"/>
                    <a:pt x="117" y="26"/>
                  </a:cubicBezTo>
                  <a:close/>
                  <a:moveTo>
                    <a:pt x="218" y="196"/>
                  </a:moveTo>
                  <a:cubicBezTo>
                    <a:pt x="208" y="208"/>
                    <a:pt x="197" y="218"/>
                    <a:pt x="184" y="226"/>
                  </a:cubicBezTo>
                  <a:lnTo>
                    <a:pt x="186" y="228"/>
                  </a:lnTo>
                  <a:lnTo>
                    <a:pt x="271" y="331"/>
                  </a:lnTo>
                  <a:cubicBezTo>
                    <a:pt x="279" y="341"/>
                    <a:pt x="296" y="343"/>
                    <a:pt x="305" y="335"/>
                  </a:cubicBezTo>
                  <a:cubicBezTo>
                    <a:pt x="315" y="326"/>
                    <a:pt x="315" y="309"/>
                    <a:pt x="306" y="301"/>
                  </a:cubicBezTo>
                  <a:lnTo>
                    <a:pt x="221" y="199"/>
                  </a:lnTo>
                  <a:lnTo>
                    <a:pt x="218" y="19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771" b="0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4C93839-02DF-D614-A51E-650F0B192000}"/>
              </a:ext>
            </a:extLst>
          </p:cNvPr>
          <p:cNvSpPr/>
          <p:nvPr/>
        </p:nvSpPr>
        <p:spPr>
          <a:xfrm>
            <a:off x="6644295" y="1799259"/>
            <a:ext cx="227652" cy="227652"/>
          </a:xfrm>
          <a:prstGeom prst="round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bg1"/>
                </a:solidFill>
                <a:sym typeface="Wingdings 2" panose="05020102010507070707" pitchFamily="18" charset="2"/>
              </a:rPr>
              <a:t>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97608F6E-817A-8F3C-2567-81D1F4CBB56C}"/>
              </a:ext>
            </a:extLst>
          </p:cNvPr>
          <p:cNvSpPr/>
          <p:nvPr/>
        </p:nvSpPr>
        <p:spPr bwMode="auto">
          <a:xfrm>
            <a:off x="1204632" y="1726826"/>
            <a:ext cx="5739093" cy="4197724"/>
          </a:xfrm>
          <a:prstGeom prst="roundRect">
            <a:avLst>
              <a:gd name="adj" fmla="val 0"/>
            </a:avLst>
          </a:prstGeom>
          <a:solidFill>
            <a:schemeClr val="bg1">
              <a:lumMod val="50000"/>
              <a:alpha val="70000"/>
            </a:schemeClr>
          </a:solidFill>
          <a:ln w="9525">
            <a:noFill/>
            <a:prstDash val="solid"/>
            <a:miter lim="800000"/>
            <a:headEnd/>
            <a:tailEnd/>
          </a:ln>
          <a:effectLst/>
        </p:spPr>
        <p:txBody>
          <a:bodyPr wrap="none" lIns="144000" tIns="108000" rIns="144000" bIns="108000" rtlCol="0" anchor="ctr"/>
          <a:lstStyle/>
          <a:p>
            <a:pPr algn="ctr">
              <a:lnSpc>
                <a:spcPct val="150000"/>
              </a:lnSpc>
            </a:pP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202124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C85B7FC5-5EE3-C84E-54FE-E979BC012060}"/>
              </a:ext>
            </a:extLst>
          </p:cNvPr>
          <p:cNvSpPr/>
          <p:nvPr/>
        </p:nvSpPr>
        <p:spPr>
          <a:xfrm>
            <a:off x="5527350" y="1797178"/>
            <a:ext cx="757402" cy="227652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u="sng" dirty="0">
                <a:solidFill>
                  <a:schemeClr val="tx1"/>
                </a:solidFill>
              </a:rPr>
              <a:t>검색 옵션</a:t>
            </a: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02EC4F68-4B1F-3F37-9BFE-3E53F23900D7}"/>
              </a:ext>
            </a:extLst>
          </p:cNvPr>
          <p:cNvSpPr/>
          <p:nvPr/>
        </p:nvSpPr>
        <p:spPr bwMode="auto">
          <a:xfrm>
            <a:off x="2480103" y="2047013"/>
            <a:ext cx="3132348" cy="169218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tIns="72000" rtlCol="0" anchor="t"/>
          <a:lstStyle/>
          <a:p>
            <a:r>
              <a:rPr lang="ko-KR" altLang="en-US" sz="900" b="1">
                <a:latin typeface="맑은 고딕" panose="020B0503020000020004" pitchFamily="50" charset="-127"/>
                <a:ea typeface="맑은 고딕" panose="020B0503020000020004" pitchFamily="50" charset="-127"/>
              </a:rPr>
              <a:t>뽑기 검색 옵션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32" name="Group 323">
            <a:extLst>
              <a:ext uri="{FF2B5EF4-FFF2-40B4-BE49-F238E27FC236}">
                <a16:creationId xmlns:a16="http://schemas.microsoft.com/office/drawing/2014/main" id="{0646711E-DF7F-256A-9619-4D5A1B4323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6138389"/>
              </p:ext>
            </p:extLst>
          </p:nvPr>
        </p:nvGraphicFramePr>
        <p:xfrm>
          <a:off x="2576541" y="2377357"/>
          <a:ext cx="2963902" cy="1001805"/>
        </p:xfrm>
        <a:graphic>
          <a:graphicData uri="http://schemas.openxmlformats.org/drawingml/2006/table">
            <a:tbl>
              <a:tblPr/>
              <a:tblGrid>
                <a:gridCol w="7316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22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393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뽑기 이름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  <a:defRPr/>
                      </a:pP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rgbClr val="0D0D0D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4937213"/>
                  </a:ext>
                </a:extLst>
              </a:tr>
              <a:tr h="33393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기간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  <a:defRPr/>
                      </a:pP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rgbClr val="0D0D0D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3393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검색어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  <a:defRPr/>
                      </a:pP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rgbClr val="0D0D0D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627543"/>
                  </a:ext>
                </a:extLst>
              </a:tr>
            </a:tbl>
          </a:graphicData>
        </a:graphic>
      </p:graphicFrame>
      <p:sp>
        <p:nvSpPr>
          <p:cNvPr id="33" name="Button">
            <a:extLst>
              <a:ext uri="{FF2B5EF4-FFF2-40B4-BE49-F238E27FC236}">
                <a16:creationId xmlns:a16="http://schemas.microsoft.com/office/drawing/2014/main" id="{F549F79C-C35D-4F82-91EE-F0C828E4619B}"/>
              </a:ext>
            </a:extLst>
          </p:cNvPr>
          <p:cNvSpPr>
            <a:spLocks/>
          </p:cNvSpPr>
          <p:nvPr/>
        </p:nvSpPr>
        <p:spPr bwMode="auto">
          <a:xfrm>
            <a:off x="3380203" y="3112094"/>
            <a:ext cx="819841" cy="20267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Ins="3600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전체         ▼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4" name="Button">
            <a:extLst>
              <a:ext uri="{FF2B5EF4-FFF2-40B4-BE49-F238E27FC236}">
                <a16:creationId xmlns:a16="http://schemas.microsoft.com/office/drawing/2014/main" id="{8FB43CD8-5864-7707-0124-684FA564B089}"/>
              </a:ext>
            </a:extLst>
          </p:cNvPr>
          <p:cNvSpPr>
            <a:spLocks/>
          </p:cNvSpPr>
          <p:nvPr/>
        </p:nvSpPr>
        <p:spPr bwMode="auto">
          <a:xfrm>
            <a:off x="4244300" y="3112094"/>
            <a:ext cx="1224136" cy="20267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Ins="3600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검색어 입력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5" name="Button">
            <a:extLst>
              <a:ext uri="{FF2B5EF4-FFF2-40B4-BE49-F238E27FC236}">
                <a16:creationId xmlns:a16="http://schemas.microsoft.com/office/drawing/2014/main" id="{22BD6EEA-FE7D-6C1D-E8AE-5619EB4AE0C1}"/>
              </a:ext>
            </a:extLst>
          </p:cNvPr>
          <p:cNvSpPr>
            <a:spLocks/>
          </p:cNvSpPr>
          <p:nvPr/>
        </p:nvSpPr>
        <p:spPr bwMode="auto">
          <a:xfrm>
            <a:off x="3619966" y="3451169"/>
            <a:ext cx="852622" cy="230676"/>
          </a:xfrm>
          <a:prstGeom prst="roundRect">
            <a:avLst>
              <a:gd name="adj" fmla="val 15416"/>
            </a:avLst>
          </a:prstGeom>
          <a:solidFill>
            <a:schemeClr val="tx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rIns="3600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검색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D636BF1E-4469-0D4B-3AC6-E5F8FEB933CD}"/>
              </a:ext>
            </a:extLst>
          </p:cNvPr>
          <p:cNvGrpSpPr/>
          <p:nvPr/>
        </p:nvGrpSpPr>
        <p:grpSpPr>
          <a:xfrm>
            <a:off x="3380202" y="2752136"/>
            <a:ext cx="2088233" cy="246221"/>
            <a:chOff x="3044438" y="2541196"/>
            <a:chExt cx="1449992" cy="246221"/>
          </a:xfrm>
        </p:grpSpPr>
        <p:sp>
          <p:nvSpPr>
            <p:cNvPr id="37" name="Button">
              <a:extLst>
                <a:ext uri="{FF2B5EF4-FFF2-40B4-BE49-F238E27FC236}">
                  <a16:creationId xmlns:a16="http://schemas.microsoft.com/office/drawing/2014/main" id="{86BABA29-B662-4B12-DEF6-270EF378D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438" y="2556307"/>
              <a:ext cx="639294" cy="216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rIns="36000"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2023-06-01</a:t>
              </a:r>
            </a:p>
          </p:txBody>
        </p:sp>
        <p:sp>
          <p:nvSpPr>
            <p:cNvPr id="38" name="Button">
              <a:extLst>
                <a:ext uri="{FF2B5EF4-FFF2-40B4-BE49-F238E27FC236}">
                  <a16:creationId xmlns:a16="http://schemas.microsoft.com/office/drawing/2014/main" id="{3E669A9C-0507-6082-AC7B-7AA4BF5F6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136" y="2556307"/>
              <a:ext cx="639294" cy="216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rIns="36000"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2023-07-12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5F4765B8-9E76-FC5C-3B94-6CFB0941FE03}"/>
                </a:ext>
              </a:extLst>
            </p:cNvPr>
            <p:cNvSpPr txBox="1"/>
            <p:nvPr/>
          </p:nvSpPr>
          <p:spPr>
            <a:xfrm>
              <a:off x="3679670" y="2541196"/>
              <a:ext cx="16077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en-US" altLang="ko-KR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~</a:t>
              </a:r>
              <a:endPara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40" name="Button">
            <a:extLst>
              <a:ext uri="{FF2B5EF4-FFF2-40B4-BE49-F238E27FC236}">
                <a16:creationId xmlns:a16="http://schemas.microsoft.com/office/drawing/2014/main" id="{7850E333-28D8-0132-B9E6-34FEE4ECBC92}"/>
              </a:ext>
            </a:extLst>
          </p:cNvPr>
          <p:cNvSpPr>
            <a:spLocks/>
          </p:cNvSpPr>
          <p:nvPr/>
        </p:nvSpPr>
        <p:spPr bwMode="auto">
          <a:xfrm>
            <a:off x="3380203" y="2437532"/>
            <a:ext cx="2088232" cy="2160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Ins="3600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전체                                             ▼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6CE80AB6-CFA3-3004-838D-70DA764B2A13}"/>
              </a:ext>
            </a:extLst>
          </p:cNvPr>
          <p:cNvSpPr txBox="1"/>
          <p:nvPr/>
        </p:nvSpPr>
        <p:spPr>
          <a:xfrm>
            <a:off x="5313971" y="2047013"/>
            <a:ext cx="29848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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" name="Google Shape;676;p22">
            <a:extLst>
              <a:ext uri="{FF2B5EF4-FFF2-40B4-BE49-F238E27FC236}">
                <a16:creationId xmlns:a16="http://schemas.microsoft.com/office/drawing/2014/main" id="{9647E043-E604-D939-8F5D-94A22B76ED83}"/>
              </a:ext>
            </a:extLst>
          </p:cNvPr>
          <p:cNvSpPr/>
          <p:nvPr/>
        </p:nvSpPr>
        <p:spPr>
          <a:xfrm>
            <a:off x="4158327" y="2807351"/>
            <a:ext cx="115558" cy="123715"/>
          </a:xfrm>
          <a:custGeom>
            <a:avLst/>
            <a:gdLst/>
            <a:ahLst/>
            <a:cxnLst/>
            <a:rect l="l" t="t" r="r" b="b"/>
            <a:pathLst>
              <a:path w="369" h="395" extrusionOk="0">
                <a:moveTo>
                  <a:pt x="98" y="0"/>
                </a:moveTo>
                <a:cubicBezTo>
                  <a:pt x="88" y="0"/>
                  <a:pt x="81" y="7"/>
                  <a:pt x="77" y="15"/>
                </a:cubicBezTo>
                <a:cubicBezTo>
                  <a:pt x="73" y="23"/>
                  <a:pt x="71" y="33"/>
                  <a:pt x="71" y="44"/>
                </a:cubicBezTo>
                <a:cubicBezTo>
                  <a:pt x="71" y="48"/>
                  <a:pt x="71" y="52"/>
                  <a:pt x="72" y="56"/>
                </a:cubicBezTo>
                <a:lnTo>
                  <a:pt x="9" y="56"/>
                </a:lnTo>
                <a:cubicBezTo>
                  <a:pt x="4" y="56"/>
                  <a:pt x="1" y="60"/>
                  <a:pt x="0" y="64"/>
                </a:cubicBezTo>
                <a:lnTo>
                  <a:pt x="0" y="386"/>
                </a:lnTo>
                <a:cubicBezTo>
                  <a:pt x="1" y="391"/>
                  <a:pt x="5" y="395"/>
                  <a:pt x="9" y="395"/>
                </a:cubicBezTo>
                <a:lnTo>
                  <a:pt x="360" y="395"/>
                </a:lnTo>
                <a:cubicBezTo>
                  <a:pt x="365" y="394"/>
                  <a:pt x="369" y="391"/>
                  <a:pt x="369" y="386"/>
                </a:cubicBezTo>
                <a:lnTo>
                  <a:pt x="369" y="64"/>
                </a:lnTo>
                <a:cubicBezTo>
                  <a:pt x="369" y="59"/>
                  <a:pt x="365" y="56"/>
                  <a:pt x="360" y="56"/>
                </a:cubicBezTo>
                <a:lnTo>
                  <a:pt x="298" y="56"/>
                </a:lnTo>
                <a:cubicBezTo>
                  <a:pt x="299" y="52"/>
                  <a:pt x="299" y="48"/>
                  <a:pt x="299" y="44"/>
                </a:cubicBezTo>
                <a:cubicBezTo>
                  <a:pt x="299" y="33"/>
                  <a:pt x="297" y="23"/>
                  <a:pt x="293" y="15"/>
                </a:cubicBezTo>
                <a:cubicBezTo>
                  <a:pt x="289" y="7"/>
                  <a:pt x="282" y="0"/>
                  <a:pt x="272" y="0"/>
                </a:cubicBezTo>
                <a:cubicBezTo>
                  <a:pt x="262" y="0"/>
                  <a:pt x="256" y="7"/>
                  <a:pt x="251" y="15"/>
                </a:cubicBezTo>
                <a:cubicBezTo>
                  <a:pt x="247" y="23"/>
                  <a:pt x="245" y="33"/>
                  <a:pt x="245" y="44"/>
                </a:cubicBezTo>
                <a:cubicBezTo>
                  <a:pt x="245" y="48"/>
                  <a:pt x="245" y="52"/>
                  <a:pt x="246" y="56"/>
                </a:cubicBezTo>
                <a:lnTo>
                  <a:pt x="124" y="56"/>
                </a:lnTo>
                <a:cubicBezTo>
                  <a:pt x="124" y="52"/>
                  <a:pt x="125" y="48"/>
                  <a:pt x="125" y="44"/>
                </a:cubicBezTo>
                <a:cubicBezTo>
                  <a:pt x="125" y="33"/>
                  <a:pt x="122" y="23"/>
                  <a:pt x="118" y="15"/>
                </a:cubicBezTo>
                <a:cubicBezTo>
                  <a:pt x="114" y="7"/>
                  <a:pt x="107" y="0"/>
                  <a:pt x="98" y="0"/>
                </a:cubicBezTo>
                <a:close/>
                <a:moveTo>
                  <a:pt x="98" y="17"/>
                </a:moveTo>
                <a:cubicBezTo>
                  <a:pt x="98" y="17"/>
                  <a:pt x="101" y="18"/>
                  <a:pt x="103" y="23"/>
                </a:cubicBezTo>
                <a:cubicBezTo>
                  <a:pt x="106" y="28"/>
                  <a:pt x="108" y="35"/>
                  <a:pt x="108" y="44"/>
                </a:cubicBezTo>
                <a:cubicBezTo>
                  <a:pt x="108" y="48"/>
                  <a:pt x="107" y="52"/>
                  <a:pt x="106" y="56"/>
                </a:cubicBezTo>
                <a:lnTo>
                  <a:pt x="89" y="56"/>
                </a:lnTo>
                <a:cubicBezTo>
                  <a:pt x="88" y="52"/>
                  <a:pt x="88" y="48"/>
                  <a:pt x="88" y="44"/>
                </a:cubicBezTo>
                <a:cubicBezTo>
                  <a:pt x="88" y="35"/>
                  <a:pt x="90" y="28"/>
                  <a:pt x="92" y="23"/>
                </a:cubicBezTo>
                <a:cubicBezTo>
                  <a:pt x="95" y="18"/>
                  <a:pt x="97" y="17"/>
                  <a:pt x="98" y="17"/>
                </a:cubicBezTo>
                <a:close/>
                <a:moveTo>
                  <a:pt x="272" y="17"/>
                </a:moveTo>
                <a:cubicBezTo>
                  <a:pt x="273" y="17"/>
                  <a:pt x="275" y="18"/>
                  <a:pt x="277" y="23"/>
                </a:cubicBezTo>
                <a:cubicBezTo>
                  <a:pt x="280" y="28"/>
                  <a:pt x="282" y="35"/>
                  <a:pt x="282" y="44"/>
                </a:cubicBezTo>
                <a:cubicBezTo>
                  <a:pt x="282" y="48"/>
                  <a:pt x="281" y="52"/>
                  <a:pt x="281" y="56"/>
                </a:cubicBezTo>
                <a:lnTo>
                  <a:pt x="263" y="56"/>
                </a:lnTo>
                <a:cubicBezTo>
                  <a:pt x="263" y="52"/>
                  <a:pt x="262" y="48"/>
                  <a:pt x="262" y="44"/>
                </a:cubicBezTo>
                <a:cubicBezTo>
                  <a:pt x="262" y="35"/>
                  <a:pt x="264" y="28"/>
                  <a:pt x="267" y="23"/>
                </a:cubicBezTo>
                <a:cubicBezTo>
                  <a:pt x="269" y="18"/>
                  <a:pt x="272" y="17"/>
                  <a:pt x="272" y="17"/>
                </a:cubicBezTo>
                <a:close/>
                <a:moveTo>
                  <a:pt x="18" y="118"/>
                </a:moveTo>
                <a:lnTo>
                  <a:pt x="351" y="118"/>
                </a:lnTo>
                <a:lnTo>
                  <a:pt x="351" y="377"/>
                </a:lnTo>
                <a:lnTo>
                  <a:pt x="18" y="377"/>
                </a:lnTo>
                <a:lnTo>
                  <a:pt x="18" y="118"/>
                </a:lnTo>
                <a:close/>
                <a:moveTo>
                  <a:pt x="129" y="146"/>
                </a:moveTo>
                <a:cubicBezTo>
                  <a:pt x="123" y="146"/>
                  <a:pt x="120" y="150"/>
                  <a:pt x="120" y="155"/>
                </a:cubicBezTo>
                <a:lnTo>
                  <a:pt x="120" y="191"/>
                </a:lnTo>
                <a:cubicBezTo>
                  <a:pt x="120" y="196"/>
                  <a:pt x="124" y="199"/>
                  <a:pt x="129" y="199"/>
                </a:cubicBezTo>
                <a:lnTo>
                  <a:pt x="164" y="199"/>
                </a:lnTo>
                <a:cubicBezTo>
                  <a:pt x="170" y="199"/>
                  <a:pt x="173" y="195"/>
                  <a:pt x="173" y="191"/>
                </a:cubicBezTo>
                <a:lnTo>
                  <a:pt x="173" y="155"/>
                </a:lnTo>
                <a:cubicBezTo>
                  <a:pt x="173" y="150"/>
                  <a:pt x="169" y="146"/>
                  <a:pt x="164" y="146"/>
                </a:cubicBezTo>
                <a:lnTo>
                  <a:pt x="129" y="146"/>
                </a:lnTo>
                <a:close/>
                <a:moveTo>
                  <a:pt x="205" y="146"/>
                </a:moveTo>
                <a:cubicBezTo>
                  <a:pt x="200" y="146"/>
                  <a:pt x="196" y="150"/>
                  <a:pt x="196" y="155"/>
                </a:cubicBezTo>
                <a:lnTo>
                  <a:pt x="196" y="191"/>
                </a:lnTo>
                <a:cubicBezTo>
                  <a:pt x="197" y="196"/>
                  <a:pt x="200" y="199"/>
                  <a:pt x="205" y="199"/>
                </a:cubicBezTo>
                <a:lnTo>
                  <a:pt x="241" y="199"/>
                </a:lnTo>
                <a:cubicBezTo>
                  <a:pt x="246" y="199"/>
                  <a:pt x="250" y="195"/>
                  <a:pt x="250" y="191"/>
                </a:cubicBezTo>
                <a:lnTo>
                  <a:pt x="250" y="155"/>
                </a:lnTo>
                <a:cubicBezTo>
                  <a:pt x="249" y="150"/>
                  <a:pt x="246" y="146"/>
                  <a:pt x="241" y="146"/>
                </a:cubicBezTo>
                <a:lnTo>
                  <a:pt x="205" y="146"/>
                </a:lnTo>
                <a:close/>
                <a:moveTo>
                  <a:pt x="282" y="146"/>
                </a:moveTo>
                <a:cubicBezTo>
                  <a:pt x="276" y="146"/>
                  <a:pt x="273" y="150"/>
                  <a:pt x="273" y="155"/>
                </a:cubicBezTo>
                <a:lnTo>
                  <a:pt x="273" y="191"/>
                </a:lnTo>
                <a:cubicBezTo>
                  <a:pt x="273" y="196"/>
                  <a:pt x="277" y="199"/>
                  <a:pt x="282" y="199"/>
                </a:cubicBezTo>
                <a:lnTo>
                  <a:pt x="317" y="199"/>
                </a:lnTo>
                <a:cubicBezTo>
                  <a:pt x="323" y="199"/>
                  <a:pt x="326" y="195"/>
                  <a:pt x="326" y="191"/>
                </a:cubicBezTo>
                <a:lnTo>
                  <a:pt x="326" y="155"/>
                </a:lnTo>
                <a:cubicBezTo>
                  <a:pt x="326" y="150"/>
                  <a:pt x="322" y="146"/>
                  <a:pt x="317" y="146"/>
                </a:cubicBezTo>
                <a:lnTo>
                  <a:pt x="282" y="146"/>
                </a:lnTo>
                <a:close/>
                <a:moveTo>
                  <a:pt x="137" y="164"/>
                </a:moveTo>
                <a:lnTo>
                  <a:pt x="156" y="164"/>
                </a:lnTo>
                <a:lnTo>
                  <a:pt x="156" y="182"/>
                </a:lnTo>
                <a:lnTo>
                  <a:pt x="137" y="182"/>
                </a:lnTo>
                <a:lnTo>
                  <a:pt x="137" y="164"/>
                </a:lnTo>
                <a:close/>
                <a:moveTo>
                  <a:pt x="214" y="164"/>
                </a:moveTo>
                <a:lnTo>
                  <a:pt x="232" y="164"/>
                </a:lnTo>
                <a:lnTo>
                  <a:pt x="232" y="182"/>
                </a:lnTo>
                <a:lnTo>
                  <a:pt x="214" y="182"/>
                </a:lnTo>
                <a:lnTo>
                  <a:pt x="214" y="164"/>
                </a:lnTo>
                <a:close/>
                <a:moveTo>
                  <a:pt x="290" y="164"/>
                </a:moveTo>
                <a:lnTo>
                  <a:pt x="309" y="164"/>
                </a:lnTo>
                <a:lnTo>
                  <a:pt x="309" y="182"/>
                </a:lnTo>
                <a:lnTo>
                  <a:pt x="290" y="182"/>
                </a:lnTo>
                <a:lnTo>
                  <a:pt x="290" y="164"/>
                </a:lnTo>
                <a:close/>
                <a:moveTo>
                  <a:pt x="52" y="220"/>
                </a:moveTo>
                <a:cubicBezTo>
                  <a:pt x="47" y="220"/>
                  <a:pt x="43" y="224"/>
                  <a:pt x="43" y="228"/>
                </a:cubicBezTo>
                <a:lnTo>
                  <a:pt x="43" y="264"/>
                </a:lnTo>
                <a:cubicBezTo>
                  <a:pt x="50" y="274"/>
                  <a:pt x="42" y="272"/>
                  <a:pt x="52" y="273"/>
                </a:cubicBezTo>
                <a:lnTo>
                  <a:pt x="88" y="273"/>
                </a:lnTo>
                <a:cubicBezTo>
                  <a:pt x="93" y="273"/>
                  <a:pt x="97" y="269"/>
                  <a:pt x="97" y="264"/>
                </a:cubicBezTo>
                <a:lnTo>
                  <a:pt x="97" y="228"/>
                </a:lnTo>
                <a:cubicBezTo>
                  <a:pt x="96" y="223"/>
                  <a:pt x="93" y="220"/>
                  <a:pt x="88" y="220"/>
                </a:cubicBezTo>
                <a:lnTo>
                  <a:pt x="52" y="220"/>
                </a:lnTo>
                <a:close/>
                <a:moveTo>
                  <a:pt x="129" y="220"/>
                </a:moveTo>
                <a:cubicBezTo>
                  <a:pt x="123" y="220"/>
                  <a:pt x="120" y="224"/>
                  <a:pt x="120" y="228"/>
                </a:cubicBezTo>
                <a:lnTo>
                  <a:pt x="120" y="264"/>
                </a:lnTo>
                <a:cubicBezTo>
                  <a:pt x="120" y="269"/>
                  <a:pt x="124" y="273"/>
                  <a:pt x="129" y="273"/>
                </a:cubicBezTo>
                <a:lnTo>
                  <a:pt x="164" y="273"/>
                </a:lnTo>
                <a:cubicBezTo>
                  <a:pt x="170" y="273"/>
                  <a:pt x="173" y="269"/>
                  <a:pt x="173" y="264"/>
                </a:cubicBezTo>
                <a:lnTo>
                  <a:pt x="173" y="228"/>
                </a:lnTo>
                <a:cubicBezTo>
                  <a:pt x="173" y="223"/>
                  <a:pt x="169" y="220"/>
                  <a:pt x="164" y="220"/>
                </a:cubicBezTo>
                <a:lnTo>
                  <a:pt x="129" y="220"/>
                </a:lnTo>
                <a:close/>
                <a:moveTo>
                  <a:pt x="205" y="220"/>
                </a:moveTo>
                <a:cubicBezTo>
                  <a:pt x="200" y="220"/>
                  <a:pt x="196" y="224"/>
                  <a:pt x="196" y="228"/>
                </a:cubicBezTo>
                <a:lnTo>
                  <a:pt x="196" y="264"/>
                </a:lnTo>
                <a:cubicBezTo>
                  <a:pt x="197" y="269"/>
                  <a:pt x="200" y="273"/>
                  <a:pt x="205" y="273"/>
                </a:cubicBezTo>
                <a:lnTo>
                  <a:pt x="241" y="273"/>
                </a:lnTo>
                <a:cubicBezTo>
                  <a:pt x="246" y="273"/>
                  <a:pt x="250" y="269"/>
                  <a:pt x="250" y="264"/>
                </a:cubicBezTo>
                <a:lnTo>
                  <a:pt x="250" y="228"/>
                </a:lnTo>
                <a:cubicBezTo>
                  <a:pt x="249" y="223"/>
                  <a:pt x="246" y="220"/>
                  <a:pt x="241" y="220"/>
                </a:cubicBezTo>
                <a:lnTo>
                  <a:pt x="205" y="220"/>
                </a:lnTo>
                <a:close/>
                <a:moveTo>
                  <a:pt x="282" y="220"/>
                </a:moveTo>
                <a:cubicBezTo>
                  <a:pt x="276" y="220"/>
                  <a:pt x="273" y="224"/>
                  <a:pt x="273" y="228"/>
                </a:cubicBezTo>
                <a:lnTo>
                  <a:pt x="273" y="264"/>
                </a:lnTo>
                <a:cubicBezTo>
                  <a:pt x="273" y="269"/>
                  <a:pt x="277" y="273"/>
                  <a:pt x="282" y="273"/>
                </a:cubicBezTo>
                <a:lnTo>
                  <a:pt x="317" y="273"/>
                </a:lnTo>
                <a:cubicBezTo>
                  <a:pt x="323" y="273"/>
                  <a:pt x="326" y="269"/>
                  <a:pt x="326" y="264"/>
                </a:cubicBezTo>
                <a:lnTo>
                  <a:pt x="326" y="228"/>
                </a:lnTo>
                <a:cubicBezTo>
                  <a:pt x="326" y="223"/>
                  <a:pt x="322" y="220"/>
                  <a:pt x="317" y="220"/>
                </a:cubicBezTo>
                <a:lnTo>
                  <a:pt x="282" y="220"/>
                </a:lnTo>
                <a:close/>
                <a:moveTo>
                  <a:pt x="61" y="237"/>
                </a:moveTo>
                <a:lnTo>
                  <a:pt x="79" y="237"/>
                </a:lnTo>
                <a:lnTo>
                  <a:pt x="79" y="255"/>
                </a:lnTo>
                <a:lnTo>
                  <a:pt x="61" y="255"/>
                </a:lnTo>
                <a:lnTo>
                  <a:pt x="61" y="237"/>
                </a:lnTo>
                <a:close/>
                <a:moveTo>
                  <a:pt x="137" y="237"/>
                </a:moveTo>
                <a:lnTo>
                  <a:pt x="156" y="237"/>
                </a:lnTo>
                <a:lnTo>
                  <a:pt x="156" y="255"/>
                </a:lnTo>
                <a:lnTo>
                  <a:pt x="137" y="255"/>
                </a:lnTo>
                <a:lnTo>
                  <a:pt x="137" y="237"/>
                </a:lnTo>
                <a:close/>
                <a:moveTo>
                  <a:pt x="214" y="237"/>
                </a:moveTo>
                <a:lnTo>
                  <a:pt x="232" y="237"/>
                </a:lnTo>
                <a:lnTo>
                  <a:pt x="232" y="255"/>
                </a:lnTo>
                <a:lnTo>
                  <a:pt x="214" y="255"/>
                </a:lnTo>
                <a:lnTo>
                  <a:pt x="214" y="237"/>
                </a:lnTo>
                <a:close/>
                <a:moveTo>
                  <a:pt x="290" y="237"/>
                </a:moveTo>
                <a:lnTo>
                  <a:pt x="309" y="237"/>
                </a:lnTo>
                <a:lnTo>
                  <a:pt x="309" y="255"/>
                </a:lnTo>
                <a:lnTo>
                  <a:pt x="290" y="255"/>
                </a:lnTo>
                <a:lnTo>
                  <a:pt x="290" y="237"/>
                </a:lnTo>
                <a:close/>
                <a:moveTo>
                  <a:pt x="52" y="293"/>
                </a:moveTo>
                <a:cubicBezTo>
                  <a:pt x="50" y="293"/>
                  <a:pt x="47" y="294"/>
                  <a:pt x="46" y="296"/>
                </a:cubicBezTo>
                <a:cubicBezTo>
                  <a:pt x="44" y="297"/>
                  <a:pt x="43" y="300"/>
                  <a:pt x="43" y="302"/>
                </a:cubicBezTo>
                <a:lnTo>
                  <a:pt x="43" y="338"/>
                </a:lnTo>
                <a:cubicBezTo>
                  <a:pt x="44" y="343"/>
                  <a:pt x="47" y="347"/>
                  <a:pt x="52" y="347"/>
                </a:cubicBezTo>
                <a:lnTo>
                  <a:pt x="88" y="347"/>
                </a:lnTo>
                <a:cubicBezTo>
                  <a:pt x="93" y="346"/>
                  <a:pt x="97" y="343"/>
                  <a:pt x="97" y="338"/>
                </a:cubicBezTo>
                <a:lnTo>
                  <a:pt x="97" y="302"/>
                </a:lnTo>
                <a:cubicBezTo>
                  <a:pt x="96" y="297"/>
                  <a:pt x="93" y="293"/>
                  <a:pt x="88" y="293"/>
                </a:cubicBezTo>
                <a:lnTo>
                  <a:pt x="52" y="293"/>
                </a:lnTo>
                <a:close/>
                <a:moveTo>
                  <a:pt x="129" y="293"/>
                </a:moveTo>
                <a:cubicBezTo>
                  <a:pt x="123" y="294"/>
                  <a:pt x="120" y="297"/>
                  <a:pt x="120" y="302"/>
                </a:cubicBezTo>
                <a:lnTo>
                  <a:pt x="120" y="338"/>
                </a:lnTo>
                <a:cubicBezTo>
                  <a:pt x="120" y="343"/>
                  <a:pt x="124" y="347"/>
                  <a:pt x="129" y="347"/>
                </a:cubicBezTo>
                <a:lnTo>
                  <a:pt x="164" y="347"/>
                </a:lnTo>
                <a:cubicBezTo>
                  <a:pt x="170" y="346"/>
                  <a:pt x="173" y="343"/>
                  <a:pt x="173" y="338"/>
                </a:cubicBezTo>
                <a:lnTo>
                  <a:pt x="173" y="302"/>
                </a:lnTo>
                <a:cubicBezTo>
                  <a:pt x="173" y="297"/>
                  <a:pt x="169" y="293"/>
                  <a:pt x="164" y="293"/>
                </a:cubicBezTo>
                <a:lnTo>
                  <a:pt x="129" y="293"/>
                </a:lnTo>
                <a:close/>
                <a:moveTo>
                  <a:pt x="205" y="293"/>
                </a:moveTo>
                <a:cubicBezTo>
                  <a:pt x="200" y="294"/>
                  <a:pt x="196" y="297"/>
                  <a:pt x="196" y="302"/>
                </a:cubicBezTo>
                <a:lnTo>
                  <a:pt x="196" y="338"/>
                </a:lnTo>
                <a:cubicBezTo>
                  <a:pt x="197" y="343"/>
                  <a:pt x="200" y="347"/>
                  <a:pt x="205" y="347"/>
                </a:cubicBezTo>
                <a:lnTo>
                  <a:pt x="241" y="347"/>
                </a:lnTo>
                <a:cubicBezTo>
                  <a:pt x="246" y="346"/>
                  <a:pt x="250" y="343"/>
                  <a:pt x="250" y="338"/>
                </a:cubicBezTo>
                <a:lnTo>
                  <a:pt x="250" y="302"/>
                </a:lnTo>
                <a:cubicBezTo>
                  <a:pt x="249" y="297"/>
                  <a:pt x="246" y="293"/>
                  <a:pt x="241" y="293"/>
                </a:cubicBezTo>
                <a:lnTo>
                  <a:pt x="205" y="293"/>
                </a:lnTo>
                <a:close/>
                <a:moveTo>
                  <a:pt x="61" y="311"/>
                </a:moveTo>
                <a:lnTo>
                  <a:pt x="79" y="311"/>
                </a:lnTo>
                <a:lnTo>
                  <a:pt x="79" y="329"/>
                </a:lnTo>
                <a:lnTo>
                  <a:pt x="61" y="329"/>
                </a:lnTo>
                <a:lnTo>
                  <a:pt x="61" y="311"/>
                </a:lnTo>
                <a:close/>
                <a:moveTo>
                  <a:pt x="137" y="311"/>
                </a:moveTo>
                <a:lnTo>
                  <a:pt x="156" y="311"/>
                </a:lnTo>
                <a:lnTo>
                  <a:pt x="156" y="329"/>
                </a:lnTo>
                <a:lnTo>
                  <a:pt x="137" y="329"/>
                </a:lnTo>
                <a:lnTo>
                  <a:pt x="137" y="311"/>
                </a:lnTo>
                <a:close/>
                <a:moveTo>
                  <a:pt x="214" y="311"/>
                </a:moveTo>
                <a:lnTo>
                  <a:pt x="232" y="311"/>
                </a:lnTo>
                <a:lnTo>
                  <a:pt x="232" y="329"/>
                </a:lnTo>
                <a:lnTo>
                  <a:pt x="214" y="329"/>
                </a:lnTo>
                <a:lnTo>
                  <a:pt x="214" y="31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spcFirstLastPara="1" wrap="square" lIns="78300" tIns="39150" rIns="78300" bIns="3915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43" name="연결선: 꺾임 42">
            <a:extLst>
              <a:ext uri="{FF2B5EF4-FFF2-40B4-BE49-F238E27FC236}">
                <a16:creationId xmlns:a16="http://schemas.microsoft.com/office/drawing/2014/main" id="{C820B40E-1E6B-4E1F-650A-6054426A6AFD}"/>
              </a:ext>
            </a:extLst>
          </p:cNvPr>
          <p:cNvCxnSpPr>
            <a:cxnSpLocks/>
            <a:stCxn id="30" idx="2"/>
          </p:cNvCxnSpPr>
          <p:nvPr/>
        </p:nvCxnSpPr>
        <p:spPr>
          <a:xfrm rot="5400000">
            <a:off x="5476241" y="2159532"/>
            <a:ext cx="564513" cy="295108"/>
          </a:xfrm>
          <a:prstGeom prst="bentConnector3">
            <a:avLst>
              <a:gd name="adj1" fmla="val 100619"/>
            </a:avLst>
          </a:prstGeom>
          <a:ln>
            <a:solidFill>
              <a:srgbClr val="FF0000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3480F0A-70C4-030E-147E-6ECEB9AF4EAD}"/>
              </a:ext>
            </a:extLst>
          </p:cNvPr>
          <p:cNvSpPr/>
          <p:nvPr/>
        </p:nvSpPr>
        <p:spPr>
          <a:xfrm>
            <a:off x="5982311" y="1996317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778ED4C9-ADC5-2D5B-F7B5-D7C59937AFA6}"/>
              </a:ext>
            </a:extLst>
          </p:cNvPr>
          <p:cNvSpPr/>
          <p:nvPr/>
        </p:nvSpPr>
        <p:spPr>
          <a:xfrm>
            <a:off x="2491884" y="2431536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4032D2C9-54C1-9E2C-D789-E2AE13A0D3D4}"/>
              </a:ext>
            </a:extLst>
          </p:cNvPr>
          <p:cNvSpPr/>
          <p:nvPr/>
        </p:nvSpPr>
        <p:spPr>
          <a:xfrm>
            <a:off x="2491884" y="2801355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CD0F10A6-B8CC-D1A0-ADBF-E716DA9CCE37}"/>
              </a:ext>
            </a:extLst>
          </p:cNvPr>
          <p:cNvSpPr/>
          <p:nvPr/>
        </p:nvSpPr>
        <p:spPr>
          <a:xfrm>
            <a:off x="3466831" y="3496624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FF24B2FE-80FA-64FD-A752-F6A6235660A4}"/>
              </a:ext>
            </a:extLst>
          </p:cNvPr>
          <p:cNvSpPr/>
          <p:nvPr/>
        </p:nvSpPr>
        <p:spPr>
          <a:xfrm>
            <a:off x="2500397" y="3131699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49" name="연결선: 꺾임 48">
            <a:extLst>
              <a:ext uri="{FF2B5EF4-FFF2-40B4-BE49-F238E27FC236}">
                <a16:creationId xmlns:a16="http://schemas.microsoft.com/office/drawing/2014/main" id="{E1155263-87AB-46F2-0A4B-56539249C721}"/>
              </a:ext>
            </a:extLst>
          </p:cNvPr>
          <p:cNvCxnSpPr>
            <a:cxnSpLocks/>
            <a:stCxn id="38" idx="3"/>
            <a:endCxn id="51" idx="0"/>
          </p:cNvCxnSpPr>
          <p:nvPr/>
        </p:nvCxnSpPr>
        <p:spPr>
          <a:xfrm>
            <a:off x="5468435" y="2875247"/>
            <a:ext cx="709856" cy="182439"/>
          </a:xfrm>
          <a:prstGeom prst="bentConnector2">
            <a:avLst/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Google Shape;676;p22">
            <a:extLst>
              <a:ext uri="{FF2B5EF4-FFF2-40B4-BE49-F238E27FC236}">
                <a16:creationId xmlns:a16="http://schemas.microsoft.com/office/drawing/2014/main" id="{369DA4C2-29AD-9A18-94DD-34E42CD770BD}"/>
              </a:ext>
            </a:extLst>
          </p:cNvPr>
          <p:cNvSpPr/>
          <p:nvPr/>
        </p:nvSpPr>
        <p:spPr>
          <a:xfrm>
            <a:off x="5330247" y="2807351"/>
            <a:ext cx="115558" cy="123715"/>
          </a:xfrm>
          <a:custGeom>
            <a:avLst/>
            <a:gdLst/>
            <a:ahLst/>
            <a:cxnLst/>
            <a:rect l="l" t="t" r="r" b="b"/>
            <a:pathLst>
              <a:path w="369" h="395" extrusionOk="0">
                <a:moveTo>
                  <a:pt x="98" y="0"/>
                </a:moveTo>
                <a:cubicBezTo>
                  <a:pt x="88" y="0"/>
                  <a:pt x="81" y="7"/>
                  <a:pt x="77" y="15"/>
                </a:cubicBezTo>
                <a:cubicBezTo>
                  <a:pt x="73" y="23"/>
                  <a:pt x="71" y="33"/>
                  <a:pt x="71" y="44"/>
                </a:cubicBezTo>
                <a:cubicBezTo>
                  <a:pt x="71" y="48"/>
                  <a:pt x="71" y="52"/>
                  <a:pt x="72" y="56"/>
                </a:cubicBezTo>
                <a:lnTo>
                  <a:pt x="9" y="56"/>
                </a:lnTo>
                <a:cubicBezTo>
                  <a:pt x="4" y="56"/>
                  <a:pt x="1" y="60"/>
                  <a:pt x="0" y="64"/>
                </a:cubicBezTo>
                <a:lnTo>
                  <a:pt x="0" y="386"/>
                </a:lnTo>
                <a:cubicBezTo>
                  <a:pt x="1" y="391"/>
                  <a:pt x="5" y="395"/>
                  <a:pt x="9" y="395"/>
                </a:cubicBezTo>
                <a:lnTo>
                  <a:pt x="360" y="395"/>
                </a:lnTo>
                <a:cubicBezTo>
                  <a:pt x="365" y="394"/>
                  <a:pt x="369" y="391"/>
                  <a:pt x="369" y="386"/>
                </a:cubicBezTo>
                <a:lnTo>
                  <a:pt x="369" y="64"/>
                </a:lnTo>
                <a:cubicBezTo>
                  <a:pt x="369" y="59"/>
                  <a:pt x="365" y="56"/>
                  <a:pt x="360" y="56"/>
                </a:cubicBezTo>
                <a:lnTo>
                  <a:pt x="298" y="56"/>
                </a:lnTo>
                <a:cubicBezTo>
                  <a:pt x="299" y="52"/>
                  <a:pt x="299" y="48"/>
                  <a:pt x="299" y="44"/>
                </a:cubicBezTo>
                <a:cubicBezTo>
                  <a:pt x="299" y="33"/>
                  <a:pt x="297" y="23"/>
                  <a:pt x="293" y="15"/>
                </a:cubicBezTo>
                <a:cubicBezTo>
                  <a:pt x="289" y="7"/>
                  <a:pt x="282" y="0"/>
                  <a:pt x="272" y="0"/>
                </a:cubicBezTo>
                <a:cubicBezTo>
                  <a:pt x="262" y="0"/>
                  <a:pt x="256" y="7"/>
                  <a:pt x="251" y="15"/>
                </a:cubicBezTo>
                <a:cubicBezTo>
                  <a:pt x="247" y="23"/>
                  <a:pt x="245" y="33"/>
                  <a:pt x="245" y="44"/>
                </a:cubicBezTo>
                <a:cubicBezTo>
                  <a:pt x="245" y="48"/>
                  <a:pt x="245" y="52"/>
                  <a:pt x="246" y="56"/>
                </a:cubicBezTo>
                <a:lnTo>
                  <a:pt x="124" y="56"/>
                </a:lnTo>
                <a:cubicBezTo>
                  <a:pt x="124" y="52"/>
                  <a:pt x="125" y="48"/>
                  <a:pt x="125" y="44"/>
                </a:cubicBezTo>
                <a:cubicBezTo>
                  <a:pt x="125" y="33"/>
                  <a:pt x="122" y="23"/>
                  <a:pt x="118" y="15"/>
                </a:cubicBezTo>
                <a:cubicBezTo>
                  <a:pt x="114" y="7"/>
                  <a:pt x="107" y="0"/>
                  <a:pt x="98" y="0"/>
                </a:cubicBezTo>
                <a:close/>
                <a:moveTo>
                  <a:pt x="98" y="17"/>
                </a:moveTo>
                <a:cubicBezTo>
                  <a:pt x="98" y="17"/>
                  <a:pt x="101" y="18"/>
                  <a:pt x="103" y="23"/>
                </a:cubicBezTo>
                <a:cubicBezTo>
                  <a:pt x="106" y="28"/>
                  <a:pt x="108" y="35"/>
                  <a:pt x="108" y="44"/>
                </a:cubicBezTo>
                <a:cubicBezTo>
                  <a:pt x="108" y="48"/>
                  <a:pt x="107" y="52"/>
                  <a:pt x="106" y="56"/>
                </a:cubicBezTo>
                <a:lnTo>
                  <a:pt x="89" y="56"/>
                </a:lnTo>
                <a:cubicBezTo>
                  <a:pt x="88" y="52"/>
                  <a:pt x="88" y="48"/>
                  <a:pt x="88" y="44"/>
                </a:cubicBezTo>
                <a:cubicBezTo>
                  <a:pt x="88" y="35"/>
                  <a:pt x="90" y="28"/>
                  <a:pt x="92" y="23"/>
                </a:cubicBezTo>
                <a:cubicBezTo>
                  <a:pt x="95" y="18"/>
                  <a:pt x="97" y="17"/>
                  <a:pt x="98" y="17"/>
                </a:cubicBezTo>
                <a:close/>
                <a:moveTo>
                  <a:pt x="272" y="17"/>
                </a:moveTo>
                <a:cubicBezTo>
                  <a:pt x="273" y="17"/>
                  <a:pt x="275" y="18"/>
                  <a:pt x="277" y="23"/>
                </a:cubicBezTo>
                <a:cubicBezTo>
                  <a:pt x="280" y="28"/>
                  <a:pt x="282" y="35"/>
                  <a:pt x="282" y="44"/>
                </a:cubicBezTo>
                <a:cubicBezTo>
                  <a:pt x="282" y="48"/>
                  <a:pt x="281" y="52"/>
                  <a:pt x="281" y="56"/>
                </a:cubicBezTo>
                <a:lnTo>
                  <a:pt x="263" y="56"/>
                </a:lnTo>
                <a:cubicBezTo>
                  <a:pt x="263" y="52"/>
                  <a:pt x="262" y="48"/>
                  <a:pt x="262" y="44"/>
                </a:cubicBezTo>
                <a:cubicBezTo>
                  <a:pt x="262" y="35"/>
                  <a:pt x="264" y="28"/>
                  <a:pt x="267" y="23"/>
                </a:cubicBezTo>
                <a:cubicBezTo>
                  <a:pt x="269" y="18"/>
                  <a:pt x="272" y="17"/>
                  <a:pt x="272" y="17"/>
                </a:cubicBezTo>
                <a:close/>
                <a:moveTo>
                  <a:pt x="18" y="118"/>
                </a:moveTo>
                <a:lnTo>
                  <a:pt x="351" y="118"/>
                </a:lnTo>
                <a:lnTo>
                  <a:pt x="351" y="377"/>
                </a:lnTo>
                <a:lnTo>
                  <a:pt x="18" y="377"/>
                </a:lnTo>
                <a:lnTo>
                  <a:pt x="18" y="118"/>
                </a:lnTo>
                <a:close/>
                <a:moveTo>
                  <a:pt x="129" y="146"/>
                </a:moveTo>
                <a:cubicBezTo>
                  <a:pt x="123" y="146"/>
                  <a:pt x="120" y="150"/>
                  <a:pt x="120" y="155"/>
                </a:cubicBezTo>
                <a:lnTo>
                  <a:pt x="120" y="191"/>
                </a:lnTo>
                <a:cubicBezTo>
                  <a:pt x="120" y="196"/>
                  <a:pt x="124" y="199"/>
                  <a:pt x="129" y="199"/>
                </a:cubicBezTo>
                <a:lnTo>
                  <a:pt x="164" y="199"/>
                </a:lnTo>
                <a:cubicBezTo>
                  <a:pt x="170" y="199"/>
                  <a:pt x="173" y="195"/>
                  <a:pt x="173" y="191"/>
                </a:cubicBezTo>
                <a:lnTo>
                  <a:pt x="173" y="155"/>
                </a:lnTo>
                <a:cubicBezTo>
                  <a:pt x="173" y="150"/>
                  <a:pt x="169" y="146"/>
                  <a:pt x="164" y="146"/>
                </a:cubicBezTo>
                <a:lnTo>
                  <a:pt x="129" y="146"/>
                </a:lnTo>
                <a:close/>
                <a:moveTo>
                  <a:pt x="205" y="146"/>
                </a:moveTo>
                <a:cubicBezTo>
                  <a:pt x="200" y="146"/>
                  <a:pt x="196" y="150"/>
                  <a:pt x="196" y="155"/>
                </a:cubicBezTo>
                <a:lnTo>
                  <a:pt x="196" y="191"/>
                </a:lnTo>
                <a:cubicBezTo>
                  <a:pt x="197" y="196"/>
                  <a:pt x="200" y="199"/>
                  <a:pt x="205" y="199"/>
                </a:cubicBezTo>
                <a:lnTo>
                  <a:pt x="241" y="199"/>
                </a:lnTo>
                <a:cubicBezTo>
                  <a:pt x="246" y="199"/>
                  <a:pt x="250" y="195"/>
                  <a:pt x="250" y="191"/>
                </a:cubicBezTo>
                <a:lnTo>
                  <a:pt x="250" y="155"/>
                </a:lnTo>
                <a:cubicBezTo>
                  <a:pt x="249" y="150"/>
                  <a:pt x="246" y="146"/>
                  <a:pt x="241" y="146"/>
                </a:cubicBezTo>
                <a:lnTo>
                  <a:pt x="205" y="146"/>
                </a:lnTo>
                <a:close/>
                <a:moveTo>
                  <a:pt x="282" y="146"/>
                </a:moveTo>
                <a:cubicBezTo>
                  <a:pt x="276" y="146"/>
                  <a:pt x="273" y="150"/>
                  <a:pt x="273" y="155"/>
                </a:cubicBezTo>
                <a:lnTo>
                  <a:pt x="273" y="191"/>
                </a:lnTo>
                <a:cubicBezTo>
                  <a:pt x="273" y="196"/>
                  <a:pt x="277" y="199"/>
                  <a:pt x="282" y="199"/>
                </a:cubicBezTo>
                <a:lnTo>
                  <a:pt x="317" y="199"/>
                </a:lnTo>
                <a:cubicBezTo>
                  <a:pt x="323" y="199"/>
                  <a:pt x="326" y="195"/>
                  <a:pt x="326" y="191"/>
                </a:cubicBezTo>
                <a:lnTo>
                  <a:pt x="326" y="155"/>
                </a:lnTo>
                <a:cubicBezTo>
                  <a:pt x="326" y="150"/>
                  <a:pt x="322" y="146"/>
                  <a:pt x="317" y="146"/>
                </a:cubicBezTo>
                <a:lnTo>
                  <a:pt x="282" y="146"/>
                </a:lnTo>
                <a:close/>
                <a:moveTo>
                  <a:pt x="137" y="164"/>
                </a:moveTo>
                <a:lnTo>
                  <a:pt x="156" y="164"/>
                </a:lnTo>
                <a:lnTo>
                  <a:pt x="156" y="182"/>
                </a:lnTo>
                <a:lnTo>
                  <a:pt x="137" y="182"/>
                </a:lnTo>
                <a:lnTo>
                  <a:pt x="137" y="164"/>
                </a:lnTo>
                <a:close/>
                <a:moveTo>
                  <a:pt x="214" y="164"/>
                </a:moveTo>
                <a:lnTo>
                  <a:pt x="232" y="164"/>
                </a:lnTo>
                <a:lnTo>
                  <a:pt x="232" y="182"/>
                </a:lnTo>
                <a:lnTo>
                  <a:pt x="214" y="182"/>
                </a:lnTo>
                <a:lnTo>
                  <a:pt x="214" y="164"/>
                </a:lnTo>
                <a:close/>
                <a:moveTo>
                  <a:pt x="290" y="164"/>
                </a:moveTo>
                <a:lnTo>
                  <a:pt x="309" y="164"/>
                </a:lnTo>
                <a:lnTo>
                  <a:pt x="309" y="182"/>
                </a:lnTo>
                <a:lnTo>
                  <a:pt x="290" y="182"/>
                </a:lnTo>
                <a:lnTo>
                  <a:pt x="290" y="164"/>
                </a:lnTo>
                <a:close/>
                <a:moveTo>
                  <a:pt x="52" y="220"/>
                </a:moveTo>
                <a:cubicBezTo>
                  <a:pt x="47" y="220"/>
                  <a:pt x="43" y="224"/>
                  <a:pt x="43" y="228"/>
                </a:cubicBezTo>
                <a:lnTo>
                  <a:pt x="43" y="264"/>
                </a:lnTo>
                <a:cubicBezTo>
                  <a:pt x="50" y="274"/>
                  <a:pt x="42" y="272"/>
                  <a:pt x="52" y="273"/>
                </a:cubicBezTo>
                <a:lnTo>
                  <a:pt x="88" y="273"/>
                </a:lnTo>
                <a:cubicBezTo>
                  <a:pt x="93" y="273"/>
                  <a:pt x="97" y="269"/>
                  <a:pt x="97" y="264"/>
                </a:cubicBezTo>
                <a:lnTo>
                  <a:pt x="97" y="228"/>
                </a:lnTo>
                <a:cubicBezTo>
                  <a:pt x="96" y="223"/>
                  <a:pt x="93" y="220"/>
                  <a:pt x="88" y="220"/>
                </a:cubicBezTo>
                <a:lnTo>
                  <a:pt x="52" y="220"/>
                </a:lnTo>
                <a:close/>
                <a:moveTo>
                  <a:pt x="129" y="220"/>
                </a:moveTo>
                <a:cubicBezTo>
                  <a:pt x="123" y="220"/>
                  <a:pt x="120" y="224"/>
                  <a:pt x="120" y="228"/>
                </a:cubicBezTo>
                <a:lnTo>
                  <a:pt x="120" y="264"/>
                </a:lnTo>
                <a:cubicBezTo>
                  <a:pt x="120" y="269"/>
                  <a:pt x="124" y="273"/>
                  <a:pt x="129" y="273"/>
                </a:cubicBezTo>
                <a:lnTo>
                  <a:pt x="164" y="273"/>
                </a:lnTo>
                <a:cubicBezTo>
                  <a:pt x="170" y="273"/>
                  <a:pt x="173" y="269"/>
                  <a:pt x="173" y="264"/>
                </a:cubicBezTo>
                <a:lnTo>
                  <a:pt x="173" y="228"/>
                </a:lnTo>
                <a:cubicBezTo>
                  <a:pt x="173" y="223"/>
                  <a:pt x="169" y="220"/>
                  <a:pt x="164" y="220"/>
                </a:cubicBezTo>
                <a:lnTo>
                  <a:pt x="129" y="220"/>
                </a:lnTo>
                <a:close/>
                <a:moveTo>
                  <a:pt x="205" y="220"/>
                </a:moveTo>
                <a:cubicBezTo>
                  <a:pt x="200" y="220"/>
                  <a:pt x="196" y="224"/>
                  <a:pt x="196" y="228"/>
                </a:cubicBezTo>
                <a:lnTo>
                  <a:pt x="196" y="264"/>
                </a:lnTo>
                <a:cubicBezTo>
                  <a:pt x="197" y="269"/>
                  <a:pt x="200" y="273"/>
                  <a:pt x="205" y="273"/>
                </a:cubicBezTo>
                <a:lnTo>
                  <a:pt x="241" y="273"/>
                </a:lnTo>
                <a:cubicBezTo>
                  <a:pt x="246" y="273"/>
                  <a:pt x="250" y="269"/>
                  <a:pt x="250" y="264"/>
                </a:cubicBezTo>
                <a:lnTo>
                  <a:pt x="250" y="228"/>
                </a:lnTo>
                <a:cubicBezTo>
                  <a:pt x="249" y="223"/>
                  <a:pt x="246" y="220"/>
                  <a:pt x="241" y="220"/>
                </a:cubicBezTo>
                <a:lnTo>
                  <a:pt x="205" y="220"/>
                </a:lnTo>
                <a:close/>
                <a:moveTo>
                  <a:pt x="282" y="220"/>
                </a:moveTo>
                <a:cubicBezTo>
                  <a:pt x="276" y="220"/>
                  <a:pt x="273" y="224"/>
                  <a:pt x="273" y="228"/>
                </a:cubicBezTo>
                <a:lnTo>
                  <a:pt x="273" y="264"/>
                </a:lnTo>
                <a:cubicBezTo>
                  <a:pt x="273" y="269"/>
                  <a:pt x="277" y="273"/>
                  <a:pt x="282" y="273"/>
                </a:cubicBezTo>
                <a:lnTo>
                  <a:pt x="317" y="273"/>
                </a:lnTo>
                <a:cubicBezTo>
                  <a:pt x="323" y="273"/>
                  <a:pt x="326" y="269"/>
                  <a:pt x="326" y="264"/>
                </a:cubicBezTo>
                <a:lnTo>
                  <a:pt x="326" y="228"/>
                </a:lnTo>
                <a:cubicBezTo>
                  <a:pt x="326" y="223"/>
                  <a:pt x="322" y="220"/>
                  <a:pt x="317" y="220"/>
                </a:cubicBezTo>
                <a:lnTo>
                  <a:pt x="282" y="220"/>
                </a:lnTo>
                <a:close/>
                <a:moveTo>
                  <a:pt x="61" y="237"/>
                </a:moveTo>
                <a:lnTo>
                  <a:pt x="79" y="237"/>
                </a:lnTo>
                <a:lnTo>
                  <a:pt x="79" y="255"/>
                </a:lnTo>
                <a:lnTo>
                  <a:pt x="61" y="255"/>
                </a:lnTo>
                <a:lnTo>
                  <a:pt x="61" y="237"/>
                </a:lnTo>
                <a:close/>
                <a:moveTo>
                  <a:pt x="137" y="237"/>
                </a:moveTo>
                <a:lnTo>
                  <a:pt x="156" y="237"/>
                </a:lnTo>
                <a:lnTo>
                  <a:pt x="156" y="255"/>
                </a:lnTo>
                <a:lnTo>
                  <a:pt x="137" y="255"/>
                </a:lnTo>
                <a:lnTo>
                  <a:pt x="137" y="237"/>
                </a:lnTo>
                <a:close/>
                <a:moveTo>
                  <a:pt x="214" y="237"/>
                </a:moveTo>
                <a:lnTo>
                  <a:pt x="232" y="237"/>
                </a:lnTo>
                <a:lnTo>
                  <a:pt x="232" y="255"/>
                </a:lnTo>
                <a:lnTo>
                  <a:pt x="214" y="255"/>
                </a:lnTo>
                <a:lnTo>
                  <a:pt x="214" y="237"/>
                </a:lnTo>
                <a:close/>
                <a:moveTo>
                  <a:pt x="290" y="237"/>
                </a:moveTo>
                <a:lnTo>
                  <a:pt x="309" y="237"/>
                </a:lnTo>
                <a:lnTo>
                  <a:pt x="309" y="255"/>
                </a:lnTo>
                <a:lnTo>
                  <a:pt x="290" y="255"/>
                </a:lnTo>
                <a:lnTo>
                  <a:pt x="290" y="237"/>
                </a:lnTo>
                <a:close/>
                <a:moveTo>
                  <a:pt x="52" y="293"/>
                </a:moveTo>
                <a:cubicBezTo>
                  <a:pt x="50" y="293"/>
                  <a:pt x="47" y="294"/>
                  <a:pt x="46" y="296"/>
                </a:cubicBezTo>
                <a:cubicBezTo>
                  <a:pt x="44" y="297"/>
                  <a:pt x="43" y="300"/>
                  <a:pt x="43" y="302"/>
                </a:cubicBezTo>
                <a:lnTo>
                  <a:pt x="43" y="338"/>
                </a:lnTo>
                <a:cubicBezTo>
                  <a:pt x="44" y="343"/>
                  <a:pt x="47" y="347"/>
                  <a:pt x="52" y="347"/>
                </a:cubicBezTo>
                <a:lnTo>
                  <a:pt x="88" y="347"/>
                </a:lnTo>
                <a:cubicBezTo>
                  <a:pt x="93" y="346"/>
                  <a:pt x="97" y="343"/>
                  <a:pt x="97" y="338"/>
                </a:cubicBezTo>
                <a:lnTo>
                  <a:pt x="97" y="302"/>
                </a:lnTo>
                <a:cubicBezTo>
                  <a:pt x="96" y="297"/>
                  <a:pt x="93" y="293"/>
                  <a:pt x="88" y="293"/>
                </a:cubicBezTo>
                <a:lnTo>
                  <a:pt x="52" y="293"/>
                </a:lnTo>
                <a:close/>
                <a:moveTo>
                  <a:pt x="129" y="293"/>
                </a:moveTo>
                <a:cubicBezTo>
                  <a:pt x="123" y="294"/>
                  <a:pt x="120" y="297"/>
                  <a:pt x="120" y="302"/>
                </a:cubicBezTo>
                <a:lnTo>
                  <a:pt x="120" y="338"/>
                </a:lnTo>
                <a:cubicBezTo>
                  <a:pt x="120" y="343"/>
                  <a:pt x="124" y="347"/>
                  <a:pt x="129" y="347"/>
                </a:cubicBezTo>
                <a:lnTo>
                  <a:pt x="164" y="347"/>
                </a:lnTo>
                <a:cubicBezTo>
                  <a:pt x="170" y="346"/>
                  <a:pt x="173" y="343"/>
                  <a:pt x="173" y="338"/>
                </a:cubicBezTo>
                <a:lnTo>
                  <a:pt x="173" y="302"/>
                </a:lnTo>
                <a:cubicBezTo>
                  <a:pt x="173" y="297"/>
                  <a:pt x="169" y="293"/>
                  <a:pt x="164" y="293"/>
                </a:cubicBezTo>
                <a:lnTo>
                  <a:pt x="129" y="293"/>
                </a:lnTo>
                <a:close/>
                <a:moveTo>
                  <a:pt x="205" y="293"/>
                </a:moveTo>
                <a:cubicBezTo>
                  <a:pt x="200" y="294"/>
                  <a:pt x="196" y="297"/>
                  <a:pt x="196" y="302"/>
                </a:cubicBezTo>
                <a:lnTo>
                  <a:pt x="196" y="338"/>
                </a:lnTo>
                <a:cubicBezTo>
                  <a:pt x="197" y="343"/>
                  <a:pt x="200" y="347"/>
                  <a:pt x="205" y="347"/>
                </a:cubicBezTo>
                <a:lnTo>
                  <a:pt x="241" y="347"/>
                </a:lnTo>
                <a:cubicBezTo>
                  <a:pt x="246" y="346"/>
                  <a:pt x="250" y="343"/>
                  <a:pt x="250" y="338"/>
                </a:cubicBezTo>
                <a:lnTo>
                  <a:pt x="250" y="302"/>
                </a:lnTo>
                <a:cubicBezTo>
                  <a:pt x="249" y="297"/>
                  <a:pt x="246" y="293"/>
                  <a:pt x="241" y="293"/>
                </a:cubicBezTo>
                <a:lnTo>
                  <a:pt x="205" y="293"/>
                </a:lnTo>
                <a:close/>
                <a:moveTo>
                  <a:pt x="61" y="311"/>
                </a:moveTo>
                <a:lnTo>
                  <a:pt x="79" y="311"/>
                </a:lnTo>
                <a:lnTo>
                  <a:pt x="79" y="329"/>
                </a:lnTo>
                <a:lnTo>
                  <a:pt x="61" y="329"/>
                </a:lnTo>
                <a:lnTo>
                  <a:pt x="61" y="311"/>
                </a:lnTo>
                <a:close/>
                <a:moveTo>
                  <a:pt x="137" y="311"/>
                </a:moveTo>
                <a:lnTo>
                  <a:pt x="156" y="311"/>
                </a:lnTo>
                <a:lnTo>
                  <a:pt x="156" y="329"/>
                </a:lnTo>
                <a:lnTo>
                  <a:pt x="137" y="329"/>
                </a:lnTo>
                <a:lnTo>
                  <a:pt x="137" y="311"/>
                </a:lnTo>
                <a:close/>
                <a:moveTo>
                  <a:pt x="214" y="311"/>
                </a:moveTo>
                <a:lnTo>
                  <a:pt x="232" y="311"/>
                </a:lnTo>
                <a:lnTo>
                  <a:pt x="232" y="329"/>
                </a:lnTo>
                <a:lnTo>
                  <a:pt x="214" y="329"/>
                </a:lnTo>
                <a:lnTo>
                  <a:pt x="214" y="31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spcFirstLastPara="1" wrap="square" lIns="78300" tIns="39150" rIns="78300" bIns="3915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51" name="그림 50">
            <a:extLst>
              <a:ext uri="{FF2B5EF4-FFF2-40B4-BE49-F238E27FC236}">
                <a16:creationId xmlns:a16="http://schemas.microsoft.com/office/drawing/2014/main" id="{D5BCDE17-2357-E18F-5913-090EE9B675F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1166"/>
          <a:stretch>
            <a:fillRect/>
          </a:stretch>
        </p:blipFill>
        <p:spPr>
          <a:xfrm>
            <a:off x="5527350" y="3057686"/>
            <a:ext cx="1301882" cy="1572261"/>
          </a:xfrm>
          <a:prstGeom prst="rect">
            <a:avLst/>
          </a:prstGeom>
          <a:ln>
            <a:solidFill>
              <a:schemeClr val="bg1">
                <a:lumMod val="75000"/>
              </a:schemeClr>
            </a:solidFill>
          </a:ln>
        </p:spPr>
      </p:pic>
      <p:graphicFrame>
        <p:nvGraphicFramePr>
          <p:cNvPr id="58" name="Group 323">
            <a:extLst>
              <a:ext uri="{FF2B5EF4-FFF2-40B4-BE49-F238E27FC236}">
                <a16:creationId xmlns:a16="http://schemas.microsoft.com/office/drawing/2014/main" id="{77B34536-E27D-BF7A-84FC-A50AF3BA89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6588710"/>
              </p:ext>
            </p:extLst>
          </p:nvPr>
        </p:nvGraphicFramePr>
        <p:xfrm>
          <a:off x="9625013" y="575703"/>
          <a:ext cx="2519969" cy="4370832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 옵션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클릭 시 검색 옵션 창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모달창으로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닫기 버튼 또는 창 밖을 클릭 할 경우 닫힘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뽑기 이름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크리에이터가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설정한 뽑기 이름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기간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디폴트 설정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최근 한 달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날짜 영역 클릭하면 기간 팝업 노출하여 검색 기간 선택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검색어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항목 선택하여 검색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검색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클릭하여 다음페이지 검색 결과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59" name="그룹 58">
            <a:extLst>
              <a:ext uri="{FF2B5EF4-FFF2-40B4-BE49-F238E27FC236}">
                <a16:creationId xmlns:a16="http://schemas.microsoft.com/office/drawing/2014/main" id="{F7CBA169-C032-A928-92F0-CA439B60B687}"/>
              </a:ext>
            </a:extLst>
          </p:cNvPr>
          <p:cNvGrpSpPr/>
          <p:nvPr/>
        </p:nvGrpSpPr>
        <p:grpSpPr>
          <a:xfrm>
            <a:off x="10020436" y="1420214"/>
            <a:ext cx="953498" cy="1060511"/>
            <a:chOff x="10020436" y="1168178"/>
            <a:chExt cx="953498" cy="1060511"/>
          </a:xfrm>
        </p:grpSpPr>
        <p:sp>
          <p:nvSpPr>
            <p:cNvPr id="60" name="Button">
              <a:extLst>
                <a:ext uri="{FF2B5EF4-FFF2-40B4-BE49-F238E27FC236}">
                  <a16:creationId xmlns:a16="http://schemas.microsoft.com/office/drawing/2014/main" id="{4A4B719F-5B09-2063-8C99-FE101C0E7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0436" y="1412781"/>
              <a:ext cx="953498" cy="815908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Ins="36000" rtlCol="0" anchor="t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             </a:t>
              </a:r>
              <a:endPara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뽑기 이름</a:t>
              </a:r>
              <a:endParaRPr lang="en-US" altLang="ko-KR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뽑기 이름</a:t>
              </a:r>
              <a:endPara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rtl="0" eaLnBrk="1" fontAlgn="base" latinLnBrk="1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뽑기 이름</a:t>
              </a:r>
              <a:endPara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" name="Button">
              <a:extLst>
                <a:ext uri="{FF2B5EF4-FFF2-40B4-BE49-F238E27FC236}">
                  <a16:creationId xmlns:a16="http://schemas.microsoft.com/office/drawing/2014/main" id="{ED23EA54-CCB6-67D9-AFAF-D4FB75DED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0436" y="1168178"/>
              <a:ext cx="953498" cy="216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Ins="36000"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             ▼</a:t>
              </a:r>
              <a:endPara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62" name="Button">
            <a:extLst>
              <a:ext uri="{FF2B5EF4-FFF2-40B4-BE49-F238E27FC236}">
                <a16:creationId xmlns:a16="http://schemas.microsoft.com/office/drawing/2014/main" id="{E372A9FC-C361-53FF-2B64-6083CA74B120}"/>
              </a:ext>
            </a:extLst>
          </p:cNvPr>
          <p:cNvSpPr>
            <a:spLocks/>
          </p:cNvSpPr>
          <p:nvPr/>
        </p:nvSpPr>
        <p:spPr bwMode="auto">
          <a:xfrm>
            <a:off x="10000420" y="3609020"/>
            <a:ext cx="953498" cy="20267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Ins="3600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전체              ▼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Button">
            <a:extLst>
              <a:ext uri="{FF2B5EF4-FFF2-40B4-BE49-F238E27FC236}">
                <a16:creationId xmlns:a16="http://schemas.microsoft.com/office/drawing/2014/main" id="{B674F2E4-D08D-814B-0474-661FADFA85FC}"/>
              </a:ext>
            </a:extLst>
          </p:cNvPr>
          <p:cNvSpPr>
            <a:spLocks/>
          </p:cNvSpPr>
          <p:nvPr/>
        </p:nvSpPr>
        <p:spPr bwMode="auto">
          <a:xfrm>
            <a:off x="10000420" y="3853195"/>
            <a:ext cx="953498" cy="67715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Ins="3600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</a:t>
            </a:r>
            <a:endParaRPr lang="en-US" altLang="ko-KR" sz="8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닉네임 </a:t>
            </a:r>
            <a:r>
              <a:rPr lang="en-US" altLang="ko-KR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(ID)</a:t>
            </a:r>
          </a:p>
          <a:p>
            <a:pPr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후원</a:t>
            </a:r>
            <a:r>
              <a:rPr lang="en-US" altLang="ko-KR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금액</a:t>
            </a:r>
            <a:endParaRPr lang="en-US" altLang="ko-KR" sz="8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당첨 내용</a:t>
            </a:r>
            <a:endParaRPr lang="en-US" altLang="ko-KR" sz="8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B939565F-6B31-3E0C-2296-A9EB366DB8C6}"/>
              </a:ext>
            </a:extLst>
          </p:cNvPr>
          <p:cNvSpPr txBox="1"/>
          <p:nvPr/>
        </p:nvSpPr>
        <p:spPr>
          <a:xfrm>
            <a:off x="10200456" y="2272884"/>
            <a:ext cx="369332" cy="228589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/>
          <a:p>
            <a:pPr algn="l"/>
            <a:r>
              <a: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lang="ko-KR" altLang="en-US" sz="1200" b="1" dirty="0" err="1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71732327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1197;p27">
            <a:extLst>
              <a:ext uri="{FF2B5EF4-FFF2-40B4-BE49-F238E27FC236}">
                <a16:creationId xmlns:a16="http://schemas.microsoft.com/office/drawing/2014/main" id="{15F3248D-565F-9E2F-A734-AC3D013F3580}"/>
              </a:ext>
            </a:extLst>
          </p:cNvPr>
          <p:cNvSpPr/>
          <p:nvPr/>
        </p:nvSpPr>
        <p:spPr>
          <a:xfrm>
            <a:off x="1153179" y="1448773"/>
            <a:ext cx="5832867" cy="4500508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54000" rIns="61650" bIns="24650" anchor="t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 리스트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돋움" pitchFamily="50" charset="-127"/>
              <a:ea typeface="돋움" pitchFamily="50" charset="-127"/>
              <a:cs typeface="+mn-cs"/>
            </a:endParaRP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AA48264D-A263-56F9-5469-331A53BD41C8}"/>
              </a:ext>
            </a:extLst>
          </p:cNvPr>
          <p:cNvSpPr/>
          <p:nvPr/>
        </p:nvSpPr>
        <p:spPr bwMode="auto">
          <a:xfrm>
            <a:off x="1214157" y="1745876"/>
            <a:ext cx="5720043" cy="415038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noFill/>
            <a:prstDash val="solid"/>
            <a:miter lim="800000"/>
            <a:headEnd/>
            <a:tailEnd/>
          </a:ln>
          <a:effectLst/>
        </p:spPr>
        <p:txBody>
          <a:bodyPr wrap="none" lIns="144000" tIns="108000" rIns="144000" bIns="108000" rtlCol="0" anchor="ctr"/>
          <a:lstStyle/>
          <a:p>
            <a:pPr algn="ctr">
              <a:lnSpc>
                <a:spcPct val="150000"/>
              </a:lnSpc>
            </a:pP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202124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algn="ctr">
              <a:lnSpc>
                <a:spcPct val="150000"/>
              </a:lnSpc>
            </a:pPr>
            <a:r>
              <a:rPr lang="ko-KR" altLang="en-US" sz="800" dirty="0">
                <a:solidFill>
                  <a:srgbClr val="202124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 검색 입니다</a:t>
            </a:r>
            <a:r>
              <a:rPr lang="en-US" altLang="ko-KR" sz="800" dirty="0">
                <a:solidFill>
                  <a:srgbClr val="202124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상세한 검색은 </a:t>
            </a:r>
            <a:r>
              <a:rPr kumimoji="1" lang="ko-KR" altLang="en-US" sz="800" b="0" i="0" u="sng" strike="noStrike" kern="1200" cap="none" spc="0" normalizeH="0" baseline="0" noProof="0" dirty="0">
                <a:ln>
                  <a:noFill/>
                </a:ln>
                <a:solidFill>
                  <a:srgbClr val="1A73E8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검색 옵션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을 사용해 보세요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  <a:endParaRPr lang="en-US" altLang="ko-KR" sz="800" b="0" i="0" dirty="0">
              <a:solidFill>
                <a:srgbClr val="202124"/>
              </a:solidFill>
              <a:effectLst/>
              <a:latin typeface="+mn-ea"/>
              <a:ea typeface="+mn-ea"/>
            </a:endParaRPr>
          </a:p>
          <a:p>
            <a:pPr algn="ctr">
              <a:lnSpc>
                <a:spcPct val="150000"/>
              </a:lnSpc>
            </a:pPr>
            <a:endParaRPr lang="en-US" altLang="ko-KR" sz="800" dirty="0">
              <a:solidFill>
                <a:srgbClr val="202124"/>
              </a:solidFill>
              <a:latin typeface="+mn-ea"/>
              <a:ea typeface="+mn-ea"/>
            </a:endParaRPr>
          </a:p>
          <a:p>
            <a:pPr algn="ctr">
              <a:lnSpc>
                <a:spcPct val="150000"/>
              </a:lnSpc>
            </a:pPr>
            <a:endParaRPr lang="en-US" altLang="ko-KR" sz="800" b="0" i="0" dirty="0">
              <a:solidFill>
                <a:srgbClr val="202124"/>
              </a:solidFill>
              <a:effectLst/>
              <a:latin typeface="+mn-ea"/>
              <a:ea typeface="+mn-ea"/>
            </a:endParaRPr>
          </a:p>
          <a:p>
            <a:pPr algn="ctr">
              <a:lnSpc>
                <a:spcPct val="150000"/>
              </a:lnSpc>
            </a:pPr>
            <a:endParaRPr lang="en-US" altLang="ko-KR" sz="800" dirty="0">
              <a:solidFill>
                <a:srgbClr val="202124"/>
              </a:solidFill>
              <a:latin typeface="+mn-ea"/>
              <a:ea typeface="+mn-ea"/>
            </a:endParaRPr>
          </a:p>
          <a:p>
            <a:pPr algn="ctr">
              <a:lnSpc>
                <a:spcPct val="150000"/>
              </a:lnSpc>
            </a:pPr>
            <a:endParaRPr lang="en-US" altLang="ko-KR" sz="800" b="0" i="0" dirty="0">
              <a:solidFill>
                <a:srgbClr val="202124"/>
              </a:solidFill>
              <a:effectLst/>
              <a:latin typeface="+mn-ea"/>
              <a:ea typeface="+mn-ea"/>
            </a:endParaRPr>
          </a:p>
          <a:p>
            <a:pPr algn="ctr">
              <a:lnSpc>
                <a:spcPct val="150000"/>
              </a:lnSpc>
            </a:pPr>
            <a:r>
              <a:rPr lang="ko-KR" altLang="en-US" sz="800" b="0" i="0" dirty="0">
                <a:solidFill>
                  <a:srgbClr val="202124"/>
                </a:solidFill>
                <a:effectLst/>
                <a:latin typeface="+mn-ea"/>
                <a:ea typeface="+mn-ea"/>
              </a:rPr>
              <a:t>일치하는 결과가 없습니다</a:t>
            </a:r>
            <a:r>
              <a:rPr lang="en-US" altLang="ko-KR" sz="800" b="0" i="0" dirty="0">
                <a:solidFill>
                  <a:srgbClr val="202124"/>
                </a:solidFill>
                <a:effectLst/>
                <a:latin typeface="+mn-ea"/>
                <a:ea typeface="+mn-ea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ko-KR" altLang="en-US" sz="800" b="0" i="0" dirty="0">
                <a:solidFill>
                  <a:srgbClr val="202124"/>
                </a:solidFill>
                <a:effectLst/>
                <a:latin typeface="+mn-ea"/>
                <a:ea typeface="+mn-ea"/>
              </a:rPr>
              <a:t>뽑기 이름</a:t>
            </a:r>
            <a:r>
              <a:rPr lang="en-US" altLang="ko-KR" sz="800" b="0" i="0" dirty="0">
                <a:solidFill>
                  <a:srgbClr val="202124"/>
                </a:solidFill>
                <a:effectLst/>
                <a:latin typeface="+mn-ea"/>
                <a:ea typeface="+mn-ea"/>
              </a:rPr>
              <a:t>, </a:t>
            </a:r>
            <a:r>
              <a:rPr lang="ko-KR" altLang="en-US" sz="800" b="0" i="0" dirty="0">
                <a:solidFill>
                  <a:srgbClr val="202124"/>
                </a:solidFill>
                <a:effectLst/>
                <a:latin typeface="+mn-ea"/>
                <a:ea typeface="+mn-ea"/>
              </a:rPr>
              <a:t>기간</a:t>
            </a:r>
            <a:r>
              <a:rPr lang="en-US" altLang="ko-KR" sz="800" b="0" i="0" dirty="0">
                <a:solidFill>
                  <a:srgbClr val="202124"/>
                </a:solidFill>
                <a:effectLst/>
                <a:latin typeface="+mn-ea"/>
                <a:ea typeface="+mn-ea"/>
              </a:rPr>
              <a:t>, </a:t>
            </a:r>
            <a:r>
              <a:rPr lang="ko-KR" altLang="en-US" sz="800" dirty="0">
                <a:solidFill>
                  <a:srgbClr val="202124"/>
                </a:solidFill>
                <a:latin typeface="+mn-ea"/>
                <a:ea typeface="+mn-ea"/>
              </a:rPr>
              <a:t>금액</a:t>
            </a:r>
            <a:r>
              <a:rPr lang="ko-KR" altLang="en-US" sz="800" b="0" i="0" dirty="0">
                <a:solidFill>
                  <a:srgbClr val="202124"/>
                </a:solidFill>
                <a:effectLst/>
                <a:latin typeface="+mn-ea"/>
                <a:ea typeface="+mn-ea"/>
              </a:rPr>
              <a:t> 등의 </a:t>
            </a:r>
            <a:r>
              <a:rPr lang="ko-KR" altLang="en-US" sz="800" b="0" i="0" u="sng" dirty="0">
                <a:solidFill>
                  <a:srgbClr val="1A73E8"/>
                </a:solidFill>
                <a:effectLst/>
                <a:latin typeface="+mn-ea"/>
                <a:ea typeface="+mn-ea"/>
              </a:rPr>
              <a:t>검색 옵션</a:t>
            </a:r>
            <a:r>
              <a:rPr lang="ko-KR" altLang="en-US" sz="800" b="0" i="0" dirty="0">
                <a:solidFill>
                  <a:srgbClr val="202124"/>
                </a:solidFill>
                <a:effectLst/>
                <a:latin typeface="+mn-ea"/>
                <a:ea typeface="+mn-ea"/>
              </a:rPr>
              <a:t>을 사용해 보세요</a:t>
            </a:r>
            <a:r>
              <a:rPr lang="en-US" altLang="ko-KR" sz="800" b="0" i="0" dirty="0">
                <a:solidFill>
                  <a:srgbClr val="202124"/>
                </a:solidFill>
                <a:effectLst/>
                <a:latin typeface="+mn-ea"/>
                <a:ea typeface="+mn-ea"/>
              </a:rPr>
              <a:t>.</a:t>
            </a:r>
            <a:endParaRPr lang="ko-KR" altLang="en-US" sz="800" b="1" dirty="0">
              <a:latin typeface="+mn-ea"/>
              <a:ea typeface="+mn-ea"/>
            </a:endParaRPr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53DFF9EA-F6B8-00D1-87A6-F802D72B3A4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후원 리스트 </a:t>
            </a:r>
            <a:r>
              <a:rPr lang="en-US" altLang="ko-KR" dirty="0"/>
              <a:t>&gt; </a:t>
            </a:r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검색 결과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C2E9B831-F490-9C36-9CB4-D3769985FBF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후원 리스트 위젯 </a:t>
            </a:r>
            <a:r>
              <a:rPr lang="en-US" altLang="ko-KR" dirty="0"/>
              <a:t>&gt; </a:t>
            </a:r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검색 결과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168D1455-B9F4-ABB8-3F1B-9A40409964F1}"/>
              </a:ext>
            </a:extLst>
          </p:cNvPr>
          <p:cNvSpPr/>
          <p:nvPr/>
        </p:nvSpPr>
        <p:spPr>
          <a:xfrm>
            <a:off x="6698266" y="1862886"/>
            <a:ext cx="227652" cy="227652"/>
          </a:xfrm>
          <a:prstGeom prst="round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bg1"/>
                </a:solidFill>
                <a:sym typeface="Wingdings 2" panose="05020102010507070707" pitchFamily="18" charset="2"/>
              </a:rPr>
              <a:t></a:t>
            </a:r>
            <a:endParaRPr lang="ko-KR" altLang="en-US" dirty="0">
              <a:solidFill>
                <a:schemeClr val="bg1"/>
              </a:solidFill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2959C18A-6F99-B78E-6656-CE21DE6C2E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3476230"/>
              </p:ext>
            </p:extLst>
          </p:nvPr>
        </p:nvGraphicFramePr>
        <p:xfrm>
          <a:off x="1240741" y="2135242"/>
          <a:ext cx="5666687" cy="3761080"/>
        </p:xfrm>
        <a:graphic>
          <a:graphicData uri="http://schemas.openxmlformats.org/drawingml/2006/table">
            <a:tbl>
              <a:tblPr firstRow="1" bandRow="1"/>
              <a:tblGrid>
                <a:gridCol w="1002831">
                  <a:extLst>
                    <a:ext uri="{9D8B030D-6E8A-4147-A177-3AD203B41FA5}">
                      <a16:colId xmlns:a16="http://schemas.microsoft.com/office/drawing/2014/main" val="1453498877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985946180"/>
                    </a:ext>
                  </a:extLst>
                </a:gridCol>
                <a:gridCol w="1602756">
                  <a:extLst>
                    <a:ext uri="{9D8B030D-6E8A-4147-A177-3AD203B41FA5}">
                      <a16:colId xmlns:a16="http://schemas.microsoft.com/office/drawing/2014/main" val="501139426"/>
                    </a:ext>
                  </a:extLst>
                </a:gridCol>
                <a:gridCol w="1332148">
                  <a:extLst>
                    <a:ext uri="{9D8B030D-6E8A-4147-A177-3AD203B41FA5}">
                      <a16:colId xmlns:a16="http://schemas.microsoft.com/office/drawing/2014/main" val="91154639"/>
                    </a:ext>
                  </a:extLst>
                </a:gridCol>
                <a:gridCol w="468052">
                  <a:extLst>
                    <a:ext uri="{9D8B030D-6E8A-4147-A177-3AD203B41FA5}">
                      <a16:colId xmlns:a16="http://schemas.microsoft.com/office/drawing/2014/main" val="269202006"/>
                    </a:ext>
                  </a:extLst>
                </a:gridCol>
                <a:gridCol w="540820">
                  <a:extLst>
                    <a:ext uri="{9D8B030D-6E8A-4147-A177-3AD203B41FA5}">
                      <a16:colId xmlns:a16="http://schemas.microsoft.com/office/drawing/2014/main" val="3066059222"/>
                    </a:ext>
                  </a:extLst>
                </a:gridCol>
              </a:tblGrid>
              <a:tr h="32553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+mn-ea"/>
                        </a:rPr>
                        <a:t>닉네임</a:t>
                      </a:r>
                      <a:r>
                        <a:rPr lang="en-US" altLang="ko-KR" sz="800" b="1" dirty="0">
                          <a:latin typeface="맑은 고딕" panose="020B0503020000020004" pitchFamily="50" charset="-127"/>
                          <a:ea typeface="+mn-ea"/>
                        </a:rPr>
                        <a:t>(ID)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후원 캐시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뽑기 이름</a:t>
                      </a:r>
                    </a:p>
                  </a:txBody>
                  <a:tcPr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상품</a:t>
                      </a:r>
                    </a:p>
                  </a:txBody>
                  <a:tcPr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  </a:t>
                      </a:r>
                      <a:r>
                        <a:rPr kumimoji="0" lang="en-US" altLang="ko-KR" sz="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▼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 </a:t>
                      </a:r>
                      <a:endParaRPr lang="en-US" altLang="ko-KR" sz="1000" b="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일시</a:t>
                      </a:r>
                    </a:p>
                  </a:txBody>
                  <a:tcPr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7653606"/>
                  </a:ext>
                </a:extLst>
              </a:tr>
              <a:tr h="33888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rtl="0" fontAlgn="ctr">
                        <a:buNone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크리스마스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뽑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…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오늘의 셀카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1000" b="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방금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2625082"/>
                  </a:ext>
                </a:extLst>
              </a:tr>
              <a:tr h="34967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꽝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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방금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0248099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오늘의 셀카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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3766220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꽝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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031777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오늘의 셀카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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9017808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뽑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꽝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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8127382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뽑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오늘의 셀카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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5773418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뽑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꽝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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5245360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뽑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오늘의 셀카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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6449258"/>
                  </a:ext>
                </a:extLst>
              </a:tr>
              <a:tr h="34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후원닉네임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크리스마스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…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꽝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  <a:sym typeface="Wingdings" panose="05000000000000000000" pitchFamily="2" charset="2"/>
                        </a:rPr>
                        <a:t></a:t>
                      </a:r>
                      <a:endParaRPr kumimoji="0" lang="en-US" altLang="ko-KR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4880776"/>
                  </a:ext>
                </a:extLst>
              </a:tr>
            </a:tbl>
          </a:graphicData>
        </a:graphic>
      </p:graphicFrame>
      <p:sp>
        <p:nvSpPr>
          <p:cNvPr id="22" name="Button">
            <a:extLst>
              <a:ext uri="{FF2B5EF4-FFF2-40B4-BE49-F238E27FC236}">
                <a16:creationId xmlns:a16="http://schemas.microsoft.com/office/drawing/2014/main" id="{7DBC3A9A-E285-6644-7590-6498AA6130C1}"/>
              </a:ext>
            </a:extLst>
          </p:cNvPr>
          <p:cNvSpPr>
            <a:spLocks/>
          </p:cNvSpPr>
          <p:nvPr/>
        </p:nvSpPr>
        <p:spPr bwMode="auto">
          <a:xfrm>
            <a:off x="2451897" y="1860805"/>
            <a:ext cx="2853476" cy="22765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Ins="3600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defRPr/>
            </a:pPr>
            <a:r>
              <a:rPr lang="ko-KR" altLang="en-US" sz="900" b="1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</a:rPr>
              <a:t>뽑기 검색</a:t>
            </a:r>
            <a:endParaRPr lang="en-US" altLang="ko-KR" sz="900" b="1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18DE3C0C-C54A-67E6-807A-8C80C31A8CD3}"/>
              </a:ext>
            </a:extLst>
          </p:cNvPr>
          <p:cNvGrpSpPr/>
          <p:nvPr/>
        </p:nvGrpSpPr>
        <p:grpSpPr>
          <a:xfrm>
            <a:off x="5314295" y="1860805"/>
            <a:ext cx="227652" cy="227652"/>
            <a:chOff x="6384032" y="6295336"/>
            <a:chExt cx="276375" cy="276375"/>
          </a:xfrm>
        </p:grpSpPr>
        <p:sp>
          <p:nvSpPr>
            <p:cNvPr id="24" name="사각형: 둥근 모서리 23">
              <a:extLst>
                <a:ext uri="{FF2B5EF4-FFF2-40B4-BE49-F238E27FC236}">
                  <a16:creationId xmlns:a16="http://schemas.microsoft.com/office/drawing/2014/main" id="{89C56DFF-C0DF-222C-1071-2A34319676CE}"/>
                </a:ext>
              </a:extLst>
            </p:cNvPr>
            <p:cNvSpPr/>
            <p:nvPr/>
          </p:nvSpPr>
          <p:spPr>
            <a:xfrm>
              <a:off x="6384032" y="6295336"/>
              <a:ext cx="276375" cy="276375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5" name="Google Shape;900;p24">
              <a:extLst>
                <a:ext uri="{FF2B5EF4-FFF2-40B4-BE49-F238E27FC236}">
                  <a16:creationId xmlns:a16="http://schemas.microsoft.com/office/drawing/2014/main" id="{0AB2CCC8-1734-7651-6310-AD8EED2EE0B7}"/>
                </a:ext>
              </a:extLst>
            </p:cNvPr>
            <p:cNvSpPr/>
            <p:nvPr/>
          </p:nvSpPr>
          <p:spPr>
            <a:xfrm>
              <a:off x="6452352" y="6356957"/>
              <a:ext cx="139734" cy="153133"/>
            </a:xfrm>
            <a:custGeom>
              <a:avLst/>
              <a:gdLst/>
              <a:ahLst/>
              <a:cxnLst/>
              <a:rect l="l" t="t" r="r" b="b"/>
              <a:pathLst>
                <a:path w="315" h="343" extrusionOk="0">
                  <a:moveTo>
                    <a:pt x="117" y="0"/>
                  </a:moveTo>
                  <a:cubicBezTo>
                    <a:pt x="53" y="0"/>
                    <a:pt x="0" y="53"/>
                    <a:pt x="0" y="117"/>
                  </a:cubicBezTo>
                  <a:cubicBezTo>
                    <a:pt x="0" y="181"/>
                    <a:pt x="53" y="232"/>
                    <a:pt x="117" y="232"/>
                  </a:cubicBezTo>
                  <a:cubicBezTo>
                    <a:pt x="181" y="232"/>
                    <a:pt x="232" y="181"/>
                    <a:pt x="232" y="117"/>
                  </a:cubicBezTo>
                  <a:cubicBezTo>
                    <a:pt x="232" y="53"/>
                    <a:pt x="181" y="0"/>
                    <a:pt x="117" y="0"/>
                  </a:cubicBezTo>
                  <a:close/>
                  <a:moveTo>
                    <a:pt x="117" y="26"/>
                  </a:moveTo>
                  <a:cubicBezTo>
                    <a:pt x="167" y="26"/>
                    <a:pt x="208" y="66"/>
                    <a:pt x="208" y="117"/>
                  </a:cubicBezTo>
                  <a:cubicBezTo>
                    <a:pt x="208" y="167"/>
                    <a:pt x="167" y="207"/>
                    <a:pt x="117" y="207"/>
                  </a:cubicBezTo>
                  <a:cubicBezTo>
                    <a:pt x="67" y="207"/>
                    <a:pt x="26" y="167"/>
                    <a:pt x="26" y="117"/>
                  </a:cubicBezTo>
                  <a:cubicBezTo>
                    <a:pt x="26" y="66"/>
                    <a:pt x="67" y="26"/>
                    <a:pt x="117" y="26"/>
                  </a:cubicBezTo>
                  <a:close/>
                  <a:moveTo>
                    <a:pt x="218" y="196"/>
                  </a:moveTo>
                  <a:cubicBezTo>
                    <a:pt x="208" y="208"/>
                    <a:pt x="197" y="218"/>
                    <a:pt x="184" y="226"/>
                  </a:cubicBezTo>
                  <a:lnTo>
                    <a:pt x="186" y="228"/>
                  </a:lnTo>
                  <a:lnTo>
                    <a:pt x="271" y="331"/>
                  </a:lnTo>
                  <a:cubicBezTo>
                    <a:pt x="279" y="341"/>
                    <a:pt x="296" y="343"/>
                    <a:pt x="305" y="335"/>
                  </a:cubicBezTo>
                  <a:cubicBezTo>
                    <a:pt x="315" y="326"/>
                    <a:pt x="315" y="309"/>
                    <a:pt x="306" y="301"/>
                  </a:cubicBezTo>
                  <a:lnTo>
                    <a:pt x="221" y="199"/>
                  </a:lnTo>
                  <a:lnTo>
                    <a:pt x="218" y="19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771" b="0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E2B783C0-DE09-D1D5-1045-9F90C01A7A49}"/>
              </a:ext>
            </a:extLst>
          </p:cNvPr>
          <p:cNvSpPr/>
          <p:nvPr/>
        </p:nvSpPr>
        <p:spPr>
          <a:xfrm>
            <a:off x="5467276" y="1860805"/>
            <a:ext cx="757402" cy="227652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u="sng" dirty="0">
                <a:solidFill>
                  <a:schemeClr val="tx1"/>
                </a:solidFill>
              </a:rPr>
              <a:t>검색 옵션</a:t>
            </a: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6C6D7C6D-E8EA-B20E-686B-1312CAE84A0C}"/>
              </a:ext>
            </a:extLst>
          </p:cNvPr>
          <p:cNvSpPr/>
          <p:nvPr/>
        </p:nvSpPr>
        <p:spPr>
          <a:xfrm>
            <a:off x="7252670" y="3699329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2FB4B26F-F307-15BF-4901-4470AA93AD71}"/>
              </a:ext>
            </a:extLst>
          </p:cNvPr>
          <p:cNvGrpSpPr/>
          <p:nvPr/>
        </p:nvGrpSpPr>
        <p:grpSpPr>
          <a:xfrm rot="5400000">
            <a:off x="5261793" y="3805456"/>
            <a:ext cx="3776731" cy="396043"/>
            <a:chOff x="6600056" y="1538514"/>
            <a:chExt cx="1692188" cy="305304"/>
          </a:xfrm>
        </p:grpSpPr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0072660C-665C-E5EA-10C4-811FA446669F}"/>
                </a:ext>
              </a:extLst>
            </p:cNvPr>
            <p:cNvCxnSpPr/>
            <p:nvPr/>
          </p:nvCxnSpPr>
          <p:spPr>
            <a:xfrm>
              <a:off x="6600056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44A4CB04-8A4C-9494-6CCD-79E1B65DBC68}"/>
                </a:ext>
              </a:extLst>
            </p:cNvPr>
            <p:cNvCxnSpPr/>
            <p:nvPr/>
          </p:nvCxnSpPr>
          <p:spPr>
            <a:xfrm>
              <a:off x="8292244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화살표 연결선 30">
              <a:extLst>
                <a:ext uri="{FF2B5EF4-FFF2-40B4-BE49-F238E27FC236}">
                  <a16:creationId xmlns:a16="http://schemas.microsoft.com/office/drawing/2014/main" id="{486D8CF4-F617-667E-941A-C284F24F18EE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56" y="1638109"/>
              <a:ext cx="1692188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2" name="그림 31">
            <a:extLst>
              <a:ext uri="{FF2B5EF4-FFF2-40B4-BE49-F238E27FC236}">
                <a16:creationId xmlns:a16="http://schemas.microsoft.com/office/drawing/2014/main" id="{BD313635-31EB-646C-591C-915BB84A912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435304" y="1854176"/>
            <a:ext cx="232603" cy="238275"/>
          </a:xfrm>
          <a:prstGeom prst="rect">
            <a:avLst/>
          </a:prstGeom>
        </p:spPr>
      </p:pic>
      <p:sp>
        <p:nvSpPr>
          <p:cNvPr id="33" name="TextBox 32">
            <a:extLst>
              <a:ext uri="{FF2B5EF4-FFF2-40B4-BE49-F238E27FC236}">
                <a16:creationId xmlns:a16="http://schemas.microsoft.com/office/drawing/2014/main" id="{AEED3993-6E13-5BA3-924E-31194C484BFE}"/>
              </a:ext>
            </a:extLst>
          </p:cNvPr>
          <p:cNvSpPr txBox="1"/>
          <p:nvPr/>
        </p:nvSpPr>
        <p:spPr>
          <a:xfrm>
            <a:off x="2196729" y="5155099"/>
            <a:ext cx="3747556" cy="506664"/>
          </a:xfrm>
          <a:prstGeom prst="roundRect">
            <a:avLst/>
          </a:prstGeom>
          <a:solidFill>
            <a:schemeClr val="accent2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anchor="ctr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검색 결과가 </a:t>
            </a:r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r>
              <a:rPr kumimoji="1" lang="ko-KR" altLang="en-US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건이 초과되었습니다</a:t>
            </a:r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※ </a:t>
            </a: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최근 순으로 </a:t>
            </a:r>
            <a:r>
              <a: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 까지만 검색 결과를 보실 수 있습니다</a:t>
            </a:r>
            <a:r>
              <a: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B7DBDC2B-DECB-9AAF-D6CD-5F1B5F92E1A8}"/>
              </a:ext>
            </a:extLst>
          </p:cNvPr>
          <p:cNvSpPr/>
          <p:nvPr/>
        </p:nvSpPr>
        <p:spPr>
          <a:xfrm>
            <a:off x="1993033" y="5206836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D21AC6F4-CF90-B7A5-5F3B-1C496D69B9FB}"/>
              </a:ext>
            </a:extLst>
          </p:cNvPr>
          <p:cNvSpPr txBox="1"/>
          <p:nvPr/>
        </p:nvSpPr>
        <p:spPr>
          <a:xfrm>
            <a:off x="7218984" y="3895756"/>
            <a:ext cx="631904" cy="215444"/>
          </a:xfrm>
          <a:prstGeom prst="rect">
            <a:avLst/>
          </a:prstGeom>
          <a:solidFill>
            <a:srgbClr val="FF0000"/>
          </a:solidFill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 결과</a:t>
            </a:r>
          </a:p>
        </p:txBody>
      </p:sp>
      <p:graphicFrame>
        <p:nvGraphicFramePr>
          <p:cNvPr id="37" name="Group 323">
            <a:extLst>
              <a:ext uri="{FF2B5EF4-FFF2-40B4-BE49-F238E27FC236}">
                <a16:creationId xmlns:a16="http://schemas.microsoft.com/office/drawing/2014/main" id="{2F3E6550-4DF3-0EF0-6A0D-E77C4A2175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1072198"/>
              </p:ext>
            </p:extLst>
          </p:nvPr>
        </p:nvGraphicFramePr>
        <p:xfrm>
          <a:off x="9625013" y="575703"/>
          <a:ext cx="2519969" cy="1849395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 결과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 결과는 최근 순으로 최대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1,000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개까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지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 결과 초과 토스트 메시지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- 1,000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개 초과 시 해당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알림창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토스트 메시지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: 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초 후 사라짐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5956345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7E572DEC-82A0-C755-4F07-6BB19C0BCFC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5340" y="411980"/>
            <a:ext cx="9436335" cy="424732"/>
          </a:xfrm>
        </p:spPr>
        <p:txBody>
          <a:bodyPr/>
          <a:lstStyle/>
          <a:p>
            <a:r>
              <a:rPr lang="ko-KR" altLang="en-US" dirty="0"/>
              <a:t>반응형 </a:t>
            </a:r>
            <a:r>
              <a:rPr lang="en-US" altLang="ko-KR" dirty="0"/>
              <a:t>UI &gt; </a:t>
            </a:r>
            <a:r>
              <a:rPr lang="ko-KR" altLang="en-US" dirty="0"/>
              <a:t>후원 자세히 보기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68B4B6A0-FFCB-F33D-906A-4A51133630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후원 리스트 위젯 </a:t>
            </a:r>
            <a:r>
              <a:rPr lang="en-US" altLang="ko-KR" dirty="0"/>
              <a:t>&gt; </a:t>
            </a:r>
            <a:r>
              <a:rPr lang="ko-KR" altLang="en-US" dirty="0"/>
              <a:t>반응형 </a:t>
            </a:r>
            <a:r>
              <a:rPr lang="en-US" altLang="ko-KR" dirty="0"/>
              <a:t>UI</a:t>
            </a:r>
            <a:endParaRPr lang="ko-KR" altLang="en-US" dirty="0"/>
          </a:p>
        </p:txBody>
      </p:sp>
      <p:sp>
        <p:nvSpPr>
          <p:cNvPr id="4" name="Google Shape;1197;p27">
            <a:extLst>
              <a:ext uri="{FF2B5EF4-FFF2-40B4-BE49-F238E27FC236}">
                <a16:creationId xmlns:a16="http://schemas.microsoft.com/office/drawing/2014/main" id="{9BEC95C0-37E3-E5EC-9CBA-5859711F460B}"/>
              </a:ext>
            </a:extLst>
          </p:cNvPr>
          <p:cNvSpPr/>
          <p:nvPr/>
        </p:nvSpPr>
        <p:spPr>
          <a:xfrm>
            <a:off x="6578494" y="1510536"/>
            <a:ext cx="2566556" cy="4726776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ker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  <a:cs typeface="Calibri"/>
                <a:sym typeface="Calibri"/>
              </a:rPr>
              <a:t>후원 리스트</a:t>
            </a:r>
            <a:endParaRPr kumimoji="0" sz="9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5" name="Google Shape;1198;p27">
            <a:extLst>
              <a:ext uri="{FF2B5EF4-FFF2-40B4-BE49-F238E27FC236}">
                <a16:creationId xmlns:a16="http://schemas.microsoft.com/office/drawing/2014/main" id="{095C064A-6634-54DB-1B8C-967EFAEC09EE}"/>
              </a:ext>
            </a:extLst>
          </p:cNvPr>
          <p:cNvSpPr/>
          <p:nvPr/>
        </p:nvSpPr>
        <p:spPr>
          <a:xfrm>
            <a:off x="6633548" y="1717057"/>
            <a:ext cx="2470586" cy="4459419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" name="Google Shape;1197;p27">
            <a:extLst>
              <a:ext uri="{FF2B5EF4-FFF2-40B4-BE49-F238E27FC236}">
                <a16:creationId xmlns:a16="http://schemas.microsoft.com/office/drawing/2014/main" id="{F5247E10-BC24-E34E-9745-64EF69B74C78}"/>
              </a:ext>
            </a:extLst>
          </p:cNvPr>
          <p:cNvSpPr/>
          <p:nvPr/>
        </p:nvSpPr>
        <p:spPr>
          <a:xfrm>
            <a:off x="3551151" y="1510536"/>
            <a:ext cx="2566556" cy="4726776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ker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  <a:cs typeface="Calibri"/>
                <a:sym typeface="Calibri"/>
              </a:rPr>
              <a:t>후원 리스트</a:t>
            </a:r>
            <a:endParaRPr kumimoji="0" sz="9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7" name="Google Shape;1198;p27">
            <a:extLst>
              <a:ext uri="{FF2B5EF4-FFF2-40B4-BE49-F238E27FC236}">
                <a16:creationId xmlns:a16="http://schemas.microsoft.com/office/drawing/2014/main" id="{135E511B-530A-5B77-92D8-886F3792CB50}"/>
              </a:ext>
            </a:extLst>
          </p:cNvPr>
          <p:cNvSpPr/>
          <p:nvPr/>
        </p:nvSpPr>
        <p:spPr>
          <a:xfrm>
            <a:off x="3606205" y="1717057"/>
            <a:ext cx="2470586" cy="4459419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AA2E6C9-7ADC-EE3A-932E-C61AD4AC9BEC}"/>
              </a:ext>
            </a:extLst>
          </p:cNvPr>
          <p:cNvSpPr txBox="1"/>
          <p:nvPr/>
        </p:nvSpPr>
        <p:spPr>
          <a:xfrm>
            <a:off x="6631210" y="1770960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5E1DD84-C5E6-39C0-7A7D-718FAD5048A1}"/>
              </a:ext>
            </a:extLst>
          </p:cNvPr>
          <p:cNvSpPr txBox="1"/>
          <p:nvPr/>
        </p:nvSpPr>
        <p:spPr>
          <a:xfrm>
            <a:off x="7907670" y="1770960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D4D6236E-024D-DBFD-6E5F-4895B7505BBA}"/>
              </a:ext>
            </a:extLst>
          </p:cNvPr>
          <p:cNvCxnSpPr>
            <a:cxnSpLocks/>
          </p:cNvCxnSpPr>
          <p:nvPr/>
        </p:nvCxnSpPr>
        <p:spPr>
          <a:xfrm>
            <a:off x="6728925" y="2035484"/>
            <a:ext cx="526203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037DD820-1715-1F84-780A-04FBC726C091}"/>
              </a:ext>
            </a:extLst>
          </p:cNvPr>
          <p:cNvSpPr txBox="1"/>
          <p:nvPr/>
        </p:nvSpPr>
        <p:spPr>
          <a:xfrm>
            <a:off x="7413139" y="1770960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072C2F55-B92F-E3BF-6D28-9A29855C6F9D}"/>
              </a:ext>
            </a:extLst>
          </p:cNvPr>
          <p:cNvSpPr/>
          <p:nvPr/>
        </p:nvSpPr>
        <p:spPr>
          <a:xfrm>
            <a:off x="6660301" y="2042951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13" name="Picture 6" descr="필터 - 무료 ui개 아이콘">
            <a:extLst>
              <a:ext uri="{FF2B5EF4-FFF2-40B4-BE49-F238E27FC236}">
                <a16:creationId xmlns:a16="http://schemas.microsoft.com/office/drawing/2014/main" id="{4169DA1D-672A-C46F-90E0-AE6790CB46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6314" y="2078671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9302D31D-A859-EED3-4663-ABA502CCB421}"/>
              </a:ext>
            </a:extLst>
          </p:cNvPr>
          <p:cNvSpPr/>
          <p:nvPr/>
        </p:nvSpPr>
        <p:spPr>
          <a:xfrm>
            <a:off x="6660301" y="3517050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15" name="그래픽 14">
            <a:extLst>
              <a:ext uri="{FF2B5EF4-FFF2-40B4-BE49-F238E27FC236}">
                <a16:creationId xmlns:a16="http://schemas.microsoft.com/office/drawing/2014/main" id="{F3118336-2393-559F-91B2-99B4416860D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707713" y="3695597"/>
            <a:ext cx="263454" cy="263454"/>
          </a:xfrm>
          <a:prstGeom prst="rect">
            <a:avLst/>
          </a:prstGeom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6D2DBC0B-5A52-BDE0-C2CD-8AA665F99D78}"/>
              </a:ext>
            </a:extLst>
          </p:cNvPr>
          <p:cNvSpPr txBox="1"/>
          <p:nvPr/>
        </p:nvSpPr>
        <p:spPr>
          <a:xfrm>
            <a:off x="6969701" y="354333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38F6F6D-8F20-FF01-456E-9058E759C300}"/>
              </a:ext>
            </a:extLst>
          </p:cNvPr>
          <p:cNvSpPr txBox="1"/>
          <p:nvPr/>
        </p:nvSpPr>
        <p:spPr>
          <a:xfrm>
            <a:off x="6970469" y="3910800"/>
            <a:ext cx="1481163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[</a:t>
            </a: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Youtube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유튜브 제목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C743BC79-ECAF-F2E4-7A39-6FCFBC8730B6}"/>
              </a:ext>
            </a:extLst>
          </p:cNvPr>
          <p:cNvSpPr/>
          <p:nvPr/>
        </p:nvSpPr>
        <p:spPr>
          <a:xfrm>
            <a:off x="8349064" y="3666969"/>
            <a:ext cx="320711" cy="320711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371B378-4849-CDF7-1E04-B0BB1A8ACACC}"/>
              </a:ext>
            </a:extLst>
          </p:cNvPr>
          <p:cNvSpPr txBox="1"/>
          <p:nvPr/>
        </p:nvSpPr>
        <p:spPr>
          <a:xfrm>
            <a:off x="8646111" y="3617204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3,000</a:t>
            </a:r>
            <a:endParaRPr lang="ko-KR" altLang="en-US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E879642-0698-D19F-6718-57C3052C098F}"/>
              </a:ext>
            </a:extLst>
          </p:cNvPr>
          <p:cNvSpPr txBox="1"/>
          <p:nvPr/>
        </p:nvSpPr>
        <p:spPr>
          <a:xfrm>
            <a:off x="8633771" y="391080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1" name="그래픽 20">
            <a:extLst>
              <a:ext uri="{FF2B5EF4-FFF2-40B4-BE49-F238E27FC236}">
                <a16:creationId xmlns:a16="http://schemas.microsoft.com/office/drawing/2014/main" id="{DD4C0478-D7AD-6925-F47F-5C167224283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8849795" y="3913218"/>
            <a:ext cx="228600" cy="228600"/>
          </a:xfrm>
          <a:prstGeom prst="rect">
            <a:avLst/>
          </a:prstGeom>
        </p:spPr>
      </p:pic>
      <p:sp>
        <p:nvSpPr>
          <p:cNvPr id="22" name="직사각형 21">
            <a:extLst>
              <a:ext uri="{FF2B5EF4-FFF2-40B4-BE49-F238E27FC236}">
                <a16:creationId xmlns:a16="http://schemas.microsoft.com/office/drawing/2014/main" id="{5E68796F-E6B5-F027-89F3-CF5CE3BFC775}"/>
              </a:ext>
            </a:extLst>
          </p:cNvPr>
          <p:cNvSpPr/>
          <p:nvPr/>
        </p:nvSpPr>
        <p:spPr>
          <a:xfrm>
            <a:off x="6660301" y="2284321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3A2FA4E2-EBAF-AB63-8C3E-9452B1F747E6}"/>
              </a:ext>
            </a:extLst>
          </p:cNvPr>
          <p:cNvSpPr/>
          <p:nvPr/>
        </p:nvSpPr>
        <p:spPr>
          <a:xfrm>
            <a:off x="6660301" y="2909110"/>
            <a:ext cx="2417540" cy="60919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27682E9-899B-EC62-6CEB-A9EFC4AD3E3D}"/>
              </a:ext>
            </a:extLst>
          </p:cNvPr>
          <p:cNvSpPr txBox="1"/>
          <p:nvPr/>
        </p:nvSpPr>
        <p:spPr>
          <a:xfrm>
            <a:off x="6969701" y="293539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00F7FE2-D629-48EC-9C69-C4E8FCD7D42F}"/>
              </a:ext>
            </a:extLst>
          </p:cNvPr>
          <p:cNvSpPr txBox="1"/>
          <p:nvPr/>
        </p:nvSpPr>
        <p:spPr>
          <a:xfrm>
            <a:off x="6970470" y="3302860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EE709C55-1F3C-BA19-84DE-B03D3E8F5A58}"/>
              </a:ext>
            </a:extLst>
          </p:cNvPr>
          <p:cNvSpPr txBox="1"/>
          <p:nvPr/>
        </p:nvSpPr>
        <p:spPr>
          <a:xfrm>
            <a:off x="8646111" y="3009264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4D043E55-7751-5DB2-EDB9-E1E8AE812BA8}"/>
              </a:ext>
            </a:extLst>
          </p:cNvPr>
          <p:cNvSpPr txBox="1"/>
          <p:nvPr/>
        </p:nvSpPr>
        <p:spPr>
          <a:xfrm>
            <a:off x="8611741" y="3302860"/>
            <a:ext cx="39176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8" name="그래픽 27">
            <a:extLst>
              <a:ext uri="{FF2B5EF4-FFF2-40B4-BE49-F238E27FC236}">
                <a16:creationId xmlns:a16="http://schemas.microsoft.com/office/drawing/2014/main" id="{10180CC3-D47C-1499-ED1D-B73E1740526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8849795" y="3305278"/>
            <a:ext cx="228600" cy="228600"/>
          </a:xfrm>
          <a:prstGeom prst="rect">
            <a:avLst/>
          </a:prstGeom>
        </p:spPr>
      </p:pic>
      <p:pic>
        <p:nvPicPr>
          <p:cNvPr id="29" name="그래픽 28">
            <a:extLst>
              <a:ext uri="{FF2B5EF4-FFF2-40B4-BE49-F238E27FC236}">
                <a16:creationId xmlns:a16="http://schemas.microsoft.com/office/drawing/2014/main" id="{727EA833-C326-170D-F339-18464687724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707011" y="3099661"/>
            <a:ext cx="263454" cy="263454"/>
          </a:xfrm>
          <a:prstGeom prst="rect">
            <a:avLst/>
          </a:prstGeom>
        </p:spPr>
      </p:pic>
      <p:sp>
        <p:nvSpPr>
          <p:cNvPr id="30" name="직사각형 29">
            <a:extLst>
              <a:ext uri="{FF2B5EF4-FFF2-40B4-BE49-F238E27FC236}">
                <a16:creationId xmlns:a16="http://schemas.microsoft.com/office/drawing/2014/main" id="{48E756F8-8E9A-30B5-82F4-8F6595CD01DC}"/>
              </a:ext>
            </a:extLst>
          </p:cNvPr>
          <p:cNvSpPr/>
          <p:nvPr/>
        </p:nvSpPr>
        <p:spPr>
          <a:xfrm>
            <a:off x="6660301" y="4143329"/>
            <a:ext cx="2417540" cy="834323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7981750E-4D82-C3C0-C248-4AAA3351F090}"/>
              </a:ext>
            </a:extLst>
          </p:cNvPr>
          <p:cNvSpPr txBox="1"/>
          <p:nvPr/>
        </p:nvSpPr>
        <p:spPr>
          <a:xfrm>
            <a:off x="6969701" y="416961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70F54CBE-CA1F-ADD2-18BA-E688E6475799}"/>
              </a:ext>
            </a:extLst>
          </p:cNvPr>
          <p:cNvSpPr txBox="1"/>
          <p:nvPr/>
        </p:nvSpPr>
        <p:spPr>
          <a:xfrm>
            <a:off x="6970469" y="4537080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룰렛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제목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꽝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or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당첨 항목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18693921-237E-481D-B39F-0FC90FBFBF3D}"/>
              </a:ext>
            </a:extLst>
          </p:cNvPr>
          <p:cNvSpPr txBox="1"/>
          <p:nvPr/>
        </p:nvSpPr>
        <p:spPr>
          <a:xfrm>
            <a:off x="8646111" y="4243484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dirty="0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CAEF36D5-E54E-39B9-30EE-8ED8D097B905}"/>
              </a:ext>
            </a:extLst>
          </p:cNvPr>
          <p:cNvSpPr txBox="1"/>
          <p:nvPr/>
        </p:nvSpPr>
        <p:spPr>
          <a:xfrm>
            <a:off x="8633771" y="4537080"/>
            <a:ext cx="4917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 ▲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36" name="그래픽 35">
            <a:extLst>
              <a:ext uri="{FF2B5EF4-FFF2-40B4-BE49-F238E27FC236}">
                <a16:creationId xmlns:a16="http://schemas.microsoft.com/office/drawing/2014/main" id="{9A23E3FF-90B2-CE0C-CE81-9D497F97C02B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710788" y="4334626"/>
            <a:ext cx="258115" cy="258115"/>
          </a:xfrm>
          <a:prstGeom prst="rect">
            <a:avLst/>
          </a:prstGeom>
        </p:spPr>
      </p:pic>
      <p:sp>
        <p:nvSpPr>
          <p:cNvPr id="37" name="직사각형 36">
            <a:extLst>
              <a:ext uri="{FF2B5EF4-FFF2-40B4-BE49-F238E27FC236}">
                <a16:creationId xmlns:a16="http://schemas.microsoft.com/office/drawing/2014/main" id="{08798011-F660-7CD4-B71C-57ADA9E7692E}"/>
              </a:ext>
            </a:extLst>
          </p:cNvPr>
          <p:cNvSpPr/>
          <p:nvPr/>
        </p:nvSpPr>
        <p:spPr>
          <a:xfrm>
            <a:off x="6660301" y="4977653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4FB14FAF-6423-0E1E-736F-CFDEFB7AFFC6}"/>
              </a:ext>
            </a:extLst>
          </p:cNvPr>
          <p:cNvSpPr txBox="1"/>
          <p:nvPr/>
        </p:nvSpPr>
        <p:spPr>
          <a:xfrm>
            <a:off x="6969701" y="5003941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6D4A408B-1B34-3F85-4C33-0BC240756FDD}"/>
              </a:ext>
            </a:extLst>
          </p:cNvPr>
          <p:cNvSpPr txBox="1"/>
          <p:nvPr/>
        </p:nvSpPr>
        <p:spPr>
          <a:xfrm>
            <a:off x="6970469" y="5371403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럭키박스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시간초과 환불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44DF9CED-7C33-60FA-D5C2-15C877FF6A8C}"/>
              </a:ext>
            </a:extLst>
          </p:cNvPr>
          <p:cNvSpPr txBox="1"/>
          <p:nvPr/>
        </p:nvSpPr>
        <p:spPr>
          <a:xfrm>
            <a:off x="8646111" y="5077807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B5E0A286-3807-D6F6-A789-F5862A05F6C8}"/>
              </a:ext>
            </a:extLst>
          </p:cNvPr>
          <p:cNvSpPr txBox="1"/>
          <p:nvPr/>
        </p:nvSpPr>
        <p:spPr>
          <a:xfrm>
            <a:off x="8633771" y="5371403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2" name="그래픽 41">
            <a:extLst>
              <a:ext uri="{FF2B5EF4-FFF2-40B4-BE49-F238E27FC236}">
                <a16:creationId xmlns:a16="http://schemas.microsoft.com/office/drawing/2014/main" id="{85094E7C-2205-CFF9-CEC4-82B47D00C65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8849795" y="5373821"/>
            <a:ext cx="228600" cy="228600"/>
          </a:xfrm>
          <a:prstGeom prst="rect">
            <a:avLst/>
          </a:prstGeom>
        </p:spPr>
      </p:pic>
      <p:pic>
        <p:nvPicPr>
          <p:cNvPr id="43" name="그래픽 42">
            <a:extLst>
              <a:ext uri="{FF2B5EF4-FFF2-40B4-BE49-F238E27FC236}">
                <a16:creationId xmlns:a16="http://schemas.microsoft.com/office/drawing/2014/main" id="{4E04BA73-156A-1B09-FD3B-1C24E497CE45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6711072" y="5168949"/>
            <a:ext cx="257831" cy="257831"/>
          </a:xfrm>
          <a:prstGeom prst="rect">
            <a:avLst/>
          </a:prstGeom>
        </p:spPr>
      </p:pic>
      <p:pic>
        <p:nvPicPr>
          <p:cNvPr id="44" name="그림 43">
            <a:extLst>
              <a:ext uri="{FF2B5EF4-FFF2-40B4-BE49-F238E27FC236}">
                <a16:creationId xmlns:a16="http://schemas.microsoft.com/office/drawing/2014/main" id="{8F247535-EDDB-D402-ECB3-1D8F5B4399D3}"/>
              </a:ext>
            </a:extLst>
          </p:cNvPr>
          <p:cNvPicPr>
            <a:picLocks noChangeAspect="1"/>
          </p:cNvPicPr>
          <p:nvPr/>
        </p:nvPicPr>
        <p:blipFill>
          <a:blip r:embed="rId13"/>
          <a:srcRect b="9096"/>
          <a:stretch>
            <a:fillRect/>
          </a:stretch>
        </p:blipFill>
        <p:spPr>
          <a:xfrm>
            <a:off x="6664483" y="5598761"/>
            <a:ext cx="2479066" cy="575859"/>
          </a:xfrm>
          <a:prstGeom prst="rect">
            <a:avLst/>
          </a:prstGeom>
        </p:spPr>
      </p:pic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1781BBA5-D259-0713-FDFA-C54F540E01A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4103561"/>
              </p:ext>
            </p:extLst>
          </p:nvPr>
        </p:nvGraphicFramePr>
        <p:xfrm>
          <a:off x="6664484" y="4768799"/>
          <a:ext cx="2417538" cy="213360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805846">
                  <a:extLst>
                    <a:ext uri="{9D8B030D-6E8A-4147-A177-3AD203B41FA5}">
                      <a16:colId xmlns:a16="http://schemas.microsoft.com/office/drawing/2014/main" val="2045282246"/>
                    </a:ext>
                  </a:extLst>
                </a:gridCol>
                <a:gridCol w="805846">
                  <a:extLst>
                    <a:ext uri="{9D8B030D-6E8A-4147-A177-3AD203B41FA5}">
                      <a16:colId xmlns:a16="http://schemas.microsoft.com/office/drawing/2014/main" val="859422954"/>
                    </a:ext>
                  </a:extLst>
                </a:gridCol>
                <a:gridCol w="805846">
                  <a:extLst>
                    <a:ext uri="{9D8B030D-6E8A-4147-A177-3AD203B41FA5}">
                      <a16:colId xmlns:a16="http://schemas.microsoft.com/office/drawing/2014/main" val="2961860283"/>
                    </a:ext>
                  </a:extLst>
                </a:gridCol>
              </a:tblGrid>
              <a:tr h="19227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▶ 재생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29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ebdings" panose="05030102010509060703" pitchFamily="18" charset="2"/>
                        </a:rPr>
                        <a:t>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차단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벽지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7501084"/>
                  </a:ext>
                </a:extLst>
              </a:tr>
            </a:tbl>
          </a:graphicData>
        </a:graphic>
      </p:graphicFrame>
      <p:sp>
        <p:nvSpPr>
          <p:cNvPr id="46" name="Google Shape;1197;p27">
            <a:extLst>
              <a:ext uri="{FF2B5EF4-FFF2-40B4-BE49-F238E27FC236}">
                <a16:creationId xmlns:a16="http://schemas.microsoft.com/office/drawing/2014/main" id="{5A43FC5E-2DEF-A5B7-68DA-4F33152613D6}"/>
              </a:ext>
            </a:extLst>
          </p:cNvPr>
          <p:cNvSpPr/>
          <p:nvPr/>
        </p:nvSpPr>
        <p:spPr>
          <a:xfrm>
            <a:off x="512116" y="1510536"/>
            <a:ext cx="2566556" cy="4726776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ker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  <a:cs typeface="Calibri"/>
                <a:sym typeface="Calibri"/>
              </a:rPr>
              <a:t>후원 리스트</a:t>
            </a:r>
            <a:endParaRPr kumimoji="0" sz="9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47" name="Google Shape;1198;p27">
            <a:extLst>
              <a:ext uri="{FF2B5EF4-FFF2-40B4-BE49-F238E27FC236}">
                <a16:creationId xmlns:a16="http://schemas.microsoft.com/office/drawing/2014/main" id="{F3967959-4690-570E-DC4A-A23B77902897}"/>
              </a:ext>
            </a:extLst>
          </p:cNvPr>
          <p:cNvSpPr/>
          <p:nvPr/>
        </p:nvSpPr>
        <p:spPr>
          <a:xfrm>
            <a:off x="567170" y="1717057"/>
            <a:ext cx="2470586" cy="4459419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16400757-A088-C9C5-36CB-3F36DB52F5D6}"/>
              </a:ext>
            </a:extLst>
          </p:cNvPr>
          <p:cNvSpPr txBox="1"/>
          <p:nvPr/>
        </p:nvSpPr>
        <p:spPr>
          <a:xfrm>
            <a:off x="571257" y="1772816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C434B8AD-A33D-394E-0CD8-948E2FD14E42}"/>
              </a:ext>
            </a:extLst>
          </p:cNvPr>
          <p:cNvSpPr txBox="1"/>
          <p:nvPr/>
        </p:nvSpPr>
        <p:spPr>
          <a:xfrm>
            <a:off x="1847717" y="177281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665649F0-53EB-43B1-A38D-FC421D0A55CF}"/>
              </a:ext>
            </a:extLst>
          </p:cNvPr>
          <p:cNvCxnSpPr>
            <a:cxnSpLocks/>
          </p:cNvCxnSpPr>
          <p:nvPr/>
        </p:nvCxnSpPr>
        <p:spPr>
          <a:xfrm>
            <a:off x="668972" y="2037340"/>
            <a:ext cx="526203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51" name="TextBox 50">
            <a:extLst>
              <a:ext uri="{FF2B5EF4-FFF2-40B4-BE49-F238E27FC236}">
                <a16:creationId xmlns:a16="http://schemas.microsoft.com/office/drawing/2014/main" id="{20796505-9AB5-08A2-4652-96FFF323889C}"/>
              </a:ext>
            </a:extLst>
          </p:cNvPr>
          <p:cNvSpPr txBox="1"/>
          <p:nvPr/>
        </p:nvSpPr>
        <p:spPr>
          <a:xfrm>
            <a:off x="1353186" y="177281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F607550A-F775-B551-8874-7F350824DBCA}"/>
              </a:ext>
            </a:extLst>
          </p:cNvPr>
          <p:cNvSpPr/>
          <p:nvPr/>
        </p:nvSpPr>
        <p:spPr>
          <a:xfrm>
            <a:off x="600348" y="2044807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3" name="Picture 6" descr="필터 - 무료 ui개 아이콘">
            <a:extLst>
              <a:ext uri="{FF2B5EF4-FFF2-40B4-BE49-F238E27FC236}">
                <a16:creationId xmlns:a16="http://schemas.microsoft.com/office/drawing/2014/main" id="{AF5EC330-99D3-7CAA-251E-B7E0C65A74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6361" y="2080527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4" name="직사각형 53">
            <a:extLst>
              <a:ext uri="{FF2B5EF4-FFF2-40B4-BE49-F238E27FC236}">
                <a16:creationId xmlns:a16="http://schemas.microsoft.com/office/drawing/2014/main" id="{DD6D2732-5859-CEF2-AE95-8F285449947C}"/>
              </a:ext>
            </a:extLst>
          </p:cNvPr>
          <p:cNvSpPr/>
          <p:nvPr/>
        </p:nvSpPr>
        <p:spPr>
          <a:xfrm>
            <a:off x="600348" y="2902686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5" name="그래픽 54">
            <a:extLst>
              <a:ext uri="{FF2B5EF4-FFF2-40B4-BE49-F238E27FC236}">
                <a16:creationId xmlns:a16="http://schemas.microsoft.com/office/drawing/2014/main" id="{25247DDD-8A2E-42BF-62DB-F0B98964BA5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47760" y="3081233"/>
            <a:ext cx="263454" cy="263454"/>
          </a:xfrm>
          <a:prstGeom prst="rect">
            <a:avLst/>
          </a:prstGeom>
        </p:spPr>
      </p:pic>
      <p:sp>
        <p:nvSpPr>
          <p:cNvPr id="56" name="TextBox 55">
            <a:extLst>
              <a:ext uri="{FF2B5EF4-FFF2-40B4-BE49-F238E27FC236}">
                <a16:creationId xmlns:a16="http://schemas.microsoft.com/office/drawing/2014/main" id="{7A650C71-8301-9E2E-0FE7-775A95F76568}"/>
              </a:ext>
            </a:extLst>
          </p:cNvPr>
          <p:cNvSpPr txBox="1"/>
          <p:nvPr/>
        </p:nvSpPr>
        <p:spPr>
          <a:xfrm>
            <a:off x="909748" y="2928974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A6CA5453-F8F7-DE9C-730D-44097607963C}"/>
              </a:ext>
            </a:extLst>
          </p:cNvPr>
          <p:cNvSpPr txBox="1"/>
          <p:nvPr/>
        </p:nvSpPr>
        <p:spPr>
          <a:xfrm>
            <a:off x="910517" y="3296436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spcBef>
                <a:spcPct val="20000"/>
              </a:spcBef>
              <a:defRPr/>
            </a:pPr>
            <a:r>
              <a:rPr kumimoji="0"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[</a:t>
            </a:r>
            <a:r>
              <a:rPr kumimoji="0" lang="en-US" altLang="ko-KR" sz="800" dirty="0" err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Youtube</a:t>
            </a:r>
            <a:r>
              <a:rPr kumimoji="0"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 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유튜브 제목</a:t>
            </a:r>
            <a:r>
              <a:rPr kumimoji="0"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lang="en-US" altLang="ko-KR" sz="80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AF2D56D2-CF19-5551-8F24-AD0073E5478A}"/>
              </a:ext>
            </a:extLst>
          </p:cNvPr>
          <p:cNvSpPr/>
          <p:nvPr/>
        </p:nvSpPr>
        <p:spPr>
          <a:xfrm>
            <a:off x="2289111" y="3052605"/>
            <a:ext cx="320711" cy="320711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D5795AE0-008C-42D4-8F34-86D672650AF5}"/>
              </a:ext>
            </a:extLst>
          </p:cNvPr>
          <p:cNvSpPr txBox="1"/>
          <p:nvPr/>
        </p:nvSpPr>
        <p:spPr>
          <a:xfrm>
            <a:off x="2562709" y="3002840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3,000</a:t>
            </a:r>
            <a:endParaRPr lang="ko-KR" altLang="en-US" sz="1050" dirty="0"/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070268C-A6DC-A9D9-2918-F43B5E9B4202}"/>
              </a:ext>
            </a:extLst>
          </p:cNvPr>
          <p:cNvSpPr txBox="1"/>
          <p:nvPr/>
        </p:nvSpPr>
        <p:spPr>
          <a:xfrm>
            <a:off x="2573818" y="3296436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61" name="그래픽 60">
            <a:extLst>
              <a:ext uri="{FF2B5EF4-FFF2-40B4-BE49-F238E27FC236}">
                <a16:creationId xmlns:a16="http://schemas.microsoft.com/office/drawing/2014/main" id="{DA5BFE39-0203-8FA5-210A-33612C3104D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789842" y="3298854"/>
            <a:ext cx="228600" cy="228600"/>
          </a:xfrm>
          <a:prstGeom prst="rect">
            <a:avLst/>
          </a:prstGeom>
        </p:spPr>
      </p:pic>
      <p:sp>
        <p:nvSpPr>
          <p:cNvPr id="62" name="직사각형 61">
            <a:extLst>
              <a:ext uri="{FF2B5EF4-FFF2-40B4-BE49-F238E27FC236}">
                <a16:creationId xmlns:a16="http://schemas.microsoft.com/office/drawing/2014/main" id="{2AD2893C-0CE0-B9A1-977D-B0E58E4FDCA0}"/>
              </a:ext>
            </a:extLst>
          </p:cNvPr>
          <p:cNvSpPr/>
          <p:nvPr/>
        </p:nvSpPr>
        <p:spPr>
          <a:xfrm>
            <a:off x="600348" y="2277124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63" name="그래픽 62">
            <a:extLst>
              <a:ext uri="{FF2B5EF4-FFF2-40B4-BE49-F238E27FC236}">
                <a16:creationId xmlns:a16="http://schemas.microsoft.com/office/drawing/2014/main" id="{4AF85889-861B-6F08-E848-6C1DE12CFC4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47760" y="2455671"/>
            <a:ext cx="263454" cy="263454"/>
          </a:xfrm>
          <a:prstGeom prst="rect">
            <a:avLst/>
          </a:prstGeom>
        </p:spPr>
      </p:pic>
      <p:sp>
        <p:nvSpPr>
          <p:cNvPr id="64" name="TextBox 63">
            <a:extLst>
              <a:ext uri="{FF2B5EF4-FFF2-40B4-BE49-F238E27FC236}">
                <a16:creationId xmlns:a16="http://schemas.microsoft.com/office/drawing/2014/main" id="{B9900F4C-8099-15F7-9938-CFCFD2D17AB2}"/>
              </a:ext>
            </a:extLst>
          </p:cNvPr>
          <p:cNvSpPr txBox="1"/>
          <p:nvPr/>
        </p:nvSpPr>
        <p:spPr>
          <a:xfrm>
            <a:off x="909748" y="230341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5EF5D9CE-AE57-78BB-74EC-A23243B8E758}"/>
              </a:ext>
            </a:extLst>
          </p:cNvPr>
          <p:cNvSpPr txBox="1"/>
          <p:nvPr/>
        </p:nvSpPr>
        <p:spPr>
          <a:xfrm>
            <a:off x="910517" y="2670874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C5613D12-E111-F511-C217-E52DC0C7B17E}"/>
              </a:ext>
            </a:extLst>
          </p:cNvPr>
          <p:cNvSpPr txBox="1"/>
          <p:nvPr/>
        </p:nvSpPr>
        <p:spPr>
          <a:xfrm>
            <a:off x="2562709" y="237727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1A41AF28-F060-3566-99EC-FB301F367CCE}"/>
              </a:ext>
            </a:extLst>
          </p:cNvPr>
          <p:cNvSpPr txBox="1"/>
          <p:nvPr/>
        </p:nvSpPr>
        <p:spPr>
          <a:xfrm>
            <a:off x="2573818" y="2670874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68" name="그래픽 67">
            <a:extLst>
              <a:ext uri="{FF2B5EF4-FFF2-40B4-BE49-F238E27FC236}">
                <a16:creationId xmlns:a16="http://schemas.microsoft.com/office/drawing/2014/main" id="{B01FF2D5-AE40-D460-1796-8AF39AAB785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789842" y="2673292"/>
            <a:ext cx="228600" cy="228600"/>
          </a:xfrm>
          <a:prstGeom prst="rect">
            <a:avLst/>
          </a:prstGeom>
        </p:spPr>
      </p:pic>
      <p:pic>
        <p:nvPicPr>
          <p:cNvPr id="69" name="그래픽 68">
            <a:extLst>
              <a:ext uri="{FF2B5EF4-FFF2-40B4-BE49-F238E27FC236}">
                <a16:creationId xmlns:a16="http://schemas.microsoft.com/office/drawing/2014/main" id="{8023D79E-485E-4376-DB00-0AE553CAD8BA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650141" y="2455813"/>
            <a:ext cx="261988" cy="261988"/>
          </a:xfrm>
          <a:prstGeom prst="rect">
            <a:avLst/>
          </a:prstGeom>
        </p:spPr>
      </p:pic>
      <p:sp>
        <p:nvSpPr>
          <p:cNvPr id="70" name="직사각형 69">
            <a:extLst>
              <a:ext uri="{FF2B5EF4-FFF2-40B4-BE49-F238E27FC236}">
                <a16:creationId xmlns:a16="http://schemas.microsoft.com/office/drawing/2014/main" id="{FB074EAF-D34C-B3BD-49AF-76FCC2364A76}"/>
              </a:ext>
            </a:extLst>
          </p:cNvPr>
          <p:cNvSpPr/>
          <p:nvPr/>
        </p:nvSpPr>
        <p:spPr>
          <a:xfrm>
            <a:off x="600348" y="3528802"/>
            <a:ext cx="2417540" cy="6852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215FBEAE-C493-4122-44C3-EC722BEFCB0B}"/>
              </a:ext>
            </a:extLst>
          </p:cNvPr>
          <p:cNvSpPr txBox="1"/>
          <p:nvPr/>
        </p:nvSpPr>
        <p:spPr>
          <a:xfrm>
            <a:off x="909748" y="3555090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3124640A-21FF-505A-CCEA-45E0F8494A2D}"/>
              </a:ext>
            </a:extLst>
          </p:cNvPr>
          <p:cNvSpPr txBox="1"/>
          <p:nvPr/>
        </p:nvSpPr>
        <p:spPr>
          <a:xfrm>
            <a:off x="910517" y="3887999"/>
            <a:ext cx="1652192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 텍스트내용 텍스트 내용 텍스트 내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9B9AD15C-760C-B3ED-41A0-9CD29C094972}"/>
              </a:ext>
            </a:extLst>
          </p:cNvPr>
          <p:cNvSpPr txBox="1"/>
          <p:nvPr/>
        </p:nvSpPr>
        <p:spPr>
          <a:xfrm>
            <a:off x="2562709" y="3628956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sz="1050" dirty="0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2C3404E3-3383-A3C3-6380-ABDDB05C99BA}"/>
              </a:ext>
            </a:extLst>
          </p:cNvPr>
          <p:cNvSpPr txBox="1"/>
          <p:nvPr/>
        </p:nvSpPr>
        <p:spPr>
          <a:xfrm>
            <a:off x="2573818" y="3922552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75" name="그래픽 74">
            <a:extLst>
              <a:ext uri="{FF2B5EF4-FFF2-40B4-BE49-F238E27FC236}">
                <a16:creationId xmlns:a16="http://schemas.microsoft.com/office/drawing/2014/main" id="{4E2C8EB1-2C3A-5204-A049-E95BC110DEB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789842" y="3924970"/>
            <a:ext cx="228600" cy="228600"/>
          </a:xfrm>
          <a:prstGeom prst="rect">
            <a:avLst/>
          </a:prstGeom>
        </p:spPr>
      </p:pic>
      <p:pic>
        <p:nvPicPr>
          <p:cNvPr id="76" name="그래픽 75">
            <a:extLst>
              <a:ext uri="{FF2B5EF4-FFF2-40B4-BE49-F238E27FC236}">
                <a16:creationId xmlns:a16="http://schemas.microsoft.com/office/drawing/2014/main" id="{6B53CBE9-CC36-531B-AC40-84258CEA0AB2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47058" y="3719353"/>
            <a:ext cx="263454" cy="263454"/>
          </a:xfrm>
          <a:prstGeom prst="rect">
            <a:avLst/>
          </a:prstGeom>
        </p:spPr>
      </p:pic>
      <p:sp>
        <p:nvSpPr>
          <p:cNvPr id="77" name="직사각형 76">
            <a:extLst>
              <a:ext uri="{FF2B5EF4-FFF2-40B4-BE49-F238E27FC236}">
                <a16:creationId xmlns:a16="http://schemas.microsoft.com/office/drawing/2014/main" id="{52D52C63-AE7A-8FEC-7A34-B599C296FC51}"/>
              </a:ext>
            </a:extLst>
          </p:cNvPr>
          <p:cNvSpPr/>
          <p:nvPr/>
        </p:nvSpPr>
        <p:spPr>
          <a:xfrm>
            <a:off x="600348" y="4212035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008BC1D5-22D0-72A6-2EA1-1E33B690B7F5}"/>
              </a:ext>
            </a:extLst>
          </p:cNvPr>
          <p:cNvSpPr txBox="1"/>
          <p:nvPr/>
        </p:nvSpPr>
        <p:spPr>
          <a:xfrm>
            <a:off x="909748" y="4238323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2ECD9D60-1664-8C4C-9C38-900023B8978C}"/>
              </a:ext>
            </a:extLst>
          </p:cNvPr>
          <p:cNvSpPr txBox="1"/>
          <p:nvPr/>
        </p:nvSpPr>
        <p:spPr>
          <a:xfrm>
            <a:off x="910516" y="4605785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룰렛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제목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꽝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or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당첨 항목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A408D946-936C-FCB3-F8A4-940430FA475C}"/>
              </a:ext>
            </a:extLst>
          </p:cNvPr>
          <p:cNvSpPr txBox="1"/>
          <p:nvPr/>
        </p:nvSpPr>
        <p:spPr>
          <a:xfrm>
            <a:off x="2562709" y="4312189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B8DBF95C-340D-AF4D-DAD9-B171463654F3}"/>
              </a:ext>
            </a:extLst>
          </p:cNvPr>
          <p:cNvSpPr txBox="1"/>
          <p:nvPr/>
        </p:nvSpPr>
        <p:spPr>
          <a:xfrm>
            <a:off x="2573818" y="4605785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82" name="그래픽 81">
            <a:extLst>
              <a:ext uri="{FF2B5EF4-FFF2-40B4-BE49-F238E27FC236}">
                <a16:creationId xmlns:a16="http://schemas.microsoft.com/office/drawing/2014/main" id="{9BC80025-08A7-FF03-8984-606695A4142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789842" y="4608203"/>
            <a:ext cx="228600" cy="228600"/>
          </a:xfrm>
          <a:prstGeom prst="rect">
            <a:avLst/>
          </a:prstGeom>
        </p:spPr>
      </p:pic>
      <p:pic>
        <p:nvPicPr>
          <p:cNvPr id="83" name="그래픽 82">
            <a:extLst>
              <a:ext uri="{FF2B5EF4-FFF2-40B4-BE49-F238E27FC236}">
                <a16:creationId xmlns:a16="http://schemas.microsoft.com/office/drawing/2014/main" id="{5CDCAE8B-ECAF-3756-FECC-F4E44950FD00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50835" y="4403331"/>
            <a:ext cx="258115" cy="258115"/>
          </a:xfrm>
          <a:prstGeom prst="rect">
            <a:avLst/>
          </a:prstGeom>
        </p:spPr>
      </p:pic>
      <p:sp>
        <p:nvSpPr>
          <p:cNvPr id="84" name="직사각형 83">
            <a:extLst>
              <a:ext uri="{FF2B5EF4-FFF2-40B4-BE49-F238E27FC236}">
                <a16:creationId xmlns:a16="http://schemas.microsoft.com/office/drawing/2014/main" id="{DADDB2F4-D860-A624-66D2-A2A06CADBC20}"/>
              </a:ext>
            </a:extLst>
          </p:cNvPr>
          <p:cNvSpPr/>
          <p:nvPr/>
        </p:nvSpPr>
        <p:spPr>
          <a:xfrm>
            <a:off x="600348" y="4828843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ACA5AF6-9C1E-E665-4BFE-534030EB9A15}"/>
              </a:ext>
            </a:extLst>
          </p:cNvPr>
          <p:cNvSpPr txBox="1"/>
          <p:nvPr/>
        </p:nvSpPr>
        <p:spPr>
          <a:xfrm>
            <a:off x="909748" y="4855131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0A78F37E-D72D-C45F-0C4E-B68480E34DEF}"/>
              </a:ext>
            </a:extLst>
          </p:cNvPr>
          <p:cNvSpPr txBox="1"/>
          <p:nvPr/>
        </p:nvSpPr>
        <p:spPr>
          <a:xfrm>
            <a:off x="910516" y="5222593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럭키박스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시간초과 환불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613FE072-E7DC-FB65-EB65-7B8506AFDF58}"/>
              </a:ext>
            </a:extLst>
          </p:cNvPr>
          <p:cNvSpPr txBox="1"/>
          <p:nvPr/>
        </p:nvSpPr>
        <p:spPr>
          <a:xfrm>
            <a:off x="2562709" y="4928997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201624B2-C7FB-D10C-C596-51C28BCABC75}"/>
              </a:ext>
            </a:extLst>
          </p:cNvPr>
          <p:cNvSpPr txBox="1"/>
          <p:nvPr/>
        </p:nvSpPr>
        <p:spPr>
          <a:xfrm>
            <a:off x="2573818" y="5222593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89" name="그래픽 88">
            <a:extLst>
              <a:ext uri="{FF2B5EF4-FFF2-40B4-BE49-F238E27FC236}">
                <a16:creationId xmlns:a16="http://schemas.microsoft.com/office/drawing/2014/main" id="{85B14322-832B-06B8-5908-ED87C746A63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789842" y="5225011"/>
            <a:ext cx="228600" cy="228600"/>
          </a:xfrm>
          <a:prstGeom prst="rect">
            <a:avLst/>
          </a:prstGeom>
        </p:spPr>
      </p:pic>
      <p:pic>
        <p:nvPicPr>
          <p:cNvPr id="90" name="그래픽 89">
            <a:extLst>
              <a:ext uri="{FF2B5EF4-FFF2-40B4-BE49-F238E27FC236}">
                <a16:creationId xmlns:a16="http://schemas.microsoft.com/office/drawing/2014/main" id="{FC476404-C6E9-62E7-967C-6E2D76F837A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651119" y="5020139"/>
            <a:ext cx="257831" cy="257831"/>
          </a:xfrm>
          <a:prstGeom prst="rect">
            <a:avLst/>
          </a:prstGeom>
        </p:spPr>
      </p:pic>
      <p:pic>
        <p:nvPicPr>
          <p:cNvPr id="91" name="그림 90">
            <a:extLst>
              <a:ext uri="{FF2B5EF4-FFF2-40B4-BE49-F238E27FC236}">
                <a16:creationId xmlns:a16="http://schemas.microsoft.com/office/drawing/2014/main" id="{296E44DA-A1B2-FA85-5FB2-40E58EA2BD79}"/>
              </a:ext>
            </a:extLst>
          </p:cNvPr>
          <p:cNvPicPr>
            <a:picLocks noChangeAspect="1"/>
          </p:cNvPicPr>
          <p:nvPr/>
        </p:nvPicPr>
        <p:blipFill>
          <a:blip r:embed="rId13"/>
          <a:srcRect b="1244"/>
          <a:stretch>
            <a:fillRect/>
          </a:stretch>
        </p:blipFill>
        <p:spPr>
          <a:xfrm>
            <a:off x="595005" y="5448575"/>
            <a:ext cx="2479066" cy="625591"/>
          </a:xfrm>
          <a:prstGeom prst="rect">
            <a:avLst/>
          </a:prstGeom>
        </p:spPr>
      </p:pic>
      <p:pic>
        <p:nvPicPr>
          <p:cNvPr id="92" name="그림 91">
            <a:extLst>
              <a:ext uri="{FF2B5EF4-FFF2-40B4-BE49-F238E27FC236}">
                <a16:creationId xmlns:a16="http://schemas.microsoft.com/office/drawing/2014/main" id="{5AB0B82E-2C57-D6EF-4485-E910192DECED}"/>
              </a:ext>
            </a:extLst>
          </p:cNvPr>
          <p:cNvPicPr>
            <a:picLocks noChangeAspect="1"/>
          </p:cNvPicPr>
          <p:nvPr/>
        </p:nvPicPr>
        <p:blipFill>
          <a:blip r:embed="rId13"/>
          <a:srcRect b="85616"/>
          <a:stretch>
            <a:fillRect/>
          </a:stretch>
        </p:blipFill>
        <p:spPr>
          <a:xfrm>
            <a:off x="595005" y="6078789"/>
            <a:ext cx="2479066" cy="91120"/>
          </a:xfrm>
          <a:prstGeom prst="rect">
            <a:avLst/>
          </a:prstGeom>
        </p:spPr>
      </p:pic>
      <p:sp>
        <p:nvSpPr>
          <p:cNvPr id="93" name="TextBox 92">
            <a:extLst>
              <a:ext uri="{FF2B5EF4-FFF2-40B4-BE49-F238E27FC236}">
                <a16:creationId xmlns:a16="http://schemas.microsoft.com/office/drawing/2014/main" id="{2FF1DF1B-EC5B-BF1C-C50A-D8D8CBD60C80}"/>
              </a:ext>
            </a:extLst>
          </p:cNvPr>
          <p:cNvSpPr txBox="1"/>
          <p:nvPr/>
        </p:nvSpPr>
        <p:spPr>
          <a:xfrm>
            <a:off x="3601924" y="1772816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170116CB-1158-DB53-2C72-03AB8DE68320}"/>
              </a:ext>
            </a:extLst>
          </p:cNvPr>
          <p:cNvSpPr txBox="1"/>
          <p:nvPr/>
        </p:nvSpPr>
        <p:spPr>
          <a:xfrm>
            <a:off x="4878384" y="177281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5BC38A2A-E2C9-ABF4-FF90-C5A7A9832CAB}"/>
              </a:ext>
            </a:extLst>
          </p:cNvPr>
          <p:cNvCxnSpPr>
            <a:cxnSpLocks/>
          </p:cNvCxnSpPr>
          <p:nvPr/>
        </p:nvCxnSpPr>
        <p:spPr>
          <a:xfrm>
            <a:off x="3699639" y="2037340"/>
            <a:ext cx="526203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96" name="TextBox 95">
            <a:extLst>
              <a:ext uri="{FF2B5EF4-FFF2-40B4-BE49-F238E27FC236}">
                <a16:creationId xmlns:a16="http://schemas.microsoft.com/office/drawing/2014/main" id="{45F09FC5-166C-A799-A49A-DEE2E0B95601}"/>
              </a:ext>
            </a:extLst>
          </p:cNvPr>
          <p:cNvSpPr txBox="1"/>
          <p:nvPr/>
        </p:nvSpPr>
        <p:spPr>
          <a:xfrm>
            <a:off x="4383853" y="177281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C4E7F72C-7190-7066-110B-2010783CB607}"/>
              </a:ext>
            </a:extLst>
          </p:cNvPr>
          <p:cNvSpPr/>
          <p:nvPr/>
        </p:nvSpPr>
        <p:spPr>
          <a:xfrm>
            <a:off x="3631015" y="2044807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98" name="Picture 6" descr="필터 - 무료 ui개 아이콘">
            <a:extLst>
              <a:ext uri="{FF2B5EF4-FFF2-40B4-BE49-F238E27FC236}">
                <a16:creationId xmlns:a16="http://schemas.microsoft.com/office/drawing/2014/main" id="{924D53DA-876D-503C-4095-02CA9DFA3F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87028" y="2080527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9" name="직사각형 98">
            <a:extLst>
              <a:ext uri="{FF2B5EF4-FFF2-40B4-BE49-F238E27FC236}">
                <a16:creationId xmlns:a16="http://schemas.microsoft.com/office/drawing/2014/main" id="{F13ABD30-FAC9-8BBD-FD48-73B4662991C7}"/>
              </a:ext>
            </a:extLst>
          </p:cNvPr>
          <p:cNvSpPr/>
          <p:nvPr/>
        </p:nvSpPr>
        <p:spPr>
          <a:xfrm>
            <a:off x="3631015" y="3356992"/>
            <a:ext cx="2417540" cy="2254507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100" name="그래픽 99">
            <a:extLst>
              <a:ext uri="{FF2B5EF4-FFF2-40B4-BE49-F238E27FC236}">
                <a16:creationId xmlns:a16="http://schemas.microsoft.com/office/drawing/2014/main" id="{D5919EF7-AD84-11FD-640E-F32974BB284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678427" y="3535540"/>
            <a:ext cx="263454" cy="263454"/>
          </a:xfrm>
          <a:prstGeom prst="rect">
            <a:avLst/>
          </a:prstGeom>
        </p:spPr>
      </p:pic>
      <p:sp>
        <p:nvSpPr>
          <p:cNvPr id="101" name="TextBox 100">
            <a:extLst>
              <a:ext uri="{FF2B5EF4-FFF2-40B4-BE49-F238E27FC236}">
                <a16:creationId xmlns:a16="http://schemas.microsoft.com/office/drawing/2014/main" id="{E75DC049-1E89-BE05-D8B5-DCF5363677E9}"/>
              </a:ext>
            </a:extLst>
          </p:cNvPr>
          <p:cNvSpPr txBox="1"/>
          <p:nvPr/>
        </p:nvSpPr>
        <p:spPr>
          <a:xfrm>
            <a:off x="3940415" y="3383281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5AB0751E-65ED-6702-61F9-5C47A6447597}"/>
              </a:ext>
            </a:extLst>
          </p:cNvPr>
          <p:cNvSpPr txBox="1"/>
          <p:nvPr/>
        </p:nvSpPr>
        <p:spPr>
          <a:xfrm>
            <a:off x="3941184" y="3750743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spcBef>
                <a:spcPct val="20000"/>
              </a:spcBef>
              <a:defRPr/>
            </a:pPr>
            <a:r>
              <a:rPr kumimoji="0"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[</a:t>
            </a:r>
            <a:r>
              <a:rPr kumimoji="0" lang="en-US" altLang="ko-KR" sz="800" dirty="0" err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Youtube</a:t>
            </a:r>
            <a:r>
              <a:rPr kumimoji="0"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 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유튜브 제목</a:t>
            </a:r>
            <a:r>
              <a:rPr kumimoji="0"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lang="en-US" altLang="ko-KR" sz="80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372A33CB-5C1A-746E-74AB-D7237D612397}"/>
              </a:ext>
            </a:extLst>
          </p:cNvPr>
          <p:cNvSpPr txBox="1"/>
          <p:nvPr/>
        </p:nvSpPr>
        <p:spPr>
          <a:xfrm>
            <a:off x="5593376" y="3457147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3,000</a:t>
            </a:r>
            <a:endParaRPr lang="ko-KR" altLang="en-US" sz="1050" dirty="0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D1FCED73-11C6-E9BF-6762-B226D4D0F6AF}"/>
              </a:ext>
            </a:extLst>
          </p:cNvPr>
          <p:cNvSpPr txBox="1"/>
          <p:nvPr/>
        </p:nvSpPr>
        <p:spPr>
          <a:xfrm>
            <a:off x="5545100" y="3750743"/>
            <a:ext cx="5445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 ▲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16489F53-EA4A-747C-749B-6A567A5D7039}"/>
              </a:ext>
            </a:extLst>
          </p:cNvPr>
          <p:cNvSpPr/>
          <p:nvPr/>
        </p:nvSpPr>
        <p:spPr>
          <a:xfrm>
            <a:off x="3631015" y="2277124"/>
            <a:ext cx="2417540" cy="1080439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107" name="그래픽 106">
            <a:extLst>
              <a:ext uri="{FF2B5EF4-FFF2-40B4-BE49-F238E27FC236}">
                <a16:creationId xmlns:a16="http://schemas.microsoft.com/office/drawing/2014/main" id="{F3FF723D-388A-5F6B-92EE-CB4802DAC00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678427" y="2455671"/>
            <a:ext cx="263454" cy="263454"/>
          </a:xfrm>
          <a:prstGeom prst="rect">
            <a:avLst/>
          </a:prstGeom>
        </p:spPr>
      </p:pic>
      <p:sp>
        <p:nvSpPr>
          <p:cNvPr id="108" name="TextBox 107">
            <a:extLst>
              <a:ext uri="{FF2B5EF4-FFF2-40B4-BE49-F238E27FC236}">
                <a16:creationId xmlns:a16="http://schemas.microsoft.com/office/drawing/2014/main" id="{9501227B-4655-DF18-E2B3-A9DE011CCFAF}"/>
              </a:ext>
            </a:extLst>
          </p:cNvPr>
          <p:cNvSpPr txBox="1"/>
          <p:nvPr/>
        </p:nvSpPr>
        <p:spPr>
          <a:xfrm>
            <a:off x="3940415" y="230341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B0AB2DD5-96F9-91DE-0B24-C908DEBA661D}"/>
              </a:ext>
            </a:extLst>
          </p:cNvPr>
          <p:cNvSpPr txBox="1"/>
          <p:nvPr/>
        </p:nvSpPr>
        <p:spPr>
          <a:xfrm>
            <a:off x="3941184" y="2670874"/>
            <a:ext cx="1709206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spcBef>
                <a:spcPct val="20000"/>
              </a:spcBef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텍스트 내용 텍스트 내용 텍스트 내용 텍스트 내용 텍스트 내용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484B7A50-A0BD-403E-5C8D-59689692327F}"/>
              </a:ext>
            </a:extLst>
          </p:cNvPr>
          <p:cNvSpPr txBox="1"/>
          <p:nvPr/>
        </p:nvSpPr>
        <p:spPr>
          <a:xfrm>
            <a:off x="5593376" y="237727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pic>
        <p:nvPicPr>
          <p:cNvPr id="111" name="그래픽 110">
            <a:extLst>
              <a:ext uri="{FF2B5EF4-FFF2-40B4-BE49-F238E27FC236}">
                <a16:creationId xmlns:a16="http://schemas.microsoft.com/office/drawing/2014/main" id="{3860FB8E-A28E-6F67-F86A-8744AC5F67EA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3680808" y="2455813"/>
            <a:ext cx="261988" cy="261988"/>
          </a:xfrm>
          <a:prstGeom prst="rect">
            <a:avLst/>
          </a:prstGeom>
        </p:spPr>
      </p:pic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E77AE78F-88BB-E36A-1855-EFC98FF4F1DE}"/>
              </a:ext>
            </a:extLst>
          </p:cNvPr>
          <p:cNvSpPr/>
          <p:nvPr/>
        </p:nvSpPr>
        <p:spPr>
          <a:xfrm>
            <a:off x="3687271" y="4018825"/>
            <a:ext cx="2289505" cy="891204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영상의 썸네일 이미지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A83053B7-DD5A-DFCC-93E2-0FC704A002C4}"/>
              </a:ext>
            </a:extLst>
          </p:cNvPr>
          <p:cNvSpPr txBox="1"/>
          <p:nvPr/>
        </p:nvSpPr>
        <p:spPr>
          <a:xfrm>
            <a:off x="3622262" y="4927738"/>
            <a:ext cx="2157963" cy="19023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영상 제목 영상 제목 영상 제목 영상 제목 </a:t>
            </a:r>
          </a:p>
        </p:txBody>
      </p:sp>
      <p:sp>
        <p:nvSpPr>
          <p:cNvPr id="114" name="사각형: 둥근 모서리 113">
            <a:extLst>
              <a:ext uri="{FF2B5EF4-FFF2-40B4-BE49-F238E27FC236}">
                <a16:creationId xmlns:a16="http://schemas.microsoft.com/office/drawing/2014/main" id="{BA2E164A-D738-A967-9031-CA09756B45CB}"/>
              </a:ext>
            </a:extLst>
          </p:cNvPr>
          <p:cNvSpPr/>
          <p:nvPr/>
        </p:nvSpPr>
        <p:spPr>
          <a:xfrm>
            <a:off x="3690820" y="5121211"/>
            <a:ext cx="2283606" cy="197196"/>
          </a:xfrm>
          <a:prstGeom prst="roundRect">
            <a:avLst>
              <a:gd name="adj" fmla="val 9750"/>
            </a:avLst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영상 보러 가기</a:t>
            </a:r>
          </a:p>
        </p:txBody>
      </p:sp>
      <p:graphicFrame>
        <p:nvGraphicFramePr>
          <p:cNvPr id="115" name="표 114">
            <a:extLst>
              <a:ext uri="{FF2B5EF4-FFF2-40B4-BE49-F238E27FC236}">
                <a16:creationId xmlns:a16="http://schemas.microsoft.com/office/drawing/2014/main" id="{C8A5D7E3-2F7F-6E2F-0E10-E6F75D7C82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5114426"/>
              </p:ext>
            </p:extLst>
          </p:nvPr>
        </p:nvGraphicFramePr>
        <p:xfrm>
          <a:off x="3634165" y="5398139"/>
          <a:ext cx="2414886" cy="213360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804962">
                  <a:extLst>
                    <a:ext uri="{9D8B030D-6E8A-4147-A177-3AD203B41FA5}">
                      <a16:colId xmlns:a16="http://schemas.microsoft.com/office/drawing/2014/main" val="2045282246"/>
                    </a:ext>
                  </a:extLst>
                </a:gridCol>
                <a:gridCol w="804962">
                  <a:extLst>
                    <a:ext uri="{9D8B030D-6E8A-4147-A177-3AD203B41FA5}">
                      <a16:colId xmlns:a16="http://schemas.microsoft.com/office/drawing/2014/main" val="859422954"/>
                    </a:ext>
                  </a:extLst>
                </a:gridCol>
                <a:gridCol w="804962">
                  <a:extLst>
                    <a:ext uri="{9D8B030D-6E8A-4147-A177-3AD203B41FA5}">
                      <a16:colId xmlns:a16="http://schemas.microsoft.com/office/drawing/2014/main" val="2961860283"/>
                    </a:ext>
                  </a:extLst>
                </a:gridCol>
              </a:tblGrid>
              <a:tr h="19227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▶ 재생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29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ebdings" panose="05030102010509060703" pitchFamily="18" charset="2"/>
                        </a:rPr>
                        <a:t>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차단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벽지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7501084"/>
                  </a:ext>
                </a:extLst>
              </a:tr>
            </a:tbl>
          </a:graphicData>
        </a:graphic>
      </p:graphicFrame>
      <p:graphicFrame>
        <p:nvGraphicFramePr>
          <p:cNvPr id="116" name="표 115">
            <a:extLst>
              <a:ext uri="{FF2B5EF4-FFF2-40B4-BE49-F238E27FC236}">
                <a16:creationId xmlns:a16="http://schemas.microsoft.com/office/drawing/2014/main" id="{D9931E92-D64F-8141-4CA1-710A69CA86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9547845"/>
              </p:ext>
            </p:extLst>
          </p:nvPr>
        </p:nvGraphicFramePr>
        <p:xfrm>
          <a:off x="3634165" y="3142381"/>
          <a:ext cx="2414886" cy="213360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804962">
                  <a:extLst>
                    <a:ext uri="{9D8B030D-6E8A-4147-A177-3AD203B41FA5}">
                      <a16:colId xmlns:a16="http://schemas.microsoft.com/office/drawing/2014/main" val="2045282246"/>
                    </a:ext>
                  </a:extLst>
                </a:gridCol>
                <a:gridCol w="804962">
                  <a:extLst>
                    <a:ext uri="{9D8B030D-6E8A-4147-A177-3AD203B41FA5}">
                      <a16:colId xmlns:a16="http://schemas.microsoft.com/office/drawing/2014/main" val="859422954"/>
                    </a:ext>
                  </a:extLst>
                </a:gridCol>
                <a:gridCol w="804962">
                  <a:extLst>
                    <a:ext uri="{9D8B030D-6E8A-4147-A177-3AD203B41FA5}">
                      <a16:colId xmlns:a16="http://schemas.microsoft.com/office/drawing/2014/main" val="2961860283"/>
                    </a:ext>
                  </a:extLst>
                </a:gridCol>
              </a:tblGrid>
              <a:tr h="19227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▶ 재생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29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ebdings" panose="05030102010509060703" pitchFamily="18" charset="2"/>
                        </a:rPr>
                        <a:t>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차단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벽지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7501084"/>
                  </a:ext>
                </a:extLst>
              </a:tr>
            </a:tbl>
          </a:graphicData>
        </a:graphic>
      </p:graphicFrame>
      <p:pic>
        <p:nvPicPr>
          <p:cNvPr id="117" name="그림 116">
            <a:extLst>
              <a:ext uri="{FF2B5EF4-FFF2-40B4-BE49-F238E27FC236}">
                <a16:creationId xmlns:a16="http://schemas.microsoft.com/office/drawing/2014/main" id="{17FD5F7B-A42A-54B7-1CE1-B47B7F8AAADD}"/>
              </a:ext>
            </a:extLst>
          </p:cNvPr>
          <p:cNvPicPr>
            <a:picLocks noChangeAspect="1"/>
          </p:cNvPicPr>
          <p:nvPr/>
        </p:nvPicPr>
        <p:blipFill>
          <a:blip r:embed="rId13"/>
          <a:srcRect b="11537"/>
          <a:stretch>
            <a:fillRect/>
          </a:stretch>
        </p:blipFill>
        <p:spPr>
          <a:xfrm>
            <a:off x="3624641" y="5609523"/>
            <a:ext cx="2479066" cy="560385"/>
          </a:xfrm>
          <a:prstGeom prst="rect">
            <a:avLst/>
          </a:prstGeom>
        </p:spPr>
      </p:pic>
      <p:sp>
        <p:nvSpPr>
          <p:cNvPr id="118" name="TextBox 117">
            <a:extLst>
              <a:ext uri="{FF2B5EF4-FFF2-40B4-BE49-F238E27FC236}">
                <a16:creationId xmlns:a16="http://schemas.microsoft.com/office/drawing/2014/main" id="{25C8E6F2-50EA-9BB5-F1C9-A61983DF4469}"/>
              </a:ext>
            </a:extLst>
          </p:cNvPr>
          <p:cNvSpPr txBox="1"/>
          <p:nvPr/>
        </p:nvSpPr>
        <p:spPr>
          <a:xfrm>
            <a:off x="5545100" y="2852936"/>
            <a:ext cx="5445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 ▲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9" name="타원 118">
            <a:extLst>
              <a:ext uri="{FF2B5EF4-FFF2-40B4-BE49-F238E27FC236}">
                <a16:creationId xmlns:a16="http://schemas.microsoft.com/office/drawing/2014/main" id="{4C535303-3F74-AC76-23CF-B969FDFA5889}"/>
              </a:ext>
            </a:extLst>
          </p:cNvPr>
          <p:cNvSpPr/>
          <p:nvPr/>
        </p:nvSpPr>
        <p:spPr>
          <a:xfrm>
            <a:off x="2243572" y="2310653"/>
            <a:ext cx="588795" cy="588795"/>
          </a:xfrm>
          <a:prstGeom prst="ellipse">
            <a:avLst/>
          </a:prstGeom>
          <a:solidFill>
            <a:srgbClr val="FF0000">
              <a:alpha val="50000"/>
            </a:srgbClr>
          </a:solidFill>
          <a:ln>
            <a:noFill/>
            <a:prstDash val="sysDot"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120" name="연결선: 꺾임 119">
            <a:extLst>
              <a:ext uri="{FF2B5EF4-FFF2-40B4-BE49-F238E27FC236}">
                <a16:creationId xmlns:a16="http://schemas.microsoft.com/office/drawing/2014/main" id="{EA1292A9-5D26-85FF-906D-C53F498B8903}"/>
              </a:ext>
            </a:extLst>
          </p:cNvPr>
          <p:cNvCxnSpPr>
            <a:cxnSpLocks/>
            <a:stCxn id="119" idx="6"/>
            <a:endCxn id="123" idx="2"/>
          </p:cNvCxnSpPr>
          <p:nvPr/>
        </p:nvCxnSpPr>
        <p:spPr>
          <a:xfrm>
            <a:off x="2832367" y="2605051"/>
            <a:ext cx="910642" cy="173545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" name="타원 120">
            <a:extLst>
              <a:ext uri="{FF2B5EF4-FFF2-40B4-BE49-F238E27FC236}">
                <a16:creationId xmlns:a16="http://schemas.microsoft.com/office/drawing/2014/main" id="{DA3529F5-4EB2-F1F1-F84F-42EE06FF7907}"/>
              </a:ext>
            </a:extLst>
          </p:cNvPr>
          <p:cNvSpPr/>
          <p:nvPr/>
        </p:nvSpPr>
        <p:spPr>
          <a:xfrm>
            <a:off x="2333000" y="2926810"/>
            <a:ext cx="588795" cy="588795"/>
          </a:xfrm>
          <a:prstGeom prst="ellipse">
            <a:avLst/>
          </a:prstGeom>
          <a:solidFill>
            <a:srgbClr val="FF0000">
              <a:alpha val="50000"/>
            </a:srgbClr>
          </a:solidFill>
          <a:ln>
            <a:noFill/>
            <a:prstDash val="sysDot"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122" name="연결선: 꺾임 121">
            <a:extLst>
              <a:ext uri="{FF2B5EF4-FFF2-40B4-BE49-F238E27FC236}">
                <a16:creationId xmlns:a16="http://schemas.microsoft.com/office/drawing/2014/main" id="{B95ECB38-4392-988B-9574-2FF6271DFFF6}"/>
              </a:ext>
            </a:extLst>
          </p:cNvPr>
          <p:cNvCxnSpPr>
            <a:cxnSpLocks/>
            <a:stCxn id="121" idx="6"/>
            <a:endCxn id="124" idx="2"/>
          </p:cNvCxnSpPr>
          <p:nvPr/>
        </p:nvCxnSpPr>
        <p:spPr>
          <a:xfrm>
            <a:off x="2921795" y="3221208"/>
            <a:ext cx="797941" cy="821811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3" name="타원 122">
            <a:extLst>
              <a:ext uri="{FF2B5EF4-FFF2-40B4-BE49-F238E27FC236}">
                <a16:creationId xmlns:a16="http://schemas.microsoft.com/office/drawing/2014/main" id="{A492FFC3-AD95-5712-0C2F-ED63A0227360}"/>
              </a:ext>
            </a:extLst>
          </p:cNvPr>
          <p:cNvSpPr/>
          <p:nvPr/>
        </p:nvSpPr>
        <p:spPr>
          <a:xfrm>
            <a:off x="3743009" y="2484198"/>
            <a:ext cx="588795" cy="588795"/>
          </a:xfrm>
          <a:prstGeom prst="ellipse">
            <a:avLst/>
          </a:prstGeom>
          <a:solidFill>
            <a:srgbClr val="FF0000">
              <a:alpha val="50000"/>
            </a:srgbClr>
          </a:solidFill>
          <a:ln>
            <a:noFill/>
            <a:prstDash val="sysDot"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81C631E-2BCF-2FAE-1B2A-25944743B33D}"/>
              </a:ext>
            </a:extLst>
          </p:cNvPr>
          <p:cNvSpPr/>
          <p:nvPr/>
        </p:nvSpPr>
        <p:spPr>
          <a:xfrm>
            <a:off x="3719736" y="3748621"/>
            <a:ext cx="588795" cy="588795"/>
          </a:xfrm>
          <a:prstGeom prst="ellipse">
            <a:avLst/>
          </a:prstGeom>
          <a:solidFill>
            <a:srgbClr val="FF0000">
              <a:alpha val="50000"/>
            </a:srgbClr>
          </a:solidFill>
          <a:ln>
            <a:noFill/>
            <a:prstDash val="sysDot"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6A812B1B-EB6C-655C-56A0-3BEE67DDF6D7}"/>
              </a:ext>
            </a:extLst>
          </p:cNvPr>
          <p:cNvSpPr txBox="1"/>
          <p:nvPr/>
        </p:nvSpPr>
        <p:spPr>
          <a:xfrm>
            <a:off x="6969701" y="2306240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B5CE8204-B4AA-71FE-47FA-EA0F1093A5B2}"/>
              </a:ext>
            </a:extLst>
          </p:cNvPr>
          <p:cNvSpPr txBox="1"/>
          <p:nvPr/>
        </p:nvSpPr>
        <p:spPr>
          <a:xfrm>
            <a:off x="6970470" y="2673702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8350E6DA-CCEA-EED5-5796-8048793A89C4}"/>
              </a:ext>
            </a:extLst>
          </p:cNvPr>
          <p:cNvSpPr txBox="1"/>
          <p:nvPr/>
        </p:nvSpPr>
        <p:spPr>
          <a:xfrm>
            <a:off x="8646111" y="2380106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dirty="0"/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6890AF9A-5DAA-D9A5-5DBA-E5F2C114D1E0}"/>
              </a:ext>
            </a:extLst>
          </p:cNvPr>
          <p:cNvSpPr txBox="1"/>
          <p:nvPr/>
        </p:nvSpPr>
        <p:spPr>
          <a:xfrm>
            <a:off x="8611741" y="2673702"/>
            <a:ext cx="39176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29" name="그래픽 128">
            <a:extLst>
              <a:ext uri="{FF2B5EF4-FFF2-40B4-BE49-F238E27FC236}">
                <a16:creationId xmlns:a16="http://schemas.microsoft.com/office/drawing/2014/main" id="{C23EFC03-4294-EBA1-EBAA-EC90B84FC16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8849795" y="2676120"/>
            <a:ext cx="228600" cy="228600"/>
          </a:xfrm>
          <a:prstGeom prst="rect">
            <a:avLst/>
          </a:prstGeom>
        </p:spPr>
      </p:pic>
      <p:pic>
        <p:nvPicPr>
          <p:cNvPr id="130" name="그래픽 129">
            <a:extLst>
              <a:ext uri="{FF2B5EF4-FFF2-40B4-BE49-F238E27FC236}">
                <a16:creationId xmlns:a16="http://schemas.microsoft.com/office/drawing/2014/main" id="{6649E117-8E73-7383-4DC8-B845862857DD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6707744" y="2455813"/>
            <a:ext cx="261988" cy="261988"/>
          </a:xfrm>
          <a:prstGeom prst="rect">
            <a:avLst/>
          </a:prstGeom>
        </p:spPr>
      </p:pic>
      <p:pic>
        <p:nvPicPr>
          <p:cNvPr id="131" name="그림 130">
            <a:extLst>
              <a:ext uri="{FF2B5EF4-FFF2-40B4-BE49-F238E27FC236}">
                <a16:creationId xmlns:a16="http://schemas.microsoft.com/office/drawing/2014/main" id="{4AD73680-E5D7-6654-A3A5-B4AC30DAF2DB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813446" y="2073626"/>
            <a:ext cx="187790" cy="192370"/>
          </a:xfrm>
          <a:prstGeom prst="rect">
            <a:avLst/>
          </a:prstGeom>
        </p:spPr>
      </p:pic>
      <p:pic>
        <p:nvPicPr>
          <p:cNvPr id="132" name="그림 131">
            <a:extLst>
              <a:ext uri="{FF2B5EF4-FFF2-40B4-BE49-F238E27FC236}">
                <a16:creationId xmlns:a16="http://schemas.microsoft.com/office/drawing/2014/main" id="{11031FE1-67A2-3611-E66B-47F72EFB5CBE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840535" y="2073626"/>
            <a:ext cx="187790" cy="192370"/>
          </a:xfrm>
          <a:prstGeom prst="rect">
            <a:avLst/>
          </a:prstGeom>
        </p:spPr>
      </p:pic>
      <p:pic>
        <p:nvPicPr>
          <p:cNvPr id="133" name="그림 132">
            <a:extLst>
              <a:ext uri="{FF2B5EF4-FFF2-40B4-BE49-F238E27FC236}">
                <a16:creationId xmlns:a16="http://schemas.microsoft.com/office/drawing/2014/main" id="{755CFC51-2B9C-6072-FA43-2703B2AF761D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876512" y="2073626"/>
            <a:ext cx="187790" cy="192370"/>
          </a:xfrm>
          <a:prstGeom prst="rect">
            <a:avLst/>
          </a:prstGeom>
        </p:spPr>
      </p:pic>
      <p:graphicFrame>
        <p:nvGraphicFramePr>
          <p:cNvPr id="134" name="Group 323">
            <a:extLst>
              <a:ext uri="{FF2B5EF4-FFF2-40B4-BE49-F238E27FC236}">
                <a16:creationId xmlns:a16="http://schemas.microsoft.com/office/drawing/2014/main" id="{99F440AD-F394-1EDD-F713-BD945B126D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1165301"/>
              </p:ext>
            </p:extLst>
          </p:nvPr>
        </p:nvGraphicFramePr>
        <p:xfrm>
          <a:off x="9625013" y="575703"/>
          <a:ext cx="2519969" cy="1603248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자세히 보기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후원 영역 클릭 시 축약된 내용 및 버튼 오픈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다시 클릭하면 닫힘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다른 후원 클릭 시 기존 후원 영역은 닫히고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클릭한 후원의 내용만 오픈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자세히 보기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영상 후원 영역 클릭 시 영상의 썸네일 이미지와 제목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영상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보러가기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하단 버튼 오픈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2552017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영상 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보러가기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해당 영상으로 새 창 링크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6892242"/>
                  </a:ext>
                </a:extLst>
              </a:tr>
            </a:tbl>
          </a:graphicData>
        </a:graphic>
      </p:graphicFrame>
      <p:sp>
        <p:nvSpPr>
          <p:cNvPr id="135" name="타원 134">
            <a:extLst>
              <a:ext uri="{FF2B5EF4-FFF2-40B4-BE49-F238E27FC236}">
                <a16:creationId xmlns:a16="http://schemas.microsoft.com/office/drawing/2014/main" id="{AFA63FB3-CF31-4A22-EE2E-F7C57C585856}"/>
              </a:ext>
            </a:extLst>
          </p:cNvPr>
          <p:cNvSpPr/>
          <p:nvPr/>
        </p:nvSpPr>
        <p:spPr>
          <a:xfrm>
            <a:off x="3196901" y="2444529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FA2CD5A7-E75B-92BE-3AFB-D05BF8A6B63B}"/>
              </a:ext>
            </a:extLst>
          </p:cNvPr>
          <p:cNvSpPr/>
          <p:nvPr/>
        </p:nvSpPr>
        <p:spPr>
          <a:xfrm>
            <a:off x="3151101" y="3236046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7" name="타원 136">
            <a:extLst>
              <a:ext uri="{FF2B5EF4-FFF2-40B4-BE49-F238E27FC236}">
                <a16:creationId xmlns:a16="http://schemas.microsoft.com/office/drawing/2014/main" id="{5711DFF4-07A9-C100-AA37-93BD8C992620}"/>
              </a:ext>
            </a:extLst>
          </p:cNvPr>
          <p:cNvSpPr/>
          <p:nvPr/>
        </p:nvSpPr>
        <p:spPr>
          <a:xfrm>
            <a:off x="3541626" y="5121996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22870228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" name="Google Shape;1197;p27">
            <a:extLst>
              <a:ext uri="{FF2B5EF4-FFF2-40B4-BE49-F238E27FC236}">
                <a16:creationId xmlns:a16="http://schemas.microsoft.com/office/drawing/2014/main" id="{53425BDA-C4D0-47CC-537B-8B7082D604EA}"/>
              </a:ext>
            </a:extLst>
          </p:cNvPr>
          <p:cNvSpPr/>
          <p:nvPr/>
        </p:nvSpPr>
        <p:spPr>
          <a:xfrm>
            <a:off x="6578494" y="1510536"/>
            <a:ext cx="2566556" cy="4726776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ker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  <a:cs typeface="Calibri"/>
                <a:sym typeface="Calibri"/>
              </a:rPr>
              <a:t>후원 리스트</a:t>
            </a:r>
            <a:endParaRPr kumimoji="0" sz="9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356" name="Google Shape;1198;p27">
            <a:extLst>
              <a:ext uri="{FF2B5EF4-FFF2-40B4-BE49-F238E27FC236}">
                <a16:creationId xmlns:a16="http://schemas.microsoft.com/office/drawing/2014/main" id="{C0EB8F8D-8907-9DF0-C15C-FCC208968178}"/>
              </a:ext>
            </a:extLst>
          </p:cNvPr>
          <p:cNvSpPr/>
          <p:nvPr/>
        </p:nvSpPr>
        <p:spPr>
          <a:xfrm>
            <a:off x="6633548" y="1717057"/>
            <a:ext cx="2470586" cy="4459419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7" name="Google Shape;1197;p27">
            <a:extLst>
              <a:ext uri="{FF2B5EF4-FFF2-40B4-BE49-F238E27FC236}">
                <a16:creationId xmlns:a16="http://schemas.microsoft.com/office/drawing/2014/main" id="{778A40C5-0AD4-FF21-3EE9-8183FE5F1761}"/>
              </a:ext>
            </a:extLst>
          </p:cNvPr>
          <p:cNvSpPr/>
          <p:nvPr/>
        </p:nvSpPr>
        <p:spPr>
          <a:xfrm>
            <a:off x="3551151" y="1510536"/>
            <a:ext cx="2566556" cy="4726776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ker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  <a:cs typeface="Calibri"/>
                <a:sym typeface="Calibri"/>
              </a:rPr>
              <a:t>후원 리스트</a:t>
            </a:r>
            <a:endParaRPr kumimoji="0" sz="9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358" name="Google Shape;1198;p27">
            <a:extLst>
              <a:ext uri="{FF2B5EF4-FFF2-40B4-BE49-F238E27FC236}">
                <a16:creationId xmlns:a16="http://schemas.microsoft.com/office/drawing/2014/main" id="{A5A5AC53-55EB-FC64-B26A-DAE17C7E02F5}"/>
              </a:ext>
            </a:extLst>
          </p:cNvPr>
          <p:cNvSpPr/>
          <p:nvPr/>
        </p:nvSpPr>
        <p:spPr>
          <a:xfrm>
            <a:off x="3606205" y="1717057"/>
            <a:ext cx="2470586" cy="4459419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9" name="Google Shape;1197;p27">
            <a:extLst>
              <a:ext uri="{FF2B5EF4-FFF2-40B4-BE49-F238E27FC236}">
                <a16:creationId xmlns:a16="http://schemas.microsoft.com/office/drawing/2014/main" id="{FFE5D087-A8B3-1D86-6FF4-D480AB8E3B82}"/>
              </a:ext>
            </a:extLst>
          </p:cNvPr>
          <p:cNvSpPr/>
          <p:nvPr/>
        </p:nvSpPr>
        <p:spPr>
          <a:xfrm>
            <a:off x="512116" y="1510536"/>
            <a:ext cx="2566556" cy="4726776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ker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  <a:cs typeface="Calibri"/>
                <a:sym typeface="Calibri"/>
              </a:rPr>
              <a:t>후원 리스트</a:t>
            </a:r>
            <a:endParaRPr kumimoji="0" sz="9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360" name="Google Shape;1198;p27">
            <a:extLst>
              <a:ext uri="{FF2B5EF4-FFF2-40B4-BE49-F238E27FC236}">
                <a16:creationId xmlns:a16="http://schemas.microsoft.com/office/drawing/2014/main" id="{FF50F875-4375-456A-DA38-883FB9DBB444}"/>
              </a:ext>
            </a:extLst>
          </p:cNvPr>
          <p:cNvSpPr/>
          <p:nvPr/>
        </p:nvSpPr>
        <p:spPr>
          <a:xfrm>
            <a:off x="567170" y="1717057"/>
            <a:ext cx="2470586" cy="4459419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2E580A28-8660-FAB7-FC70-13BA9BE97B32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반응형 </a:t>
            </a:r>
            <a:r>
              <a:rPr lang="en-US" altLang="ko-KR" dirty="0"/>
              <a:t>UI &gt; </a:t>
            </a:r>
            <a:r>
              <a:rPr lang="ko-KR" altLang="en-US" dirty="0"/>
              <a:t>차단</a:t>
            </a:r>
            <a:r>
              <a:rPr lang="en-US" altLang="ko-KR" dirty="0"/>
              <a:t>/</a:t>
            </a:r>
            <a:r>
              <a:rPr lang="ko-KR" altLang="en-US" dirty="0"/>
              <a:t>해제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EA5D2050-474B-B675-BA5C-856AEFE16C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후원 리스트 위젯 </a:t>
            </a:r>
            <a:r>
              <a:rPr lang="en-US" altLang="ko-KR" dirty="0"/>
              <a:t>&gt; </a:t>
            </a:r>
            <a:r>
              <a:rPr lang="ko-KR" altLang="en-US" dirty="0"/>
              <a:t>반응형 </a:t>
            </a:r>
            <a:r>
              <a:rPr lang="en-US" altLang="ko-KR" dirty="0"/>
              <a:t>UI</a:t>
            </a:r>
            <a:endParaRPr lang="ko-KR" altLang="en-US" dirty="0"/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11ECADBB-B54C-77A5-0FA1-25A5BA28FC39}"/>
              </a:ext>
            </a:extLst>
          </p:cNvPr>
          <p:cNvSpPr txBox="1"/>
          <p:nvPr/>
        </p:nvSpPr>
        <p:spPr>
          <a:xfrm>
            <a:off x="571257" y="1772816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EF983C32-97BD-073D-FC79-796B2B3FBDE1}"/>
              </a:ext>
            </a:extLst>
          </p:cNvPr>
          <p:cNvSpPr txBox="1"/>
          <p:nvPr/>
        </p:nvSpPr>
        <p:spPr>
          <a:xfrm>
            <a:off x="1847717" y="177281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2893FF03-16EF-95C7-4D71-4CA037C6CBF4}"/>
              </a:ext>
            </a:extLst>
          </p:cNvPr>
          <p:cNvCxnSpPr>
            <a:cxnSpLocks/>
          </p:cNvCxnSpPr>
          <p:nvPr/>
        </p:nvCxnSpPr>
        <p:spPr>
          <a:xfrm>
            <a:off x="668972" y="2037340"/>
            <a:ext cx="526203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185" name="TextBox 184">
            <a:extLst>
              <a:ext uri="{FF2B5EF4-FFF2-40B4-BE49-F238E27FC236}">
                <a16:creationId xmlns:a16="http://schemas.microsoft.com/office/drawing/2014/main" id="{4B99D98E-4AF1-9B4D-2B80-E016497E88FC}"/>
              </a:ext>
            </a:extLst>
          </p:cNvPr>
          <p:cNvSpPr txBox="1"/>
          <p:nvPr/>
        </p:nvSpPr>
        <p:spPr>
          <a:xfrm>
            <a:off x="1353186" y="177281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7AD30E39-315E-1EDA-EDA9-1B18D49D44D8}"/>
              </a:ext>
            </a:extLst>
          </p:cNvPr>
          <p:cNvSpPr/>
          <p:nvPr/>
        </p:nvSpPr>
        <p:spPr>
          <a:xfrm>
            <a:off x="600348" y="2044807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187" name="Picture 6" descr="필터 - 무료 ui개 아이콘">
            <a:extLst>
              <a:ext uri="{FF2B5EF4-FFF2-40B4-BE49-F238E27FC236}">
                <a16:creationId xmlns:a16="http://schemas.microsoft.com/office/drawing/2014/main" id="{90DD2827-604A-F041-4D62-15B818E2C5F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6361" y="2080527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31C1F1E0-0CF5-CDDF-120C-CB1DBF9438C9}"/>
              </a:ext>
            </a:extLst>
          </p:cNvPr>
          <p:cNvSpPr/>
          <p:nvPr/>
        </p:nvSpPr>
        <p:spPr>
          <a:xfrm>
            <a:off x="599246" y="3517050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192" name="그래픽 191">
            <a:extLst>
              <a:ext uri="{FF2B5EF4-FFF2-40B4-BE49-F238E27FC236}">
                <a16:creationId xmlns:a16="http://schemas.microsoft.com/office/drawing/2014/main" id="{379B11ED-1AE6-FCC3-493B-7F2FA4B76F0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46658" y="3695597"/>
            <a:ext cx="263454" cy="263454"/>
          </a:xfrm>
          <a:prstGeom prst="rect">
            <a:avLst/>
          </a:prstGeom>
        </p:spPr>
      </p:pic>
      <p:sp>
        <p:nvSpPr>
          <p:cNvPr id="193" name="TextBox 192">
            <a:extLst>
              <a:ext uri="{FF2B5EF4-FFF2-40B4-BE49-F238E27FC236}">
                <a16:creationId xmlns:a16="http://schemas.microsoft.com/office/drawing/2014/main" id="{086ECFF8-C544-D4FA-246E-2713FC87B6F0}"/>
              </a:ext>
            </a:extLst>
          </p:cNvPr>
          <p:cNvSpPr txBox="1"/>
          <p:nvPr/>
        </p:nvSpPr>
        <p:spPr>
          <a:xfrm>
            <a:off x="908646" y="354333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1AAAD46F-F6CB-C9B9-506A-61805690940D}"/>
              </a:ext>
            </a:extLst>
          </p:cNvPr>
          <p:cNvSpPr txBox="1"/>
          <p:nvPr/>
        </p:nvSpPr>
        <p:spPr>
          <a:xfrm>
            <a:off x="909414" y="3910800"/>
            <a:ext cx="1481163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[</a:t>
            </a: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Youtube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유튜브 제목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5" name="사각형: 둥근 모서리 194">
            <a:extLst>
              <a:ext uri="{FF2B5EF4-FFF2-40B4-BE49-F238E27FC236}">
                <a16:creationId xmlns:a16="http://schemas.microsoft.com/office/drawing/2014/main" id="{B26699C1-A74C-F349-A9EE-F6D702E5042F}"/>
              </a:ext>
            </a:extLst>
          </p:cNvPr>
          <p:cNvSpPr/>
          <p:nvPr/>
        </p:nvSpPr>
        <p:spPr>
          <a:xfrm>
            <a:off x="2288009" y="3666969"/>
            <a:ext cx="320711" cy="320711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A9EEE736-B796-0C35-F7C0-A53FEFC8EA08}"/>
              </a:ext>
            </a:extLst>
          </p:cNvPr>
          <p:cNvSpPr txBox="1"/>
          <p:nvPr/>
        </p:nvSpPr>
        <p:spPr>
          <a:xfrm>
            <a:off x="2585056" y="3617204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3,000</a:t>
            </a:r>
            <a:endParaRPr lang="ko-KR" altLang="en-US" dirty="0"/>
          </a:p>
        </p:txBody>
      </p:sp>
      <p:sp>
        <p:nvSpPr>
          <p:cNvPr id="198" name="직사각형 197">
            <a:extLst>
              <a:ext uri="{FF2B5EF4-FFF2-40B4-BE49-F238E27FC236}">
                <a16:creationId xmlns:a16="http://schemas.microsoft.com/office/drawing/2014/main" id="{9DCA7A64-A278-6AAE-7A03-2017E1780A0A}"/>
              </a:ext>
            </a:extLst>
          </p:cNvPr>
          <p:cNvSpPr/>
          <p:nvPr/>
        </p:nvSpPr>
        <p:spPr>
          <a:xfrm>
            <a:off x="599246" y="2284321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54FDF55F-3B4A-E296-BE40-35402E297FC4}"/>
              </a:ext>
            </a:extLst>
          </p:cNvPr>
          <p:cNvSpPr/>
          <p:nvPr/>
        </p:nvSpPr>
        <p:spPr>
          <a:xfrm>
            <a:off x="599246" y="2909110"/>
            <a:ext cx="2417540" cy="60919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00" name="그래픽 199">
            <a:extLst>
              <a:ext uri="{FF2B5EF4-FFF2-40B4-BE49-F238E27FC236}">
                <a16:creationId xmlns:a16="http://schemas.microsoft.com/office/drawing/2014/main" id="{87451E51-AA44-12AE-8AF1-669C7A98BA4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45956" y="3099661"/>
            <a:ext cx="263454" cy="263454"/>
          </a:xfrm>
          <a:prstGeom prst="rect">
            <a:avLst/>
          </a:prstGeom>
        </p:spPr>
      </p:pic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430D8B5-5E4B-82DD-4056-4D754EE9AFCE}"/>
              </a:ext>
            </a:extLst>
          </p:cNvPr>
          <p:cNvSpPr/>
          <p:nvPr/>
        </p:nvSpPr>
        <p:spPr>
          <a:xfrm>
            <a:off x="599246" y="4143329"/>
            <a:ext cx="2417540" cy="834323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CE4CC606-BEBF-06CD-BAFE-603CECAFFD73}"/>
              </a:ext>
            </a:extLst>
          </p:cNvPr>
          <p:cNvSpPr txBox="1"/>
          <p:nvPr/>
        </p:nvSpPr>
        <p:spPr>
          <a:xfrm>
            <a:off x="908646" y="416961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7854CDBF-19A6-205F-DF20-E04F6ED5DAA4}"/>
              </a:ext>
            </a:extLst>
          </p:cNvPr>
          <p:cNvSpPr txBox="1"/>
          <p:nvPr/>
        </p:nvSpPr>
        <p:spPr>
          <a:xfrm>
            <a:off x="909414" y="4537080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룰렛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제목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꽝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or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당첨 항목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2EBFC147-57B1-5245-EF2E-46DBC782FEE5}"/>
              </a:ext>
            </a:extLst>
          </p:cNvPr>
          <p:cNvSpPr txBox="1"/>
          <p:nvPr/>
        </p:nvSpPr>
        <p:spPr>
          <a:xfrm>
            <a:off x="2585056" y="4243484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dirty="0"/>
          </a:p>
        </p:txBody>
      </p:sp>
      <p:pic>
        <p:nvPicPr>
          <p:cNvPr id="206" name="그래픽 205">
            <a:extLst>
              <a:ext uri="{FF2B5EF4-FFF2-40B4-BE49-F238E27FC236}">
                <a16:creationId xmlns:a16="http://schemas.microsoft.com/office/drawing/2014/main" id="{6DBF8B3E-3F4B-AC74-C942-B327487F01B2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49733" y="4334626"/>
            <a:ext cx="258115" cy="258115"/>
          </a:xfrm>
          <a:prstGeom prst="rect">
            <a:avLst/>
          </a:prstGeom>
        </p:spPr>
      </p:pic>
      <p:sp>
        <p:nvSpPr>
          <p:cNvPr id="207" name="직사각형 206">
            <a:extLst>
              <a:ext uri="{FF2B5EF4-FFF2-40B4-BE49-F238E27FC236}">
                <a16:creationId xmlns:a16="http://schemas.microsoft.com/office/drawing/2014/main" id="{101940AF-9EE4-908E-CE56-243FC1351938}"/>
              </a:ext>
            </a:extLst>
          </p:cNvPr>
          <p:cNvSpPr/>
          <p:nvPr/>
        </p:nvSpPr>
        <p:spPr>
          <a:xfrm>
            <a:off x="599246" y="4977653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2806109C-1524-EA74-C251-B101FFA9BC76}"/>
              </a:ext>
            </a:extLst>
          </p:cNvPr>
          <p:cNvSpPr txBox="1"/>
          <p:nvPr/>
        </p:nvSpPr>
        <p:spPr>
          <a:xfrm>
            <a:off x="908646" y="5003941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28ECC02B-6087-94BB-9AFB-48451FF95FC5}"/>
              </a:ext>
            </a:extLst>
          </p:cNvPr>
          <p:cNvSpPr txBox="1"/>
          <p:nvPr/>
        </p:nvSpPr>
        <p:spPr>
          <a:xfrm>
            <a:off x="909414" y="5371403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럭키박스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시간초과 환불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A42EBD22-67D6-F2D7-CE2A-84392C1E86E6}"/>
              </a:ext>
            </a:extLst>
          </p:cNvPr>
          <p:cNvSpPr txBox="1"/>
          <p:nvPr/>
        </p:nvSpPr>
        <p:spPr>
          <a:xfrm>
            <a:off x="2585056" y="5077807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dirty="0"/>
          </a:p>
        </p:txBody>
      </p:sp>
      <p:pic>
        <p:nvPicPr>
          <p:cNvPr id="212" name="그래픽 211">
            <a:extLst>
              <a:ext uri="{FF2B5EF4-FFF2-40B4-BE49-F238E27FC236}">
                <a16:creationId xmlns:a16="http://schemas.microsoft.com/office/drawing/2014/main" id="{AD334C9B-92AF-3DAB-2EF7-DDE26ED6F2EC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50017" y="5168949"/>
            <a:ext cx="257831" cy="257831"/>
          </a:xfrm>
          <a:prstGeom prst="rect">
            <a:avLst/>
          </a:prstGeom>
        </p:spPr>
      </p:pic>
      <p:pic>
        <p:nvPicPr>
          <p:cNvPr id="213" name="그림 212">
            <a:extLst>
              <a:ext uri="{FF2B5EF4-FFF2-40B4-BE49-F238E27FC236}">
                <a16:creationId xmlns:a16="http://schemas.microsoft.com/office/drawing/2014/main" id="{B7EDED2C-29BC-2118-29AE-8AA819205BA4}"/>
              </a:ext>
            </a:extLst>
          </p:cNvPr>
          <p:cNvPicPr>
            <a:picLocks noChangeAspect="1"/>
          </p:cNvPicPr>
          <p:nvPr/>
        </p:nvPicPr>
        <p:blipFill>
          <a:blip r:embed="rId11"/>
          <a:srcRect b="9096"/>
          <a:stretch>
            <a:fillRect/>
          </a:stretch>
        </p:blipFill>
        <p:spPr>
          <a:xfrm>
            <a:off x="603428" y="5598761"/>
            <a:ext cx="2479066" cy="575859"/>
          </a:xfrm>
          <a:prstGeom prst="rect">
            <a:avLst/>
          </a:prstGeom>
        </p:spPr>
      </p:pic>
      <p:graphicFrame>
        <p:nvGraphicFramePr>
          <p:cNvPr id="214" name="표 213">
            <a:extLst>
              <a:ext uri="{FF2B5EF4-FFF2-40B4-BE49-F238E27FC236}">
                <a16:creationId xmlns:a16="http://schemas.microsoft.com/office/drawing/2014/main" id="{4AD424B0-B01A-F4B4-E053-6045C0EF90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9532733"/>
              </p:ext>
            </p:extLst>
          </p:nvPr>
        </p:nvGraphicFramePr>
        <p:xfrm>
          <a:off x="603429" y="4768799"/>
          <a:ext cx="2417538" cy="213360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805846">
                  <a:extLst>
                    <a:ext uri="{9D8B030D-6E8A-4147-A177-3AD203B41FA5}">
                      <a16:colId xmlns:a16="http://schemas.microsoft.com/office/drawing/2014/main" val="2045282246"/>
                    </a:ext>
                  </a:extLst>
                </a:gridCol>
                <a:gridCol w="805846">
                  <a:extLst>
                    <a:ext uri="{9D8B030D-6E8A-4147-A177-3AD203B41FA5}">
                      <a16:colId xmlns:a16="http://schemas.microsoft.com/office/drawing/2014/main" val="859422954"/>
                    </a:ext>
                  </a:extLst>
                </a:gridCol>
                <a:gridCol w="805846">
                  <a:extLst>
                    <a:ext uri="{9D8B030D-6E8A-4147-A177-3AD203B41FA5}">
                      <a16:colId xmlns:a16="http://schemas.microsoft.com/office/drawing/2014/main" val="2961860283"/>
                    </a:ext>
                  </a:extLst>
                </a:gridCol>
              </a:tblGrid>
              <a:tr h="19227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▶ 재생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29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ebdings" panose="05030102010509060703" pitchFamily="18" charset="2"/>
                        </a:rPr>
                        <a:t>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차단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벽지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7501084"/>
                  </a:ext>
                </a:extLst>
              </a:tr>
            </a:tbl>
          </a:graphicData>
        </a:graphic>
      </p:graphicFrame>
      <p:sp>
        <p:nvSpPr>
          <p:cNvPr id="215" name="TextBox 214">
            <a:extLst>
              <a:ext uri="{FF2B5EF4-FFF2-40B4-BE49-F238E27FC236}">
                <a16:creationId xmlns:a16="http://schemas.microsoft.com/office/drawing/2014/main" id="{4781891F-2E09-30F3-0085-61EAC22A56D1}"/>
              </a:ext>
            </a:extLst>
          </p:cNvPr>
          <p:cNvSpPr txBox="1"/>
          <p:nvPr/>
        </p:nvSpPr>
        <p:spPr>
          <a:xfrm>
            <a:off x="908646" y="2306240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A6F39B8B-0E2C-6621-43A7-DC7F22090E0A}"/>
              </a:ext>
            </a:extLst>
          </p:cNvPr>
          <p:cNvSpPr txBox="1"/>
          <p:nvPr/>
        </p:nvSpPr>
        <p:spPr>
          <a:xfrm>
            <a:off x="909415" y="2673702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0D9C0DC5-7343-4099-3AAE-8667D6A4E9F4}"/>
              </a:ext>
            </a:extLst>
          </p:cNvPr>
          <p:cNvSpPr txBox="1"/>
          <p:nvPr/>
        </p:nvSpPr>
        <p:spPr>
          <a:xfrm>
            <a:off x="2585056" y="2380106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dirty="0"/>
          </a:p>
        </p:txBody>
      </p:sp>
      <p:pic>
        <p:nvPicPr>
          <p:cNvPr id="219" name="그래픽 218">
            <a:extLst>
              <a:ext uri="{FF2B5EF4-FFF2-40B4-BE49-F238E27FC236}">
                <a16:creationId xmlns:a16="http://schemas.microsoft.com/office/drawing/2014/main" id="{A71B1111-40D5-61DC-CEA2-9CDB2FF30D5B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646689" y="2455813"/>
            <a:ext cx="261988" cy="261988"/>
          </a:xfrm>
          <a:prstGeom prst="rect">
            <a:avLst/>
          </a:prstGeom>
        </p:spPr>
      </p:pic>
      <p:sp>
        <p:nvSpPr>
          <p:cNvPr id="220" name="TextBox 219">
            <a:extLst>
              <a:ext uri="{FF2B5EF4-FFF2-40B4-BE49-F238E27FC236}">
                <a16:creationId xmlns:a16="http://schemas.microsoft.com/office/drawing/2014/main" id="{CEDA315F-F869-BAC6-E742-F715A3981817}"/>
              </a:ext>
            </a:extLst>
          </p:cNvPr>
          <p:cNvSpPr txBox="1"/>
          <p:nvPr/>
        </p:nvSpPr>
        <p:spPr>
          <a:xfrm>
            <a:off x="908646" y="2925314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B7924104-79F8-88C8-F1A7-A2E181AB9EE9}"/>
              </a:ext>
            </a:extLst>
          </p:cNvPr>
          <p:cNvSpPr txBox="1"/>
          <p:nvPr/>
        </p:nvSpPr>
        <p:spPr>
          <a:xfrm>
            <a:off x="909415" y="3292776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3D90F678-3930-9447-B59C-83496D2D2E4F}"/>
              </a:ext>
            </a:extLst>
          </p:cNvPr>
          <p:cNvSpPr txBox="1"/>
          <p:nvPr/>
        </p:nvSpPr>
        <p:spPr>
          <a:xfrm>
            <a:off x="2585056" y="2999180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dirty="0"/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CA0EB776-B98D-B8AA-D602-1CB7731C96AF}"/>
              </a:ext>
            </a:extLst>
          </p:cNvPr>
          <p:cNvSpPr txBox="1"/>
          <p:nvPr/>
        </p:nvSpPr>
        <p:spPr>
          <a:xfrm>
            <a:off x="3601924" y="1772816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088BC0FE-57DB-6E5F-4840-32F13B3AF604}"/>
              </a:ext>
            </a:extLst>
          </p:cNvPr>
          <p:cNvSpPr txBox="1"/>
          <p:nvPr/>
        </p:nvSpPr>
        <p:spPr>
          <a:xfrm>
            <a:off x="4878384" y="177281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cxnSp>
        <p:nvCxnSpPr>
          <p:cNvPr id="227" name="직선 연결선 226">
            <a:extLst>
              <a:ext uri="{FF2B5EF4-FFF2-40B4-BE49-F238E27FC236}">
                <a16:creationId xmlns:a16="http://schemas.microsoft.com/office/drawing/2014/main" id="{857DFC73-310D-E276-F3AD-19C4AC22787C}"/>
              </a:ext>
            </a:extLst>
          </p:cNvPr>
          <p:cNvCxnSpPr>
            <a:cxnSpLocks/>
          </p:cNvCxnSpPr>
          <p:nvPr/>
        </p:nvCxnSpPr>
        <p:spPr>
          <a:xfrm>
            <a:off x="3699639" y="2037340"/>
            <a:ext cx="526203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228" name="TextBox 227">
            <a:extLst>
              <a:ext uri="{FF2B5EF4-FFF2-40B4-BE49-F238E27FC236}">
                <a16:creationId xmlns:a16="http://schemas.microsoft.com/office/drawing/2014/main" id="{F103DA3A-0DC0-C95F-6B5E-B9F9D5609887}"/>
              </a:ext>
            </a:extLst>
          </p:cNvPr>
          <p:cNvSpPr txBox="1"/>
          <p:nvPr/>
        </p:nvSpPr>
        <p:spPr>
          <a:xfrm>
            <a:off x="4383853" y="177281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A1CC0AF2-77EF-5CB5-BB46-FBBEFD9190B3}"/>
              </a:ext>
            </a:extLst>
          </p:cNvPr>
          <p:cNvSpPr/>
          <p:nvPr/>
        </p:nvSpPr>
        <p:spPr>
          <a:xfrm>
            <a:off x="3631015" y="2044807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30" name="Picture 6" descr="필터 - 무료 ui개 아이콘">
            <a:extLst>
              <a:ext uri="{FF2B5EF4-FFF2-40B4-BE49-F238E27FC236}">
                <a16:creationId xmlns:a16="http://schemas.microsoft.com/office/drawing/2014/main" id="{B7F22E8F-D8A8-055D-FEF7-84D982F30D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87028" y="2080527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34" name="직사각형 233">
            <a:extLst>
              <a:ext uri="{FF2B5EF4-FFF2-40B4-BE49-F238E27FC236}">
                <a16:creationId xmlns:a16="http://schemas.microsoft.com/office/drawing/2014/main" id="{801EC56D-52C0-407E-E7C2-E8FFE0CD42EA}"/>
              </a:ext>
            </a:extLst>
          </p:cNvPr>
          <p:cNvSpPr/>
          <p:nvPr/>
        </p:nvSpPr>
        <p:spPr>
          <a:xfrm>
            <a:off x="3631015" y="3517050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35" name="그래픽 234">
            <a:extLst>
              <a:ext uri="{FF2B5EF4-FFF2-40B4-BE49-F238E27FC236}">
                <a16:creationId xmlns:a16="http://schemas.microsoft.com/office/drawing/2014/main" id="{3F1AB26C-2B96-4D42-FD40-273902508E0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678427" y="3695597"/>
            <a:ext cx="263454" cy="263454"/>
          </a:xfrm>
          <a:prstGeom prst="rect">
            <a:avLst/>
          </a:prstGeom>
        </p:spPr>
      </p:pic>
      <p:sp>
        <p:nvSpPr>
          <p:cNvPr id="236" name="TextBox 235">
            <a:extLst>
              <a:ext uri="{FF2B5EF4-FFF2-40B4-BE49-F238E27FC236}">
                <a16:creationId xmlns:a16="http://schemas.microsoft.com/office/drawing/2014/main" id="{BC0C031F-1289-5F86-5457-24003CFBB603}"/>
              </a:ext>
            </a:extLst>
          </p:cNvPr>
          <p:cNvSpPr txBox="1"/>
          <p:nvPr/>
        </p:nvSpPr>
        <p:spPr>
          <a:xfrm>
            <a:off x="3940415" y="354333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762D16E7-F41C-DCFE-C989-CC4F747400BA}"/>
              </a:ext>
            </a:extLst>
          </p:cNvPr>
          <p:cNvSpPr txBox="1"/>
          <p:nvPr/>
        </p:nvSpPr>
        <p:spPr>
          <a:xfrm>
            <a:off x="3941183" y="3910800"/>
            <a:ext cx="1481163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[</a:t>
            </a: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Youtube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유튜브 제목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38" name="사각형: 둥근 모서리 237">
            <a:extLst>
              <a:ext uri="{FF2B5EF4-FFF2-40B4-BE49-F238E27FC236}">
                <a16:creationId xmlns:a16="http://schemas.microsoft.com/office/drawing/2014/main" id="{E316FE74-1AE5-620A-0470-1201D51CF923}"/>
              </a:ext>
            </a:extLst>
          </p:cNvPr>
          <p:cNvSpPr/>
          <p:nvPr/>
        </p:nvSpPr>
        <p:spPr>
          <a:xfrm>
            <a:off x="5319778" y="3666969"/>
            <a:ext cx="320711" cy="320711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5EEF49B-8B55-1BC8-CF5F-55F624C88FC5}"/>
              </a:ext>
            </a:extLst>
          </p:cNvPr>
          <p:cNvSpPr txBox="1"/>
          <p:nvPr/>
        </p:nvSpPr>
        <p:spPr>
          <a:xfrm>
            <a:off x="5616825" y="3617204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3,000</a:t>
            </a:r>
            <a:endParaRPr lang="ko-KR" altLang="en-US" dirty="0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89F94221-EB3D-A43F-A3A3-D18E9FA01ACB}"/>
              </a:ext>
            </a:extLst>
          </p:cNvPr>
          <p:cNvSpPr txBox="1"/>
          <p:nvPr/>
        </p:nvSpPr>
        <p:spPr>
          <a:xfrm>
            <a:off x="5632048" y="392985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90861852-37A3-FCCD-7CA3-DE14562B1020}"/>
              </a:ext>
            </a:extLst>
          </p:cNvPr>
          <p:cNvSpPr/>
          <p:nvPr/>
        </p:nvSpPr>
        <p:spPr>
          <a:xfrm>
            <a:off x="3631015" y="2284321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BDF32A2C-19CE-5F7A-BCA4-B8D4CD0F665C}"/>
              </a:ext>
            </a:extLst>
          </p:cNvPr>
          <p:cNvSpPr/>
          <p:nvPr/>
        </p:nvSpPr>
        <p:spPr>
          <a:xfrm>
            <a:off x="3631015" y="2909110"/>
            <a:ext cx="2417540" cy="60919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43" name="그래픽 242">
            <a:extLst>
              <a:ext uri="{FF2B5EF4-FFF2-40B4-BE49-F238E27FC236}">
                <a16:creationId xmlns:a16="http://schemas.microsoft.com/office/drawing/2014/main" id="{B2B2C2FE-184A-77DC-CD2E-EB19B055AA7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677725" y="3099661"/>
            <a:ext cx="263454" cy="263454"/>
          </a:xfrm>
          <a:prstGeom prst="rect">
            <a:avLst/>
          </a:prstGeom>
        </p:spPr>
      </p:pic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4047819C-54BB-058C-00B7-AFB1418EE1FC}"/>
              </a:ext>
            </a:extLst>
          </p:cNvPr>
          <p:cNvSpPr/>
          <p:nvPr/>
        </p:nvSpPr>
        <p:spPr>
          <a:xfrm>
            <a:off x="3631015" y="4768577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45" name="TextBox 244">
            <a:extLst>
              <a:ext uri="{FF2B5EF4-FFF2-40B4-BE49-F238E27FC236}">
                <a16:creationId xmlns:a16="http://schemas.microsoft.com/office/drawing/2014/main" id="{C3464B1E-73E8-7245-5D56-360D90243321}"/>
              </a:ext>
            </a:extLst>
          </p:cNvPr>
          <p:cNvSpPr txBox="1"/>
          <p:nvPr/>
        </p:nvSpPr>
        <p:spPr>
          <a:xfrm>
            <a:off x="3940415" y="4794865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46" name="TextBox 245">
            <a:extLst>
              <a:ext uri="{FF2B5EF4-FFF2-40B4-BE49-F238E27FC236}">
                <a16:creationId xmlns:a16="http://schemas.microsoft.com/office/drawing/2014/main" id="{858FBED4-89DD-7F92-5FA3-83911F6BE175}"/>
              </a:ext>
            </a:extLst>
          </p:cNvPr>
          <p:cNvSpPr txBox="1"/>
          <p:nvPr/>
        </p:nvSpPr>
        <p:spPr>
          <a:xfrm>
            <a:off x="3941183" y="5162327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럭키박스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시간초과 환불</a:t>
            </a:r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264AC9DB-46CE-B15F-2280-B6BB9983208C}"/>
              </a:ext>
            </a:extLst>
          </p:cNvPr>
          <p:cNvSpPr txBox="1"/>
          <p:nvPr/>
        </p:nvSpPr>
        <p:spPr>
          <a:xfrm>
            <a:off x="5616825" y="4868731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dirty="0"/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2E219B5D-F65F-E0C8-C8BE-8A86E0B285A0}"/>
              </a:ext>
            </a:extLst>
          </p:cNvPr>
          <p:cNvSpPr txBox="1"/>
          <p:nvPr/>
        </p:nvSpPr>
        <p:spPr>
          <a:xfrm>
            <a:off x="5600909" y="5162327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49" name="그래픽 248">
            <a:extLst>
              <a:ext uri="{FF2B5EF4-FFF2-40B4-BE49-F238E27FC236}">
                <a16:creationId xmlns:a16="http://schemas.microsoft.com/office/drawing/2014/main" id="{B1FB7830-E790-C525-C3D4-42B3ED2C614D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3681786" y="4959873"/>
            <a:ext cx="257831" cy="257831"/>
          </a:xfrm>
          <a:prstGeom prst="rect">
            <a:avLst/>
          </a:prstGeom>
        </p:spPr>
      </p:pic>
      <p:pic>
        <p:nvPicPr>
          <p:cNvPr id="250" name="그림 249">
            <a:extLst>
              <a:ext uri="{FF2B5EF4-FFF2-40B4-BE49-F238E27FC236}">
                <a16:creationId xmlns:a16="http://schemas.microsoft.com/office/drawing/2014/main" id="{183999AB-E671-511A-FE23-AFCD3BDFB83F}"/>
              </a:ext>
            </a:extLst>
          </p:cNvPr>
          <p:cNvPicPr>
            <a:picLocks noChangeAspect="1"/>
          </p:cNvPicPr>
          <p:nvPr/>
        </p:nvPicPr>
        <p:blipFill>
          <a:blip r:embed="rId11"/>
          <a:srcRect t="1" b="1245"/>
          <a:stretch>
            <a:fillRect/>
          </a:stretch>
        </p:blipFill>
        <p:spPr>
          <a:xfrm>
            <a:off x="3635197" y="5389685"/>
            <a:ext cx="2479066" cy="625590"/>
          </a:xfrm>
          <a:prstGeom prst="rect">
            <a:avLst/>
          </a:prstGeom>
        </p:spPr>
      </p:pic>
      <p:sp>
        <p:nvSpPr>
          <p:cNvPr id="251" name="TextBox 250">
            <a:extLst>
              <a:ext uri="{FF2B5EF4-FFF2-40B4-BE49-F238E27FC236}">
                <a16:creationId xmlns:a16="http://schemas.microsoft.com/office/drawing/2014/main" id="{E5F7F048-385B-3DE3-C77C-E03B0E2E0F0B}"/>
              </a:ext>
            </a:extLst>
          </p:cNvPr>
          <p:cNvSpPr txBox="1"/>
          <p:nvPr/>
        </p:nvSpPr>
        <p:spPr>
          <a:xfrm>
            <a:off x="3940415" y="2306240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52" name="TextBox 251">
            <a:extLst>
              <a:ext uri="{FF2B5EF4-FFF2-40B4-BE49-F238E27FC236}">
                <a16:creationId xmlns:a16="http://schemas.microsoft.com/office/drawing/2014/main" id="{EEDB28ED-C101-D525-ECA3-4714324A4928}"/>
              </a:ext>
            </a:extLst>
          </p:cNvPr>
          <p:cNvSpPr txBox="1"/>
          <p:nvPr/>
        </p:nvSpPr>
        <p:spPr>
          <a:xfrm>
            <a:off x="3941184" y="2673702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253" name="TextBox 252">
            <a:extLst>
              <a:ext uri="{FF2B5EF4-FFF2-40B4-BE49-F238E27FC236}">
                <a16:creationId xmlns:a16="http://schemas.microsoft.com/office/drawing/2014/main" id="{107064BB-1323-8DD2-E236-C60762EABBA7}"/>
              </a:ext>
            </a:extLst>
          </p:cNvPr>
          <p:cNvSpPr txBox="1"/>
          <p:nvPr/>
        </p:nvSpPr>
        <p:spPr>
          <a:xfrm>
            <a:off x="5616825" y="2380106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dirty="0"/>
          </a:p>
        </p:txBody>
      </p:sp>
      <p:sp>
        <p:nvSpPr>
          <p:cNvPr id="254" name="TextBox 253">
            <a:extLst>
              <a:ext uri="{FF2B5EF4-FFF2-40B4-BE49-F238E27FC236}">
                <a16:creationId xmlns:a16="http://schemas.microsoft.com/office/drawing/2014/main" id="{62A95674-AC0B-CA91-A34A-A13BDA39685E}"/>
              </a:ext>
            </a:extLst>
          </p:cNvPr>
          <p:cNvSpPr txBox="1"/>
          <p:nvPr/>
        </p:nvSpPr>
        <p:spPr>
          <a:xfrm>
            <a:off x="5610018" y="2673702"/>
            <a:ext cx="39176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55" name="그래픽 254">
            <a:extLst>
              <a:ext uri="{FF2B5EF4-FFF2-40B4-BE49-F238E27FC236}">
                <a16:creationId xmlns:a16="http://schemas.microsoft.com/office/drawing/2014/main" id="{A6958FAA-A45C-DBB3-0610-A61208E57B80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3678458" y="2455813"/>
            <a:ext cx="261988" cy="261988"/>
          </a:xfrm>
          <a:prstGeom prst="rect">
            <a:avLst/>
          </a:prstGeom>
        </p:spPr>
      </p:pic>
      <p:sp>
        <p:nvSpPr>
          <p:cNvPr id="256" name="TextBox 255">
            <a:extLst>
              <a:ext uri="{FF2B5EF4-FFF2-40B4-BE49-F238E27FC236}">
                <a16:creationId xmlns:a16="http://schemas.microsoft.com/office/drawing/2014/main" id="{04AF4A44-C586-3BDA-BB1E-76A7A48AE544}"/>
              </a:ext>
            </a:extLst>
          </p:cNvPr>
          <p:cNvSpPr txBox="1"/>
          <p:nvPr/>
        </p:nvSpPr>
        <p:spPr>
          <a:xfrm>
            <a:off x="3940415" y="2925314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F4248A6F-5618-E18F-0CC6-16234228E40A}"/>
              </a:ext>
            </a:extLst>
          </p:cNvPr>
          <p:cNvSpPr txBox="1"/>
          <p:nvPr/>
        </p:nvSpPr>
        <p:spPr>
          <a:xfrm>
            <a:off x="3941184" y="3292776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AEBB9481-E3C8-F726-021A-ACF55A002066}"/>
              </a:ext>
            </a:extLst>
          </p:cNvPr>
          <p:cNvSpPr txBox="1"/>
          <p:nvPr/>
        </p:nvSpPr>
        <p:spPr>
          <a:xfrm>
            <a:off x="5616825" y="2999180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ADD7F506-A3E9-B97C-083B-EA26EA8F9B81}"/>
              </a:ext>
            </a:extLst>
          </p:cNvPr>
          <p:cNvSpPr txBox="1"/>
          <p:nvPr/>
        </p:nvSpPr>
        <p:spPr>
          <a:xfrm>
            <a:off x="5610018" y="3292776"/>
            <a:ext cx="39176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22C8C097-7B9A-825F-BFEA-8A4D783FC9D6}"/>
              </a:ext>
            </a:extLst>
          </p:cNvPr>
          <p:cNvSpPr txBox="1"/>
          <p:nvPr/>
        </p:nvSpPr>
        <p:spPr>
          <a:xfrm>
            <a:off x="6631210" y="1770960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5950EC49-6979-030C-4E7B-E02FA352F2BE}"/>
              </a:ext>
            </a:extLst>
          </p:cNvPr>
          <p:cNvSpPr txBox="1"/>
          <p:nvPr/>
        </p:nvSpPr>
        <p:spPr>
          <a:xfrm>
            <a:off x="7907670" y="1770960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cxnSp>
        <p:nvCxnSpPr>
          <p:cNvPr id="265" name="직선 연결선 264">
            <a:extLst>
              <a:ext uri="{FF2B5EF4-FFF2-40B4-BE49-F238E27FC236}">
                <a16:creationId xmlns:a16="http://schemas.microsoft.com/office/drawing/2014/main" id="{8C8B3EFB-BB9D-63FF-0AFB-C579C11EBA72}"/>
              </a:ext>
            </a:extLst>
          </p:cNvPr>
          <p:cNvCxnSpPr>
            <a:cxnSpLocks/>
          </p:cNvCxnSpPr>
          <p:nvPr/>
        </p:nvCxnSpPr>
        <p:spPr>
          <a:xfrm>
            <a:off x="6728925" y="2035484"/>
            <a:ext cx="526203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266" name="TextBox 265">
            <a:extLst>
              <a:ext uri="{FF2B5EF4-FFF2-40B4-BE49-F238E27FC236}">
                <a16:creationId xmlns:a16="http://schemas.microsoft.com/office/drawing/2014/main" id="{82B8D379-6760-21D8-C8D7-620D47B67CDD}"/>
              </a:ext>
            </a:extLst>
          </p:cNvPr>
          <p:cNvSpPr txBox="1"/>
          <p:nvPr/>
        </p:nvSpPr>
        <p:spPr>
          <a:xfrm>
            <a:off x="7413139" y="1770960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21DC4D7B-43B3-42DF-A8E6-17EBA0E9166E}"/>
              </a:ext>
            </a:extLst>
          </p:cNvPr>
          <p:cNvSpPr/>
          <p:nvPr/>
        </p:nvSpPr>
        <p:spPr>
          <a:xfrm>
            <a:off x="6669826" y="2042951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68" name="Picture 6" descr="필터 - 무료 ui개 아이콘">
            <a:extLst>
              <a:ext uri="{FF2B5EF4-FFF2-40B4-BE49-F238E27FC236}">
                <a16:creationId xmlns:a16="http://schemas.microsoft.com/office/drawing/2014/main" id="{AC19A4A2-1153-267D-E0F0-855EC3689B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5839" y="2093911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4925EBEC-4EE5-559B-382E-03F3729BA367}"/>
              </a:ext>
            </a:extLst>
          </p:cNvPr>
          <p:cNvSpPr/>
          <p:nvPr/>
        </p:nvSpPr>
        <p:spPr>
          <a:xfrm>
            <a:off x="6669737" y="3517050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71" name="그래픽 270">
            <a:extLst>
              <a:ext uri="{FF2B5EF4-FFF2-40B4-BE49-F238E27FC236}">
                <a16:creationId xmlns:a16="http://schemas.microsoft.com/office/drawing/2014/main" id="{631BCB19-1A69-C57B-A7A0-1BD53BF8AEF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717149" y="3695597"/>
            <a:ext cx="263454" cy="263454"/>
          </a:xfrm>
          <a:prstGeom prst="rect">
            <a:avLst/>
          </a:prstGeom>
        </p:spPr>
      </p:pic>
      <p:sp>
        <p:nvSpPr>
          <p:cNvPr id="272" name="TextBox 271">
            <a:extLst>
              <a:ext uri="{FF2B5EF4-FFF2-40B4-BE49-F238E27FC236}">
                <a16:creationId xmlns:a16="http://schemas.microsoft.com/office/drawing/2014/main" id="{C5C83FF1-6469-367F-5FAA-B90C2DEC83DE}"/>
              </a:ext>
            </a:extLst>
          </p:cNvPr>
          <p:cNvSpPr txBox="1"/>
          <p:nvPr/>
        </p:nvSpPr>
        <p:spPr>
          <a:xfrm>
            <a:off x="6979137" y="354333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539B9F5D-621F-A5C4-396B-1ABC46AC104E}"/>
              </a:ext>
            </a:extLst>
          </p:cNvPr>
          <p:cNvSpPr txBox="1"/>
          <p:nvPr/>
        </p:nvSpPr>
        <p:spPr>
          <a:xfrm>
            <a:off x="6979905" y="3910800"/>
            <a:ext cx="1481163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[</a:t>
            </a: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Youtube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유튜브 제목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74" name="사각형: 둥근 모서리 273">
            <a:extLst>
              <a:ext uri="{FF2B5EF4-FFF2-40B4-BE49-F238E27FC236}">
                <a16:creationId xmlns:a16="http://schemas.microsoft.com/office/drawing/2014/main" id="{9019132E-EC73-FE66-87FF-5974C971D4D2}"/>
              </a:ext>
            </a:extLst>
          </p:cNvPr>
          <p:cNvSpPr/>
          <p:nvPr/>
        </p:nvSpPr>
        <p:spPr>
          <a:xfrm>
            <a:off x="8358500" y="3666969"/>
            <a:ext cx="320711" cy="320711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73E08D46-540E-4086-A8A8-F89560677763}"/>
              </a:ext>
            </a:extLst>
          </p:cNvPr>
          <p:cNvSpPr txBox="1"/>
          <p:nvPr/>
        </p:nvSpPr>
        <p:spPr>
          <a:xfrm>
            <a:off x="8655547" y="3617204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3,000</a:t>
            </a:r>
            <a:endParaRPr lang="ko-KR" altLang="en-US" dirty="0"/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5830C134-3BB7-1797-C6FF-683C76D21D35}"/>
              </a:ext>
            </a:extLst>
          </p:cNvPr>
          <p:cNvSpPr txBox="1"/>
          <p:nvPr/>
        </p:nvSpPr>
        <p:spPr>
          <a:xfrm>
            <a:off x="8656384" y="392985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79615084-985A-6786-63E4-0B89DF1AF452}"/>
              </a:ext>
            </a:extLst>
          </p:cNvPr>
          <p:cNvSpPr/>
          <p:nvPr/>
        </p:nvSpPr>
        <p:spPr>
          <a:xfrm>
            <a:off x="6669737" y="2284321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78" name="직사각형 277">
            <a:extLst>
              <a:ext uri="{FF2B5EF4-FFF2-40B4-BE49-F238E27FC236}">
                <a16:creationId xmlns:a16="http://schemas.microsoft.com/office/drawing/2014/main" id="{0A04BAE5-5448-58E2-6520-5B63440C031A}"/>
              </a:ext>
            </a:extLst>
          </p:cNvPr>
          <p:cNvSpPr/>
          <p:nvPr/>
        </p:nvSpPr>
        <p:spPr>
          <a:xfrm>
            <a:off x="6669737" y="2909110"/>
            <a:ext cx="2417540" cy="60919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79" name="그래픽 278">
            <a:extLst>
              <a:ext uri="{FF2B5EF4-FFF2-40B4-BE49-F238E27FC236}">
                <a16:creationId xmlns:a16="http://schemas.microsoft.com/office/drawing/2014/main" id="{FDD56217-5894-B4BA-4032-E32747C2651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716447" y="3099661"/>
            <a:ext cx="263454" cy="263454"/>
          </a:xfrm>
          <a:prstGeom prst="rect">
            <a:avLst/>
          </a:prstGeom>
        </p:spPr>
      </p:pic>
      <p:sp>
        <p:nvSpPr>
          <p:cNvPr id="280" name="직사각형 279">
            <a:extLst>
              <a:ext uri="{FF2B5EF4-FFF2-40B4-BE49-F238E27FC236}">
                <a16:creationId xmlns:a16="http://schemas.microsoft.com/office/drawing/2014/main" id="{5CE85B70-F0D9-9F3F-684A-BE40DC3442E5}"/>
              </a:ext>
            </a:extLst>
          </p:cNvPr>
          <p:cNvSpPr/>
          <p:nvPr/>
        </p:nvSpPr>
        <p:spPr>
          <a:xfrm>
            <a:off x="6669737" y="4143329"/>
            <a:ext cx="2417540" cy="834323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A30546D9-BD11-5831-B855-13B62E36DD90}"/>
              </a:ext>
            </a:extLst>
          </p:cNvPr>
          <p:cNvSpPr txBox="1"/>
          <p:nvPr/>
        </p:nvSpPr>
        <p:spPr>
          <a:xfrm>
            <a:off x="6979137" y="416961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0EBEEB77-EFA4-C137-2F70-970B7E0BB327}"/>
              </a:ext>
            </a:extLst>
          </p:cNvPr>
          <p:cNvSpPr txBox="1"/>
          <p:nvPr/>
        </p:nvSpPr>
        <p:spPr>
          <a:xfrm>
            <a:off x="6979905" y="4537080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룰렛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제목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꽝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or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당첨 항목</a:t>
            </a: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B7AEBAFE-237E-AAA0-7DBD-6E5A3A5276D2}"/>
              </a:ext>
            </a:extLst>
          </p:cNvPr>
          <p:cNvSpPr txBox="1"/>
          <p:nvPr/>
        </p:nvSpPr>
        <p:spPr>
          <a:xfrm>
            <a:off x="8655547" y="4243484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dirty="0"/>
          </a:p>
        </p:txBody>
      </p:sp>
      <p:sp>
        <p:nvSpPr>
          <p:cNvPr id="284" name="TextBox 283">
            <a:extLst>
              <a:ext uri="{FF2B5EF4-FFF2-40B4-BE49-F238E27FC236}">
                <a16:creationId xmlns:a16="http://schemas.microsoft.com/office/drawing/2014/main" id="{39D0992D-AD79-0726-CFCC-AAA09DEDFA69}"/>
              </a:ext>
            </a:extLst>
          </p:cNvPr>
          <p:cNvSpPr txBox="1"/>
          <p:nvPr/>
        </p:nvSpPr>
        <p:spPr>
          <a:xfrm>
            <a:off x="8616280" y="4538329"/>
            <a:ext cx="491715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85" name="그래픽 284">
            <a:extLst>
              <a:ext uri="{FF2B5EF4-FFF2-40B4-BE49-F238E27FC236}">
                <a16:creationId xmlns:a16="http://schemas.microsoft.com/office/drawing/2014/main" id="{E2B75245-470A-EA8D-F02D-4DE2717ED83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720224" y="4334626"/>
            <a:ext cx="258115" cy="258115"/>
          </a:xfrm>
          <a:prstGeom prst="rect">
            <a:avLst/>
          </a:prstGeom>
        </p:spPr>
      </p:pic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B6BE672C-2FB8-520F-53F8-5D0152133FDA}"/>
              </a:ext>
            </a:extLst>
          </p:cNvPr>
          <p:cNvSpPr/>
          <p:nvPr/>
        </p:nvSpPr>
        <p:spPr>
          <a:xfrm>
            <a:off x="6669737" y="4977653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F84DD512-4A4A-38D3-E042-4B71BE671F2C}"/>
              </a:ext>
            </a:extLst>
          </p:cNvPr>
          <p:cNvSpPr txBox="1"/>
          <p:nvPr/>
        </p:nvSpPr>
        <p:spPr>
          <a:xfrm>
            <a:off x="6979137" y="5003941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88" name="TextBox 287">
            <a:extLst>
              <a:ext uri="{FF2B5EF4-FFF2-40B4-BE49-F238E27FC236}">
                <a16:creationId xmlns:a16="http://schemas.microsoft.com/office/drawing/2014/main" id="{6D23E2CE-2A8A-797B-7F65-8D0E508B8B58}"/>
              </a:ext>
            </a:extLst>
          </p:cNvPr>
          <p:cNvSpPr txBox="1"/>
          <p:nvPr/>
        </p:nvSpPr>
        <p:spPr>
          <a:xfrm>
            <a:off x="6979905" y="5371403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럭키박스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시간초과 환불</a:t>
            </a: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80DA14B9-9B3B-F5B6-4EB7-D6C531A7B054}"/>
              </a:ext>
            </a:extLst>
          </p:cNvPr>
          <p:cNvSpPr txBox="1"/>
          <p:nvPr/>
        </p:nvSpPr>
        <p:spPr>
          <a:xfrm>
            <a:off x="8655547" y="5077807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dirty="0"/>
          </a:p>
        </p:txBody>
      </p:sp>
      <p:sp>
        <p:nvSpPr>
          <p:cNvPr id="290" name="TextBox 289">
            <a:extLst>
              <a:ext uri="{FF2B5EF4-FFF2-40B4-BE49-F238E27FC236}">
                <a16:creationId xmlns:a16="http://schemas.microsoft.com/office/drawing/2014/main" id="{5291859E-A49C-B229-E611-D9864F4DC0F6}"/>
              </a:ext>
            </a:extLst>
          </p:cNvPr>
          <p:cNvSpPr txBox="1"/>
          <p:nvPr/>
        </p:nvSpPr>
        <p:spPr>
          <a:xfrm>
            <a:off x="8714602" y="5371403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91" name="그래픽 290">
            <a:extLst>
              <a:ext uri="{FF2B5EF4-FFF2-40B4-BE49-F238E27FC236}">
                <a16:creationId xmlns:a16="http://schemas.microsoft.com/office/drawing/2014/main" id="{5CF7FBFE-E8A6-5EE7-137F-B606C8A4793B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720508" y="5168949"/>
            <a:ext cx="257831" cy="257831"/>
          </a:xfrm>
          <a:prstGeom prst="rect">
            <a:avLst/>
          </a:prstGeom>
        </p:spPr>
      </p:pic>
      <p:pic>
        <p:nvPicPr>
          <p:cNvPr id="292" name="그림 291">
            <a:extLst>
              <a:ext uri="{FF2B5EF4-FFF2-40B4-BE49-F238E27FC236}">
                <a16:creationId xmlns:a16="http://schemas.microsoft.com/office/drawing/2014/main" id="{388489DD-0176-7A67-20F3-D4552C3C9063}"/>
              </a:ext>
            </a:extLst>
          </p:cNvPr>
          <p:cNvPicPr>
            <a:picLocks noChangeAspect="1"/>
          </p:cNvPicPr>
          <p:nvPr/>
        </p:nvPicPr>
        <p:blipFill>
          <a:blip r:embed="rId11"/>
          <a:srcRect b="9096"/>
          <a:stretch>
            <a:fillRect/>
          </a:stretch>
        </p:blipFill>
        <p:spPr>
          <a:xfrm>
            <a:off x="6673919" y="5598761"/>
            <a:ext cx="2479066" cy="575859"/>
          </a:xfrm>
          <a:prstGeom prst="rect">
            <a:avLst/>
          </a:prstGeom>
        </p:spPr>
      </p:pic>
      <p:graphicFrame>
        <p:nvGraphicFramePr>
          <p:cNvPr id="293" name="표 292">
            <a:extLst>
              <a:ext uri="{FF2B5EF4-FFF2-40B4-BE49-F238E27FC236}">
                <a16:creationId xmlns:a16="http://schemas.microsoft.com/office/drawing/2014/main" id="{76F65A27-391D-3008-2A73-04C7FE7B9C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709582"/>
              </p:ext>
            </p:extLst>
          </p:nvPr>
        </p:nvGraphicFramePr>
        <p:xfrm>
          <a:off x="6673920" y="4768799"/>
          <a:ext cx="2417538" cy="213360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805846">
                  <a:extLst>
                    <a:ext uri="{9D8B030D-6E8A-4147-A177-3AD203B41FA5}">
                      <a16:colId xmlns:a16="http://schemas.microsoft.com/office/drawing/2014/main" val="2045282246"/>
                    </a:ext>
                  </a:extLst>
                </a:gridCol>
                <a:gridCol w="805846">
                  <a:extLst>
                    <a:ext uri="{9D8B030D-6E8A-4147-A177-3AD203B41FA5}">
                      <a16:colId xmlns:a16="http://schemas.microsoft.com/office/drawing/2014/main" val="859422954"/>
                    </a:ext>
                  </a:extLst>
                </a:gridCol>
                <a:gridCol w="805846">
                  <a:extLst>
                    <a:ext uri="{9D8B030D-6E8A-4147-A177-3AD203B41FA5}">
                      <a16:colId xmlns:a16="http://schemas.microsoft.com/office/drawing/2014/main" val="2961860283"/>
                    </a:ext>
                  </a:extLst>
                </a:gridCol>
              </a:tblGrid>
              <a:tr h="19227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▶ 재생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29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ebdings" panose="05030102010509060703" pitchFamily="18" charset="2"/>
                        </a:rPr>
                        <a:t>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차단 해제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벽지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7501084"/>
                  </a:ext>
                </a:extLst>
              </a:tr>
            </a:tbl>
          </a:graphicData>
        </a:graphic>
      </p:graphicFrame>
      <p:sp>
        <p:nvSpPr>
          <p:cNvPr id="294" name="TextBox 293">
            <a:extLst>
              <a:ext uri="{FF2B5EF4-FFF2-40B4-BE49-F238E27FC236}">
                <a16:creationId xmlns:a16="http://schemas.microsoft.com/office/drawing/2014/main" id="{AF27A05C-B0CC-E5AF-A925-E8D346221108}"/>
              </a:ext>
            </a:extLst>
          </p:cNvPr>
          <p:cNvSpPr txBox="1"/>
          <p:nvPr/>
        </p:nvSpPr>
        <p:spPr>
          <a:xfrm>
            <a:off x="6979137" y="2306240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95" name="TextBox 294">
            <a:extLst>
              <a:ext uri="{FF2B5EF4-FFF2-40B4-BE49-F238E27FC236}">
                <a16:creationId xmlns:a16="http://schemas.microsoft.com/office/drawing/2014/main" id="{9605757A-17B1-61E4-DCEA-FFC029C77710}"/>
              </a:ext>
            </a:extLst>
          </p:cNvPr>
          <p:cNvSpPr txBox="1"/>
          <p:nvPr/>
        </p:nvSpPr>
        <p:spPr>
          <a:xfrm>
            <a:off x="6979906" y="2673702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296" name="TextBox 295">
            <a:extLst>
              <a:ext uri="{FF2B5EF4-FFF2-40B4-BE49-F238E27FC236}">
                <a16:creationId xmlns:a16="http://schemas.microsoft.com/office/drawing/2014/main" id="{21950D34-DB9C-8A8E-2CF7-8A7064FDEF13}"/>
              </a:ext>
            </a:extLst>
          </p:cNvPr>
          <p:cNvSpPr txBox="1"/>
          <p:nvPr/>
        </p:nvSpPr>
        <p:spPr>
          <a:xfrm>
            <a:off x="8655547" y="2380106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dirty="0"/>
          </a:p>
        </p:txBody>
      </p:sp>
      <p:sp>
        <p:nvSpPr>
          <p:cNvPr id="297" name="TextBox 296">
            <a:extLst>
              <a:ext uri="{FF2B5EF4-FFF2-40B4-BE49-F238E27FC236}">
                <a16:creationId xmlns:a16="http://schemas.microsoft.com/office/drawing/2014/main" id="{54F740F7-F87A-CF80-01DA-3C152945E3FC}"/>
              </a:ext>
            </a:extLst>
          </p:cNvPr>
          <p:cNvSpPr txBox="1"/>
          <p:nvPr/>
        </p:nvSpPr>
        <p:spPr>
          <a:xfrm>
            <a:off x="8634354" y="2673702"/>
            <a:ext cx="39176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98" name="그래픽 297">
            <a:extLst>
              <a:ext uri="{FF2B5EF4-FFF2-40B4-BE49-F238E27FC236}">
                <a16:creationId xmlns:a16="http://schemas.microsoft.com/office/drawing/2014/main" id="{60346C1E-3A91-17EC-8FEF-84CDF3B43600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6717180" y="2455813"/>
            <a:ext cx="261988" cy="261988"/>
          </a:xfrm>
          <a:prstGeom prst="rect">
            <a:avLst/>
          </a:prstGeom>
        </p:spPr>
      </p:pic>
      <p:sp>
        <p:nvSpPr>
          <p:cNvPr id="299" name="TextBox 298">
            <a:extLst>
              <a:ext uri="{FF2B5EF4-FFF2-40B4-BE49-F238E27FC236}">
                <a16:creationId xmlns:a16="http://schemas.microsoft.com/office/drawing/2014/main" id="{38C4016E-AD7C-0DA7-6EA4-565A9E3C63E6}"/>
              </a:ext>
            </a:extLst>
          </p:cNvPr>
          <p:cNvSpPr txBox="1"/>
          <p:nvPr/>
        </p:nvSpPr>
        <p:spPr>
          <a:xfrm>
            <a:off x="6979137" y="2925314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21DF63F9-6072-D815-F9E0-BBBD95C475C9}"/>
              </a:ext>
            </a:extLst>
          </p:cNvPr>
          <p:cNvSpPr txBox="1"/>
          <p:nvPr/>
        </p:nvSpPr>
        <p:spPr>
          <a:xfrm>
            <a:off x="6979906" y="3292776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301" name="TextBox 300">
            <a:extLst>
              <a:ext uri="{FF2B5EF4-FFF2-40B4-BE49-F238E27FC236}">
                <a16:creationId xmlns:a16="http://schemas.microsoft.com/office/drawing/2014/main" id="{A83448B6-E7FB-28A1-45F5-2AD1BE47B21B}"/>
              </a:ext>
            </a:extLst>
          </p:cNvPr>
          <p:cNvSpPr txBox="1"/>
          <p:nvPr/>
        </p:nvSpPr>
        <p:spPr>
          <a:xfrm>
            <a:off x="8655547" y="2999180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dirty="0"/>
          </a:p>
        </p:txBody>
      </p:sp>
      <p:sp>
        <p:nvSpPr>
          <p:cNvPr id="302" name="TextBox 301">
            <a:extLst>
              <a:ext uri="{FF2B5EF4-FFF2-40B4-BE49-F238E27FC236}">
                <a16:creationId xmlns:a16="http://schemas.microsoft.com/office/drawing/2014/main" id="{48CD5BF6-47A9-FC44-30F4-BB3EBF72CB88}"/>
              </a:ext>
            </a:extLst>
          </p:cNvPr>
          <p:cNvSpPr txBox="1"/>
          <p:nvPr/>
        </p:nvSpPr>
        <p:spPr>
          <a:xfrm>
            <a:off x="8634354" y="3292776"/>
            <a:ext cx="39176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303" name="연결선: 꺾임 302">
            <a:extLst>
              <a:ext uri="{FF2B5EF4-FFF2-40B4-BE49-F238E27FC236}">
                <a16:creationId xmlns:a16="http://schemas.microsoft.com/office/drawing/2014/main" id="{96921961-A506-6392-2924-3493F659D5D3}"/>
              </a:ext>
            </a:extLst>
          </p:cNvPr>
          <p:cNvCxnSpPr>
            <a:cxnSpLocks/>
            <a:stCxn id="293" idx="2"/>
            <a:endCxn id="201" idx="1"/>
          </p:cNvCxnSpPr>
          <p:nvPr/>
        </p:nvCxnSpPr>
        <p:spPr>
          <a:xfrm rot="5400000" flipH="1">
            <a:off x="4030134" y="1129604"/>
            <a:ext cx="421668" cy="7283443"/>
          </a:xfrm>
          <a:prstGeom prst="bentConnector4">
            <a:avLst>
              <a:gd name="adj1" fmla="val -54213"/>
              <a:gd name="adj2" fmla="val 103139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7BF95401-0178-2071-5D14-5AD9F5BBD305}"/>
              </a:ext>
            </a:extLst>
          </p:cNvPr>
          <p:cNvGrpSpPr/>
          <p:nvPr/>
        </p:nvGrpSpPr>
        <p:grpSpPr>
          <a:xfrm rot="5400000">
            <a:off x="6254323" y="4691487"/>
            <a:ext cx="208802" cy="363534"/>
            <a:chOff x="6600056" y="1538514"/>
            <a:chExt cx="1692190" cy="305304"/>
          </a:xfrm>
        </p:grpSpPr>
        <p:cxnSp>
          <p:nvCxnSpPr>
            <p:cNvPr id="305" name="직선 연결선 304">
              <a:extLst>
                <a:ext uri="{FF2B5EF4-FFF2-40B4-BE49-F238E27FC236}">
                  <a16:creationId xmlns:a16="http://schemas.microsoft.com/office/drawing/2014/main" id="{9AD49292-CF8E-741C-0D4D-A099B8E35452}"/>
                </a:ext>
              </a:extLst>
            </p:cNvPr>
            <p:cNvCxnSpPr/>
            <p:nvPr/>
          </p:nvCxnSpPr>
          <p:spPr>
            <a:xfrm>
              <a:off x="6600056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직선 연결선 305">
              <a:extLst>
                <a:ext uri="{FF2B5EF4-FFF2-40B4-BE49-F238E27FC236}">
                  <a16:creationId xmlns:a16="http://schemas.microsoft.com/office/drawing/2014/main" id="{6D16194A-0746-1446-6810-25674BC359D1}"/>
                </a:ext>
              </a:extLst>
            </p:cNvPr>
            <p:cNvCxnSpPr/>
            <p:nvPr/>
          </p:nvCxnSpPr>
          <p:spPr>
            <a:xfrm>
              <a:off x="8292244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직선 화살표 연결선 306">
              <a:extLst>
                <a:ext uri="{FF2B5EF4-FFF2-40B4-BE49-F238E27FC236}">
                  <a16:creationId xmlns:a16="http://schemas.microsoft.com/office/drawing/2014/main" id="{7B61E400-9942-373D-2E02-AC64B6D43B2D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60" y="1731525"/>
              <a:ext cx="1692186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화살표 연결선 307">
              <a:extLst>
                <a:ext uri="{FF2B5EF4-FFF2-40B4-BE49-F238E27FC236}">
                  <a16:creationId xmlns:a16="http://schemas.microsoft.com/office/drawing/2014/main" id="{5862DB5E-E211-CDBC-390F-AFB5338851AC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60" y="1648806"/>
              <a:ext cx="1692186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2DB549FA-87D7-F3DE-113A-3E4E1EC2DCBE}"/>
              </a:ext>
            </a:extLst>
          </p:cNvPr>
          <p:cNvSpPr/>
          <p:nvPr/>
        </p:nvSpPr>
        <p:spPr>
          <a:xfrm>
            <a:off x="3631015" y="4143329"/>
            <a:ext cx="2417540" cy="624769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EE185F29-41FB-D955-7D50-31174264FB7B}"/>
              </a:ext>
            </a:extLst>
          </p:cNvPr>
          <p:cNvSpPr txBox="1"/>
          <p:nvPr/>
        </p:nvSpPr>
        <p:spPr>
          <a:xfrm>
            <a:off x="3940415" y="416961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FBEAC5A5-2F03-D8C0-198C-4B3F334E64D9}"/>
              </a:ext>
            </a:extLst>
          </p:cNvPr>
          <p:cNvSpPr txBox="1"/>
          <p:nvPr/>
        </p:nvSpPr>
        <p:spPr>
          <a:xfrm>
            <a:off x="3941183" y="4537080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룰렛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제목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꽝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or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당첨 항목</a:t>
            </a:r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1FC56ED3-0951-43FC-F4E9-E3479E260574}"/>
              </a:ext>
            </a:extLst>
          </p:cNvPr>
          <p:cNvSpPr txBox="1"/>
          <p:nvPr/>
        </p:nvSpPr>
        <p:spPr>
          <a:xfrm>
            <a:off x="5616825" y="4243484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dirty="0"/>
          </a:p>
        </p:txBody>
      </p:sp>
      <p:sp>
        <p:nvSpPr>
          <p:cNvPr id="313" name="TextBox 312">
            <a:extLst>
              <a:ext uri="{FF2B5EF4-FFF2-40B4-BE49-F238E27FC236}">
                <a16:creationId xmlns:a16="http://schemas.microsoft.com/office/drawing/2014/main" id="{B97D7344-B9A2-6A94-34F4-FF5602040320}"/>
              </a:ext>
            </a:extLst>
          </p:cNvPr>
          <p:cNvSpPr txBox="1"/>
          <p:nvPr/>
        </p:nvSpPr>
        <p:spPr>
          <a:xfrm>
            <a:off x="5627948" y="4553133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314" name="그래픽 313">
            <a:extLst>
              <a:ext uri="{FF2B5EF4-FFF2-40B4-BE49-F238E27FC236}">
                <a16:creationId xmlns:a16="http://schemas.microsoft.com/office/drawing/2014/main" id="{E24758C7-079C-4C88-7700-4CD08FAFA08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3681502" y="4334626"/>
            <a:ext cx="258115" cy="258115"/>
          </a:xfrm>
          <a:prstGeom prst="rect">
            <a:avLst/>
          </a:prstGeom>
        </p:spPr>
      </p:pic>
      <p:cxnSp>
        <p:nvCxnSpPr>
          <p:cNvPr id="315" name="연결선: 꺾임 314">
            <a:extLst>
              <a:ext uri="{FF2B5EF4-FFF2-40B4-BE49-F238E27FC236}">
                <a16:creationId xmlns:a16="http://schemas.microsoft.com/office/drawing/2014/main" id="{E3E5EB4C-A84F-A0B7-0944-D96A3C91E137}"/>
              </a:ext>
            </a:extLst>
          </p:cNvPr>
          <p:cNvCxnSpPr>
            <a:cxnSpLocks/>
            <a:stCxn id="214" idx="0"/>
            <a:endCxn id="314" idx="1"/>
          </p:cNvCxnSpPr>
          <p:nvPr/>
        </p:nvCxnSpPr>
        <p:spPr>
          <a:xfrm rot="5400000" flipH="1" flipV="1">
            <a:off x="2594293" y="3681590"/>
            <a:ext cx="305115" cy="1869304"/>
          </a:xfrm>
          <a:prstGeom prst="bentConnector2">
            <a:avLst/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연결선: 꺾임 315">
            <a:extLst>
              <a:ext uri="{FF2B5EF4-FFF2-40B4-BE49-F238E27FC236}">
                <a16:creationId xmlns:a16="http://schemas.microsoft.com/office/drawing/2014/main" id="{90E318C6-53CE-0F60-8240-D8666DD36403}"/>
              </a:ext>
            </a:extLst>
          </p:cNvPr>
          <p:cNvCxnSpPr>
            <a:cxnSpLocks/>
            <a:stCxn id="317" idx="6"/>
            <a:endCxn id="318" idx="2"/>
          </p:cNvCxnSpPr>
          <p:nvPr/>
        </p:nvCxnSpPr>
        <p:spPr>
          <a:xfrm flipV="1">
            <a:off x="6068423" y="4474316"/>
            <a:ext cx="1030539" cy="6475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7" name="타원 316">
            <a:extLst>
              <a:ext uri="{FF2B5EF4-FFF2-40B4-BE49-F238E27FC236}">
                <a16:creationId xmlns:a16="http://schemas.microsoft.com/office/drawing/2014/main" id="{5734F5AE-7BC2-77B3-E51F-FD3AB6469035}"/>
              </a:ext>
            </a:extLst>
          </p:cNvPr>
          <p:cNvSpPr/>
          <p:nvPr/>
        </p:nvSpPr>
        <p:spPr>
          <a:xfrm>
            <a:off x="5479628" y="4186393"/>
            <a:ext cx="588795" cy="588795"/>
          </a:xfrm>
          <a:prstGeom prst="ellipse">
            <a:avLst/>
          </a:prstGeom>
          <a:solidFill>
            <a:srgbClr val="FF0000">
              <a:alpha val="50000"/>
            </a:srgbClr>
          </a:solidFill>
          <a:ln>
            <a:noFill/>
            <a:prstDash val="sysDot"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18" name="타원 317">
            <a:extLst>
              <a:ext uri="{FF2B5EF4-FFF2-40B4-BE49-F238E27FC236}">
                <a16:creationId xmlns:a16="http://schemas.microsoft.com/office/drawing/2014/main" id="{7D955DB3-91DD-E59A-6A01-E3BF6196A136}"/>
              </a:ext>
            </a:extLst>
          </p:cNvPr>
          <p:cNvSpPr/>
          <p:nvPr/>
        </p:nvSpPr>
        <p:spPr>
          <a:xfrm>
            <a:off x="7098962" y="4179918"/>
            <a:ext cx="588795" cy="588795"/>
          </a:xfrm>
          <a:prstGeom prst="ellipse">
            <a:avLst/>
          </a:prstGeom>
          <a:solidFill>
            <a:srgbClr val="FF0000">
              <a:alpha val="50000"/>
            </a:srgbClr>
          </a:solidFill>
          <a:ln>
            <a:noFill/>
            <a:prstDash val="sysDot"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19" name="그림 318">
            <a:extLst>
              <a:ext uri="{FF2B5EF4-FFF2-40B4-BE49-F238E27FC236}">
                <a16:creationId xmlns:a16="http://schemas.microsoft.com/office/drawing/2014/main" id="{0A9E32BC-DB51-377C-8D20-5036C1005C7E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5840317" y="2071819"/>
            <a:ext cx="187790" cy="192370"/>
          </a:xfrm>
          <a:prstGeom prst="rect">
            <a:avLst/>
          </a:prstGeom>
        </p:spPr>
      </p:pic>
      <p:pic>
        <p:nvPicPr>
          <p:cNvPr id="320" name="그림 319">
            <a:extLst>
              <a:ext uri="{FF2B5EF4-FFF2-40B4-BE49-F238E27FC236}">
                <a16:creationId xmlns:a16="http://schemas.microsoft.com/office/drawing/2014/main" id="{CE6EC498-C4CB-4D5A-387F-835EDE53E020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810247" y="2071819"/>
            <a:ext cx="187790" cy="192370"/>
          </a:xfrm>
          <a:prstGeom prst="rect">
            <a:avLst/>
          </a:prstGeom>
        </p:spPr>
      </p:pic>
      <p:pic>
        <p:nvPicPr>
          <p:cNvPr id="321" name="그림 320">
            <a:extLst>
              <a:ext uri="{FF2B5EF4-FFF2-40B4-BE49-F238E27FC236}">
                <a16:creationId xmlns:a16="http://schemas.microsoft.com/office/drawing/2014/main" id="{59201A1F-7D0C-4245-C1E3-6D8572520491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877186" y="2071819"/>
            <a:ext cx="187790" cy="192370"/>
          </a:xfrm>
          <a:prstGeom prst="rect">
            <a:avLst/>
          </a:prstGeom>
        </p:spPr>
      </p:pic>
      <p:pic>
        <p:nvPicPr>
          <p:cNvPr id="322" name="그림 321">
            <a:extLst>
              <a:ext uri="{FF2B5EF4-FFF2-40B4-BE49-F238E27FC236}">
                <a16:creationId xmlns:a16="http://schemas.microsoft.com/office/drawing/2014/main" id="{AE77FD8C-783C-5C5B-D89C-12ED224584FB}"/>
              </a:ext>
            </a:extLst>
          </p:cNvPr>
          <p:cNvPicPr>
            <a:picLocks noChangeAspect="1"/>
          </p:cNvPicPr>
          <p:nvPr/>
        </p:nvPicPr>
        <p:blipFill>
          <a:blip r:embed="rId11"/>
          <a:srcRect t="-1" b="73547"/>
          <a:stretch>
            <a:fillRect/>
          </a:stretch>
        </p:blipFill>
        <p:spPr>
          <a:xfrm>
            <a:off x="3629921" y="6007040"/>
            <a:ext cx="2479066" cy="167580"/>
          </a:xfrm>
          <a:prstGeom prst="rect">
            <a:avLst/>
          </a:prstGeom>
        </p:spPr>
      </p:pic>
      <p:sp>
        <p:nvSpPr>
          <p:cNvPr id="323" name="타원 322">
            <a:extLst>
              <a:ext uri="{FF2B5EF4-FFF2-40B4-BE49-F238E27FC236}">
                <a16:creationId xmlns:a16="http://schemas.microsoft.com/office/drawing/2014/main" id="{2A8265C0-AEBA-894F-6583-7C7DA22AAD11}"/>
              </a:ext>
            </a:extLst>
          </p:cNvPr>
          <p:cNvSpPr/>
          <p:nvPr/>
        </p:nvSpPr>
        <p:spPr>
          <a:xfrm>
            <a:off x="3299259" y="4284400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4" name="타원 323">
            <a:extLst>
              <a:ext uri="{FF2B5EF4-FFF2-40B4-BE49-F238E27FC236}">
                <a16:creationId xmlns:a16="http://schemas.microsoft.com/office/drawing/2014/main" id="{B52EAE62-1991-4065-33B5-BA6EC8A5E6BF}"/>
              </a:ext>
            </a:extLst>
          </p:cNvPr>
          <p:cNvSpPr/>
          <p:nvPr/>
        </p:nvSpPr>
        <p:spPr>
          <a:xfrm>
            <a:off x="7824192" y="4592741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361" name="Group 323">
            <a:extLst>
              <a:ext uri="{FF2B5EF4-FFF2-40B4-BE49-F238E27FC236}">
                <a16:creationId xmlns:a16="http://schemas.microsoft.com/office/drawing/2014/main" id="{1CD804E3-C56B-0EFF-B962-0C39D0DA01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47312"/>
              </p:ext>
            </p:extLst>
          </p:nvPr>
        </p:nvGraphicFramePr>
        <p:xfrm>
          <a:off x="9625013" y="575703"/>
          <a:ext cx="2519969" cy="1217937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차단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차단된 후원자의 후원 영역은 회색으로 변경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[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차단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]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버튼은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차단 해제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]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버튼으로 변경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차단 해제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해제 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차단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]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버튼으로 변경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4805243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B5F9171C-021C-420C-39EE-35FFCA85FDCA}"/>
              </a:ext>
            </a:extLst>
          </p:cNvPr>
          <p:cNvSpPr txBox="1"/>
          <p:nvPr/>
        </p:nvSpPr>
        <p:spPr>
          <a:xfrm>
            <a:off x="2573818" y="3296436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5" name="그래픽 4">
            <a:extLst>
              <a:ext uri="{FF2B5EF4-FFF2-40B4-BE49-F238E27FC236}">
                <a16:creationId xmlns:a16="http://schemas.microsoft.com/office/drawing/2014/main" id="{1FE05260-EBFE-6F7E-FEA6-5B827511C20E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2789842" y="3298854"/>
            <a:ext cx="228600" cy="228600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6CF5C5C7-67AF-9AC5-F485-70AEE8C370DD}"/>
              </a:ext>
            </a:extLst>
          </p:cNvPr>
          <p:cNvSpPr txBox="1"/>
          <p:nvPr/>
        </p:nvSpPr>
        <p:spPr>
          <a:xfrm>
            <a:off x="2573818" y="2670874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7" name="그래픽 6">
            <a:extLst>
              <a:ext uri="{FF2B5EF4-FFF2-40B4-BE49-F238E27FC236}">
                <a16:creationId xmlns:a16="http://schemas.microsoft.com/office/drawing/2014/main" id="{CA4D99EB-2B19-018A-9288-0E1E4B201300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2789842" y="2673292"/>
            <a:ext cx="228600" cy="2286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139942F2-5326-6471-BB38-4D26B67CD4AF}"/>
              </a:ext>
            </a:extLst>
          </p:cNvPr>
          <p:cNvSpPr txBox="1"/>
          <p:nvPr/>
        </p:nvSpPr>
        <p:spPr>
          <a:xfrm>
            <a:off x="2573818" y="3922552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9" name="그래픽 8">
            <a:extLst>
              <a:ext uri="{FF2B5EF4-FFF2-40B4-BE49-F238E27FC236}">
                <a16:creationId xmlns:a16="http://schemas.microsoft.com/office/drawing/2014/main" id="{5B91F3D9-479D-7487-CD28-7FD59BD88451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2789842" y="3924970"/>
            <a:ext cx="228600" cy="228600"/>
          </a:xfrm>
          <a:prstGeom prst="rect">
            <a:avLst/>
          </a:prstGeom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3B8A45EC-C6A4-B965-AE5E-DCD0A8E7F195}"/>
              </a:ext>
            </a:extLst>
          </p:cNvPr>
          <p:cNvSpPr txBox="1"/>
          <p:nvPr/>
        </p:nvSpPr>
        <p:spPr>
          <a:xfrm>
            <a:off x="2573818" y="5358222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3" name="그래픽 12">
            <a:extLst>
              <a:ext uri="{FF2B5EF4-FFF2-40B4-BE49-F238E27FC236}">
                <a16:creationId xmlns:a16="http://schemas.microsoft.com/office/drawing/2014/main" id="{6C9E0AD6-10B5-8CCA-EB18-D11F5AD97ABE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2789842" y="5360640"/>
            <a:ext cx="228600" cy="228600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8067E605-F5C9-37B2-3943-5B283EB85B7D}"/>
              </a:ext>
            </a:extLst>
          </p:cNvPr>
          <p:cNvSpPr txBox="1"/>
          <p:nvPr/>
        </p:nvSpPr>
        <p:spPr>
          <a:xfrm>
            <a:off x="2525316" y="4557817"/>
            <a:ext cx="5445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 ▲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5" name="그래픽 14">
            <a:extLst>
              <a:ext uri="{FF2B5EF4-FFF2-40B4-BE49-F238E27FC236}">
                <a16:creationId xmlns:a16="http://schemas.microsoft.com/office/drawing/2014/main" id="{C4DBE817-FB37-7AF0-D3AA-FFAA5230075C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857555" y="3298854"/>
            <a:ext cx="228600" cy="228600"/>
          </a:xfrm>
          <a:prstGeom prst="rect">
            <a:avLst/>
          </a:prstGeom>
        </p:spPr>
      </p:pic>
      <p:pic>
        <p:nvPicPr>
          <p:cNvPr id="16" name="그래픽 15">
            <a:extLst>
              <a:ext uri="{FF2B5EF4-FFF2-40B4-BE49-F238E27FC236}">
                <a16:creationId xmlns:a16="http://schemas.microsoft.com/office/drawing/2014/main" id="{3F59A2EA-F185-99B9-F035-35EC9934A5D0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857555" y="2673292"/>
            <a:ext cx="228600" cy="228600"/>
          </a:xfrm>
          <a:prstGeom prst="rect">
            <a:avLst/>
          </a:prstGeom>
        </p:spPr>
      </p:pic>
      <p:pic>
        <p:nvPicPr>
          <p:cNvPr id="17" name="그래픽 16">
            <a:extLst>
              <a:ext uri="{FF2B5EF4-FFF2-40B4-BE49-F238E27FC236}">
                <a16:creationId xmlns:a16="http://schemas.microsoft.com/office/drawing/2014/main" id="{9C132A69-4DFC-E428-17CF-625E197CD779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857555" y="3924970"/>
            <a:ext cx="228600" cy="228600"/>
          </a:xfrm>
          <a:prstGeom prst="rect">
            <a:avLst/>
          </a:prstGeom>
        </p:spPr>
      </p:pic>
      <p:pic>
        <p:nvPicPr>
          <p:cNvPr id="18" name="그래픽 17">
            <a:extLst>
              <a:ext uri="{FF2B5EF4-FFF2-40B4-BE49-F238E27FC236}">
                <a16:creationId xmlns:a16="http://schemas.microsoft.com/office/drawing/2014/main" id="{2CDE513A-6313-859A-5C2D-377D71FDF6D5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857555" y="5157192"/>
            <a:ext cx="228600" cy="228600"/>
          </a:xfrm>
          <a:prstGeom prst="rect">
            <a:avLst/>
          </a:prstGeom>
        </p:spPr>
      </p:pic>
      <p:pic>
        <p:nvPicPr>
          <p:cNvPr id="19" name="그래픽 18">
            <a:extLst>
              <a:ext uri="{FF2B5EF4-FFF2-40B4-BE49-F238E27FC236}">
                <a16:creationId xmlns:a16="http://schemas.microsoft.com/office/drawing/2014/main" id="{1EBB946B-E959-2137-3DD0-D6D1872352D6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72206" y="3298854"/>
            <a:ext cx="228600" cy="228600"/>
          </a:xfrm>
          <a:prstGeom prst="rect">
            <a:avLst/>
          </a:prstGeom>
        </p:spPr>
      </p:pic>
      <p:pic>
        <p:nvPicPr>
          <p:cNvPr id="20" name="그래픽 19">
            <a:extLst>
              <a:ext uri="{FF2B5EF4-FFF2-40B4-BE49-F238E27FC236}">
                <a16:creationId xmlns:a16="http://schemas.microsoft.com/office/drawing/2014/main" id="{20A7E179-2492-B6D1-F778-2BA60FC8709B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72206" y="2673292"/>
            <a:ext cx="228600" cy="228600"/>
          </a:xfrm>
          <a:prstGeom prst="rect">
            <a:avLst/>
          </a:prstGeom>
        </p:spPr>
      </p:pic>
      <p:pic>
        <p:nvPicPr>
          <p:cNvPr id="21" name="그래픽 20">
            <a:extLst>
              <a:ext uri="{FF2B5EF4-FFF2-40B4-BE49-F238E27FC236}">
                <a16:creationId xmlns:a16="http://schemas.microsoft.com/office/drawing/2014/main" id="{F6602E23-9010-9A7F-975B-80531D8FEBA3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72206" y="3924970"/>
            <a:ext cx="228600" cy="228600"/>
          </a:xfrm>
          <a:prstGeom prst="rect">
            <a:avLst/>
          </a:prstGeom>
        </p:spPr>
      </p:pic>
      <p:pic>
        <p:nvPicPr>
          <p:cNvPr id="22" name="그래픽 21">
            <a:extLst>
              <a:ext uri="{FF2B5EF4-FFF2-40B4-BE49-F238E27FC236}">
                <a16:creationId xmlns:a16="http://schemas.microsoft.com/office/drawing/2014/main" id="{5BAC8804-09EE-1582-7740-CD5F0EFAA981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91736" y="4509120"/>
            <a:ext cx="228600" cy="228600"/>
          </a:xfrm>
          <a:prstGeom prst="rect">
            <a:avLst/>
          </a:prstGeom>
        </p:spPr>
      </p:pic>
      <p:pic>
        <p:nvPicPr>
          <p:cNvPr id="23" name="그래픽 22">
            <a:extLst>
              <a:ext uri="{FF2B5EF4-FFF2-40B4-BE49-F238E27FC236}">
                <a16:creationId xmlns:a16="http://schemas.microsoft.com/office/drawing/2014/main" id="{63C9B6A2-784C-C738-1D7C-76E4A2D2F1CC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91736" y="5347464"/>
            <a:ext cx="228600" cy="228600"/>
          </a:xfrm>
          <a:prstGeom prst="rect">
            <a:avLst/>
          </a:prstGeom>
        </p:spPr>
      </p:pic>
      <p:pic>
        <p:nvPicPr>
          <p:cNvPr id="24" name="그래픽 23">
            <a:extLst>
              <a:ext uri="{FF2B5EF4-FFF2-40B4-BE49-F238E27FC236}">
                <a16:creationId xmlns:a16="http://schemas.microsoft.com/office/drawing/2014/main" id="{B21C92EA-C13A-CA84-5FD6-C607AC2A5CB4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887478" y="4509120"/>
            <a:ext cx="228600" cy="228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92819648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Google Shape;1197;p27">
            <a:extLst>
              <a:ext uri="{FF2B5EF4-FFF2-40B4-BE49-F238E27FC236}">
                <a16:creationId xmlns:a16="http://schemas.microsoft.com/office/drawing/2014/main" id="{E0E67492-866E-61AC-8611-81581547A2EA}"/>
              </a:ext>
            </a:extLst>
          </p:cNvPr>
          <p:cNvSpPr/>
          <p:nvPr/>
        </p:nvSpPr>
        <p:spPr>
          <a:xfrm>
            <a:off x="6578494" y="1510536"/>
            <a:ext cx="2566556" cy="4726776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ker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  <a:cs typeface="Calibri"/>
                <a:sym typeface="Calibri"/>
              </a:rPr>
              <a:t>후원 리스트</a:t>
            </a:r>
            <a:endParaRPr kumimoji="0" sz="9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137" name="Google Shape;1198;p27">
            <a:extLst>
              <a:ext uri="{FF2B5EF4-FFF2-40B4-BE49-F238E27FC236}">
                <a16:creationId xmlns:a16="http://schemas.microsoft.com/office/drawing/2014/main" id="{7ADEB00B-9ED2-84E7-5776-76AF2C686514}"/>
              </a:ext>
            </a:extLst>
          </p:cNvPr>
          <p:cNvSpPr/>
          <p:nvPr/>
        </p:nvSpPr>
        <p:spPr>
          <a:xfrm>
            <a:off x="6633548" y="1717057"/>
            <a:ext cx="2470586" cy="4459419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" name="Google Shape;1197;p27">
            <a:extLst>
              <a:ext uri="{FF2B5EF4-FFF2-40B4-BE49-F238E27FC236}">
                <a16:creationId xmlns:a16="http://schemas.microsoft.com/office/drawing/2014/main" id="{303B0405-C40F-A8BD-305C-2D399F617525}"/>
              </a:ext>
            </a:extLst>
          </p:cNvPr>
          <p:cNvSpPr/>
          <p:nvPr/>
        </p:nvSpPr>
        <p:spPr>
          <a:xfrm>
            <a:off x="3551151" y="1510536"/>
            <a:ext cx="2566556" cy="4726776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ker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  <a:cs typeface="Calibri"/>
                <a:sym typeface="Calibri"/>
              </a:rPr>
              <a:t>후원 리스트</a:t>
            </a:r>
            <a:endParaRPr kumimoji="0" sz="9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139" name="Google Shape;1197;p27">
            <a:extLst>
              <a:ext uri="{FF2B5EF4-FFF2-40B4-BE49-F238E27FC236}">
                <a16:creationId xmlns:a16="http://schemas.microsoft.com/office/drawing/2014/main" id="{850F6923-2274-F60D-1001-272FCBA33876}"/>
              </a:ext>
            </a:extLst>
          </p:cNvPr>
          <p:cNvSpPr/>
          <p:nvPr/>
        </p:nvSpPr>
        <p:spPr>
          <a:xfrm>
            <a:off x="512116" y="1510536"/>
            <a:ext cx="2566556" cy="4726776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ker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  <a:cs typeface="Calibri"/>
                <a:sym typeface="Calibri"/>
              </a:rPr>
              <a:t>후원 리스트</a:t>
            </a:r>
            <a:endParaRPr kumimoji="0" sz="9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140" name="Google Shape;1198;p27">
            <a:extLst>
              <a:ext uri="{FF2B5EF4-FFF2-40B4-BE49-F238E27FC236}">
                <a16:creationId xmlns:a16="http://schemas.microsoft.com/office/drawing/2014/main" id="{5575D99E-054F-6D6D-9570-86657DEB4AC2}"/>
              </a:ext>
            </a:extLst>
          </p:cNvPr>
          <p:cNvSpPr/>
          <p:nvPr/>
        </p:nvSpPr>
        <p:spPr>
          <a:xfrm>
            <a:off x="567170" y="1717057"/>
            <a:ext cx="2470586" cy="4459419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3E8F5D92-4EFC-8833-BFD7-CF37D179E841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반응형 </a:t>
            </a:r>
            <a:r>
              <a:rPr lang="en-US" altLang="ko-KR" dirty="0"/>
              <a:t>UI</a:t>
            </a:r>
            <a:endParaRPr lang="ko-KR" altLang="en-US" dirty="0"/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5CAF777D-D8B5-3660-522C-4BF2012734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후원 리스트 위젯 </a:t>
            </a:r>
            <a:r>
              <a:rPr lang="en-US" altLang="ko-KR" dirty="0"/>
              <a:t>&gt; </a:t>
            </a:r>
            <a:r>
              <a:rPr lang="ko-KR" altLang="en-US" dirty="0"/>
              <a:t>반응형 </a:t>
            </a:r>
            <a:r>
              <a:rPr lang="en-US" altLang="ko-KR" dirty="0"/>
              <a:t>UI</a:t>
            </a:r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9DE27F4-BF32-859E-6A0A-6814A6A14360}"/>
              </a:ext>
            </a:extLst>
          </p:cNvPr>
          <p:cNvSpPr txBox="1"/>
          <p:nvPr/>
        </p:nvSpPr>
        <p:spPr>
          <a:xfrm>
            <a:off x="571257" y="1772816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0B13B8B-C59D-0DB5-2A42-14D05EC02361}"/>
              </a:ext>
            </a:extLst>
          </p:cNvPr>
          <p:cNvSpPr txBox="1"/>
          <p:nvPr/>
        </p:nvSpPr>
        <p:spPr>
          <a:xfrm>
            <a:off x="1847717" y="177281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22246807-1069-9D3B-C130-FBFD06A8353A}"/>
              </a:ext>
            </a:extLst>
          </p:cNvPr>
          <p:cNvCxnSpPr>
            <a:cxnSpLocks/>
          </p:cNvCxnSpPr>
          <p:nvPr/>
        </p:nvCxnSpPr>
        <p:spPr>
          <a:xfrm>
            <a:off x="668972" y="2037340"/>
            <a:ext cx="526203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2F0F389E-5471-51F0-CD6A-4EB1179098B1}"/>
              </a:ext>
            </a:extLst>
          </p:cNvPr>
          <p:cNvSpPr txBox="1"/>
          <p:nvPr/>
        </p:nvSpPr>
        <p:spPr>
          <a:xfrm>
            <a:off x="1353186" y="177281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B8673410-7CFD-49C3-37D7-B0D719734529}"/>
              </a:ext>
            </a:extLst>
          </p:cNvPr>
          <p:cNvSpPr/>
          <p:nvPr/>
        </p:nvSpPr>
        <p:spPr>
          <a:xfrm>
            <a:off x="600348" y="2044807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13" name="Picture 6" descr="필터 - 무료 ui개 아이콘">
            <a:extLst>
              <a:ext uri="{FF2B5EF4-FFF2-40B4-BE49-F238E27FC236}">
                <a16:creationId xmlns:a16="http://schemas.microsoft.com/office/drawing/2014/main" id="{95CD9E10-52F3-1F23-5DEC-062157B0530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6361" y="2095767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33D877D1-EBD9-8DFA-ACA9-16D6362DABED}"/>
              </a:ext>
            </a:extLst>
          </p:cNvPr>
          <p:cNvSpPr/>
          <p:nvPr/>
        </p:nvSpPr>
        <p:spPr>
          <a:xfrm>
            <a:off x="600348" y="2902686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15" name="그래픽 14">
            <a:extLst>
              <a:ext uri="{FF2B5EF4-FFF2-40B4-BE49-F238E27FC236}">
                <a16:creationId xmlns:a16="http://schemas.microsoft.com/office/drawing/2014/main" id="{19F1F351-C932-CFC3-E67B-2207869EBC6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47760" y="3081233"/>
            <a:ext cx="263454" cy="263454"/>
          </a:xfrm>
          <a:prstGeom prst="rect">
            <a:avLst/>
          </a:prstGeom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5AA12949-CA42-2611-6CD8-82E32E6D06EA}"/>
              </a:ext>
            </a:extLst>
          </p:cNvPr>
          <p:cNvSpPr txBox="1"/>
          <p:nvPr/>
        </p:nvSpPr>
        <p:spPr>
          <a:xfrm>
            <a:off x="909748" y="2928974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EC371E6-A31E-6EFC-7747-5DED3A949C45}"/>
              </a:ext>
            </a:extLst>
          </p:cNvPr>
          <p:cNvSpPr txBox="1"/>
          <p:nvPr/>
        </p:nvSpPr>
        <p:spPr>
          <a:xfrm>
            <a:off x="910517" y="3296436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71E35DD3-FFC7-AA6A-D081-C24F4C056A6A}"/>
              </a:ext>
            </a:extLst>
          </p:cNvPr>
          <p:cNvSpPr/>
          <p:nvPr/>
        </p:nvSpPr>
        <p:spPr>
          <a:xfrm>
            <a:off x="2289111" y="3052605"/>
            <a:ext cx="320711" cy="320711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7B7C9A1-EFEF-40DD-CA2E-20C67C4432BA}"/>
              </a:ext>
            </a:extLst>
          </p:cNvPr>
          <p:cNvSpPr txBox="1"/>
          <p:nvPr/>
        </p:nvSpPr>
        <p:spPr>
          <a:xfrm>
            <a:off x="2562709" y="3002840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3,000</a:t>
            </a:r>
            <a:endParaRPr lang="ko-KR" altLang="en-US" sz="1050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18A5B34-F984-F52A-2150-CDCA36368D5D}"/>
              </a:ext>
            </a:extLst>
          </p:cNvPr>
          <p:cNvSpPr txBox="1"/>
          <p:nvPr/>
        </p:nvSpPr>
        <p:spPr>
          <a:xfrm>
            <a:off x="2687960" y="3296436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FD8FCD5-2FAC-33CB-C91F-1ECF4C360E98}"/>
              </a:ext>
            </a:extLst>
          </p:cNvPr>
          <p:cNvSpPr/>
          <p:nvPr/>
        </p:nvSpPr>
        <p:spPr>
          <a:xfrm>
            <a:off x="600348" y="2277124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2" name="그래픽 21">
            <a:extLst>
              <a:ext uri="{FF2B5EF4-FFF2-40B4-BE49-F238E27FC236}">
                <a16:creationId xmlns:a16="http://schemas.microsoft.com/office/drawing/2014/main" id="{0244CBAB-F339-93C5-05CC-16BC531ED7A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47760" y="2455671"/>
            <a:ext cx="263454" cy="263454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E817900E-2040-E19C-121B-6F300C17FC59}"/>
              </a:ext>
            </a:extLst>
          </p:cNvPr>
          <p:cNvSpPr txBox="1"/>
          <p:nvPr/>
        </p:nvSpPr>
        <p:spPr>
          <a:xfrm>
            <a:off x="909748" y="230341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E0AC489-EA9A-9938-BD3C-62CB478D1835}"/>
              </a:ext>
            </a:extLst>
          </p:cNvPr>
          <p:cNvSpPr txBox="1"/>
          <p:nvPr/>
        </p:nvSpPr>
        <p:spPr>
          <a:xfrm>
            <a:off x="910517" y="2670874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3680724-9D0F-9086-3077-E27340849A57}"/>
              </a:ext>
            </a:extLst>
          </p:cNvPr>
          <p:cNvSpPr txBox="1"/>
          <p:nvPr/>
        </p:nvSpPr>
        <p:spPr>
          <a:xfrm>
            <a:off x="2562709" y="237727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D16E6EF5-740F-D68F-2760-C1BB37A939AD}"/>
              </a:ext>
            </a:extLst>
          </p:cNvPr>
          <p:cNvSpPr txBox="1"/>
          <p:nvPr/>
        </p:nvSpPr>
        <p:spPr>
          <a:xfrm>
            <a:off x="2573818" y="2670874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7" name="그래픽 26">
            <a:extLst>
              <a:ext uri="{FF2B5EF4-FFF2-40B4-BE49-F238E27FC236}">
                <a16:creationId xmlns:a16="http://schemas.microsoft.com/office/drawing/2014/main" id="{021494C8-D9CE-DAA5-2032-9DF84D5C244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50141" y="2455813"/>
            <a:ext cx="261988" cy="261988"/>
          </a:xfrm>
          <a:prstGeom prst="rect">
            <a:avLst/>
          </a:prstGeom>
        </p:spPr>
      </p:pic>
      <p:sp>
        <p:nvSpPr>
          <p:cNvPr id="28" name="직사각형 27">
            <a:extLst>
              <a:ext uri="{FF2B5EF4-FFF2-40B4-BE49-F238E27FC236}">
                <a16:creationId xmlns:a16="http://schemas.microsoft.com/office/drawing/2014/main" id="{8127F0B7-19B8-E729-7C1B-2F948DAAFAD8}"/>
              </a:ext>
            </a:extLst>
          </p:cNvPr>
          <p:cNvSpPr/>
          <p:nvPr/>
        </p:nvSpPr>
        <p:spPr>
          <a:xfrm>
            <a:off x="600348" y="3528802"/>
            <a:ext cx="2417540" cy="6852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F8484FC-9042-EEB1-D13D-1DA43ACC7254}"/>
              </a:ext>
            </a:extLst>
          </p:cNvPr>
          <p:cNvSpPr txBox="1"/>
          <p:nvPr/>
        </p:nvSpPr>
        <p:spPr>
          <a:xfrm>
            <a:off x="909748" y="3555090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FD9A7CD-417F-FEFF-93F3-A7D3ADE4975D}"/>
              </a:ext>
            </a:extLst>
          </p:cNvPr>
          <p:cNvSpPr txBox="1"/>
          <p:nvPr/>
        </p:nvSpPr>
        <p:spPr>
          <a:xfrm>
            <a:off x="910517" y="3887999"/>
            <a:ext cx="1652192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 텍스트내용 텍스트 내용 텍스트 내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814DB2E8-7F73-1CDA-86A1-4284C51F049F}"/>
              </a:ext>
            </a:extLst>
          </p:cNvPr>
          <p:cNvSpPr txBox="1"/>
          <p:nvPr/>
        </p:nvSpPr>
        <p:spPr>
          <a:xfrm>
            <a:off x="2562709" y="3628956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sz="1050" dirty="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0625D98-1C2D-CBB1-9EE3-A9BBA6210553}"/>
              </a:ext>
            </a:extLst>
          </p:cNvPr>
          <p:cNvSpPr txBox="1"/>
          <p:nvPr/>
        </p:nvSpPr>
        <p:spPr>
          <a:xfrm>
            <a:off x="2687960" y="3932077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33" name="그래픽 32">
            <a:extLst>
              <a:ext uri="{FF2B5EF4-FFF2-40B4-BE49-F238E27FC236}">
                <a16:creationId xmlns:a16="http://schemas.microsoft.com/office/drawing/2014/main" id="{B6984346-1AB9-5685-0A9B-235B29F500DA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47058" y="3719353"/>
            <a:ext cx="263454" cy="263454"/>
          </a:xfrm>
          <a:prstGeom prst="rect">
            <a:avLst/>
          </a:prstGeom>
        </p:spPr>
      </p:pic>
      <p:sp>
        <p:nvSpPr>
          <p:cNvPr id="34" name="직사각형 33">
            <a:extLst>
              <a:ext uri="{FF2B5EF4-FFF2-40B4-BE49-F238E27FC236}">
                <a16:creationId xmlns:a16="http://schemas.microsoft.com/office/drawing/2014/main" id="{69B60198-6746-EA7B-FA49-27E510B672EF}"/>
              </a:ext>
            </a:extLst>
          </p:cNvPr>
          <p:cNvSpPr/>
          <p:nvPr/>
        </p:nvSpPr>
        <p:spPr>
          <a:xfrm>
            <a:off x="600348" y="4212035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2A91B583-C904-7DC3-62E3-D7577F456A97}"/>
              </a:ext>
            </a:extLst>
          </p:cNvPr>
          <p:cNvSpPr txBox="1"/>
          <p:nvPr/>
        </p:nvSpPr>
        <p:spPr>
          <a:xfrm>
            <a:off x="909748" y="4238323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BDEBA45F-A21E-BB1A-3D6B-9CB5FA9FF8F8}"/>
              </a:ext>
            </a:extLst>
          </p:cNvPr>
          <p:cNvSpPr txBox="1"/>
          <p:nvPr/>
        </p:nvSpPr>
        <p:spPr>
          <a:xfrm>
            <a:off x="910516" y="4605785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룰렛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제목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꽝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or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당첨 항목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A9D314BB-3E8C-DDF6-6DFE-5DA0B74A7A0D}"/>
              </a:ext>
            </a:extLst>
          </p:cNvPr>
          <p:cNvSpPr txBox="1"/>
          <p:nvPr/>
        </p:nvSpPr>
        <p:spPr>
          <a:xfrm>
            <a:off x="2562709" y="4312189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15FA5688-08A0-5EF7-B871-06A659409A5B}"/>
              </a:ext>
            </a:extLst>
          </p:cNvPr>
          <p:cNvSpPr txBox="1"/>
          <p:nvPr/>
        </p:nvSpPr>
        <p:spPr>
          <a:xfrm>
            <a:off x="2687960" y="461531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39" name="그래픽 38">
            <a:extLst>
              <a:ext uri="{FF2B5EF4-FFF2-40B4-BE49-F238E27FC236}">
                <a16:creationId xmlns:a16="http://schemas.microsoft.com/office/drawing/2014/main" id="{69C3130C-1F58-F588-50B8-B7273C20776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50835" y="4403331"/>
            <a:ext cx="258115" cy="258115"/>
          </a:xfrm>
          <a:prstGeom prst="rect">
            <a:avLst/>
          </a:prstGeom>
        </p:spPr>
      </p:pic>
      <p:sp>
        <p:nvSpPr>
          <p:cNvPr id="40" name="직사각형 39">
            <a:extLst>
              <a:ext uri="{FF2B5EF4-FFF2-40B4-BE49-F238E27FC236}">
                <a16:creationId xmlns:a16="http://schemas.microsoft.com/office/drawing/2014/main" id="{862CB2C4-8019-AB28-D3BC-D2D36D025C00}"/>
              </a:ext>
            </a:extLst>
          </p:cNvPr>
          <p:cNvSpPr/>
          <p:nvPr/>
        </p:nvSpPr>
        <p:spPr>
          <a:xfrm>
            <a:off x="600348" y="4828843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42481791-0A1F-E4F4-2B1E-E97B8F908A86}"/>
              </a:ext>
            </a:extLst>
          </p:cNvPr>
          <p:cNvSpPr txBox="1"/>
          <p:nvPr/>
        </p:nvSpPr>
        <p:spPr>
          <a:xfrm>
            <a:off x="909748" y="4855131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DBEDDF3B-47CF-001E-5F19-202EC2FF1C89}"/>
              </a:ext>
            </a:extLst>
          </p:cNvPr>
          <p:cNvSpPr txBox="1"/>
          <p:nvPr/>
        </p:nvSpPr>
        <p:spPr>
          <a:xfrm>
            <a:off x="910516" y="5222593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럭키박스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시간초과 환불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1405592-292E-DCDF-4C24-F1452BAA3A92}"/>
              </a:ext>
            </a:extLst>
          </p:cNvPr>
          <p:cNvSpPr txBox="1"/>
          <p:nvPr/>
        </p:nvSpPr>
        <p:spPr>
          <a:xfrm>
            <a:off x="2562709" y="4928997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4FE1A59B-667A-F66C-D13B-74AED7F9D635}"/>
              </a:ext>
            </a:extLst>
          </p:cNvPr>
          <p:cNvSpPr txBox="1"/>
          <p:nvPr/>
        </p:nvSpPr>
        <p:spPr>
          <a:xfrm>
            <a:off x="2687960" y="5232118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5" name="그래픽 44">
            <a:extLst>
              <a:ext uri="{FF2B5EF4-FFF2-40B4-BE49-F238E27FC236}">
                <a16:creationId xmlns:a16="http://schemas.microsoft.com/office/drawing/2014/main" id="{AC77BD85-CCD2-DC30-E0FD-8B3DB99721DE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651119" y="5020139"/>
            <a:ext cx="257831" cy="257831"/>
          </a:xfrm>
          <a:prstGeom prst="rect">
            <a:avLst/>
          </a:prstGeom>
        </p:spPr>
      </p:pic>
      <p:pic>
        <p:nvPicPr>
          <p:cNvPr id="46" name="그림 45">
            <a:extLst>
              <a:ext uri="{FF2B5EF4-FFF2-40B4-BE49-F238E27FC236}">
                <a16:creationId xmlns:a16="http://schemas.microsoft.com/office/drawing/2014/main" id="{E166B603-E748-D28C-1081-D4A70383D155}"/>
              </a:ext>
            </a:extLst>
          </p:cNvPr>
          <p:cNvPicPr>
            <a:picLocks noChangeAspect="1"/>
          </p:cNvPicPr>
          <p:nvPr/>
        </p:nvPicPr>
        <p:blipFill>
          <a:blip r:embed="rId13"/>
          <a:srcRect b="1244"/>
          <a:stretch>
            <a:fillRect/>
          </a:stretch>
        </p:blipFill>
        <p:spPr>
          <a:xfrm>
            <a:off x="595005" y="5448575"/>
            <a:ext cx="2479066" cy="625591"/>
          </a:xfrm>
          <a:prstGeom prst="rect">
            <a:avLst/>
          </a:prstGeom>
        </p:spPr>
      </p:pic>
      <p:pic>
        <p:nvPicPr>
          <p:cNvPr id="50" name="그림 49">
            <a:extLst>
              <a:ext uri="{FF2B5EF4-FFF2-40B4-BE49-F238E27FC236}">
                <a16:creationId xmlns:a16="http://schemas.microsoft.com/office/drawing/2014/main" id="{47E16CBD-83C6-DF93-B49B-97955122E391}"/>
              </a:ext>
            </a:extLst>
          </p:cNvPr>
          <p:cNvPicPr>
            <a:picLocks noChangeAspect="1"/>
          </p:cNvPicPr>
          <p:nvPr/>
        </p:nvPicPr>
        <p:blipFill>
          <a:blip r:embed="rId13"/>
          <a:srcRect b="85616"/>
          <a:stretch>
            <a:fillRect/>
          </a:stretch>
        </p:blipFill>
        <p:spPr>
          <a:xfrm>
            <a:off x="595005" y="6078789"/>
            <a:ext cx="2479066" cy="91120"/>
          </a:xfrm>
          <a:prstGeom prst="rect">
            <a:avLst/>
          </a:prstGeom>
        </p:spPr>
      </p:pic>
      <p:sp>
        <p:nvSpPr>
          <p:cNvPr id="51" name="Google Shape;1198;p27">
            <a:extLst>
              <a:ext uri="{FF2B5EF4-FFF2-40B4-BE49-F238E27FC236}">
                <a16:creationId xmlns:a16="http://schemas.microsoft.com/office/drawing/2014/main" id="{D5238A13-A59B-49F6-9F78-89AD5EE59665}"/>
              </a:ext>
            </a:extLst>
          </p:cNvPr>
          <p:cNvSpPr/>
          <p:nvPr/>
        </p:nvSpPr>
        <p:spPr>
          <a:xfrm>
            <a:off x="3586957" y="1717057"/>
            <a:ext cx="2470586" cy="4459421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endParaRPr sz="1200" b="1" dirty="0">
              <a:solidFill>
                <a:srgbClr val="262626"/>
              </a:solidFill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52" name="사각형: 둥근 위쪽 모서리 51">
            <a:extLst>
              <a:ext uri="{FF2B5EF4-FFF2-40B4-BE49-F238E27FC236}">
                <a16:creationId xmlns:a16="http://schemas.microsoft.com/office/drawing/2014/main" id="{B9E7EFD2-B285-AC7E-8D82-51775230684C}"/>
              </a:ext>
            </a:extLst>
          </p:cNvPr>
          <p:cNvSpPr/>
          <p:nvPr/>
        </p:nvSpPr>
        <p:spPr>
          <a:xfrm>
            <a:off x="3597952" y="1733550"/>
            <a:ext cx="2453607" cy="4442927"/>
          </a:xfrm>
          <a:prstGeom prst="round2SameRect">
            <a:avLst>
              <a:gd name="adj1" fmla="val 3112"/>
              <a:gd name="adj2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 algn="ctr"/>
            <a:r>
              <a:rPr lang="ko-KR" altLang="en-US" sz="1100" b="1">
                <a:solidFill>
                  <a:schemeClr val="tx1"/>
                </a:solidFill>
              </a:rPr>
              <a:t>필터 정렬</a:t>
            </a:r>
            <a:endParaRPr lang="ko-KR" altLang="en-US" sz="1100" b="1" dirty="0">
              <a:solidFill>
                <a:schemeClr val="tx1"/>
              </a:solidFill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C24552A8-F445-91C9-73D3-B39F951E975D}"/>
              </a:ext>
            </a:extLst>
          </p:cNvPr>
          <p:cNvSpPr/>
          <p:nvPr/>
        </p:nvSpPr>
        <p:spPr bwMode="auto">
          <a:xfrm>
            <a:off x="3680230" y="5791200"/>
            <a:ext cx="2257146" cy="338100"/>
          </a:xfrm>
          <a:prstGeom prst="roundRect">
            <a:avLst/>
          </a:prstGeom>
          <a:solidFill>
            <a:schemeClr val="tx1"/>
          </a:solidFill>
          <a:ln w="12700">
            <a:noFill/>
            <a:prstDash val="dash"/>
            <a:miter lim="800000"/>
            <a:headEnd/>
            <a:tailEnd/>
          </a:ln>
        </p:spPr>
        <p:txBody>
          <a:bodyPr wrap="none" rtlCol="0" anchor="ctr"/>
          <a:lstStyle/>
          <a:p>
            <a:pPr algn="ctr"/>
            <a:r>
              <a:rPr lang="ko-KR" altLang="en-US" sz="9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ko-KR" altLang="en-US" sz="9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E6413820-09A4-ABC0-2374-057506C26C79}"/>
              </a:ext>
            </a:extLst>
          </p:cNvPr>
          <p:cNvSpPr txBox="1"/>
          <p:nvPr/>
        </p:nvSpPr>
        <p:spPr>
          <a:xfrm>
            <a:off x="5756841" y="1706615"/>
            <a:ext cx="31290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  <a:sym typeface="Webdings" panose="05030102010509060703" pitchFamily="18" charset="2"/>
              </a:rPr>
              <a:t>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55" name="Group 323">
            <a:extLst>
              <a:ext uri="{FF2B5EF4-FFF2-40B4-BE49-F238E27FC236}">
                <a16:creationId xmlns:a16="http://schemas.microsoft.com/office/drawing/2014/main" id="{375E46FD-FF74-2A6A-9B15-15E8C4E076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5458318"/>
              </p:ext>
            </p:extLst>
          </p:nvPr>
        </p:nvGraphicFramePr>
        <p:xfrm>
          <a:off x="3607005" y="2111659"/>
          <a:ext cx="2439871" cy="3612353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1184590">
                  <a:extLst>
                    <a:ext uri="{9D8B030D-6E8A-4147-A177-3AD203B41FA5}">
                      <a16:colId xmlns:a16="http://schemas.microsoft.com/office/drawing/2014/main" val="3521296469"/>
                    </a:ext>
                  </a:extLst>
                </a:gridCol>
                <a:gridCol w="12552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5212"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Pct val="120000"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sym typeface="Wingdings" panose="05000000000000000000" pitchFamily="2" charset="2"/>
                        </a:rPr>
                        <a:t> 전체 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 horzOverflow="overflow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6502868"/>
                  </a:ext>
                </a:extLst>
              </a:tr>
              <a:tr h="240189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텍스트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유튜브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슈퍼쳇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474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시그니처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유튜브 멤버십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474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미니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치지직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구독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474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음성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치지직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치즈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3218679"/>
                  </a:ext>
                </a:extLst>
              </a:tr>
              <a:tr h="25474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영상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트위치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구독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4386433"/>
                  </a:ext>
                </a:extLst>
              </a:tr>
              <a:tr h="25474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룰렛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트위치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비트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8015442"/>
                  </a:ext>
                </a:extLst>
              </a:tr>
              <a:tr h="25474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위시리스트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트위치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구독선물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400782"/>
                  </a:ext>
                </a:extLst>
              </a:tr>
              <a:tr h="25474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투표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트위치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구독선물 개수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386765"/>
                  </a:ext>
                </a:extLst>
              </a:tr>
              <a:tr h="25474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퀘스트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트위치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레이드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3141898"/>
                  </a:ext>
                </a:extLst>
              </a:tr>
              <a:tr h="25474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그림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크리에이터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TTS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4089159"/>
                  </a:ext>
                </a:extLst>
              </a:tr>
              <a:tr h="25474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기프트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1559228"/>
                  </a:ext>
                </a:extLst>
              </a:tr>
              <a:tr h="25474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럭키박스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4432923"/>
                  </a:ext>
                </a:extLst>
              </a:tr>
              <a:tr h="25474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플레이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0043114"/>
                  </a:ext>
                </a:extLst>
              </a:tr>
            </a:tbl>
          </a:graphicData>
        </a:graphic>
      </p:graphicFrame>
      <p:cxnSp>
        <p:nvCxnSpPr>
          <p:cNvPr id="56" name="연결선: 꺾임 55">
            <a:extLst>
              <a:ext uri="{FF2B5EF4-FFF2-40B4-BE49-F238E27FC236}">
                <a16:creationId xmlns:a16="http://schemas.microsoft.com/office/drawing/2014/main" id="{D0971CC6-F921-3885-9EEA-AE1CF0A290B3}"/>
              </a:ext>
            </a:extLst>
          </p:cNvPr>
          <p:cNvCxnSpPr>
            <a:cxnSpLocks/>
            <a:stCxn id="13" idx="0"/>
            <a:endCxn id="51" idx="0"/>
          </p:cNvCxnSpPr>
          <p:nvPr/>
        </p:nvCxnSpPr>
        <p:spPr>
          <a:xfrm rot="5400000" flipH="1" flipV="1">
            <a:off x="2591863" y="-134620"/>
            <a:ext cx="378710" cy="4082064"/>
          </a:xfrm>
          <a:prstGeom prst="bentConnector3">
            <a:avLst>
              <a:gd name="adj1" fmla="val 198090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TextBox 59">
            <a:extLst>
              <a:ext uri="{FF2B5EF4-FFF2-40B4-BE49-F238E27FC236}">
                <a16:creationId xmlns:a16="http://schemas.microsoft.com/office/drawing/2014/main" id="{85635FB4-4E60-BBA8-9E91-0AB94F2906FE}"/>
              </a:ext>
            </a:extLst>
          </p:cNvPr>
          <p:cNvSpPr txBox="1"/>
          <p:nvPr/>
        </p:nvSpPr>
        <p:spPr>
          <a:xfrm>
            <a:off x="6631210" y="1770960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1B5AD9A4-79A0-3D4F-DD3A-242AE1305642}"/>
              </a:ext>
            </a:extLst>
          </p:cNvPr>
          <p:cNvSpPr txBox="1"/>
          <p:nvPr/>
        </p:nvSpPr>
        <p:spPr>
          <a:xfrm>
            <a:off x="7907670" y="1770960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A29099FD-85A0-A215-F40D-F5A0EBC31BD3}"/>
              </a:ext>
            </a:extLst>
          </p:cNvPr>
          <p:cNvSpPr txBox="1"/>
          <p:nvPr/>
        </p:nvSpPr>
        <p:spPr>
          <a:xfrm>
            <a:off x="7413139" y="1770960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27DE246F-FF19-E7E4-054B-CE72613BB75B}"/>
              </a:ext>
            </a:extLst>
          </p:cNvPr>
          <p:cNvSpPr/>
          <p:nvPr/>
        </p:nvSpPr>
        <p:spPr>
          <a:xfrm>
            <a:off x="6669826" y="2042951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64" name="Picture 6" descr="필터 - 무료 ui개 아이콘">
            <a:extLst>
              <a:ext uri="{FF2B5EF4-FFF2-40B4-BE49-F238E27FC236}">
                <a16:creationId xmlns:a16="http://schemas.microsoft.com/office/drawing/2014/main" id="{7A745E13-10B6-F0F4-1529-684AC7D4A49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5839" y="2093911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5" name="직사각형 64">
            <a:extLst>
              <a:ext uri="{FF2B5EF4-FFF2-40B4-BE49-F238E27FC236}">
                <a16:creationId xmlns:a16="http://schemas.microsoft.com/office/drawing/2014/main" id="{FCF1F5D2-2220-3D3E-3176-9B7A34BBBFCC}"/>
              </a:ext>
            </a:extLst>
          </p:cNvPr>
          <p:cNvSpPr/>
          <p:nvPr/>
        </p:nvSpPr>
        <p:spPr>
          <a:xfrm>
            <a:off x="6669826" y="3517050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66" name="그래픽 65">
            <a:extLst>
              <a:ext uri="{FF2B5EF4-FFF2-40B4-BE49-F238E27FC236}">
                <a16:creationId xmlns:a16="http://schemas.microsoft.com/office/drawing/2014/main" id="{64D47E34-9639-C5E5-8CBE-5EEC4B516F7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717238" y="3695597"/>
            <a:ext cx="263454" cy="263454"/>
          </a:xfrm>
          <a:prstGeom prst="rect">
            <a:avLst/>
          </a:prstGeom>
        </p:spPr>
      </p:pic>
      <p:sp>
        <p:nvSpPr>
          <p:cNvPr id="67" name="TextBox 66">
            <a:extLst>
              <a:ext uri="{FF2B5EF4-FFF2-40B4-BE49-F238E27FC236}">
                <a16:creationId xmlns:a16="http://schemas.microsoft.com/office/drawing/2014/main" id="{E4AB8E18-54B9-F72E-A50D-AABED4117686}"/>
              </a:ext>
            </a:extLst>
          </p:cNvPr>
          <p:cNvSpPr txBox="1"/>
          <p:nvPr/>
        </p:nvSpPr>
        <p:spPr>
          <a:xfrm>
            <a:off x="6979226" y="354333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4922A3AC-F5EB-8FE6-0F91-2D420A429B82}"/>
              </a:ext>
            </a:extLst>
          </p:cNvPr>
          <p:cNvSpPr txBox="1"/>
          <p:nvPr/>
        </p:nvSpPr>
        <p:spPr>
          <a:xfrm>
            <a:off x="6979994" y="3910800"/>
            <a:ext cx="1481163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[</a:t>
            </a: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Youtube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유튜브 제목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C1276900-8929-8F5E-B010-7FC20A5849B5}"/>
              </a:ext>
            </a:extLst>
          </p:cNvPr>
          <p:cNvSpPr/>
          <p:nvPr/>
        </p:nvSpPr>
        <p:spPr>
          <a:xfrm>
            <a:off x="8358589" y="3666969"/>
            <a:ext cx="320711" cy="320711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9B15B4C7-EDB7-333B-A88A-158ADF898EAB}"/>
              </a:ext>
            </a:extLst>
          </p:cNvPr>
          <p:cNvSpPr txBox="1"/>
          <p:nvPr/>
        </p:nvSpPr>
        <p:spPr>
          <a:xfrm>
            <a:off x="8655636" y="3617204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3,000</a:t>
            </a:r>
            <a:endParaRPr lang="ko-KR" altLang="en-US" dirty="0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E9A3E5F7-8C39-3534-9E0F-A22E886A117D}"/>
              </a:ext>
            </a:extLst>
          </p:cNvPr>
          <p:cNvSpPr txBox="1"/>
          <p:nvPr/>
        </p:nvSpPr>
        <p:spPr>
          <a:xfrm>
            <a:off x="8714602" y="392985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91AC081E-9B64-B1C9-2FCB-D48D19683655}"/>
              </a:ext>
            </a:extLst>
          </p:cNvPr>
          <p:cNvSpPr/>
          <p:nvPr/>
        </p:nvSpPr>
        <p:spPr>
          <a:xfrm>
            <a:off x="6669826" y="2284321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4B0D8E17-0577-83A8-D2E6-1724126BD281}"/>
              </a:ext>
            </a:extLst>
          </p:cNvPr>
          <p:cNvSpPr/>
          <p:nvPr/>
        </p:nvSpPr>
        <p:spPr>
          <a:xfrm>
            <a:off x="6669826" y="2909110"/>
            <a:ext cx="2417540" cy="609194"/>
          </a:xfrm>
          <a:prstGeom prst="rect">
            <a:avLst/>
          </a:prstGeom>
          <a:solidFill>
            <a:srgbClr val="0000FF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5359C2A1-9B13-C675-1618-82F10D16D5D1}"/>
              </a:ext>
            </a:extLst>
          </p:cNvPr>
          <p:cNvSpPr txBox="1"/>
          <p:nvPr/>
        </p:nvSpPr>
        <p:spPr>
          <a:xfrm>
            <a:off x="6979226" y="293539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309E03CB-E9E3-21B7-0102-1695926D960D}"/>
              </a:ext>
            </a:extLst>
          </p:cNvPr>
          <p:cNvSpPr txBox="1"/>
          <p:nvPr/>
        </p:nvSpPr>
        <p:spPr>
          <a:xfrm>
            <a:off x="6979995" y="3302860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369D2F46-96A7-996C-7F69-2855C8175B19}"/>
              </a:ext>
            </a:extLst>
          </p:cNvPr>
          <p:cNvSpPr txBox="1"/>
          <p:nvPr/>
        </p:nvSpPr>
        <p:spPr>
          <a:xfrm>
            <a:off x="8655636" y="3009264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4178FD03-FF0D-0C96-7851-83A30ECD06A1}"/>
              </a:ext>
            </a:extLst>
          </p:cNvPr>
          <p:cNvSpPr txBox="1"/>
          <p:nvPr/>
        </p:nvSpPr>
        <p:spPr>
          <a:xfrm>
            <a:off x="8692572" y="3302860"/>
            <a:ext cx="39176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78" name="그래픽 77">
            <a:extLst>
              <a:ext uri="{FF2B5EF4-FFF2-40B4-BE49-F238E27FC236}">
                <a16:creationId xmlns:a16="http://schemas.microsoft.com/office/drawing/2014/main" id="{F3A3052E-0B1A-F1FC-4915-0AF3D2B45794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716536" y="3099661"/>
            <a:ext cx="263454" cy="263454"/>
          </a:xfrm>
          <a:prstGeom prst="rect">
            <a:avLst/>
          </a:prstGeom>
        </p:spPr>
      </p:pic>
      <p:sp>
        <p:nvSpPr>
          <p:cNvPr id="79" name="직사각형 78">
            <a:extLst>
              <a:ext uri="{FF2B5EF4-FFF2-40B4-BE49-F238E27FC236}">
                <a16:creationId xmlns:a16="http://schemas.microsoft.com/office/drawing/2014/main" id="{DC051506-CC14-92C0-AF1E-23D0E69B8944}"/>
              </a:ext>
            </a:extLst>
          </p:cNvPr>
          <p:cNvSpPr/>
          <p:nvPr/>
        </p:nvSpPr>
        <p:spPr>
          <a:xfrm>
            <a:off x="6669826" y="4143329"/>
            <a:ext cx="2417540" cy="625591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74D37C92-BD32-4D00-AAB9-0B47768A9727}"/>
              </a:ext>
            </a:extLst>
          </p:cNvPr>
          <p:cNvSpPr txBox="1"/>
          <p:nvPr/>
        </p:nvSpPr>
        <p:spPr>
          <a:xfrm>
            <a:off x="6979226" y="416961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D9FC35BB-C04F-BE5D-1E41-152B635AA68D}"/>
              </a:ext>
            </a:extLst>
          </p:cNvPr>
          <p:cNvSpPr txBox="1"/>
          <p:nvPr/>
        </p:nvSpPr>
        <p:spPr>
          <a:xfrm>
            <a:off x="6979994" y="4537080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룰렛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제목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꽝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or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당첨 항목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94A78224-0845-A7A0-CC26-E73D1ECC52F7}"/>
              </a:ext>
            </a:extLst>
          </p:cNvPr>
          <p:cNvSpPr txBox="1"/>
          <p:nvPr/>
        </p:nvSpPr>
        <p:spPr>
          <a:xfrm>
            <a:off x="8655636" y="4243484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dirty="0"/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BBDFEBC0-99DA-5A05-A156-72ECAB7FAC61}"/>
              </a:ext>
            </a:extLst>
          </p:cNvPr>
          <p:cNvSpPr txBox="1"/>
          <p:nvPr/>
        </p:nvSpPr>
        <p:spPr>
          <a:xfrm>
            <a:off x="8714602" y="4553133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84" name="그래픽 83">
            <a:extLst>
              <a:ext uri="{FF2B5EF4-FFF2-40B4-BE49-F238E27FC236}">
                <a16:creationId xmlns:a16="http://schemas.microsoft.com/office/drawing/2014/main" id="{A0064300-D576-E3B9-F9CB-C5923069ED13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720313" y="4334626"/>
            <a:ext cx="258115" cy="258115"/>
          </a:xfrm>
          <a:prstGeom prst="rect">
            <a:avLst/>
          </a:prstGeom>
        </p:spPr>
      </p:pic>
      <p:sp>
        <p:nvSpPr>
          <p:cNvPr id="85" name="직사각형 84">
            <a:extLst>
              <a:ext uri="{FF2B5EF4-FFF2-40B4-BE49-F238E27FC236}">
                <a16:creationId xmlns:a16="http://schemas.microsoft.com/office/drawing/2014/main" id="{7F052AE5-E3BC-2369-B546-818B2849A001}"/>
              </a:ext>
            </a:extLst>
          </p:cNvPr>
          <p:cNvSpPr/>
          <p:nvPr/>
        </p:nvSpPr>
        <p:spPr>
          <a:xfrm>
            <a:off x="6669826" y="4778102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66F523F9-384E-8E47-9F93-61F980DDC402}"/>
              </a:ext>
            </a:extLst>
          </p:cNvPr>
          <p:cNvSpPr txBox="1"/>
          <p:nvPr/>
        </p:nvSpPr>
        <p:spPr>
          <a:xfrm>
            <a:off x="6979226" y="4804390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8C498AE2-4951-DD87-B10F-B82A97C3BED3}"/>
              </a:ext>
            </a:extLst>
          </p:cNvPr>
          <p:cNvSpPr txBox="1"/>
          <p:nvPr/>
        </p:nvSpPr>
        <p:spPr>
          <a:xfrm>
            <a:off x="6979994" y="5171852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럭키박스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시간초과 환불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1A6E5F9A-C2E2-0524-D889-039768000937}"/>
              </a:ext>
            </a:extLst>
          </p:cNvPr>
          <p:cNvSpPr txBox="1"/>
          <p:nvPr/>
        </p:nvSpPr>
        <p:spPr>
          <a:xfrm>
            <a:off x="8655636" y="4878256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dirty="0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A426E65B-C793-3908-0E06-6225DA572BB7}"/>
              </a:ext>
            </a:extLst>
          </p:cNvPr>
          <p:cNvSpPr txBox="1"/>
          <p:nvPr/>
        </p:nvSpPr>
        <p:spPr>
          <a:xfrm>
            <a:off x="8714602" y="5171852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90" name="그래픽 89">
            <a:extLst>
              <a:ext uri="{FF2B5EF4-FFF2-40B4-BE49-F238E27FC236}">
                <a16:creationId xmlns:a16="http://schemas.microsoft.com/office/drawing/2014/main" id="{53560AEE-C79A-CC2B-8ED1-9816C43B47AE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6720597" y="4969398"/>
            <a:ext cx="257831" cy="257831"/>
          </a:xfrm>
          <a:prstGeom prst="rect">
            <a:avLst/>
          </a:prstGeom>
        </p:spPr>
      </p:pic>
      <p:pic>
        <p:nvPicPr>
          <p:cNvPr id="91" name="그림 90">
            <a:extLst>
              <a:ext uri="{FF2B5EF4-FFF2-40B4-BE49-F238E27FC236}">
                <a16:creationId xmlns:a16="http://schemas.microsoft.com/office/drawing/2014/main" id="{9BB3178F-88C5-0C4C-6317-211DB8A79566}"/>
              </a:ext>
            </a:extLst>
          </p:cNvPr>
          <p:cNvPicPr>
            <a:picLocks noChangeAspect="1"/>
          </p:cNvPicPr>
          <p:nvPr/>
        </p:nvPicPr>
        <p:blipFill>
          <a:blip r:embed="rId13"/>
          <a:srcRect t="1" b="1245"/>
          <a:stretch>
            <a:fillRect/>
          </a:stretch>
        </p:blipFill>
        <p:spPr>
          <a:xfrm>
            <a:off x="6674008" y="5399210"/>
            <a:ext cx="2479066" cy="625590"/>
          </a:xfrm>
          <a:prstGeom prst="rect">
            <a:avLst/>
          </a:prstGeom>
        </p:spPr>
      </p:pic>
      <p:sp>
        <p:nvSpPr>
          <p:cNvPr id="93" name="TextBox 92">
            <a:extLst>
              <a:ext uri="{FF2B5EF4-FFF2-40B4-BE49-F238E27FC236}">
                <a16:creationId xmlns:a16="http://schemas.microsoft.com/office/drawing/2014/main" id="{E49A465C-F102-C581-249C-5558EA62F845}"/>
              </a:ext>
            </a:extLst>
          </p:cNvPr>
          <p:cNvSpPr txBox="1"/>
          <p:nvPr/>
        </p:nvSpPr>
        <p:spPr>
          <a:xfrm>
            <a:off x="6979226" y="2306240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33EEB475-CFB6-A5D2-F603-AF8E93513119}"/>
              </a:ext>
            </a:extLst>
          </p:cNvPr>
          <p:cNvSpPr txBox="1"/>
          <p:nvPr/>
        </p:nvSpPr>
        <p:spPr>
          <a:xfrm>
            <a:off x="6979995" y="2673702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BB6BA0ED-444F-9FC5-2F9C-1751624F1A16}"/>
              </a:ext>
            </a:extLst>
          </p:cNvPr>
          <p:cNvSpPr txBox="1"/>
          <p:nvPr/>
        </p:nvSpPr>
        <p:spPr>
          <a:xfrm>
            <a:off x="8655636" y="2380106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dirty="0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3F0F40B4-A025-1D59-82D8-D79D086BE798}"/>
              </a:ext>
            </a:extLst>
          </p:cNvPr>
          <p:cNvSpPr txBox="1"/>
          <p:nvPr/>
        </p:nvSpPr>
        <p:spPr>
          <a:xfrm>
            <a:off x="8692572" y="2673702"/>
            <a:ext cx="39176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97" name="그래픽 96">
            <a:extLst>
              <a:ext uri="{FF2B5EF4-FFF2-40B4-BE49-F238E27FC236}">
                <a16:creationId xmlns:a16="http://schemas.microsoft.com/office/drawing/2014/main" id="{38281487-176D-0D40-9345-B73CFC95552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717269" y="2455813"/>
            <a:ext cx="261988" cy="261988"/>
          </a:xfrm>
          <a:prstGeom prst="rect">
            <a:avLst/>
          </a:prstGeom>
        </p:spPr>
      </p:pic>
      <p:pic>
        <p:nvPicPr>
          <p:cNvPr id="98" name="그림 97">
            <a:extLst>
              <a:ext uri="{FF2B5EF4-FFF2-40B4-BE49-F238E27FC236}">
                <a16:creationId xmlns:a16="http://schemas.microsoft.com/office/drawing/2014/main" id="{3A0BE933-9F1C-4DD5-8A3D-BCC64CD7490B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877186" y="2071819"/>
            <a:ext cx="187790" cy="192370"/>
          </a:xfrm>
          <a:prstGeom prst="rect">
            <a:avLst/>
          </a:prstGeom>
        </p:spPr>
      </p:pic>
      <p:pic>
        <p:nvPicPr>
          <p:cNvPr id="99" name="그림 98">
            <a:extLst>
              <a:ext uri="{FF2B5EF4-FFF2-40B4-BE49-F238E27FC236}">
                <a16:creationId xmlns:a16="http://schemas.microsoft.com/office/drawing/2014/main" id="{7E8252AB-0C58-8881-2EAA-524B9E37B127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810247" y="2071819"/>
            <a:ext cx="187790" cy="192370"/>
          </a:xfrm>
          <a:prstGeom prst="rect">
            <a:avLst/>
          </a:prstGeom>
        </p:spPr>
      </p:pic>
      <p:cxnSp>
        <p:nvCxnSpPr>
          <p:cNvPr id="100" name="연결선: 꺾임 99">
            <a:extLst>
              <a:ext uri="{FF2B5EF4-FFF2-40B4-BE49-F238E27FC236}">
                <a16:creationId xmlns:a16="http://schemas.microsoft.com/office/drawing/2014/main" id="{AC9B5506-526B-FDB1-B42C-3285EE76F29F}"/>
              </a:ext>
            </a:extLst>
          </p:cNvPr>
          <p:cNvCxnSpPr>
            <a:cxnSpLocks/>
            <a:stCxn id="99" idx="1"/>
            <a:endCxn id="114" idx="0"/>
          </p:cNvCxnSpPr>
          <p:nvPr/>
        </p:nvCxnSpPr>
        <p:spPr>
          <a:xfrm rot="10800000" flipV="1">
            <a:off x="2429781" y="2168004"/>
            <a:ext cx="380467" cy="148892"/>
          </a:xfrm>
          <a:prstGeom prst="bentConnector2">
            <a:avLst/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1" name="Group 323">
            <a:extLst>
              <a:ext uri="{FF2B5EF4-FFF2-40B4-BE49-F238E27FC236}">
                <a16:creationId xmlns:a16="http://schemas.microsoft.com/office/drawing/2014/main" id="{5B5327D7-579B-CF80-27B4-69BF4A5A68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6083917"/>
              </p:ext>
            </p:extLst>
          </p:nvPr>
        </p:nvGraphicFramePr>
        <p:xfrm>
          <a:off x="9625013" y="575703"/>
          <a:ext cx="2519969" cy="3633216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후원 알림 배지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새로운 후원이 들어온 숫자만큼 해당 탭에 배지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해당 탭을 클릭하여 확인하면 배치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off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확인하지 않은 후원만 카운트하여 배지에 숫자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※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모바일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UI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상에서 숫자 배지가 불가능 하다면 점으로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2374774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통합 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알림창에서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재생 중인 후원 디스플레이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현재 재생중인 통합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알림창의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싱크에 맞춰  해당 후원에 실시간으로 강조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통합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알림창이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재생 중인 후원에만 강조 표시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5872068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Top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리스트가 아래로 내려갔을 경우에만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최상단으로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포커싱되어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있을 경우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클릭하면 최상단으로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포커싱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0317151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재생 중인 후원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재생 중인 후원이 화면 하단에 있을 경우에만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클릭하면 해당 위치로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포커싱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8330666"/>
                  </a:ext>
                </a:extLst>
              </a:tr>
            </a:tbl>
          </a:graphicData>
        </a:graphic>
      </p:graphicFrame>
      <p:sp>
        <p:nvSpPr>
          <p:cNvPr id="102" name="타원 101">
            <a:extLst>
              <a:ext uri="{FF2B5EF4-FFF2-40B4-BE49-F238E27FC236}">
                <a16:creationId xmlns:a16="http://schemas.microsoft.com/office/drawing/2014/main" id="{285613CF-E406-E4A2-EC96-5AA328E4A947}"/>
              </a:ext>
            </a:extLst>
          </p:cNvPr>
          <p:cNvSpPr/>
          <p:nvPr/>
        </p:nvSpPr>
        <p:spPr>
          <a:xfrm>
            <a:off x="7753816" y="1735726"/>
            <a:ext cx="153854" cy="153854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3</a:t>
            </a:r>
            <a:endParaRPr lang="ko-KR" altLang="en-US" sz="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A46D6D2E-E5B1-B007-6B41-9F4F26F780E3}"/>
              </a:ext>
            </a:extLst>
          </p:cNvPr>
          <p:cNvSpPr/>
          <p:nvPr/>
        </p:nvSpPr>
        <p:spPr>
          <a:xfrm>
            <a:off x="8245134" y="1739988"/>
            <a:ext cx="153854" cy="153854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</a:t>
            </a:r>
            <a:endParaRPr lang="ko-KR" altLang="en-US" sz="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57967975-8276-C432-E025-8A671194FCB2}"/>
              </a:ext>
            </a:extLst>
          </p:cNvPr>
          <p:cNvSpPr/>
          <p:nvPr/>
        </p:nvSpPr>
        <p:spPr>
          <a:xfrm>
            <a:off x="7273251" y="1752657"/>
            <a:ext cx="153854" cy="153854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25</a:t>
            </a:r>
            <a:endParaRPr lang="ko-KR" altLang="en-US" sz="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05" name="타원 104">
            <a:extLst>
              <a:ext uri="{FF2B5EF4-FFF2-40B4-BE49-F238E27FC236}">
                <a16:creationId xmlns:a16="http://schemas.microsoft.com/office/drawing/2014/main" id="{D861C00C-29D0-0099-672A-01B342BDB894}"/>
              </a:ext>
            </a:extLst>
          </p:cNvPr>
          <p:cNvSpPr/>
          <p:nvPr/>
        </p:nvSpPr>
        <p:spPr>
          <a:xfrm>
            <a:off x="7758671" y="1405280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06" name="직선 화살표 연결선 105">
            <a:extLst>
              <a:ext uri="{FF2B5EF4-FFF2-40B4-BE49-F238E27FC236}">
                <a16:creationId xmlns:a16="http://schemas.microsoft.com/office/drawing/2014/main" id="{3312A12B-D418-3977-7816-575DA727068F}"/>
              </a:ext>
            </a:extLst>
          </p:cNvPr>
          <p:cNvCxnSpPr>
            <a:cxnSpLocks/>
          </p:cNvCxnSpPr>
          <p:nvPr/>
        </p:nvCxnSpPr>
        <p:spPr>
          <a:xfrm>
            <a:off x="7836097" y="1561588"/>
            <a:ext cx="0" cy="127179"/>
          </a:xfrm>
          <a:prstGeom prst="straightConnector1">
            <a:avLst/>
          </a:prstGeom>
          <a:ln>
            <a:solidFill>
              <a:srgbClr val="FF000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직선 화살표 연결선 106">
            <a:extLst>
              <a:ext uri="{FF2B5EF4-FFF2-40B4-BE49-F238E27FC236}">
                <a16:creationId xmlns:a16="http://schemas.microsoft.com/office/drawing/2014/main" id="{64D076CD-7FEE-8BA5-B5A4-0093A80E87F4}"/>
              </a:ext>
            </a:extLst>
          </p:cNvPr>
          <p:cNvCxnSpPr>
            <a:cxnSpLocks/>
            <a:stCxn id="105" idx="5"/>
          </p:cNvCxnSpPr>
          <p:nvPr/>
        </p:nvCxnSpPr>
        <p:spPr>
          <a:xfrm>
            <a:off x="7885850" y="1532459"/>
            <a:ext cx="334386" cy="184599"/>
          </a:xfrm>
          <a:prstGeom prst="straightConnector1">
            <a:avLst/>
          </a:prstGeom>
          <a:ln>
            <a:solidFill>
              <a:srgbClr val="FF000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직선 화살표 연결선 107">
            <a:extLst>
              <a:ext uri="{FF2B5EF4-FFF2-40B4-BE49-F238E27FC236}">
                <a16:creationId xmlns:a16="http://schemas.microsoft.com/office/drawing/2014/main" id="{BB9AD10D-559F-2F63-2DDC-C85E5AB7FE29}"/>
              </a:ext>
            </a:extLst>
          </p:cNvPr>
          <p:cNvCxnSpPr>
            <a:cxnSpLocks/>
            <a:stCxn id="105" idx="3"/>
          </p:cNvCxnSpPr>
          <p:nvPr/>
        </p:nvCxnSpPr>
        <p:spPr>
          <a:xfrm flipH="1">
            <a:off x="7464869" y="1532459"/>
            <a:ext cx="315622" cy="179046"/>
          </a:xfrm>
          <a:prstGeom prst="straightConnector1">
            <a:avLst/>
          </a:prstGeom>
          <a:ln>
            <a:solidFill>
              <a:srgbClr val="FF000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타원 108">
            <a:extLst>
              <a:ext uri="{FF2B5EF4-FFF2-40B4-BE49-F238E27FC236}">
                <a16:creationId xmlns:a16="http://schemas.microsoft.com/office/drawing/2014/main" id="{784CD80C-D825-53B0-8B50-1456A4632A86}"/>
              </a:ext>
            </a:extLst>
          </p:cNvPr>
          <p:cNvSpPr/>
          <p:nvPr/>
        </p:nvSpPr>
        <p:spPr>
          <a:xfrm>
            <a:off x="6523065" y="2955965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10" name="그림 109">
            <a:extLst>
              <a:ext uri="{FF2B5EF4-FFF2-40B4-BE49-F238E27FC236}">
                <a16:creationId xmlns:a16="http://schemas.microsoft.com/office/drawing/2014/main" id="{42691378-ECA3-21FC-BB9B-A721415DFF99}"/>
              </a:ext>
            </a:extLst>
          </p:cNvPr>
          <p:cNvPicPr>
            <a:picLocks noChangeAspect="1"/>
          </p:cNvPicPr>
          <p:nvPr/>
        </p:nvPicPr>
        <p:blipFill>
          <a:blip r:embed="rId13"/>
          <a:srcRect t="-1" b="73547"/>
          <a:stretch>
            <a:fillRect/>
          </a:stretch>
        </p:blipFill>
        <p:spPr>
          <a:xfrm>
            <a:off x="6671409" y="6007040"/>
            <a:ext cx="2479066" cy="167580"/>
          </a:xfrm>
          <a:prstGeom prst="rect">
            <a:avLst/>
          </a:prstGeom>
        </p:spPr>
      </p:pic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E9677A2A-CE96-C8D4-C74E-05DABD4CE560}"/>
              </a:ext>
            </a:extLst>
          </p:cNvPr>
          <p:cNvGrpSpPr/>
          <p:nvPr/>
        </p:nvGrpSpPr>
        <p:grpSpPr>
          <a:xfrm>
            <a:off x="1901496" y="2316896"/>
            <a:ext cx="1056570" cy="896080"/>
            <a:chOff x="7248125" y="2177314"/>
            <a:chExt cx="1368155" cy="896080"/>
          </a:xfrm>
        </p:grpSpPr>
        <p:grpSp>
          <p:nvGrpSpPr>
            <p:cNvPr id="112" name="그룹 111">
              <a:extLst>
                <a:ext uri="{FF2B5EF4-FFF2-40B4-BE49-F238E27FC236}">
                  <a16:creationId xmlns:a16="http://schemas.microsoft.com/office/drawing/2014/main" id="{DE20A93A-2E20-D20E-EAAD-B1A569AAFC63}"/>
                </a:ext>
              </a:extLst>
            </p:cNvPr>
            <p:cNvGrpSpPr/>
            <p:nvPr/>
          </p:nvGrpSpPr>
          <p:grpSpPr>
            <a:xfrm>
              <a:off x="7248125" y="2177314"/>
              <a:ext cx="1368155" cy="896080"/>
              <a:chOff x="7248125" y="2177314"/>
              <a:chExt cx="1368155" cy="896080"/>
            </a:xfrm>
          </p:grpSpPr>
          <p:sp>
            <p:nvSpPr>
              <p:cNvPr id="114" name="직사각형 113">
                <a:extLst>
                  <a:ext uri="{FF2B5EF4-FFF2-40B4-BE49-F238E27FC236}">
                    <a16:creationId xmlns:a16="http://schemas.microsoft.com/office/drawing/2014/main" id="{976A4EDF-C6DD-3356-4337-D290AA780493}"/>
                  </a:ext>
                </a:extLst>
              </p:cNvPr>
              <p:cNvSpPr/>
              <p:nvPr/>
            </p:nvSpPr>
            <p:spPr>
              <a:xfrm>
                <a:off x="7248125" y="2177314"/>
                <a:ext cx="1368152" cy="896080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rtlCol="0" anchor="t"/>
              <a:lstStyle/>
              <a:p>
                <a:pPr algn="ctr"/>
                <a:endParaRPr lang="ko-KR" altLang="en-US" sz="9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15" name="사각형: 둥근 모서리 114">
                <a:extLst>
                  <a:ext uri="{FF2B5EF4-FFF2-40B4-BE49-F238E27FC236}">
                    <a16:creationId xmlns:a16="http://schemas.microsoft.com/office/drawing/2014/main" id="{A7C6569E-1763-2A9D-B500-3C6871A71454}"/>
                  </a:ext>
                </a:extLst>
              </p:cNvPr>
              <p:cNvSpPr/>
              <p:nvPr/>
            </p:nvSpPr>
            <p:spPr>
              <a:xfrm>
                <a:off x="7248128" y="2242346"/>
                <a:ext cx="1368152" cy="193110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8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72000" tIns="0" rIns="0" bIns="0" rtlCol="0" anchor="ctr"/>
              <a:lstStyle/>
              <a:p>
                <a:r>
                  <a:rPr lang="ko-KR" altLang="en-US" sz="800" b="1">
                    <a:solidFill>
                      <a:schemeClr val="tx1"/>
                    </a:solidFill>
                    <a:latin typeface="+mn-ea"/>
                    <a:sym typeface="Wingdings" panose="05000000000000000000" pitchFamily="2" charset="2"/>
                  </a:rPr>
                  <a:t>  최근 순</a:t>
                </a:r>
                <a:endParaRPr lang="ko-KR" altLang="en-US" sz="8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D668762D-FCA1-B2ED-F485-A2D8055954A5}"/>
                </a:ext>
              </a:extLst>
            </p:cNvPr>
            <p:cNvSpPr txBox="1"/>
            <p:nvPr/>
          </p:nvSpPr>
          <p:spPr>
            <a:xfrm>
              <a:off x="7254322" y="2394388"/>
              <a:ext cx="1175832" cy="622543"/>
            </a:xfrm>
            <a:prstGeom prst="rect">
              <a:avLst/>
            </a:prstGeom>
            <a:noFill/>
          </p:spPr>
          <p:txBody>
            <a:bodyPr wrap="none" lIns="226800" rtlCol="0">
              <a:spAutoFit/>
            </a:bodyPr>
            <a:lstStyle/>
            <a:p>
              <a:pPr algn="l">
                <a:lnSpc>
                  <a:spcPct val="150000"/>
                </a:lnSpc>
              </a:pPr>
              <a:r>
                <a:rPr lang="ko-KR" altLang="en-US" sz="800" b="1" dirty="0">
                  <a:latin typeface="+mn-ea"/>
                  <a:ea typeface="+mn-ea"/>
                </a:rPr>
                <a:t>나중 순</a:t>
              </a:r>
              <a:endParaRPr lang="en-US" altLang="ko-KR" sz="800" b="1" dirty="0">
                <a:latin typeface="+mn-ea"/>
                <a:ea typeface="+mn-ea"/>
              </a:endParaRPr>
            </a:p>
            <a:p>
              <a:pPr algn="l">
                <a:lnSpc>
                  <a:spcPct val="150000"/>
                </a:lnSpc>
              </a:pPr>
              <a:r>
                <a:rPr lang="ko-KR" altLang="en-US" sz="800" b="1" dirty="0">
                  <a:latin typeface="+mn-ea"/>
                  <a:ea typeface="+mn-ea"/>
                </a:rPr>
                <a:t>높은 금액 순</a:t>
              </a:r>
              <a:endParaRPr lang="en-US" altLang="ko-KR" sz="800" b="1" dirty="0">
                <a:latin typeface="+mn-ea"/>
                <a:ea typeface="+mn-ea"/>
              </a:endParaRPr>
            </a:p>
            <a:p>
              <a:pPr algn="l">
                <a:lnSpc>
                  <a:spcPct val="150000"/>
                </a:lnSpc>
              </a:pPr>
              <a:r>
                <a:rPr lang="ko-KR" altLang="en-US" sz="800" b="1" dirty="0">
                  <a:latin typeface="+mn-ea"/>
                  <a:ea typeface="+mn-ea"/>
                </a:rPr>
                <a:t>낮은 금액 순</a:t>
              </a:r>
            </a:p>
          </p:txBody>
        </p:sp>
      </p:grpSp>
      <p:pic>
        <p:nvPicPr>
          <p:cNvPr id="143" name="그림 142">
            <a:extLst>
              <a:ext uri="{FF2B5EF4-FFF2-40B4-BE49-F238E27FC236}">
                <a16:creationId xmlns:a16="http://schemas.microsoft.com/office/drawing/2014/main" id="{ECD22EA0-7F52-9D89-03CE-8A14E36BC1AF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979203" y="1916832"/>
            <a:ext cx="1719221" cy="268247"/>
          </a:xfrm>
          <a:prstGeom prst="rect">
            <a:avLst/>
          </a:prstGeom>
        </p:spPr>
      </p:pic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A4AF4B24-55B9-A46E-901E-8FF05174B631}"/>
              </a:ext>
            </a:extLst>
          </p:cNvPr>
          <p:cNvSpPr/>
          <p:nvPr/>
        </p:nvSpPr>
        <p:spPr>
          <a:xfrm>
            <a:off x="8574778" y="5432931"/>
            <a:ext cx="488299" cy="325020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b="1" dirty="0">
                <a:latin typeface="+mn-ea"/>
              </a:rPr>
              <a:t>▲</a:t>
            </a:r>
            <a:endParaRPr lang="en-US" altLang="ko-KR" sz="700" b="1" dirty="0">
              <a:latin typeface="+mn-ea"/>
            </a:endParaRPr>
          </a:p>
          <a:p>
            <a:pPr algn="ctr"/>
            <a:r>
              <a:rPr lang="en-US" altLang="ko-KR" sz="700" b="1" dirty="0">
                <a:latin typeface="+mn-ea"/>
              </a:rPr>
              <a:t>Top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9950671E-3130-9714-98E7-A53932C21108}"/>
              </a:ext>
            </a:extLst>
          </p:cNvPr>
          <p:cNvSpPr/>
          <p:nvPr/>
        </p:nvSpPr>
        <p:spPr>
          <a:xfrm>
            <a:off x="8574778" y="5807637"/>
            <a:ext cx="488299" cy="325020"/>
          </a:xfrm>
          <a:prstGeom prst="round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b="1" dirty="0"/>
              <a:t>재생 중인</a:t>
            </a:r>
            <a:endParaRPr lang="en-US" altLang="ko-KR" sz="700" b="1" dirty="0"/>
          </a:p>
          <a:p>
            <a:pPr algn="ctr"/>
            <a:r>
              <a:rPr lang="ko-KR" altLang="en-US" sz="700" b="1" dirty="0"/>
              <a:t>후원 ▼</a:t>
            </a:r>
            <a:endParaRPr lang="en-US" altLang="ko-KR" sz="700" b="1" dirty="0"/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CF038622-B15A-9DFE-CA4E-2084E17237D8}"/>
              </a:ext>
            </a:extLst>
          </p:cNvPr>
          <p:cNvSpPr/>
          <p:nvPr/>
        </p:nvSpPr>
        <p:spPr>
          <a:xfrm>
            <a:off x="9145050" y="5895647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F84896AA-FC3F-B443-6519-4B6AB90C7AC1}"/>
              </a:ext>
            </a:extLst>
          </p:cNvPr>
          <p:cNvSpPr/>
          <p:nvPr/>
        </p:nvSpPr>
        <p:spPr>
          <a:xfrm>
            <a:off x="9136666" y="5520941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7257256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Google Shape;1197;p27">
            <a:extLst>
              <a:ext uri="{FF2B5EF4-FFF2-40B4-BE49-F238E27FC236}">
                <a16:creationId xmlns:a16="http://schemas.microsoft.com/office/drawing/2014/main" id="{E6B3CE9C-9AC7-1517-08F3-AF7E34FE0827}"/>
              </a:ext>
            </a:extLst>
          </p:cNvPr>
          <p:cNvSpPr/>
          <p:nvPr/>
        </p:nvSpPr>
        <p:spPr>
          <a:xfrm>
            <a:off x="3551151" y="1510536"/>
            <a:ext cx="2566556" cy="4726776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ker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  <a:cs typeface="Calibri"/>
                <a:sym typeface="Calibri"/>
              </a:rPr>
              <a:t>후원 리스트</a:t>
            </a:r>
            <a:endParaRPr kumimoji="0" sz="9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121" name="Google Shape;1198;p27">
            <a:extLst>
              <a:ext uri="{FF2B5EF4-FFF2-40B4-BE49-F238E27FC236}">
                <a16:creationId xmlns:a16="http://schemas.microsoft.com/office/drawing/2014/main" id="{626B3920-384C-B8F9-B2D5-83331BF3C664}"/>
              </a:ext>
            </a:extLst>
          </p:cNvPr>
          <p:cNvSpPr/>
          <p:nvPr/>
        </p:nvSpPr>
        <p:spPr>
          <a:xfrm>
            <a:off x="3606205" y="1717057"/>
            <a:ext cx="2470586" cy="4459419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" name="Google Shape;1197;p27">
            <a:extLst>
              <a:ext uri="{FF2B5EF4-FFF2-40B4-BE49-F238E27FC236}">
                <a16:creationId xmlns:a16="http://schemas.microsoft.com/office/drawing/2014/main" id="{523873F0-EC4A-4E90-8646-293A2EF226FC}"/>
              </a:ext>
            </a:extLst>
          </p:cNvPr>
          <p:cNvSpPr/>
          <p:nvPr/>
        </p:nvSpPr>
        <p:spPr>
          <a:xfrm>
            <a:off x="512116" y="1510536"/>
            <a:ext cx="2566556" cy="4726776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ker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  <a:cs typeface="Calibri"/>
                <a:sym typeface="Calibri"/>
              </a:rPr>
              <a:t>후원 리스트</a:t>
            </a:r>
            <a:endParaRPr kumimoji="0" sz="9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123" name="Google Shape;1198;p27">
            <a:extLst>
              <a:ext uri="{FF2B5EF4-FFF2-40B4-BE49-F238E27FC236}">
                <a16:creationId xmlns:a16="http://schemas.microsoft.com/office/drawing/2014/main" id="{A72BA01D-E53A-6D14-BFDC-FCB42BCE103F}"/>
              </a:ext>
            </a:extLst>
          </p:cNvPr>
          <p:cNvSpPr/>
          <p:nvPr/>
        </p:nvSpPr>
        <p:spPr>
          <a:xfrm>
            <a:off x="567170" y="1717057"/>
            <a:ext cx="2470586" cy="4459419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A4F81E2A-D2E0-C803-15E1-6BD77BF66130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반응형 </a:t>
            </a:r>
            <a:r>
              <a:rPr lang="en-US" altLang="ko-KR" dirty="0"/>
              <a:t>UI &gt; </a:t>
            </a:r>
            <a:r>
              <a:rPr lang="ko-KR" altLang="en-US" dirty="0"/>
              <a:t>게임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92217419-38AE-B443-E6FC-85FD6D2402C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후원 리스트 위젯 </a:t>
            </a:r>
            <a:r>
              <a:rPr lang="en-US" altLang="ko-KR" dirty="0"/>
              <a:t>&gt; </a:t>
            </a:r>
            <a:r>
              <a:rPr lang="ko-KR" altLang="en-US" dirty="0"/>
              <a:t>반응형 </a:t>
            </a:r>
            <a:r>
              <a:rPr lang="en-US" altLang="ko-KR" dirty="0"/>
              <a:t>UI</a:t>
            </a:r>
            <a:endParaRPr lang="ko-KR" alt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9B2F9A4-0389-45C3-143D-5463239D6023}"/>
              </a:ext>
            </a:extLst>
          </p:cNvPr>
          <p:cNvSpPr txBox="1"/>
          <p:nvPr/>
        </p:nvSpPr>
        <p:spPr>
          <a:xfrm>
            <a:off x="571257" y="1772816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209EBC0-2FD4-8CBD-A030-7782DC3EA59F}"/>
              </a:ext>
            </a:extLst>
          </p:cNvPr>
          <p:cNvSpPr txBox="1"/>
          <p:nvPr/>
        </p:nvSpPr>
        <p:spPr>
          <a:xfrm>
            <a:off x="1847717" y="177281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2E1747AA-DCA6-7E99-AE2C-21173F1252E6}"/>
              </a:ext>
            </a:extLst>
          </p:cNvPr>
          <p:cNvCxnSpPr>
            <a:cxnSpLocks/>
          </p:cNvCxnSpPr>
          <p:nvPr/>
        </p:nvCxnSpPr>
        <p:spPr>
          <a:xfrm>
            <a:off x="1379476" y="2037340"/>
            <a:ext cx="396044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0BFD3F55-7E5C-6CBC-5250-DA83222B4257}"/>
              </a:ext>
            </a:extLst>
          </p:cNvPr>
          <p:cNvSpPr txBox="1"/>
          <p:nvPr/>
        </p:nvSpPr>
        <p:spPr>
          <a:xfrm>
            <a:off x="1353186" y="177281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90DDA418-6B17-8D8E-3EF9-77E31326E659}"/>
              </a:ext>
            </a:extLst>
          </p:cNvPr>
          <p:cNvSpPr/>
          <p:nvPr/>
        </p:nvSpPr>
        <p:spPr>
          <a:xfrm>
            <a:off x="600348" y="2044807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55515A8-EB00-BC49-CB99-48CA9B43DB7D}"/>
              </a:ext>
            </a:extLst>
          </p:cNvPr>
          <p:cNvSpPr/>
          <p:nvPr/>
        </p:nvSpPr>
        <p:spPr>
          <a:xfrm>
            <a:off x="600348" y="2277124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300FD79-491E-8843-7C85-4DE7FAA82294}"/>
              </a:ext>
            </a:extLst>
          </p:cNvPr>
          <p:cNvSpPr txBox="1"/>
          <p:nvPr/>
        </p:nvSpPr>
        <p:spPr>
          <a:xfrm>
            <a:off x="909748" y="230341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2BF6FDA-2F1A-D528-D3AD-DF929B60ED6C}"/>
              </a:ext>
            </a:extLst>
          </p:cNvPr>
          <p:cNvSpPr txBox="1"/>
          <p:nvPr/>
        </p:nvSpPr>
        <p:spPr>
          <a:xfrm>
            <a:off x="910516" y="2670874"/>
            <a:ext cx="1609943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{[</a:t>
            </a: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게임명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]} {[</a:t>
            </a: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서버명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]} {[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캐릭터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5C40ED6-42B4-053E-22F5-E202C9A6E5AB}"/>
              </a:ext>
            </a:extLst>
          </p:cNvPr>
          <p:cNvSpPr txBox="1"/>
          <p:nvPr/>
        </p:nvSpPr>
        <p:spPr>
          <a:xfrm>
            <a:off x="2562709" y="237727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96648F6-A704-3666-DE40-6F4F901368B1}"/>
              </a:ext>
            </a:extLst>
          </p:cNvPr>
          <p:cNvSpPr txBox="1"/>
          <p:nvPr/>
        </p:nvSpPr>
        <p:spPr>
          <a:xfrm>
            <a:off x="2687960" y="2670874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2FBC9251-03A0-8D7A-E902-8C1A35FEA432}"/>
              </a:ext>
            </a:extLst>
          </p:cNvPr>
          <p:cNvSpPr/>
          <p:nvPr/>
        </p:nvSpPr>
        <p:spPr>
          <a:xfrm>
            <a:off x="600348" y="3584490"/>
            <a:ext cx="2417540" cy="6852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3703BE5-8CA3-8732-E084-F037AD62C233}"/>
              </a:ext>
            </a:extLst>
          </p:cNvPr>
          <p:cNvSpPr txBox="1"/>
          <p:nvPr/>
        </p:nvSpPr>
        <p:spPr>
          <a:xfrm>
            <a:off x="909748" y="361077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E4A5BAC-0BB6-4474-0E15-E1A17A1ECA75}"/>
              </a:ext>
            </a:extLst>
          </p:cNvPr>
          <p:cNvSpPr txBox="1"/>
          <p:nvPr/>
        </p:nvSpPr>
        <p:spPr>
          <a:xfrm>
            <a:off x="910517" y="3943687"/>
            <a:ext cx="1652192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 텍스트내용 텍스트 내용 텍스트 내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F93F797-E00B-9A09-E1E8-B6EB5863EFBC}"/>
              </a:ext>
            </a:extLst>
          </p:cNvPr>
          <p:cNvSpPr txBox="1"/>
          <p:nvPr/>
        </p:nvSpPr>
        <p:spPr>
          <a:xfrm>
            <a:off x="2562709" y="3684644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sz="1050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0D4B2B6-9105-7915-B83C-108F8121CDFC}"/>
              </a:ext>
            </a:extLst>
          </p:cNvPr>
          <p:cNvSpPr txBox="1"/>
          <p:nvPr/>
        </p:nvSpPr>
        <p:spPr>
          <a:xfrm>
            <a:off x="2687960" y="397824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8A6CFB7C-F714-763D-7014-C416D8F1185F}"/>
              </a:ext>
            </a:extLst>
          </p:cNvPr>
          <p:cNvSpPr/>
          <p:nvPr/>
        </p:nvSpPr>
        <p:spPr>
          <a:xfrm>
            <a:off x="600348" y="4267723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A3A5E19-48AC-D3EE-3F99-83DACECAC55C}"/>
              </a:ext>
            </a:extLst>
          </p:cNvPr>
          <p:cNvSpPr txBox="1"/>
          <p:nvPr/>
        </p:nvSpPr>
        <p:spPr>
          <a:xfrm>
            <a:off x="909748" y="4294011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C58F4A8-AC98-6E46-E5B1-D306D4A33684}"/>
              </a:ext>
            </a:extLst>
          </p:cNvPr>
          <p:cNvSpPr txBox="1"/>
          <p:nvPr/>
        </p:nvSpPr>
        <p:spPr>
          <a:xfrm>
            <a:off x="910516" y="4661473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룰렛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제목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꽝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or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당첨 항목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F28C8CD-2598-2B71-5147-9C6E15893FA9}"/>
              </a:ext>
            </a:extLst>
          </p:cNvPr>
          <p:cNvSpPr txBox="1"/>
          <p:nvPr/>
        </p:nvSpPr>
        <p:spPr>
          <a:xfrm>
            <a:off x="2562709" y="4367877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8269A67E-81C5-C1D1-51DD-72BEAD24D961}"/>
              </a:ext>
            </a:extLst>
          </p:cNvPr>
          <p:cNvSpPr txBox="1"/>
          <p:nvPr/>
        </p:nvSpPr>
        <p:spPr>
          <a:xfrm>
            <a:off x="2687960" y="4661473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20563FE3-CDAA-754A-8E1E-9C46B314E242}"/>
              </a:ext>
            </a:extLst>
          </p:cNvPr>
          <p:cNvSpPr/>
          <p:nvPr/>
        </p:nvSpPr>
        <p:spPr>
          <a:xfrm>
            <a:off x="600348" y="4884531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F60ACD1-6C2B-7683-6FF3-2650C19A7623}"/>
              </a:ext>
            </a:extLst>
          </p:cNvPr>
          <p:cNvSpPr txBox="1"/>
          <p:nvPr/>
        </p:nvSpPr>
        <p:spPr>
          <a:xfrm>
            <a:off x="909748" y="4910819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8CD7B86-9EF4-FCB2-1F72-3D1E531D7658}"/>
              </a:ext>
            </a:extLst>
          </p:cNvPr>
          <p:cNvSpPr txBox="1"/>
          <p:nvPr/>
        </p:nvSpPr>
        <p:spPr>
          <a:xfrm>
            <a:off x="910516" y="5278281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럭키박스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시간초과 환불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F5B9805-0FE1-94C3-ADB4-5D532D675F23}"/>
              </a:ext>
            </a:extLst>
          </p:cNvPr>
          <p:cNvSpPr txBox="1"/>
          <p:nvPr/>
        </p:nvSpPr>
        <p:spPr>
          <a:xfrm>
            <a:off x="2562709" y="4984685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1E470503-EE8D-4CA0-6DEB-88F296353D69}"/>
              </a:ext>
            </a:extLst>
          </p:cNvPr>
          <p:cNvSpPr txBox="1"/>
          <p:nvPr/>
        </p:nvSpPr>
        <p:spPr>
          <a:xfrm>
            <a:off x="2687960" y="5278281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35" name="그림 34">
            <a:extLst>
              <a:ext uri="{FF2B5EF4-FFF2-40B4-BE49-F238E27FC236}">
                <a16:creationId xmlns:a16="http://schemas.microsoft.com/office/drawing/2014/main" id="{69CF8F44-AAAF-4622-39C9-7B68D048099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-3" b="1249"/>
          <a:stretch>
            <a:fillRect/>
          </a:stretch>
        </p:blipFill>
        <p:spPr>
          <a:xfrm>
            <a:off x="595005" y="5507136"/>
            <a:ext cx="2479066" cy="625590"/>
          </a:xfrm>
          <a:prstGeom prst="rect">
            <a:avLst/>
          </a:prstGeom>
        </p:spPr>
      </p:pic>
      <p:pic>
        <p:nvPicPr>
          <p:cNvPr id="36" name="그래픽 35">
            <a:extLst>
              <a:ext uri="{FF2B5EF4-FFF2-40B4-BE49-F238E27FC236}">
                <a16:creationId xmlns:a16="http://schemas.microsoft.com/office/drawing/2014/main" id="{E3DB2BC9-6B6F-0553-21A2-00DA1C965DD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47058" y="2455482"/>
            <a:ext cx="264437" cy="264437"/>
          </a:xfrm>
          <a:prstGeom prst="rect">
            <a:avLst/>
          </a:prstGeom>
        </p:spPr>
      </p:pic>
      <p:pic>
        <p:nvPicPr>
          <p:cNvPr id="37" name="그래픽 36">
            <a:extLst>
              <a:ext uri="{FF2B5EF4-FFF2-40B4-BE49-F238E27FC236}">
                <a16:creationId xmlns:a16="http://schemas.microsoft.com/office/drawing/2014/main" id="{1CAE84EC-C47B-071B-C322-845A0383F42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47058" y="3778209"/>
            <a:ext cx="264437" cy="264437"/>
          </a:xfrm>
          <a:prstGeom prst="rect">
            <a:avLst/>
          </a:prstGeom>
        </p:spPr>
      </p:pic>
      <p:pic>
        <p:nvPicPr>
          <p:cNvPr id="38" name="그래픽 37">
            <a:extLst>
              <a:ext uri="{FF2B5EF4-FFF2-40B4-BE49-F238E27FC236}">
                <a16:creationId xmlns:a16="http://schemas.microsoft.com/office/drawing/2014/main" id="{5840DA8F-8A2B-AE99-7395-2654454AF97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47058" y="4459019"/>
            <a:ext cx="264437" cy="264437"/>
          </a:xfrm>
          <a:prstGeom prst="rect">
            <a:avLst/>
          </a:prstGeom>
        </p:spPr>
      </p:pic>
      <p:pic>
        <p:nvPicPr>
          <p:cNvPr id="39" name="그래픽 38">
            <a:extLst>
              <a:ext uri="{FF2B5EF4-FFF2-40B4-BE49-F238E27FC236}">
                <a16:creationId xmlns:a16="http://schemas.microsoft.com/office/drawing/2014/main" id="{0C71DDB4-FE0B-8909-163E-18562BDEA0F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47058" y="5070900"/>
            <a:ext cx="264437" cy="264437"/>
          </a:xfrm>
          <a:prstGeom prst="rect">
            <a:avLst/>
          </a:prstGeom>
        </p:spPr>
      </p:pic>
      <p:pic>
        <p:nvPicPr>
          <p:cNvPr id="40" name="그래픽 39">
            <a:extLst>
              <a:ext uri="{FF2B5EF4-FFF2-40B4-BE49-F238E27FC236}">
                <a16:creationId xmlns:a16="http://schemas.microsoft.com/office/drawing/2014/main" id="{86EEFC14-1DB1-C106-982F-CA2AC1D1611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t="1" b="-389"/>
          <a:stretch>
            <a:fillRect/>
          </a:stretch>
        </p:blipFill>
        <p:spPr>
          <a:xfrm>
            <a:off x="647058" y="5692478"/>
            <a:ext cx="264437" cy="265463"/>
          </a:xfrm>
          <a:prstGeom prst="rect">
            <a:avLst/>
          </a:prstGeom>
        </p:spPr>
      </p:pic>
      <p:pic>
        <p:nvPicPr>
          <p:cNvPr id="41" name="그림 40">
            <a:extLst>
              <a:ext uri="{FF2B5EF4-FFF2-40B4-BE49-F238E27FC236}">
                <a16:creationId xmlns:a16="http://schemas.microsoft.com/office/drawing/2014/main" id="{D799B29A-D1EC-20B3-A88E-593505AC066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10247" y="2071819"/>
            <a:ext cx="187790" cy="192370"/>
          </a:xfrm>
          <a:prstGeom prst="rect">
            <a:avLst/>
          </a:prstGeom>
        </p:spPr>
      </p:pic>
      <p:sp>
        <p:nvSpPr>
          <p:cNvPr id="43" name="TextBox 42">
            <a:extLst>
              <a:ext uri="{FF2B5EF4-FFF2-40B4-BE49-F238E27FC236}">
                <a16:creationId xmlns:a16="http://schemas.microsoft.com/office/drawing/2014/main" id="{E76165D4-A0A8-3F50-AF25-A820693ADF86}"/>
              </a:ext>
            </a:extLst>
          </p:cNvPr>
          <p:cNvSpPr txBox="1"/>
          <p:nvPr/>
        </p:nvSpPr>
        <p:spPr>
          <a:xfrm>
            <a:off x="3589664" y="1772816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6705A30D-0D7C-1915-A0ED-C9B450F0B81E}"/>
              </a:ext>
            </a:extLst>
          </p:cNvPr>
          <p:cNvSpPr txBox="1"/>
          <p:nvPr/>
        </p:nvSpPr>
        <p:spPr>
          <a:xfrm>
            <a:off x="4866124" y="177281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4017405A-4EC2-0021-3810-A67128251703}"/>
              </a:ext>
            </a:extLst>
          </p:cNvPr>
          <p:cNvCxnSpPr>
            <a:cxnSpLocks/>
          </p:cNvCxnSpPr>
          <p:nvPr/>
        </p:nvCxnSpPr>
        <p:spPr>
          <a:xfrm>
            <a:off x="4397883" y="2037340"/>
            <a:ext cx="396044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25EDEF68-4027-9AFD-E94D-6B9DD9650A69}"/>
              </a:ext>
            </a:extLst>
          </p:cNvPr>
          <p:cNvSpPr txBox="1"/>
          <p:nvPr/>
        </p:nvSpPr>
        <p:spPr>
          <a:xfrm>
            <a:off x="4371593" y="177281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95395CB2-5805-64DB-0D0F-6733CF0CB5B6}"/>
              </a:ext>
            </a:extLst>
          </p:cNvPr>
          <p:cNvSpPr/>
          <p:nvPr/>
        </p:nvSpPr>
        <p:spPr>
          <a:xfrm>
            <a:off x="3618755" y="2044807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500C6A35-359A-CA5A-D26E-A23A5B708A12}"/>
              </a:ext>
            </a:extLst>
          </p:cNvPr>
          <p:cNvSpPr/>
          <p:nvPr/>
        </p:nvSpPr>
        <p:spPr>
          <a:xfrm>
            <a:off x="3618755" y="2902684"/>
            <a:ext cx="2417540" cy="1063711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84C2E1EC-7CCB-8625-4707-B91235BC99B0}"/>
              </a:ext>
            </a:extLst>
          </p:cNvPr>
          <p:cNvSpPr txBox="1"/>
          <p:nvPr/>
        </p:nvSpPr>
        <p:spPr>
          <a:xfrm>
            <a:off x="3928155" y="2928974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DB95D0D4-A7EF-E44D-EE6A-279FDCB13381}"/>
              </a:ext>
            </a:extLst>
          </p:cNvPr>
          <p:cNvSpPr txBox="1"/>
          <p:nvPr/>
        </p:nvSpPr>
        <p:spPr>
          <a:xfrm>
            <a:off x="3928924" y="3296436"/>
            <a:ext cx="169417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{[</a:t>
            </a: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게임명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]} {[</a:t>
            </a: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서버명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]} {[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캐릭터 명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]} {[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게임 아이템명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]} {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수량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}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개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{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}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14E51806-92DC-6A82-22E1-32586AB222E7}"/>
              </a:ext>
            </a:extLst>
          </p:cNvPr>
          <p:cNvSpPr txBox="1"/>
          <p:nvPr/>
        </p:nvSpPr>
        <p:spPr>
          <a:xfrm>
            <a:off x="5581116" y="3002840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3,000</a:t>
            </a:r>
            <a:endParaRPr lang="ko-KR" altLang="en-US" sz="1050" dirty="0"/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9DE82C64-88BD-EC9F-3075-EC8279C448DC}"/>
              </a:ext>
            </a:extLst>
          </p:cNvPr>
          <p:cNvSpPr/>
          <p:nvPr/>
        </p:nvSpPr>
        <p:spPr>
          <a:xfrm>
            <a:off x="3618755" y="2277124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E1152338-6C1C-6C79-B576-DFDF4F53B105}"/>
              </a:ext>
            </a:extLst>
          </p:cNvPr>
          <p:cNvSpPr txBox="1"/>
          <p:nvPr/>
        </p:nvSpPr>
        <p:spPr>
          <a:xfrm>
            <a:off x="3928155" y="230341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132AD232-9348-AA81-10DC-D21773FD41C4}"/>
              </a:ext>
            </a:extLst>
          </p:cNvPr>
          <p:cNvSpPr txBox="1"/>
          <p:nvPr/>
        </p:nvSpPr>
        <p:spPr>
          <a:xfrm>
            <a:off x="3928923" y="2670874"/>
            <a:ext cx="1609943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{[</a:t>
            </a: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게임명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]} {[</a:t>
            </a: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서버명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]} {[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캐릭터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127BFBD4-2F88-EB7F-A4A3-389359C9364F}"/>
              </a:ext>
            </a:extLst>
          </p:cNvPr>
          <p:cNvSpPr txBox="1"/>
          <p:nvPr/>
        </p:nvSpPr>
        <p:spPr>
          <a:xfrm>
            <a:off x="5581116" y="237727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DDD30F06-15B4-26E2-BC24-D38AED7EDB4C}"/>
              </a:ext>
            </a:extLst>
          </p:cNvPr>
          <p:cNvSpPr txBox="1"/>
          <p:nvPr/>
        </p:nvSpPr>
        <p:spPr>
          <a:xfrm>
            <a:off x="5699956" y="2670874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B35BB279-FE08-2FF8-9659-D003035FAFC7}"/>
              </a:ext>
            </a:extLst>
          </p:cNvPr>
          <p:cNvSpPr/>
          <p:nvPr/>
        </p:nvSpPr>
        <p:spPr>
          <a:xfrm>
            <a:off x="3618755" y="3969060"/>
            <a:ext cx="2417540" cy="6852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93A43430-5F64-E11B-696E-8F4AF9BEBD03}"/>
              </a:ext>
            </a:extLst>
          </p:cNvPr>
          <p:cNvSpPr txBox="1"/>
          <p:nvPr/>
        </p:nvSpPr>
        <p:spPr>
          <a:xfrm>
            <a:off x="3928155" y="399534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689309CF-1686-B6D2-3856-55F7460B5552}"/>
              </a:ext>
            </a:extLst>
          </p:cNvPr>
          <p:cNvSpPr txBox="1"/>
          <p:nvPr/>
        </p:nvSpPr>
        <p:spPr>
          <a:xfrm>
            <a:off x="3928924" y="4328257"/>
            <a:ext cx="1652192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 텍스트내용 텍스트 내용 텍스트 내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B2B0F71C-081E-E09A-3D94-CD86419EA26A}"/>
              </a:ext>
            </a:extLst>
          </p:cNvPr>
          <p:cNvSpPr txBox="1"/>
          <p:nvPr/>
        </p:nvSpPr>
        <p:spPr>
          <a:xfrm>
            <a:off x="5581116" y="4069214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sz="1050" dirty="0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C7D15C07-FE95-7B36-4C15-5966E8477A9E}"/>
              </a:ext>
            </a:extLst>
          </p:cNvPr>
          <p:cNvSpPr txBox="1"/>
          <p:nvPr/>
        </p:nvSpPr>
        <p:spPr>
          <a:xfrm>
            <a:off x="5699956" y="436281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2D50DC3D-7B00-4603-6818-C7F372BC85CC}"/>
              </a:ext>
            </a:extLst>
          </p:cNvPr>
          <p:cNvSpPr/>
          <p:nvPr/>
        </p:nvSpPr>
        <p:spPr>
          <a:xfrm>
            <a:off x="3618755" y="4652293"/>
            <a:ext cx="2417540" cy="625590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F3279B0E-C6F0-F15E-86E3-A5FC8772052C}"/>
              </a:ext>
            </a:extLst>
          </p:cNvPr>
          <p:cNvSpPr txBox="1"/>
          <p:nvPr/>
        </p:nvSpPr>
        <p:spPr>
          <a:xfrm>
            <a:off x="3928155" y="4678581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7A351161-1CF8-B210-03A2-F5A44DCB8914}"/>
              </a:ext>
            </a:extLst>
          </p:cNvPr>
          <p:cNvSpPr txBox="1"/>
          <p:nvPr/>
        </p:nvSpPr>
        <p:spPr>
          <a:xfrm>
            <a:off x="3928923" y="5046043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룰렛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제목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꽝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or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당첨 항목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A53AE905-195C-2AF2-0AB2-253EA152FE43}"/>
              </a:ext>
            </a:extLst>
          </p:cNvPr>
          <p:cNvSpPr txBox="1"/>
          <p:nvPr/>
        </p:nvSpPr>
        <p:spPr>
          <a:xfrm>
            <a:off x="5581116" y="4752447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3AA3A3C0-F272-672A-BB9F-B68E05D97E7C}"/>
              </a:ext>
            </a:extLst>
          </p:cNvPr>
          <p:cNvSpPr txBox="1"/>
          <p:nvPr/>
        </p:nvSpPr>
        <p:spPr>
          <a:xfrm>
            <a:off x="5699956" y="5046043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4B322999-7B6F-E5DE-3869-9A816BAAD148}"/>
              </a:ext>
            </a:extLst>
          </p:cNvPr>
          <p:cNvSpPr/>
          <p:nvPr/>
        </p:nvSpPr>
        <p:spPr>
          <a:xfrm>
            <a:off x="3618755" y="5269101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C16B2133-D581-3511-D207-07A22377EF1E}"/>
              </a:ext>
            </a:extLst>
          </p:cNvPr>
          <p:cNvSpPr txBox="1"/>
          <p:nvPr/>
        </p:nvSpPr>
        <p:spPr>
          <a:xfrm>
            <a:off x="3928155" y="5295389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43ED28BD-CBE4-AC51-3AF6-B8959B3FF434}"/>
              </a:ext>
            </a:extLst>
          </p:cNvPr>
          <p:cNvSpPr txBox="1"/>
          <p:nvPr/>
        </p:nvSpPr>
        <p:spPr>
          <a:xfrm>
            <a:off x="3928923" y="5662851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럭키박스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시간초과 환불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3B8EC152-95FF-E71B-26A0-008F7263861E}"/>
              </a:ext>
            </a:extLst>
          </p:cNvPr>
          <p:cNvSpPr txBox="1"/>
          <p:nvPr/>
        </p:nvSpPr>
        <p:spPr>
          <a:xfrm>
            <a:off x="5581116" y="5369255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2540B947-E1EE-7264-3C05-A9ECAA926062}"/>
              </a:ext>
            </a:extLst>
          </p:cNvPr>
          <p:cNvSpPr txBox="1"/>
          <p:nvPr/>
        </p:nvSpPr>
        <p:spPr>
          <a:xfrm>
            <a:off x="5699956" y="5662851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75" name="그림 74">
            <a:extLst>
              <a:ext uri="{FF2B5EF4-FFF2-40B4-BE49-F238E27FC236}">
                <a16:creationId xmlns:a16="http://schemas.microsoft.com/office/drawing/2014/main" id="{316BF18C-D137-162E-AD07-76791733C34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-2" b="56841"/>
          <a:stretch>
            <a:fillRect/>
          </a:stretch>
        </p:blipFill>
        <p:spPr>
          <a:xfrm>
            <a:off x="3613412" y="5891706"/>
            <a:ext cx="2479066" cy="273418"/>
          </a:xfrm>
          <a:prstGeom prst="rect">
            <a:avLst/>
          </a:prstGeom>
        </p:spPr>
      </p:pic>
      <p:pic>
        <p:nvPicPr>
          <p:cNvPr id="76" name="그래픽 75">
            <a:extLst>
              <a:ext uri="{FF2B5EF4-FFF2-40B4-BE49-F238E27FC236}">
                <a16:creationId xmlns:a16="http://schemas.microsoft.com/office/drawing/2014/main" id="{2BFC0633-5A26-35BA-D1BD-39D7FF55FDB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665465" y="2455482"/>
            <a:ext cx="264437" cy="264437"/>
          </a:xfrm>
          <a:prstGeom prst="rect">
            <a:avLst/>
          </a:prstGeom>
        </p:spPr>
      </p:pic>
      <p:pic>
        <p:nvPicPr>
          <p:cNvPr id="77" name="그래픽 76">
            <a:extLst>
              <a:ext uri="{FF2B5EF4-FFF2-40B4-BE49-F238E27FC236}">
                <a16:creationId xmlns:a16="http://schemas.microsoft.com/office/drawing/2014/main" id="{562D39E6-1424-8281-B7E9-EEFD9FE56DA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665465" y="3079399"/>
            <a:ext cx="264437" cy="264437"/>
          </a:xfrm>
          <a:prstGeom prst="rect">
            <a:avLst/>
          </a:prstGeom>
        </p:spPr>
      </p:pic>
      <p:pic>
        <p:nvPicPr>
          <p:cNvPr id="78" name="그래픽 77">
            <a:extLst>
              <a:ext uri="{FF2B5EF4-FFF2-40B4-BE49-F238E27FC236}">
                <a16:creationId xmlns:a16="http://schemas.microsoft.com/office/drawing/2014/main" id="{CD01DEFF-81E2-1B76-28A2-85CF6D89671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665465" y="4162779"/>
            <a:ext cx="264437" cy="264437"/>
          </a:xfrm>
          <a:prstGeom prst="rect">
            <a:avLst/>
          </a:prstGeom>
        </p:spPr>
      </p:pic>
      <p:pic>
        <p:nvPicPr>
          <p:cNvPr id="79" name="그래픽 78">
            <a:extLst>
              <a:ext uri="{FF2B5EF4-FFF2-40B4-BE49-F238E27FC236}">
                <a16:creationId xmlns:a16="http://schemas.microsoft.com/office/drawing/2014/main" id="{229FB10D-F848-3193-DE04-6E0E0913726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665465" y="4843589"/>
            <a:ext cx="264437" cy="264437"/>
          </a:xfrm>
          <a:prstGeom prst="rect">
            <a:avLst/>
          </a:prstGeom>
        </p:spPr>
      </p:pic>
      <p:pic>
        <p:nvPicPr>
          <p:cNvPr id="80" name="그래픽 79">
            <a:extLst>
              <a:ext uri="{FF2B5EF4-FFF2-40B4-BE49-F238E27FC236}">
                <a16:creationId xmlns:a16="http://schemas.microsoft.com/office/drawing/2014/main" id="{A14BBFED-F721-8489-D4E8-A1F1903D058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665465" y="5455470"/>
            <a:ext cx="264437" cy="264437"/>
          </a:xfrm>
          <a:prstGeom prst="rect">
            <a:avLst/>
          </a:prstGeom>
        </p:spPr>
      </p:pic>
      <p:graphicFrame>
        <p:nvGraphicFramePr>
          <p:cNvPr id="81" name="표 80">
            <a:extLst>
              <a:ext uri="{FF2B5EF4-FFF2-40B4-BE49-F238E27FC236}">
                <a16:creationId xmlns:a16="http://schemas.microsoft.com/office/drawing/2014/main" id="{78CA4F12-9263-5533-194B-750B0B23C9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8752892"/>
              </p:ext>
            </p:extLst>
          </p:nvPr>
        </p:nvGraphicFramePr>
        <p:xfrm>
          <a:off x="3621738" y="3753036"/>
          <a:ext cx="2414886" cy="213360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804962">
                  <a:extLst>
                    <a:ext uri="{9D8B030D-6E8A-4147-A177-3AD203B41FA5}">
                      <a16:colId xmlns:a16="http://schemas.microsoft.com/office/drawing/2014/main" val="2045282246"/>
                    </a:ext>
                  </a:extLst>
                </a:gridCol>
                <a:gridCol w="804962">
                  <a:extLst>
                    <a:ext uri="{9D8B030D-6E8A-4147-A177-3AD203B41FA5}">
                      <a16:colId xmlns:a16="http://schemas.microsoft.com/office/drawing/2014/main" val="859422954"/>
                    </a:ext>
                  </a:extLst>
                </a:gridCol>
                <a:gridCol w="804962">
                  <a:extLst>
                    <a:ext uri="{9D8B030D-6E8A-4147-A177-3AD203B41FA5}">
                      <a16:colId xmlns:a16="http://schemas.microsoft.com/office/drawing/2014/main" val="2961860283"/>
                    </a:ext>
                  </a:extLst>
                </a:gridCol>
              </a:tblGrid>
              <a:tr h="19227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▶ 재생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29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ebdings" panose="05030102010509060703" pitchFamily="18" charset="2"/>
                        </a:rPr>
                        <a:t>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차단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벽지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7501084"/>
                  </a:ext>
                </a:extLst>
              </a:tr>
            </a:tbl>
          </a:graphicData>
        </a:graphic>
      </p:graphicFrame>
      <p:sp>
        <p:nvSpPr>
          <p:cNvPr id="82" name="TextBox 81">
            <a:extLst>
              <a:ext uri="{FF2B5EF4-FFF2-40B4-BE49-F238E27FC236}">
                <a16:creationId xmlns:a16="http://schemas.microsoft.com/office/drawing/2014/main" id="{B7CD49E0-BFCC-D489-780F-6822C3ACE2A9}"/>
              </a:ext>
            </a:extLst>
          </p:cNvPr>
          <p:cNvSpPr txBox="1"/>
          <p:nvPr/>
        </p:nvSpPr>
        <p:spPr>
          <a:xfrm>
            <a:off x="5483932" y="3465004"/>
            <a:ext cx="5445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83" name="그래픽 82">
            <a:extLst>
              <a:ext uri="{FF2B5EF4-FFF2-40B4-BE49-F238E27FC236}">
                <a16:creationId xmlns:a16="http://schemas.microsoft.com/office/drawing/2014/main" id="{3E802BCA-B72E-452E-2C2E-05F4AD31746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t="1" b="66692"/>
          <a:stretch>
            <a:fillRect/>
          </a:stretch>
        </p:blipFill>
        <p:spPr>
          <a:xfrm>
            <a:off x="3665465" y="6077049"/>
            <a:ext cx="264437" cy="88076"/>
          </a:xfrm>
          <a:prstGeom prst="rect">
            <a:avLst/>
          </a:prstGeom>
        </p:spPr>
      </p:pic>
      <p:pic>
        <p:nvPicPr>
          <p:cNvPr id="84" name="그림 83">
            <a:extLst>
              <a:ext uri="{FF2B5EF4-FFF2-40B4-BE49-F238E27FC236}">
                <a16:creationId xmlns:a16="http://schemas.microsoft.com/office/drawing/2014/main" id="{B2BFF4F2-82D5-A852-E890-C0DE6B2C567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828654" y="2071819"/>
            <a:ext cx="187790" cy="192370"/>
          </a:xfrm>
          <a:prstGeom prst="rect">
            <a:avLst/>
          </a:prstGeom>
        </p:spPr>
      </p:pic>
      <p:sp>
        <p:nvSpPr>
          <p:cNvPr id="85" name="직사각형 84">
            <a:extLst>
              <a:ext uri="{FF2B5EF4-FFF2-40B4-BE49-F238E27FC236}">
                <a16:creationId xmlns:a16="http://schemas.microsoft.com/office/drawing/2014/main" id="{96978ED4-68B8-8CE0-8D5A-14169BFFF008}"/>
              </a:ext>
            </a:extLst>
          </p:cNvPr>
          <p:cNvSpPr/>
          <p:nvPr/>
        </p:nvSpPr>
        <p:spPr>
          <a:xfrm>
            <a:off x="600348" y="2904238"/>
            <a:ext cx="2417540" cy="6852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6EDA6096-0335-FD28-38B4-BB69D51AE9B9}"/>
              </a:ext>
            </a:extLst>
          </p:cNvPr>
          <p:cNvSpPr txBox="1"/>
          <p:nvPr/>
        </p:nvSpPr>
        <p:spPr>
          <a:xfrm>
            <a:off x="909748" y="2930526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CDFC0D2F-E4D9-8C80-5FF4-A76CBE2B13AB}"/>
              </a:ext>
            </a:extLst>
          </p:cNvPr>
          <p:cNvSpPr txBox="1"/>
          <p:nvPr/>
        </p:nvSpPr>
        <p:spPr>
          <a:xfrm>
            <a:off x="910517" y="3263435"/>
            <a:ext cx="1652192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 텍스트내용 텍스트 내용 텍스트 내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CB763B8E-C555-74EC-2A31-5B773A7C4C9E}"/>
              </a:ext>
            </a:extLst>
          </p:cNvPr>
          <p:cNvSpPr txBox="1"/>
          <p:nvPr/>
        </p:nvSpPr>
        <p:spPr>
          <a:xfrm>
            <a:off x="2562709" y="3004392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sz="1050" dirty="0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B737C7E5-C225-4799-1D80-06D7AC918291}"/>
              </a:ext>
            </a:extLst>
          </p:cNvPr>
          <p:cNvSpPr txBox="1"/>
          <p:nvPr/>
        </p:nvSpPr>
        <p:spPr>
          <a:xfrm>
            <a:off x="2687960" y="3297988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90" name="그래픽 89">
            <a:extLst>
              <a:ext uri="{FF2B5EF4-FFF2-40B4-BE49-F238E27FC236}">
                <a16:creationId xmlns:a16="http://schemas.microsoft.com/office/drawing/2014/main" id="{F57A544F-7C92-3809-D54F-23E0D1FB963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47058" y="3097957"/>
            <a:ext cx="264437" cy="264437"/>
          </a:xfrm>
          <a:prstGeom prst="rect">
            <a:avLst/>
          </a:prstGeom>
        </p:spPr>
      </p:pic>
      <p:grpSp>
        <p:nvGrpSpPr>
          <p:cNvPr id="91" name="그룹 90">
            <a:extLst>
              <a:ext uri="{FF2B5EF4-FFF2-40B4-BE49-F238E27FC236}">
                <a16:creationId xmlns:a16="http://schemas.microsoft.com/office/drawing/2014/main" id="{F65746C5-5EAF-C307-85FB-D730EB2F0C59}"/>
              </a:ext>
            </a:extLst>
          </p:cNvPr>
          <p:cNvGrpSpPr/>
          <p:nvPr/>
        </p:nvGrpSpPr>
        <p:grpSpPr>
          <a:xfrm rot="5400000">
            <a:off x="3133205" y="3591245"/>
            <a:ext cx="372859" cy="363534"/>
            <a:chOff x="6600056" y="1538514"/>
            <a:chExt cx="1692190" cy="305304"/>
          </a:xfrm>
        </p:grpSpPr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53ED1E87-33AC-FA3C-F1E9-BCB16099ECAA}"/>
                </a:ext>
              </a:extLst>
            </p:cNvPr>
            <p:cNvCxnSpPr/>
            <p:nvPr/>
          </p:nvCxnSpPr>
          <p:spPr>
            <a:xfrm>
              <a:off x="6600056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62E856C2-CA20-9243-F51B-8D218B1DC0A2}"/>
                </a:ext>
              </a:extLst>
            </p:cNvPr>
            <p:cNvCxnSpPr/>
            <p:nvPr/>
          </p:nvCxnSpPr>
          <p:spPr>
            <a:xfrm>
              <a:off x="8292244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화살표 연결선 93">
              <a:extLst>
                <a:ext uri="{FF2B5EF4-FFF2-40B4-BE49-F238E27FC236}">
                  <a16:creationId xmlns:a16="http://schemas.microsoft.com/office/drawing/2014/main" id="{C12A8E8A-B5CE-C2D0-7507-4F6A016B90ED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60" y="1731525"/>
              <a:ext cx="1692186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화살표 연결선 94">
              <a:extLst>
                <a:ext uri="{FF2B5EF4-FFF2-40B4-BE49-F238E27FC236}">
                  <a16:creationId xmlns:a16="http://schemas.microsoft.com/office/drawing/2014/main" id="{706B7EA7-E379-CF4C-B32C-3135AE834347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60" y="1648806"/>
              <a:ext cx="1692186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6" name="연결선: 꺾임 95">
            <a:extLst>
              <a:ext uri="{FF2B5EF4-FFF2-40B4-BE49-F238E27FC236}">
                <a16:creationId xmlns:a16="http://schemas.microsoft.com/office/drawing/2014/main" id="{A4D97988-E611-566A-ABB6-83631FC93B83}"/>
              </a:ext>
            </a:extLst>
          </p:cNvPr>
          <p:cNvCxnSpPr>
            <a:cxnSpLocks/>
            <a:stCxn id="97" idx="6"/>
            <a:endCxn id="98" idx="2"/>
          </p:cNvCxnSpPr>
          <p:nvPr/>
        </p:nvCxnSpPr>
        <p:spPr>
          <a:xfrm flipV="1">
            <a:off x="2789842" y="3400522"/>
            <a:ext cx="1030539" cy="6475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타원 96">
            <a:extLst>
              <a:ext uri="{FF2B5EF4-FFF2-40B4-BE49-F238E27FC236}">
                <a16:creationId xmlns:a16="http://schemas.microsoft.com/office/drawing/2014/main" id="{D9499870-25FB-3DC5-3C11-616C27683A8D}"/>
              </a:ext>
            </a:extLst>
          </p:cNvPr>
          <p:cNvSpPr/>
          <p:nvPr/>
        </p:nvSpPr>
        <p:spPr>
          <a:xfrm>
            <a:off x="2201047" y="3112599"/>
            <a:ext cx="588795" cy="588795"/>
          </a:xfrm>
          <a:prstGeom prst="ellipse">
            <a:avLst/>
          </a:prstGeom>
          <a:solidFill>
            <a:srgbClr val="FF0000">
              <a:alpha val="50000"/>
            </a:srgbClr>
          </a:solidFill>
          <a:ln>
            <a:noFill/>
            <a:prstDash val="sysDot"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17BC7F85-ED0E-EF6E-09EE-202EEAAA958A}"/>
              </a:ext>
            </a:extLst>
          </p:cNvPr>
          <p:cNvSpPr/>
          <p:nvPr/>
        </p:nvSpPr>
        <p:spPr>
          <a:xfrm>
            <a:off x="3820381" y="3106124"/>
            <a:ext cx="588795" cy="588795"/>
          </a:xfrm>
          <a:prstGeom prst="ellipse">
            <a:avLst/>
          </a:prstGeom>
          <a:solidFill>
            <a:srgbClr val="FF0000">
              <a:alpha val="50000"/>
            </a:srgbClr>
          </a:solidFill>
          <a:ln>
            <a:noFill/>
            <a:prstDash val="sysDot"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9" name="타원 98">
            <a:extLst>
              <a:ext uri="{FF2B5EF4-FFF2-40B4-BE49-F238E27FC236}">
                <a16:creationId xmlns:a16="http://schemas.microsoft.com/office/drawing/2014/main" id="{6AC59C97-E308-75E4-592B-4B9BFB09C328}"/>
              </a:ext>
            </a:extLst>
          </p:cNvPr>
          <p:cNvSpPr/>
          <p:nvPr/>
        </p:nvSpPr>
        <p:spPr>
          <a:xfrm>
            <a:off x="3216577" y="3197848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24" name="Group 323">
            <a:extLst>
              <a:ext uri="{FF2B5EF4-FFF2-40B4-BE49-F238E27FC236}">
                <a16:creationId xmlns:a16="http://schemas.microsoft.com/office/drawing/2014/main" id="{55AFF75C-EF4A-733F-E178-9DFD884416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4738620"/>
              </p:ext>
            </p:extLst>
          </p:nvPr>
        </p:nvGraphicFramePr>
        <p:xfrm>
          <a:off x="9625013" y="575703"/>
          <a:ext cx="2519969" cy="1052082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자세히 보기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후원 영역 클릭 시 축약된 내용 및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재생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차단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벽지 버튼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48052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92696170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" name="Google Shape;1197;p27">
            <a:extLst>
              <a:ext uri="{FF2B5EF4-FFF2-40B4-BE49-F238E27FC236}">
                <a16:creationId xmlns:a16="http://schemas.microsoft.com/office/drawing/2014/main" id="{BCF90B1C-0C43-1619-1E93-12E856099B19}"/>
              </a:ext>
            </a:extLst>
          </p:cNvPr>
          <p:cNvSpPr/>
          <p:nvPr/>
        </p:nvSpPr>
        <p:spPr>
          <a:xfrm>
            <a:off x="3551151" y="1510536"/>
            <a:ext cx="2566556" cy="4726776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ker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  <a:cs typeface="Calibri"/>
                <a:sym typeface="Calibri"/>
              </a:rPr>
              <a:t>후원 리스트</a:t>
            </a:r>
            <a:endParaRPr kumimoji="0" sz="9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129" name="Google Shape;1198;p27">
            <a:extLst>
              <a:ext uri="{FF2B5EF4-FFF2-40B4-BE49-F238E27FC236}">
                <a16:creationId xmlns:a16="http://schemas.microsoft.com/office/drawing/2014/main" id="{C3A67CDD-AD5F-4599-B5E0-DE519F138780}"/>
              </a:ext>
            </a:extLst>
          </p:cNvPr>
          <p:cNvSpPr/>
          <p:nvPr/>
        </p:nvSpPr>
        <p:spPr>
          <a:xfrm>
            <a:off x="3606205" y="1717057"/>
            <a:ext cx="2470586" cy="4459419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" name="Google Shape;1197;p27">
            <a:extLst>
              <a:ext uri="{FF2B5EF4-FFF2-40B4-BE49-F238E27FC236}">
                <a16:creationId xmlns:a16="http://schemas.microsoft.com/office/drawing/2014/main" id="{6DC345EC-9791-8269-C64D-6ADB4FDC24EB}"/>
              </a:ext>
            </a:extLst>
          </p:cNvPr>
          <p:cNvSpPr/>
          <p:nvPr/>
        </p:nvSpPr>
        <p:spPr>
          <a:xfrm>
            <a:off x="512116" y="1510536"/>
            <a:ext cx="2566556" cy="4726776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ker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  <a:cs typeface="Calibri"/>
                <a:sym typeface="Calibri"/>
              </a:rPr>
              <a:t>후원 리스트</a:t>
            </a:r>
            <a:endParaRPr kumimoji="0" sz="9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131" name="Google Shape;1198;p27">
            <a:extLst>
              <a:ext uri="{FF2B5EF4-FFF2-40B4-BE49-F238E27FC236}">
                <a16:creationId xmlns:a16="http://schemas.microsoft.com/office/drawing/2014/main" id="{78870F29-B8C9-CFA9-CDCD-2A3172ACDA4C}"/>
              </a:ext>
            </a:extLst>
          </p:cNvPr>
          <p:cNvSpPr/>
          <p:nvPr/>
        </p:nvSpPr>
        <p:spPr>
          <a:xfrm>
            <a:off x="567170" y="1717057"/>
            <a:ext cx="2470586" cy="4459419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8BA2504B-4D83-903D-53DE-6A8B1656BD21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반응형 </a:t>
            </a:r>
            <a:r>
              <a:rPr lang="en-US" altLang="ko-KR" dirty="0"/>
              <a:t>UI &gt; </a:t>
            </a:r>
            <a:r>
              <a:rPr lang="ko-KR" altLang="en-US" dirty="0"/>
              <a:t>뽑기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2E62F8DD-AEB7-47C5-B9D6-0F36C5AB7E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후원 리스트 위젯 </a:t>
            </a:r>
            <a:r>
              <a:rPr lang="en-US" altLang="ko-KR" dirty="0"/>
              <a:t>&gt; </a:t>
            </a:r>
            <a:r>
              <a:rPr lang="ko-KR" altLang="en-US" dirty="0"/>
              <a:t>반응형 </a:t>
            </a:r>
            <a:r>
              <a:rPr lang="en-US" altLang="ko-KR" dirty="0"/>
              <a:t>UI</a:t>
            </a:r>
            <a:endParaRPr lang="ko-KR" alt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D7F2042-F4EF-660D-3D43-2D2F8957ADA5}"/>
              </a:ext>
            </a:extLst>
          </p:cNvPr>
          <p:cNvSpPr txBox="1"/>
          <p:nvPr/>
        </p:nvSpPr>
        <p:spPr>
          <a:xfrm>
            <a:off x="571257" y="1772816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CB32530-2E73-6678-E9D0-A1670D879295}"/>
              </a:ext>
            </a:extLst>
          </p:cNvPr>
          <p:cNvSpPr txBox="1"/>
          <p:nvPr/>
        </p:nvSpPr>
        <p:spPr>
          <a:xfrm>
            <a:off x="1847717" y="177281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98A3B1C-9907-E042-436A-DB0D789BC3C0}"/>
              </a:ext>
            </a:extLst>
          </p:cNvPr>
          <p:cNvSpPr txBox="1"/>
          <p:nvPr/>
        </p:nvSpPr>
        <p:spPr>
          <a:xfrm>
            <a:off x="1353186" y="177281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ACE7D19-3C10-EAAC-DF44-0E5CF7101974}"/>
              </a:ext>
            </a:extLst>
          </p:cNvPr>
          <p:cNvSpPr/>
          <p:nvPr/>
        </p:nvSpPr>
        <p:spPr>
          <a:xfrm>
            <a:off x="600348" y="2044807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AF2FAC08-DE29-8418-51EB-204A5E6C3885}"/>
              </a:ext>
            </a:extLst>
          </p:cNvPr>
          <p:cNvCxnSpPr>
            <a:cxnSpLocks/>
          </p:cNvCxnSpPr>
          <p:nvPr/>
        </p:nvCxnSpPr>
        <p:spPr>
          <a:xfrm>
            <a:off x="1897821" y="2037340"/>
            <a:ext cx="324036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FD24B596-42F0-A08A-8DE2-84DE50904046}"/>
              </a:ext>
            </a:extLst>
          </p:cNvPr>
          <p:cNvSpPr/>
          <p:nvPr/>
        </p:nvSpPr>
        <p:spPr>
          <a:xfrm>
            <a:off x="600733" y="2277124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6852AD0-A0B6-A799-C87E-E81A2EA9BA22}"/>
              </a:ext>
            </a:extLst>
          </p:cNvPr>
          <p:cNvSpPr txBox="1"/>
          <p:nvPr/>
        </p:nvSpPr>
        <p:spPr>
          <a:xfrm>
            <a:off x="930256" y="230341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905732B-0317-359C-AF5E-69A379135954}"/>
              </a:ext>
            </a:extLst>
          </p:cNvPr>
          <p:cNvSpPr txBox="1"/>
          <p:nvPr/>
        </p:nvSpPr>
        <p:spPr>
          <a:xfrm>
            <a:off x="931025" y="2670874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C8FC518-1FA8-EAF3-682C-00C1A42A6000}"/>
              </a:ext>
            </a:extLst>
          </p:cNvPr>
          <p:cNvSpPr txBox="1"/>
          <p:nvPr/>
        </p:nvSpPr>
        <p:spPr>
          <a:xfrm>
            <a:off x="2563094" y="239437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7AB3207-24C9-5486-A263-194400C1A852}"/>
              </a:ext>
            </a:extLst>
          </p:cNvPr>
          <p:cNvSpPr txBox="1"/>
          <p:nvPr/>
        </p:nvSpPr>
        <p:spPr>
          <a:xfrm>
            <a:off x="2675620" y="270892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63A443F6-F444-4D6B-E818-4743CA1484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2407302"/>
            <a:ext cx="268247" cy="268247"/>
          </a:xfrm>
          <a:prstGeom prst="rect">
            <a:avLst/>
          </a:prstGeom>
        </p:spPr>
      </p:pic>
      <p:sp>
        <p:nvSpPr>
          <p:cNvPr id="21" name="직사각형 20">
            <a:extLst>
              <a:ext uri="{FF2B5EF4-FFF2-40B4-BE49-F238E27FC236}">
                <a16:creationId xmlns:a16="http://schemas.microsoft.com/office/drawing/2014/main" id="{C07B1AC6-07A9-15CC-DD5A-CA4FAED42409}"/>
              </a:ext>
            </a:extLst>
          </p:cNvPr>
          <p:cNvSpPr/>
          <p:nvPr/>
        </p:nvSpPr>
        <p:spPr>
          <a:xfrm>
            <a:off x="729512" y="2795901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BC63F37-057B-4EFF-9B90-E1E680F1B8DA}"/>
              </a:ext>
            </a:extLst>
          </p:cNvPr>
          <p:cNvSpPr/>
          <p:nvPr/>
        </p:nvSpPr>
        <p:spPr>
          <a:xfrm>
            <a:off x="600733" y="3024253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213C0B4-FEBD-29A1-DE60-75D593E08564}"/>
              </a:ext>
            </a:extLst>
          </p:cNvPr>
          <p:cNvSpPr txBox="1"/>
          <p:nvPr/>
        </p:nvSpPr>
        <p:spPr>
          <a:xfrm>
            <a:off x="930256" y="3050541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85EC912-D2B4-1271-DD7B-35106E97D62F}"/>
              </a:ext>
            </a:extLst>
          </p:cNvPr>
          <p:cNvSpPr txBox="1"/>
          <p:nvPr/>
        </p:nvSpPr>
        <p:spPr>
          <a:xfrm>
            <a:off x="931025" y="3418003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A70A8F8-4490-5C88-48A2-AD135EF7FC6D}"/>
              </a:ext>
            </a:extLst>
          </p:cNvPr>
          <p:cNvSpPr txBox="1"/>
          <p:nvPr/>
        </p:nvSpPr>
        <p:spPr>
          <a:xfrm>
            <a:off x="2563094" y="3141507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9EDD56C1-B0C2-D574-C137-09C7A24857E2}"/>
              </a:ext>
            </a:extLst>
          </p:cNvPr>
          <p:cNvSpPr txBox="1"/>
          <p:nvPr/>
        </p:nvSpPr>
        <p:spPr>
          <a:xfrm>
            <a:off x="2675620" y="3456049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7" name="그림 26">
            <a:extLst>
              <a:ext uri="{FF2B5EF4-FFF2-40B4-BE49-F238E27FC236}">
                <a16:creationId xmlns:a16="http://schemas.microsoft.com/office/drawing/2014/main" id="{96BFEDAF-D6DE-17B6-C508-994853DD10E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3154431"/>
            <a:ext cx="268247" cy="268247"/>
          </a:xfrm>
          <a:prstGeom prst="rect">
            <a:avLst/>
          </a:prstGeom>
        </p:spPr>
      </p:pic>
      <p:sp>
        <p:nvSpPr>
          <p:cNvPr id="28" name="직사각형 27">
            <a:extLst>
              <a:ext uri="{FF2B5EF4-FFF2-40B4-BE49-F238E27FC236}">
                <a16:creationId xmlns:a16="http://schemas.microsoft.com/office/drawing/2014/main" id="{E737D9EC-947A-0820-1C76-69A4FC1D94A9}"/>
              </a:ext>
            </a:extLst>
          </p:cNvPr>
          <p:cNvSpPr/>
          <p:nvPr/>
        </p:nvSpPr>
        <p:spPr>
          <a:xfrm>
            <a:off x="729512" y="3543030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EEF1CCCA-0B20-4BAD-965E-0FE78D06048E}"/>
              </a:ext>
            </a:extLst>
          </p:cNvPr>
          <p:cNvSpPr/>
          <p:nvPr/>
        </p:nvSpPr>
        <p:spPr>
          <a:xfrm>
            <a:off x="600733" y="3782045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A7DD9E4-654A-7450-3710-3C97292621C9}"/>
              </a:ext>
            </a:extLst>
          </p:cNvPr>
          <p:cNvSpPr txBox="1"/>
          <p:nvPr/>
        </p:nvSpPr>
        <p:spPr>
          <a:xfrm>
            <a:off x="930256" y="3808333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74AD18AB-9CCB-E6EC-502B-D716694807D9}"/>
              </a:ext>
            </a:extLst>
          </p:cNvPr>
          <p:cNvSpPr txBox="1"/>
          <p:nvPr/>
        </p:nvSpPr>
        <p:spPr>
          <a:xfrm>
            <a:off x="931025" y="4175795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28398BE3-492D-928F-072F-0D8A1B58183D}"/>
              </a:ext>
            </a:extLst>
          </p:cNvPr>
          <p:cNvSpPr txBox="1"/>
          <p:nvPr/>
        </p:nvSpPr>
        <p:spPr>
          <a:xfrm>
            <a:off x="2563094" y="3899299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70EA160-7E32-71B3-CE54-98DD106AC1C9}"/>
              </a:ext>
            </a:extLst>
          </p:cNvPr>
          <p:cNvSpPr txBox="1"/>
          <p:nvPr/>
        </p:nvSpPr>
        <p:spPr>
          <a:xfrm>
            <a:off x="2675620" y="4213841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34" name="그림 33">
            <a:extLst>
              <a:ext uri="{FF2B5EF4-FFF2-40B4-BE49-F238E27FC236}">
                <a16:creationId xmlns:a16="http://schemas.microsoft.com/office/drawing/2014/main" id="{242B2B8F-122B-8FEC-55FC-728DABAF83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3912223"/>
            <a:ext cx="268247" cy="268247"/>
          </a:xfrm>
          <a:prstGeom prst="rect">
            <a:avLst/>
          </a:prstGeom>
        </p:spPr>
      </p:pic>
      <p:sp>
        <p:nvSpPr>
          <p:cNvPr id="35" name="직사각형 34">
            <a:extLst>
              <a:ext uri="{FF2B5EF4-FFF2-40B4-BE49-F238E27FC236}">
                <a16:creationId xmlns:a16="http://schemas.microsoft.com/office/drawing/2014/main" id="{73C2A833-4814-D715-5C48-56251A8B15B0}"/>
              </a:ext>
            </a:extLst>
          </p:cNvPr>
          <p:cNvSpPr/>
          <p:nvPr/>
        </p:nvSpPr>
        <p:spPr>
          <a:xfrm>
            <a:off x="729512" y="4300822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16D736E-26A6-7CC2-9DAD-59910CC92511}"/>
              </a:ext>
            </a:extLst>
          </p:cNvPr>
          <p:cNvSpPr/>
          <p:nvPr/>
        </p:nvSpPr>
        <p:spPr>
          <a:xfrm>
            <a:off x="600733" y="4529174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DE041E63-A281-14C4-F1EA-9A87AFCA1354}"/>
              </a:ext>
            </a:extLst>
          </p:cNvPr>
          <p:cNvSpPr txBox="1"/>
          <p:nvPr/>
        </p:nvSpPr>
        <p:spPr>
          <a:xfrm>
            <a:off x="930256" y="455546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65E78988-070B-033D-4339-A547336B675B}"/>
              </a:ext>
            </a:extLst>
          </p:cNvPr>
          <p:cNvSpPr txBox="1"/>
          <p:nvPr/>
        </p:nvSpPr>
        <p:spPr>
          <a:xfrm>
            <a:off x="931025" y="4922924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BFE5D3DB-160D-1866-62C1-DC04BE972D7A}"/>
              </a:ext>
            </a:extLst>
          </p:cNvPr>
          <p:cNvSpPr txBox="1"/>
          <p:nvPr/>
        </p:nvSpPr>
        <p:spPr>
          <a:xfrm>
            <a:off x="2563094" y="464642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3DB68DC3-2768-0A32-96D8-940FE424BCFD}"/>
              </a:ext>
            </a:extLst>
          </p:cNvPr>
          <p:cNvSpPr txBox="1"/>
          <p:nvPr/>
        </p:nvSpPr>
        <p:spPr>
          <a:xfrm>
            <a:off x="2675620" y="496097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1" name="그림 40">
            <a:extLst>
              <a:ext uri="{FF2B5EF4-FFF2-40B4-BE49-F238E27FC236}">
                <a16:creationId xmlns:a16="http://schemas.microsoft.com/office/drawing/2014/main" id="{9BE1C5AA-7291-E899-C2D2-9A210CD3D09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4659352"/>
            <a:ext cx="268247" cy="268247"/>
          </a:xfrm>
          <a:prstGeom prst="rect">
            <a:avLst/>
          </a:prstGeom>
        </p:spPr>
      </p:pic>
      <p:sp>
        <p:nvSpPr>
          <p:cNvPr id="42" name="직사각형 41">
            <a:extLst>
              <a:ext uri="{FF2B5EF4-FFF2-40B4-BE49-F238E27FC236}">
                <a16:creationId xmlns:a16="http://schemas.microsoft.com/office/drawing/2014/main" id="{FF2DB60B-51BE-F2FE-8A71-6FD1340F5FDB}"/>
              </a:ext>
            </a:extLst>
          </p:cNvPr>
          <p:cNvSpPr/>
          <p:nvPr/>
        </p:nvSpPr>
        <p:spPr>
          <a:xfrm>
            <a:off x="729512" y="5047951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2FFCA4A1-F85A-1C70-78D6-637EEC6458B8}"/>
              </a:ext>
            </a:extLst>
          </p:cNvPr>
          <p:cNvSpPr/>
          <p:nvPr/>
        </p:nvSpPr>
        <p:spPr>
          <a:xfrm>
            <a:off x="600733" y="5277697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B53A70F-EC21-B0C4-3C98-CF3B9CA01EDF}"/>
              </a:ext>
            </a:extLst>
          </p:cNvPr>
          <p:cNvSpPr txBox="1"/>
          <p:nvPr/>
        </p:nvSpPr>
        <p:spPr>
          <a:xfrm>
            <a:off x="930256" y="5303985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89750866-B75B-F580-119A-8C80529EE4CD}"/>
              </a:ext>
            </a:extLst>
          </p:cNvPr>
          <p:cNvSpPr txBox="1"/>
          <p:nvPr/>
        </p:nvSpPr>
        <p:spPr>
          <a:xfrm>
            <a:off x="931025" y="5671447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0514DCB5-165F-3019-277B-FB79ED3CEC04}"/>
              </a:ext>
            </a:extLst>
          </p:cNvPr>
          <p:cNvSpPr txBox="1"/>
          <p:nvPr/>
        </p:nvSpPr>
        <p:spPr>
          <a:xfrm>
            <a:off x="2563094" y="5394951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0F3F961A-59B4-3F94-324F-4DF2199D8F4F}"/>
              </a:ext>
            </a:extLst>
          </p:cNvPr>
          <p:cNvSpPr txBox="1"/>
          <p:nvPr/>
        </p:nvSpPr>
        <p:spPr>
          <a:xfrm>
            <a:off x="2574203" y="5709493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8" name="그래픽 47">
            <a:extLst>
              <a:ext uri="{FF2B5EF4-FFF2-40B4-BE49-F238E27FC236}">
                <a16:creationId xmlns:a16="http://schemas.microsoft.com/office/drawing/2014/main" id="{7DFBE09B-E6F3-069C-4463-F8D87D5FF5E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790227" y="5711911"/>
            <a:ext cx="228600" cy="228600"/>
          </a:xfrm>
          <a:prstGeom prst="rect">
            <a:avLst/>
          </a:prstGeom>
        </p:spPr>
      </p:pic>
      <p:pic>
        <p:nvPicPr>
          <p:cNvPr id="49" name="그림 48">
            <a:extLst>
              <a:ext uri="{FF2B5EF4-FFF2-40B4-BE49-F238E27FC236}">
                <a16:creationId xmlns:a16="http://schemas.microsoft.com/office/drawing/2014/main" id="{B6572335-28AB-1C82-BD43-C8C5F80D7D8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5407875"/>
            <a:ext cx="268247" cy="268247"/>
          </a:xfrm>
          <a:prstGeom prst="rect">
            <a:avLst/>
          </a:prstGeom>
        </p:spPr>
      </p:pic>
      <p:sp>
        <p:nvSpPr>
          <p:cNvPr id="50" name="직사각형 49">
            <a:extLst>
              <a:ext uri="{FF2B5EF4-FFF2-40B4-BE49-F238E27FC236}">
                <a16:creationId xmlns:a16="http://schemas.microsoft.com/office/drawing/2014/main" id="{96753BCA-74DC-744C-47EC-D512593EF656}"/>
              </a:ext>
            </a:extLst>
          </p:cNvPr>
          <p:cNvSpPr/>
          <p:nvPr/>
        </p:nvSpPr>
        <p:spPr>
          <a:xfrm>
            <a:off x="729512" y="5796474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tx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pic>
        <p:nvPicPr>
          <p:cNvPr id="51" name="그림 50">
            <a:extLst>
              <a:ext uri="{FF2B5EF4-FFF2-40B4-BE49-F238E27FC236}">
                <a16:creationId xmlns:a16="http://schemas.microsoft.com/office/drawing/2014/main" id="{5AF41E16-F060-E5FD-60C3-A05A55A2A97D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 l="-1" r="1730" b="82246"/>
          <a:stretch>
            <a:fillRect/>
          </a:stretch>
        </p:blipFill>
        <p:spPr>
          <a:xfrm>
            <a:off x="606484" y="6031061"/>
            <a:ext cx="2438350" cy="136377"/>
          </a:xfrm>
          <a:prstGeom prst="rect">
            <a:avLst/>
          </a:prstGeom>
        </p:spPr>
      </p:pic>
      <p:sp>
        <p:nvSpPr>
          <p:cNvPr id="53" name="TextBox 52">
            <a:extLst>
              <a:ext uri="{FF2B5EF4-FFF2-40B4-BE49-F238E27FC236}">
                <a16:creationId xmlns:a16="http://schemas.microsoft.com/office/drawing/2014/main" id="{E1A0A63B-4D00-CB6A-A267-7ACC4EF4E0A1}"/>
              </a:ext>
            </a:extLst>
          </p:cNvPr>
          <p:cNvSpPr txBox="1"/>
          <p:nvPr/>
        </p:nvSpPr>
        <p:spPr>
          <a:xfrm>
            <a:off x="3594449" y="1772816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BA76CADE-4AE8-B0C4-CAF6-3481106A210D}"/>
              </a:ext>
            </a:extLst>
          </p:cNvPr>
          <p:cNvSpPr txBox="1"/>
          <p:nvPr/>
        </p:nvSpPr>
        <p:spPr>
          <a:xfrm>
            <a:off x="4870909" y="177281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95A26FE8-537E-F9C9-184B-17557A664EBF}"/>
              </a:ext>
            </a:extLst>
          </p:cNvPr>
          <p:cNvSpPr txBox="1"/>
          <p:nvPr/>
        </p:nvSpPr>
        <p:spPr>
          <a:xfrm>
            <a:off x="4376378" y="177281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948DB46D-1A65-A481-8AB4-EBE23580FA2A}"/>
              </a:ext>
            </a:extLst>
          </p:cNvPr>
          <p:cNvSpPr/>
          <p:nvPr/>
        </p:nvSpPr>
        <p:spPr>
          <a:xfrm>
            <a:off x="3623540" y="2044807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93E1673B-C121-C636-BECB-002FBB3F97D7}"/>
              </a:ext>
            </a:extLst>
          </p:cNvPr>
          <p:cNvSpPr/>
          <p:nvPr/>
        </p:nvSpPr>
        <p:spPr>
          <a:xfrm>
            <a:off x="3623540" y="2277124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86BA7F5F-E344-0F58-1797-D03756800AF5}"/>
              </a:ext>
            </a:extLst>
          </p:cNvPr>
          <p:cNvSpPr txBox="1"/>
          <p:nvPr/>
        </p:nvSpPr>
        <p:spPr>
          <a:xfrm>
            <a:off x="3953063" y="230341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6EDB4AE5-9100-861E-B0F0-1B717307DF8D}"/>
              </a:ext>
            </a:extLst>
          </p:cNvPr>
          <p:cNvSpPr txBox="1"/>
          <p:nvPr/>
        </p:nvSpPr>
        <p:spPr>
          <a:xfrm>
            <a:off x="3953832" y="2670874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6730434A-EE13-472E-496F-BFE1C63E92EA}"/>
              </a:ext>
            </a:extLst>
          </p:cNvPr>
          <p:cNvSpPr txBox="1"/>
          <p:nvPr/>
        </p:nvSpPr>
        <p:spPr>
          <a:xfrm>
            <a:off x="5585901" y="239437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A402636-FA00-35BC-81BF-FCC54B73DC2E}"/>
              </a:ext>
            </a:extLst>
          </p:cNvPr>
          <p:cNvSpPr txBox="1"/>
          <p:nvPr/>
        </p:nvSpPr>
        <p:spPr>
          <a:xfrm>
            <a:off x="5699956" y="270892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43702D85-2770-FAB9-F030-3C2C1B8D5331}"/>
              </a:ext>
            </a:extLst>
          </p:cNvPr>
          <p:cNvCxnSpPr>
            <a:cxnSpLocks/>
          </p:cNvCxnSpPr>
          <p:nvPr/>
        </p:nvCxnSpPr>
        <p:spPr>
          <a:xfrm>
            <a:off x="4921013" y="2037340"/>
            <a:ext cx="324036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pic>
        <p:nvPicPr>
          <p:cNvPr id="66" name="그림 65">
            <a:extLst>
              <a:ext uri="{FF2B5EF4-FFF2-40B4-BE49-F238E27FC236}">
                <a16:creationId xmlns:a16="http://schemas.microsoft.com/office/drawing/2014/main" id="{B4891ACD-AE88-8969-B619-4F8CDF1A341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684034" y="2407302"/>
            <a:ext cx="268247" cy="268247"/>
          </a:xfrm>
          <a:prstGeom prst="rect">
            <a:avLst/>
          </a:prstGeom>
        </p:spPr>
      </p:pic>
      <p:sp>
        <p:nvSpPr>
          <p:cNvPr id="67" name="직사각형 66">
            <a:extLst>
              <a:ext uri="{FF2B5EF4-FFF2-40B4-BE49-F238E27FC236}">
                <a16:creationId xmlns:a16="http://schemas.microsoft.com/office/drawing/2014/main" id="{D7B2A121-391F-B2E1-9551-8928DBB40FAC}"/>
              </a:ext>
            </a:extLst>
          </p:cNvPr>
          <p:cNvSpPr/>
          <p:nvPr/>
        </p:nvSpPr>
        <p:spPr>
          <a:xfrm>
            <a:off x="3752319" y="2795901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pic>
        <p:nvPicPr>
          <p:cNvPr id="68" name="그림 67">
            <a:extLst>
              <a:ext uri="{FF2B5EF4-FFF2-40B4-BE49-F238E27FC236}">
                <a16:creationId xmlns:a16="http://schemas.microsoft.com/office/drawing/2014/main" id="{F981193D-2D76-6A8D-30F2-474ABDDD337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103687" y="2078798"/>
            <a:ext cx="704494" cy="178413"/>
          </a:xfrm>
          <a:prstGeom prst="rect">
            <a:avLst/>
          </a:prstGeom>
        </p:spPr>
      </p:pic>
      <p:sp>
        <p:nvSpPr>
          <p:cNvPr id="69" name="직사각형 68">
            <a:extLst>
              <a:ext uri="{FF2B5EF4-FFF2-40B4-BE49-F238E27FC236}">
                <a16:creationId xmlns:a16="http://schemas.microsoft.com/office/drawing/2014/main" id="{97733E67-EE50-67E8-595E-3D348B04AC23}"/>
              </a:ext>
            </a:extLst>
          </p:cNvPr>
          <p:cNvSpPr/>
          <p:nvPr/>
        </p:nvSpPr>
        <p:spPr>
          <a:xfrm>
            <a:off x="3623540" y="3031984"/>
            <a:ext cx="2417540" cy="1045088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AE14F5EF-C0B3-83F6-46C5-8F3D7B47E7FB}"/>
              </a:ext>
            </a:extLst>
          </p:cNvPr>
          <p:cNvSpPr txBox="1"/>
          <p:nvPr/>
        </p:nvSpPr>
        <p:spPr>
          <a:xfrm>
            <a:off x="3953063" y="305827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0AA58DE7-333A-C61A-7115-0D0DE2EB98A8}"/>
              </a:ext>
            </a:extLst>
          </p:cNvPr>
          <p:cNvSpPr txBox="1"/>
          <p:nvPr/>
        </p:nvSpPr>
        <p:spPr>
          <a:xfrm>
            <a:off x="3953831" y="3425734"/>
            <a:ext cx="1632070" cy="6093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맞이 새로운 뽑기 이벤트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 err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아주아주아주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잘 나온 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42DBD4B4-EE1B-D96A-3C88-117C5814DF2D}"/>
              </a:ext>
            </a:extLst>
          </p:cNvPr>
          <p:cNvSpPr txBox="1"/>
          <p:nvPr/>
        </p:nvSpPr>
        <p:spPr>
          <a:xfrm>
            <a:off x="5585901" y="314923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791E1F6F-009E-564F-49FF-BC6CA263B9F6}"/>
              </a:ext>
            </a:extLst>
          </p:cNvPr>
          <p:cNvSpPr txBox="1"/>
          <p:nvPr/>
        </p:nvSpPr>
        <p:spPr>
          <a:xfrm>
            <a:off x="5662808" y="3463780"/>
            <a:ext cx="347700" cy="215444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74" name="그림 73">
            <a:extLst>
              <a:ext uri="{FF2B5EF4-FFF2-40B4-BE49-F238E27FC236}">
                <a16:creationId xmlns:a16="http://schemas.microsoft.com/office/drawing/2014/main" id="{F12D2122-7A0F-DE3B-4BC2-67804585401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684034" y="3162162"/>
            <a:ext cx="268247" cy="268247"/>
          </a:xfrm>
          <a:prstGeom prst="rect">
            <a:avLst/>
          </a:prstGeom>
        </p:spPr>
      </p:pic>
      <p:sp>
        <p:nvSpPr>
          <p:cNvPr id="75" name="직사각형 74">
            <a:extLst>
              <a:ext uri="{FF2B5EF4-FFF2-40B4-BE49-F238E27FC236}">
                <a16:creationId xmlns:a16="http://schemas.microsoft.com/office/drawing/2014/main" id="{E9928EB6-E06D-6466-CF27-415A9C7553E3}"/>
              </a:ext>
            </a:extLst>
          </p:cNvPr>
          <p:cNvSpPr/>
          <p:nvPr/>
        </p:nvSpPr>
        <p:spPr>
          <a:xfrm>
            <a:off x="3752319" y="3550761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2AA0E043-CEA6-12CE-08C6-4C83269DF4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5385591"/>
              </p:ext>
            </p:extLst>
          </p:nvPr>
        </p:nvGraphicFramePr>
        <p:xfrm>
          <a:off x="3626523" y="4079736"/>
          <a:ext cx="2414886" cy="213360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1609924">
                  <a:extLst>
                    <a:ext uri="{9D8B030D-6E8A-4147-A177-3AD203B41FA5}">
                      <a16:colId xmlns:a16="http://schemas.microsoft.com/office/drawing/2014/main" val="2045282246"/>
                    </a:ext>
                  </a:extLst>
                </a:gridCol>
                <a:gridCol w="804962">
                  <a:extLst>
                    <a:ext uri="{9D8B030D-6E8A-4147-A177-3AD203B41FA5}">
                      <a16:colId xmlns:a16="http://schemas.microsoft.com/office/drawing/2014/main" val="2961860283"/>
                    </a:ext>
                  </a:extLst>
                </a:gridCol>
              </a:tblGrid>
              <a:tr h="19227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▶ 재생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29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벽지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7501084"/>
                  </a:ext>
                </a:extLst>
              </a:tr>
            </a:tbl>
          </a:graphicData>
        </a:graphic>
      </p:graphicFrame>
      <p:sp>
        <p:nvSpPr>
          <p:cNvPr id="77" name="직사각형 76">
            <a:extLst>
              <a:ext uri="{FF2B5EF4-FFF2-40B4-BE49-F238E27FC236}">
                <a16:creationId xmlns:a16="http://schemas.microsoft.com/office/drawing/2014/main" id="{227E6523-52CD-CC28-AB5A-6A124AEBBCE7}"/>
              </a:ext>
            </a:extLst>
          </p:cNvPr>
          <p:cNvSpPr/>
          <p:nvPr/>
        </p:nvSpPr>
        <p:spPr>
          <a:xfrm>
            <a:off x="3623540" y="4290996"/>
            <a:ext cx="2417540" cy="756926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9D02116E-9654-1472-1D7E-B2910EE7DE61}"/>
              </a:ext>
            </a:extLst>
          </p:cNvPr>
          <p:cNvSpPr txBox="1"/>
          <p:nvPr/>
        </p:nvSpPr>
        <p:spPr>
          <a:xfrm>
            <a:off x="3953063" y="4317284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C96EC8A6-4958-87BC-A416-2B1FE65E8AE7}"/>
              </a:ext>
            </a:extLst>
          </p:cNvPr>
          <p:cNvSpPr txBox="1"/>
          <p:nvPr/>
        </p:nvSpPr>
        <p:spPr>
          <a:xfrm>
            <a:off x="3953832" y="4684746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E09DF424-0EF1-81E0-3413-3C95BB0E0782}"/>
              </a:ext>
            </a:extLst>
          </p:cNvPr>
          <p:cNvSpPr txBox="1"/>
          <p:nvPr/>
        </p:nvSpPr>
        <p:spPr>
          <a:xfrm>
            <a:off x="5585901" y="4408250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E52CFB1B-475C-233C-F639-E36703D9FFEA}"/>
              </a:ext>
            </a:extLst>
          </p:cNvPr>
          <p:cNvSpPr txBox="1"/>
          <p:nvPr/>
        </p:nvSpPr>
        <p:spPr>
          <a:xfrm>
            <a:off x="5597010" y="4726479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82" name="그래픽 81">
            <a:extLst>
              <a:ext uri="{FF2B5EF4-FFF2-40B4-BE49-F238E27FC236}">
                <a16:creationId xmlns:a16="http://schemas.microsoft.com/office/drawing/2014/main" id="{62D1C2E0-47C2-1815-F2CD-7013891E888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813034" y="4725210"/>
            <a:ext cx="228600" cy="228600"/>
          </a:xfrm>
          <a:prstGeom prst="rect">
            <a:avLst/>
          </a:prstGeom>
        </p:spPr>
      </p:pic>
      <p:pic>
        <p:nvPicPr>
          <p:cNvPr id="83" name="그림 82">
            <a:extLst>
              <a:ext uri="{FF2B5EF4-FFF2-40B4-BE49-F238E27FC236}">
                <a16:creationId xmlns:a16="http://schemas.microsoft.com/office/drawing/2014/main" id="{7385D1C7-C92A-187F-F0FC-42BB29B3726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684034" y="4422228"/>
            <a:ext cx="268247" cy="268247"/>
          </a:xfrm>
          <a:prstGeom prst="rect">
            <a:avLst/>
          </a:prstGeom>
        </p:spPr>
      </p:pic>
      <p:sp>
        <p:nvSpPr>
          <p:cNvPr id="84" name="직사각형 83">
            <a:extLst>
              <a:ext uri="{FF2B5EF4-FFF2-40B4-BE49-F238E27FC236}">
                <a16:creationId xmlns:a16="http://schemas.microsoft.com/office/drawing/2014/main" id="{DA5CB4F7-0338-DCEC-A1F4-DC04561469C0}"/>
              </a:ext>
            </a:extLst>
          </p:cNvPr>
          <p:cNvSpPr/>
          <p:nvPr/>
        </p:nvSpPr>
        <p:spPr>
          <a:xfrm>
            <a:off x="3752319" y="4815810"/>
            <a:ext cx="131676" cy="131676"/>
          </a:xfrm>
          <a:prstGeom prst="rect">
            <a:avLst/>
          </a:prstGeom>
          <a:solidFill>
            <a:schemeClr val="tx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85" name="그림 84">
            <a:extLst>
              <a:ext uri="{FF2B5EF4-FFF2-40B4-BE49-F238E27FC236}">
                <a16:creationId xmlns:a16="http://schemas.microsoft.com/office/drawing/2014/main" id="{0BD75D5E-439E-C70D-020E-12764C5FDB2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10247" y="2071819"/>
            <a:ext cx="187790" cy="192370"/>
          </a:xfrm>
          <a:prstGeom prst="rect">
            <a:avLst/>
          </a:prstGeom>
        </p:spPr>
      </p:pic>
      <p:pic>
        <p:nvPicPr>
          <p:cNvPr id="86" name="그림 85">
            <a:extLst>
              <a:ext uri="{FF2B5EF4-FFF2-40B4-BE49-F238E27FC236}">
                <a16:creationId xmlns:a16="http://schemas.microsoft.com/office/drawing/2014/main" id="{AACE8ABF-09BB-9958-71CD-C4CAABA26761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22710" y="2071819"/>
            <a:ext cx="187790" cy="192370"/>
          </a:xfrm>
          <a:prstGeom prst="rect">
            <a:avLst/>
          </a:prstGeom>
        </p:spPr>
      </p:pic>
      <p:pic>
        <p:nvPicPr>
          <p:cNvPr id="87" name="그림 86">
            <a:extLst>
              <a:ext uri="{FF2B5EF4-FFF2-40B4-BE49-F238E27FC236}">
                <a16:creationId xmlns:a16="http://schemas.microsoft.com/office/drawing/2014/main" id="{C68F2256-2765-A202-E5E3-CBAEB80A605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85840" y="2078798"/>
            <a:ext cx="704494" cy="178413"/>
          </a:xfrm>
          <a:prstGeom prst="rect">
            <a:avLst/>
          </a:prstGeom>
        </p:spPr>
      </p:pic>
      <p:grpSp>
        <p:nvGrpSpPr>
          <p:cNvPr id="88" name="그룹 87">
            <a:extLst>
              <a:ext uri="{FF2B5EF4-FFF2-40B4-BE49-F238E27FC236}">
                <a16:creationId xmlns:a16="http://schemas.microsoft.com/office/drawing/2014/main" id="{1FC411FE-A5EB-C244-409C-76F3EE6F800B}"/>
              </a:ext>
            </a:extLst>
          </p:cNvPr>
          <p:cNvGrpSpPr/>
          <p:nvPr/>
        </p:nvGrpSpPr>
        <p:grpSpPr>
          <a:xfrm rot="5400000">
            <a:off x="3059813" y="3859233"/>
            <a:ext cx="519643" cy="363534"/>
            <a:chOff x="6600056" y="1538514"/>
            <a:chExt cx="1692190" cy="305304"/>
          </a:xfrm>
        </p:grpSpPr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83DC53A4-D182-1632-874C-E046FF01886D}"/>
                </a:ext>
              </a:extLst>
            </p:cNvPr>
            <p:cNvCxnSpPr/>
            <p:nvPr/>
          </p:nvCxnSpPr>
          <p:spPr>
            <a:xfrm>
              <a:off x="6600056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3233C876-7F9A-068A-ECF7-56E405466AA4}"/>
                </a:ext>
              </a:extLst>
            </p:cNvPr>
            <p:cNvCxnSpPr/>
            <p:nvPr/>
          </p:nvCxnSpPr>
          <p:spPr>
            <a:xfrm>
              <a:off x="8292244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화살표 연결선 90">
              <a:extLst>
                <a:ext uri="{FF2B5EF4-FFF2-40B4-BE49-F238E27FC236}">
                  <a16:creationId xmlns:a16="http://schemas.microsoft.com/office/drawing/2014/main" id="{65A19F06-1189-CB25-82FB-44AD9EA4FE11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60" y="1731525"/>
              <a:ext cx="1692186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화살표 연결선 91">
              <a:extLst>
                <a:ext uri="{FF2B5EF4-FFF2-40B4-BE49-F238E27FC236}">
                  <a16:creationId xmlns:a16="http://schemas.microsoft.com/office/drawing/2014/main" id="{99B2EA7B-810D-C777-6050-CA651719F367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60" y="1648806"/>
              <a:ext cx="1692186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3" name="연결선: 꺾임 92">
            <a:extLst>
              <a:ext uri="{FF2B5EF4-FFF2-40B4-BE49-F238E27FC236}">
                <a16:creationId xmlns:a16="http://schemas.microsoft.com/office/drawing/2014/main" id="{4F3B0F9A-9B61-3980-3373-61B3D28C831E}"/>
              </a:ext>
            </a:extLst>
          </p:cNvPr>
          <p:cNvCxnSpPr>
            <a:cxnSpLocks/>
            <a:stCxn id="94" idx="6"/>
            <a:endCxn id="95" idx="2"/>
          </p:cNvCxnSpPr>
          <p:nvPr/>
        </p:nvCxnSpPr>
        <p:spPr>
          <a:xfrm>
            <a:off x="2789842" y="3406997"/>
            <a:ext cx="1133187" cy="64373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타원 93">
            <a:extLst>
              <a:ext uri="{FF2B5EF4-FFF2-40B4-BE49-F238E27FC236}">
                <a16:creationId xmlns:a16="http://schemas.microsoft.com/office/drawing/2014/main" id="{DA0A9021-144F-4187-A9BF-08B0D57295E4}"/>
              </a:ext>
            </a:extLst>
          </p:cNvPr>
          <p:cNvSpPr/>
          <p:nvPr/>
        </p:nvSpPr>
        <p:spPr>
          <a:xfrm>
            <a:off x="2201047" y="3112599"/>
            <a:ext cx="588795" cy="588795"/>
          </a:xfrm>
          <a:prstGeom prst="ellipse">
            <a:avLst/>
          </a:prstGeom>
          <a:solidFill>
            <a:srgbClr val="FF0000">
              <a:alpha val="50000"/>
            </a:srgbClr>
          </a:solidFill>
          <a:ln>
            <a:noFill/>
            <a:prstDash val="sysDot"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D3C0827A-4F68-4087-55F0-E97BE2A09978}"/>
              </a:ext>
            </a:extLst>
          </p:cNvPr>
          <p:cNvSpPr/>
          <p:nvPr/>
        </p:nvSpPr>
        <p:spPr>
          <a:xfrm>
            <a:off x="3923029" y="3176972"/>
            <a:ext cx="588795" cy="588795"/>
          </a:xfrm>
          <a:prstGeom prst="ellipse">
            <a:avLst/>
          </a:prstGeom>
          <a:solidFill>
            <a:srgbClr val="FF0000">
              <a:alpha val="50000"/>
            </a:srgbClr>
          </a:solidFill>
          <a:ln>
            <a:noFill/>
            <a:prstDash val="sysDot"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96" name="그림 95">
            <a:extLst>
              <a:ext uri="{FF2B5EF4-FFF2-40B4-BE49-F238E27FC236}">
                <a16:creationId xmlns:a16="http://schemas.microsoft.com/office/drawing/2014/main" id="{3D4AF091-409D-EA67-61E2-EB45EBA7D039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rightnessContrast bright="-20000"/>
                    </a14:imgEffect>
                  </a14:imgLayer>
                </a14:imgProps>
              </a:ext>
            </a:extLst>
          </a:blip>
          <a:srcRect b="53833"/>
          <a:stretch>
            <a:fillRect/>
          </a:stretch>
        </p:blipFill>
        <p:spPr>
          <a:xfrm>
            <a:off x="3618777" y="5812801"/>
            <a:ext cx="2487384" cy="354638"/>
          </a:xfrm>
          <a:prstGeom prst="rect">
            <a:avLst/>
          </a:prstGeom>
        </p:spPr>
      </p:pic>
      <p:sp>
        <p:nvSpPr>
          <p:cNvPr id="97" name="직사각형 96">
            <a:extLst>
              <a:ext uri="{FF2B5EF4-FFF2-40B4-BE49-F238E27FC236}">
                <a16:creationId xmlns:a16="http://schemas.microsoft.com/office/drawing/2014/main" id="{0D1DDD25-C5BE-28F8-0B4C-D52AF615D0AD}"/>
              </a:ext>
            </a:extLst>
          </p:cNvPr>
          <p:cNvSpPr/>
          <p:nvPr/>
        </p:nvSpPr>
        <p:spPr>
          <a:xfrm>
            <a:off x="3623540" y="5051843"/>
            <a:ext cx="2417540" cy="756926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B9253F65-C025-FECC-257D-A60162C071A0}"/>
              </a:ext>
            </a:extLst>
          </p:cNvPr>
          <p:cNvSpPr txBox="1"/>
          <p:nvPr/>
        </p:nvSpPr>
        <p:spPr>
          <a:xfrm>
            <a:off x="3953063" y="5078131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8663BC3F-E09E-2542-A233-8A36F919FD6D}"/>
              </a:ext>
            </a:extLst>
          </p:cNvPr>
          <p:cNvSpPr txBox="1"/>
          <p:nvPr/>
        </p:nvSpPr>
        <p:spPr>
          <a:xfrm>
            <a:off x="3953832" y="5445593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159E098E-AC24-9543-E916-9FBB593FBA91}"/>
              </a:ext>
            </a:extLst>
          </p:cNvPr>
          <p:cNvSpPr txBox="1"/>
          <p:nvPr/>
        </p:nvSpPr>
        <p:spPr>
          <a:xfrm>
            <a:off x="5585901" y="5169097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11E22056-60E8-F8D9-C5DD-B9CFCD186B6A}"/>
              </a:ext>
            </a:extLst>
          </p:cNvPr>
          <p:cNvSpPr txBox="1"/>
          <p:nvPr/>
        </p:nvSpPr>
        <p:spPr>
          <a:xfrm>
            <a:off x="5699956" y="5483639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02" name="그림 101">
            <a:extLst>
              <a:ext uri="{FF2B5EF4-FFF2-40B4-BE49-F238E27FC236}">
                <a16:creationId xmlns:a16="http://schemas.microsoft.com/office/drawing/2014/main" id="{44276AF3-514A-5F68-0AAC-6CB47913814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684034" y="5182021"/>
            <a:ext cx="268247" cy="268247"/>
          </a:xfrm>
          <a:prstGeom prst="rect">
            <a:avLst/>
          </a:prstGeom>
        </p:spPr>
      </p:pic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342A7D37-DEEE-1EB7-CD6D-FBC4DD44B68E}"/>
              </a:ext>
            </a:extLst>
          </p:cNvPr>
          <p:cNvSpPr/>
          <p:nvPr/>
        </p:nvSpPr>
        <p:spPr>
          <a:xfrm>
            <a:off x="3752319" y="5570620"/>
            <a:ext cx="131676" cy="131676"/>
          </a:xfrm>
          <a:prstGeom prst="rect">
            <a:avLst/>
          </a:prstGeom>
          <a:solidFill>
            <a:schemeClr val="tx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tx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D60360EB-B453-208D-8A90-1E0250C59C1E}"/>
              </a:ext>
            </a:extLst>
          </p:cNvPr>
          <p:cNvSpPr/>
          <p:nvPr/>
        </p:nvSpPr>
        <p:spPr>
          <a:xfrm>
            <a:off x="3216577" y="3197848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5" name="타원 104">
            <a:extLst>
              <a:ext uri="{FF2B5EF4-FFF2-40B4-BE49-F238E27FC236}">
                <a16:creationId xmlns:a16="http://schemas.microsoft.com/office/drawing/2014/main" id="{B5EB674A-C725-7098-1209-681EF62127D4}"/>
              </a:ext>
            </a:extLst>
          </p:cNvPr>
          <p:cNvSpPr/>
          <p:nvPr/>
        </p:nvSpPr>
        <p:spPr>
          <a:xfrm>
            <a:off x="5306935" y="4520460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5971E78D-A019-455A-9DFC-EB1BAF41CE7D}"/>
              </a:ext>
            </a:extLst>
          </p:cNvPr>
          <p:cNvSpPr/>
          <p:nvPr/>
        </p:nvSpPr>
        <p:spPr>
          <a:xfrm>
            <a:off x="729512" y="2100787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81610391-C46B-FBB9-F4A7-881349102854}"/>
              </a:ext>
            </a:extLst>
          </p:cNvPr>
          <p:cNvSpPr/>
          <p:nvPr/>
        </p:nvSpPr>
        <p:spPr>
          <a:xfrm>
            <a:off x="3752319" y="2100623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graphicFrame>
        <p:nvGraphicFramePr>
          <p:cNvPr id="132" name="Group 323">
            <a:extLst>
              <a:ext uri="{FF2B5EF4-FFF2-40B4-BE49-F238E27FC236}">
                <a16:creationId xmlns:a16="http://schemas.microsoft.com/office/drawing/2014/main" id="{9A86B74A-325C-084D-37B7-3C3B8113A5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0638074"/>
              </p:ext>
            </p:extLst>
          </p:nvPr>
        </p:nvGraphicFramePr>
        <p:xfrm>
          <a:off x="9625013" y="575703"/>
          <a:ext cx="2519969" cy="1052082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자세히 보기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후원 영역 클릭 시 축약된 내용 및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재생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벽지 버튼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완료 처리된 뽑기 후원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48052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66170019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197;p27">
            <a:extLst>
              <a:ext uri="{FF2B5EF4-FFF2-40B4-BE49-F238E27FC236}">
                <a16:creationId xmlns:a16="http://schemas.microsoft.com/office/drawing/2014/main" id="{820E9D98-BE11-2808-3E89-7972DDA47C86}"/>
              </a:ext>
            </a:extLst>
          </p:cNvPr>
          <p:cNvSpPr/>
          <p:nvPr/>
        </p:nvSpPr>
        <p:spPr>
          <a:xfrm>
            <a:off x="6578494" y="1510536"/>
            <a:ext cx="2566556" cy="4726776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ker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  <a:cs typeface="Calibri"/>
                <a:sym typeface="Calibri"/>
              </a:rPr>
              <a:t>후원 리스트</a:t>
            </a:r>
            <a:endParaRPr kumimoji="0" sz="9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141" name="Google Shape;1198;p27">
            <a:extLst>
              <a:ext uri="{FF2B5EF4-FFF2-40B4-BE49-F238E27FC236}">
                <a16:creationId xmlns:a16="http://schemas.microsoft.com/office/drawing/2014/main" id="{29DBC2BD-D9F9-D500-FDBC-6724BDC4E391}"/>
              </a:ext>
            </a:extLst>
          </p:cNvPr>
          <p:cNvSpPr/>
          <p:nvPr/>
        </p:nvSpPr>
        <p:spPr>
          <a:xfrm>
            <a:off x="6633548" y="1717057"/>
            <a:ext cx="2470586" cy="4459419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2" name="Google Shape;1197;p27">
            <a:extLst>
              <a:ext uri="{FF2B5EF4-FFF2-40B4-BE49-F238E27FC236}">
                <a16:creationId xmlns:a16="http://schemas.microsoft.com/office/drawing/2014/main" id="{AD31C4AE-AFF7-0B45-B6F7-BFF61F66D589}"/>
              </a:ext>
            </a:extLst>
          </p:cNvPr>
          <p:cNvSpPr/>
          <p:nvPr/>
        </p:nvSpPr>
        <p:spPr>
          <a:xfrm>
            <a:off x="3551151" y="1510536"/>
            <a:ext cx="2566556" cy="4726776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ker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  <a:cs typeface="Calibri"/>
                <a:sym typeface="Calibri"/>
              </a:rPr>
              <a:t>후원 리스트</a:t>
            </a:r>
            <a:endParaRPr kumimoji="0" sz="9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144" name="Google Shape;1197;p27">
            <a:extLst>
              <a:ext uri="{FF2B5EF4-FFF2-40B4-BE49-F238E27FC236}">
                <a16:creationId xmlns:a16="http://schemas.microsoft.com/office/drawing/2014/main" id="{1050B473-52AA-4A22-28D8-7C5DB3AAF22E}"/>
              </a:ext>
            </a:extLst>
          </p:cNvPr>
          <p:cNvSpPr/>
          <p:nvPr/>
        </p:nvSpPr>
        <p:spPr>
          <a:xfrm>
            <a:off x="512116" y="1510536"/>
            <a:ext cx="2566556" cy="4726776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ker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  <a:cs typeface="Calibri"/>
                <a:sym typeface="Calibri"/>
              </a:rPr>
              <a:t>후원 리스트</a:t>
            </a:r>
            <a:endParaRPr kumimoji="0" sz="9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145" name="Google Shape;1198;p27">
            <a:extLst>
              <a:ext uri="{FF2B5EF4-FFF2-40B4-BE49-F238E27FC236}">
                <a16:creationId xmlns:a16="http://schemas.microsoft.com/office/drawing/2014/main" id="{47B4E2E9-E2CE-BA1C-A95C-9432BB7FC338}"/>
              </a:ext>
            </a:extLst>
          </p:cNvPr>
          <p:cNvSpPr/>
          <p:nvPr/>
        </p:nvSpPr>
        <p:spPr>
          <a:xfrm>
            <a:off x="567170" y="1717057"/>
            <a:ext cx="2470586" cy="4459419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A2AABD5D-395B-ACB5-DE06-50B729E56AE3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반응형 </a:t>
            </a:r>
            <a:r>
              <a:rPr lang="en-US" altLang="ko-KR" dirty="0"/>
              <a:t>UI &gt; </a:t>
            </a:r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완료 처리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5D1EA967-2AE2-395B-F8FA-C94A93BEEC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후원 리스트 위젯 </a:t>
            </a:r>
            <a:r>
              <a:rPr lang="en-US" altLang="ko-KR" dirty="0"/>
              <a:t>&gt; </a:t>
            </a:r>
            <a:r>
              <a:rPr lang="ko-KR" altLang="en-US" dirty="0"/>
              <a:t>반응형 </a:t>
            </a:r>
            <a:r>
              <a:rPr lang="en-US" altLang="ko-KR" dirty="0"/>
              <a:t>UI</a:t>
            </a:r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B796786-CAEB-515E-B2F9-807FE889E0D1}"/>
              </a:ext>
            </a:extLst>
          </p:cNvPr>
          <p:cNvSpPr txBox="1"/>
          <p:nvPr/>
        </p:nvSpPr>
        <p:spPr>
          <a:xfrm>
            <a:off x="571257" y="1772816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2168974-2CFC-B306-3802-901E3F511AF8}"/>
              </a:ext>
            </a:extLst>
          </p:cNvPr>
          <p:cNvSpPr txBox="1"/>
          <p:nvPr/>
        </p:nvSpPr>
        <p:spPr>
          <a:xfrm>
            <a:off x="1847717" y="177281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847F807-9995-F702-82F2-8823EDF4B8A9}"/>
              </a:ext>
            </a:extLst>
          </p:cNvPr>
          <p:cNvSpPr txBox="1"/>
          <p:nvPr/>
        </p:nvSpPr>
        <p:spPr>
          <a:xfrm>
            <a:off x="1353186" y="177281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C901D900-B7E2-3C26-1902-61762895491F}"/>
              </a:ext>
            </a:extLst>
          </p:cNvPr>
          <p:cNvSpPr/>
          <p:nvPr/>
        </p:nvSpPr>
        <p:spPr>
          <a:xfrm>
            <a:off x="600348" y="2044807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3A5FCD15-F70B-F3E4-8683-691A43685934}"/>
              </a:ext>
            </a:extLst>
          </p:cNvPr>
          <p:cNvCxnSpPr>
            <a:cxnSpLocks/>
          </p:cNvCxnSpPr>
          <p:nvPr/>
        </p:nvCxnSpPr>
        <p:spPr>
          <a:xfrm>
            <a:off x="1897821" y="2037340"/>
            <a:ext cx="324036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3AE9DAC6-C0CD-F38A-0BC0-4D1EFF607F57}"/>
              </a:ext>
            </a:extLst>
          </p:cNvPr>
          <p:cNvSpPr/>
          <p:nvPr/>
        </p:nvSpPr>
        <p:spPr>
          <a:xfrm>
            <a:off x="600733" y="2277124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1BEA334-F1C6-BCC1-1DFC-ACD03E1A03B2}"/>
              </a:ext>
            </a:extLst>
          </p:cNvPr>
          <p:cNvSpPr txBox="1"/>
          <p:nvPr/>
        </p:nvSpPr>
        <p:spPr>
          <a:xfrm>
            <a:off x="930256" y="230341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74A1DD3-84BC-A2F5-D47B-8FDB6D0274DE}"/>
              </a:ext>
            </a:extLst>
          </p:cNvPr>
          <p:cNvSpPr txBox="1"/>
          <p:nvPr/>
        </p:nvSpPr>
        <p:spPr>
          <a:xfrm>
            <a:off x="931025" y="2670874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7F9044C-B3C4-6628-7765-99F062C9B6A8}"/>
              </a:ext>
            </a:extLst>
          </p:cNvPr>
          <p:cNvSpPr txBox="1"/>
          <p:nvPr/>
        </p:nvSpPr>
        <p:spPr>
          <a:xfrm>
            <a:off x="2563094" y="239437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6E981DD-9892-597C-7E44-D86EC13B0A30}"/>
              </a:ext>
            </a:extLst>
          </p:cNvPr>
          <p:cNvSpPr txBox="1"/>
          <p:nvPr/>
        </p:nvSpPr>
        <p:spPr>
          <a:xfrm>
            <a:off x="2675620" y="270892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1" name="그림 20">
            <a:extLst>
              <a:ext uri="{FF2B5EF4-FFF2-40B4-BE49-F238E27FC236}">
                <a16:creationId xmlns:a16="http://schemas.microsoft.com/office/drawing/2014/main" id="{1CC278A6-8C0A-82D3-60E9-7319218B0C7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2407302"/>
            <a:ext cx="268247" cy="268247"/>
          </a:xfrm>
          <a:prstGeom prst="rect">
            <a:avLst/>
          </a:prstGeom>
        </p:spPr>
      </p:pic>
      <p:sp>
        <p:nvSpPr>
          <p:cNvPr id="22" name="직사각형 21">
            <a:extLst>
              <a:ext uri="{FF2B5EF4-FFF2-40B4-BE49-F238E27FC236}">
                <a16:creationId xmlns:a16="http://schemas.microsoft.com/office/drawing/2014/main" id="{83562623-B619-C82C-2141-274D728B6E19}"/>
              </a:ext>
            </a:extLst>
          </p:cNvPr>
          <p:cNvSpPr/>
          <p:nvPr/>
        </p:nvSpPr>
        <p:spPr>
          <a:xfrm>
            <a:off x="729512" y="2795901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tx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80D2B00F-3E54-C281-9DDC-806BA6BDBCCD}"/>
              </a:ext>
            </a:extLst>
          </p:cNvPr>
          <p:cNvSpPr/>
          <p:nvPr/>
        </p:nvSpPr>
        <p:spPr>
          <a:xfrm>
            <a:off x="600733" y="3024253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C5EEF96-79C1-8B71-3CE4-017975844AE4}"/>
              </a:ext>
            </a:extLst>
          </p:cNvPr>
          <p:cNvSpPr txBox="1"/>
          <p:nvPr/>
        </p:nvSpPr>
        <p:spPr>
          <a:xfrm>
            <a:off x="930256" y="3050541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242A08E-3349-6F1D-6003-C9E677E0CA2D}"/>
              </a:ext>
            </a:extLst>
          </p:cNvPr>
          <p:cNvSpPr txBox="1"/>
          <p:nvPr/>
        </p:nvSpPr>
        <p:spPr>
          <a:xfrm>
            <a:off x="931025" y="3418003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34070F2-6859-FA82-55DB-30A603A41359}"/>
              </a:ext>
            </a:extLst>
          </p:cNvPr>
          <p:cNvSpPr txBox="1"/>
          <p:nvPr/>
        </p:nvSpPr>
        <p:spPr>
          <a:xfrm>
            <a:off x="2563094" y="3141507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1530767C-A727-DD2B-09D4-E1238C9BF71D}"/>
              </a:ext>
            </a:extLst>
          </p:cNvPr>
          <p:cNvSpPr txBox="1"/>
          <p:nvPr/>
        </p:nvSpPr>
        <p:spPr>
          <a:xfrm>
            <a:off x="2675620" y="3456049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8" name="그림 27">
            <a:extLst>
              <a:ext uri="{FF2B5EF4-FFF2-40B4-BE49-F238E27FC236}">
                <a16:creationId xmlns:a16="http://schemas.microsoft.com/office/drawing/2014/main" id="{0211CAE6-1DE6-61B4-69D3-67D5CCB65F3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3154431"/>
            <a:ext cx="268247" cy="268247"/>
          </a:xfrm>
          <a:prstGeom prst="rect">
            <a:avLst/>
          </a:prstGeom>
        </p:spPr>
      </p:pic>
      <p:sp>
        <p:nvSpPr>
          <p:cNvPr id="29" name="직사각형 28">
            <a:extLst>
              <a:ext uri="{FF2B5EF4-FFF2-40B4-BE49-F238E27FC236}">
                <a16:creationId xmlns:a16="http://schemas.microsoft.com/office/drawing/2014/main" id="{88DC83C6-4824-B659-1B6F-7310190C0FCB}"/>
              </a:ext>
            </a:extLst>
          </p:cNvPr>
          <p:cNvSpPr/>
          <p:nvPr/>
        </p:nvSpPr>
        <p:spPr>
          <a:xfrm>
            <a:off x="729512" y="3543030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tx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69552211-9DB7-C926-1716-4C26E2E651B1}"/>
              </a:ext>
            </a:extLst>
          </p:cNvPr>
          <p:cNvSpPr/>
          <p:nvPr/>
        </p:nvSpPr>
        <p:spPr>
          <a:xfrm>
            <a:off x="600733" y="3782045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A83E475F-F33D-367B-EE22-94AF5A44E793}"/>
              </a:ext>
            </a:extLst>
          </p:cNvPr>
          <p:cNvSpPr txBox="1"/>
          <p:nvPr/>
        </p:nvSpPr>
        <p:spPr>
          <a:xfrm>
            <a:off x="930256" y="3808333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2BB7EF70-5BEE-469C-2458-8165E4439D7E}"/>
              </a:ext>
            </a:extLst>
          </p:cNvPr>
          <p:cNvSpPr txBox="1"/>
          <p:nvPr/>
        </p:nvSpPr>
        <p:spPr>
          <a:xfrm>
            <a:off x="931025" y="4175795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649C4927-A628-6ECB-E10E-2D09B0721CCA}"/>
              </a:ext>
            </a:extLst>
          </p:cNvPr>
          <p:cNvSpPr txBox="1"/>
          <p:nvPr/>
        </p:nvSpPr>
        <p:spPr>
          <a:xfrm>
            <a:off x="2563094" y="3899299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7FD381C-1EBD-C77C-612F-EC357B346D08}"/>
              </a:ext>
            </a:extLst>
          </p:cNvPr>
          <p:cNvSpPr txBox="1"/>
          <p:nvPr/>
        </p:nvSpPr>
        <p:spPr>
          <a:xfrm>
            <a:off x="2675620" y="4213841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35" name="그림 34">
            <a:extLst>
              <a:ext uri="{FF2B5EF4-FFF2-40B4-BE49-F238E27FC236}">
                <a16:creationId xmlns:a16="http://schemas.microsoft.com/office/drawing/2014/main" id="{6F74CAE5-C80A-B1C5-4513-9D780408F93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3912223"/>
            <a:ext cx="268247" cy="268247"/>
          </a:xfrm>
          <a:prstGeom prst="rect">
            <a:avLst/>
          </a:prstGeom>
        </p:spPr>
      </p:pic>
      <p:sp>
        <p:nvSpPr>
          <p:cNvPr id="36" name="직사각형 35">
            <a:extLst>
              <a:ext uri="{FF2B5EF4-FFF2-40B4-BE49-F238E27FC236}">
                <a16:creationId xmlns:a16="http://schemas.microsoft.com/office/drawing/2014/main" id="{E67058A9-8C12-BCB0-3F99-B6A72CB33D23}"/>
              </a:ext>
            </a:extLst>
          </p:cNvPr>
          <p:cNvSpPr/>
          <p:nvPr/>
        </p:nvSpPr>
        <p:spPr>
          <a:xfrm>
            <a:off x="729512" y="4300822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tx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CD9FA798-9747-E7B5-8B9E-5CCE5613A682}"/>
              </a:ext>
            </a:extLst>
          </p:cNvPr>
          <p:cNvSpPr/>
          <p:nvPr/>
        </p:nvSpPr>
        <p:spPr>
          <a:xfrm>
            <a:off x="600733" y="4529174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4F840205-BCB0-2853-D3F2-A4E696D758D2}"/>
              </a:ext>
            </a:extLst>
          </p:cNvPr>
          <p:cNvSpPr txBox="1"/>
          <p:nvPr/>
        </p:nvSpPr>
        <p:spPr>
          <a:xfrm>
            <a:off x="930256" y="455546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33B3E701-AAD8-6BF7-2FE3-891D5D4C3716}"/>
              </a:ext>
            </a:extLst>
          </p:cNvPr>
          <p:cNvSpPr txBox="1"/>
          <p:nvPr/>
        </p:nvSpPr>
        <p:spPr>
          <a:xfrm>
            <a:off x="931025" y="4922924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7441E0E-7924-39DD-1FE7-F359CBB91546}"/>
              </a:ext>
            </a:extLst>
          </p:cNvPr>
          <p:cNvSpPr txBox="1"/>
          <p:nvPr/>
        </p:nvSpPr>
        <p:spPr>
          <a:xfrm>
            <a:off x="2563094" y="464642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18699F8A-D28D-FF66-102F-7FD934F21A56}"/>
              </a:ext>
            </a:extLst>
          </p:cNvPr>
          <p:cNvSpPr txBox="1"/>
          <p:nvPr/>
        </p:nvSpPr>
        <p:spPr>
          <a:xfrm>
            <a:off x="2675620" y="496097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2" name="그림 41">
            <a:extLst>
              <a:ext uri="{FF2B5EF4-FFF2-40B4-BE49-F238E27FC236}">
                <a16:creationId xmlns:a16="http://schemas.microsoft.com/office/drawing/2014/main" id="{23A25D8D-3C6F-68EF-1DA5-534CC4B78A7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4659352"/>
            <a:ext cx="268247" cy="268247"/>
          </a:xfrm>
          <a:prstGeom prst="rect">
            <a:avLst/>
          </a:prstGeom>
        </p:spPr>
      </p:pic>
      <p:sp>
        <p:nvSpPr>
          <p:cNvPr id="43" name="직사각형 42">
            <a:extLst>
              <a:ext uri="{FF2B5EF4-FFF2-40B4-BE49-F238E27FC236}">
                <a16:creationId xmlns:a16="http://schemas.microsoft.com/office/drawing/2014/main" id="{5E8AB40E-4FAF-A54C-20AE-9A6415DA798C}"/>
              </a:ext>
            </a:extLst>
          </p:cNvPr>
          <p:cNvSpPr/>
          <p:nvPr/>
        </p:nvSpPr>
        <p:spPr>
          <a:xfrm>
            <a:off x="729512" y="5047951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tx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981C0374-CAF4-74CD-7352-374EF989A33B}"/>
              </a:ext>
            </a:extLst>
          </p:cNvPr>
          <p:cNvSpPr/>
          <p:nvPr/>
        </p:nvSpPr>
        <p:spPr>
          <a:xfrm>
            <a:off x="600733" y="5277697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D36301FF-7184-FC25-A5C5-8E6D83C9F749}"/>
              </a:ext>
            </a:extLst>
          </p:cNvPr>
          <p:cNvSpPr txBox="1"/>
          <p:nvPr/>
        </p:nvSpPr>
        <p:spPr>
          <a:xfrm>
            <a:off x="930256" y="5303985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50BF6EF6-8296-27F1-DFB2-4F516CFF0A40}"/>
              </a:ext>
            </a:extLst>
          </p:cNvPr>
          <p:cNvSpPr txBox="1"/>
          <p:nvPr/>
        </p:nvSpPr>
        <p:spPr>
          <a:xfrm>
            <a:off x="931025" y="5671447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EA642B4F-88E2-F4D8-1449-CC3794247DDD}"/>
              </a:ext>
            </a:extLst>
          </p:cNvPr>
          <p:cNvSpPr txBox="1"/>
          <p:nvPr/>
        </p:nvSpPr>
        <p:spPr>
          <a:xfrm>
            <a:off x="2563094" y="5394951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107DFC45-2F62-4306-58F9-94E64E0CE350}"/>
              </a:ext>
            </a:extLst>
          </p:cNvPr>
          <p:cNvSpPr txBox="1"/>
          <p:nvPr/>
        </p:nvSpPr>
        <p:spPr>
          <a:xfrm>
            <a:off x="2574203" y="5709493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9" name="그래픽 48">
            <a:extLst>
              <a:ext uri="{FF2B5EF4-FFF2-40B4-BE49-F238E27FC236}">
                <a16:creationId xmlns:a16="http://schemas.microsoft.com/office/drawing/2014/main" id="{DEB08EB9-6233-E776-7E05-7F06175E90A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790227" y="5711911"/>
            <a:ext cx="228600" cy="228600"/>
          </a:xfrm>
          <a:prstGeom prst="rect">
            <a:avLst/>
          </a:prstGeom>
        </p:spPr>
      </p:pic>
      <p:pic>
        <p:nvPicPr>
          <p:cNvPr id="50" name="그림 49">
            <a:extLst>
              <a:ext uri="{FF2B5EF4-FFF2-40B4-BE49-F238E27FC236}">
                <a16:creationId xmlns:a16="http://schemas.microsoft.com/office/drawing/2014/main" id="{7388BF53-5A88-C22F-4540-603F97DD771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5407875"/>
            <a:ext cx="268247" cy="268247"/>
          </a:xfrm>
          <a:prstGeom prst="rect">
            <a:avLst/>
          </a:prstGeom>
        </p:spPr>
      </p:pic>
      <p:sp>
        <p:nvSpPr>
          <p:cNvPr id="51" name="직사각형 50">
            <a:extLst>
              <a:ext uri="{FF2B5EF4-FFF2-40B4-BE49-F238E27FC236}">
                <a16:creationId xmlns:a16="http://schemas.microsoft.com/office/drawing/2014/main" id="{6BE5AA2A-F47F-D177-D409-59F2E79F65C7}"/>
              </a:ext>
            </a:extLst>
          </p:cNvPr>
          <p:cNvSpPr/>
          <p:nvPr/>
        </p:nvSpPr>
        <p:spPr>
          <a:xfrm>
            <a:off x="729512" y="5796474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tx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pic>
        <p:nvPicPr>
          <p:cNvPr id="52" name="그림 51">
            <a:extLst>
              <a:ext uri="{FF2B5EF4-FFF2-40B4-BE49-F238E27FC236}">
                <a16:creationId xmlns:a16="http://schemas.microsoft.com/office/drawing/2014/main" id="{1252EE0F-F659-7758-5A8F-EEA3A0B7469E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 l="-1" r="1730" b="82246"/>
          <a:stretch>
            <a:fillRect/>
          </a:stretch>
        </p:blipFill>
        <p:spPr>
          <a:xfrm>
            <a:off x="606484" y="6031061"/>
            <a:ext cx="2438350" cy="136377"/>
          </a:xfrm>
          <a:prstGeom prst="rect">
            <a:avLst/>
          </a:prstGeom>
        </p:spPr>
      </p:pic>
      <p:pic>
        <p:nvPicPr>
          <p:cNvPr id="53" name="그림 52">
            <a:extLst>
              <a:ext uri="{FF2B5EF4-FFF2-40B4-BE49-F238E27FC236}">
                <a16:creationId xmlns:a16="http://schemas.microsoft.com/office/drawing/2014/main" id="{8002C398-5357-C2C3-1893-97DDAA2884F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810247" y="2071819"/>
            <a:ext cx="187790" cy="192370"/>
          </a:xfrm>
          <a:prstGeom prst="rect">
            <a:avLst/>
          </a:prstGeom>
        </p:spPr>
      </p:pic>
      <p:pic>
        <p:nvPicPr>
          <p:cNvPr id="54" name="그림 53">
            <a:extLst>
              <a:ext uri="{FF2B5EF4-FFF2-40B4-BE49-F238E27FC236}">
                <a16:creationId xmlns:a16="http://schemas.microsoft.com/office/drawing/2014/main" id="{7A6D4189-3F81-2674-490B-1F9E033E6DE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085840" y="2078798"/>
            <a:ext cx="704494" cy="178413"/>
          </a:xfrm>
          <a:prstGeom prst="rect">
            <a:avLst/>
          </a:prstGeom>
        </p:spPr>
      </p:pic>
      <p:sp>
        <p:nvSpPr>
          <p:cNvPr id="55" name="TextBox 54">
            <a:extLst>
              <a:ext uri="{FF2B5EF4-FFF2-40B4-BE49-F238E27FC236}">
                <a16:creationId xmlns:a16="http://schemas.microsoft.com/office/drawing/2014/main" id="{2B3147F6-0B48-E745-0A42-F2725DEA75D9}"/>
              </a:ext>
            </a:extLst>
          </p:cNvPr>
          <p:cNvSpPr txBox="1"/>
          <p:nvPr/>
        </p:nvSpPr>
        <p:spPr>
          <a:xfrm>
            <a:off x="931025" y="5671447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DF0EC085-F2A2-4B55-CE87-4ABEF64E1701}"/>
              </a:ext>
            </a:extLst>
          </p:cNvPr>
          <p:cNvGrpSpPr/>
          <p:nvPr/>
        </p:nvGrpSpPr>
        <p:grpSpPr>
          <a:xfrm>
            <a:off x="811683" y="5346304"/>
            <a:ext cx="1965600" cy="350948"/>
            <a:chOff x="811683" y="5337212"/>
            <a:chExt cx="1965600" cy="350948"/>
          </a:xfrm>
        </p:grpSpPr>
        <p:sp>
          <p:nvSpPr>
            <p:cNvPr id="57" name="사각형: 둥근 모서리 56">
              <a:extLst>
                <a:ext uri="{FF2B5EF4-FFF2-40B4-BE49-F238E27FC236}">
                  <a16:creationId xmlns:a16="http://schemas.microsoft.com/office/drawing/2014/main" id="{2E816E29-B777-23BA-13EB-2404B573BB0C}"/>
                </a:ext>
              </a:extLst>
            </p:cNvPr>
            <p:cNvSpPr/>
            <p:nvPr/>
          </p:nvSpPr>
          <p:spPr bwMode="auto">
            <a:xfrm>
              <a:off x="811683" y="5337212"/>
              <a:ext cx="1965600" cy="350948"/>
            </a:xfrm>
            <a:prstGeom prst="roundRect">
              <a:avLst>
                <a:gd name="adj" fmla="val 22497"/>
              </a:avLst>
            </a:prstGeom>
            <a:solidFill>
              <a:schemeClr val="tx1"/>
            </a:solidFill>
            <a:ln w="6350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wrap="none" rtlCol="0" anchor="ctr"/>
            <a:lstStyle/>
            <a:p>
              <a:pPr marL="0" marR="0" lvl="0" indent="0" defTabSz="68415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 전체</a:t>
              </a:r>
              <a:r>
                <a:rPr kumimoji="0" lang="en-US" altLang="ko-KR" sz="800" b="1" kern="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 </a:t>
              </a:r>
              <a:r>
                <a:rPr kumimoji="0" lang="ko-KR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선택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8" name="사각형: 둥근 모서리 57">
              <a:extLst>
                <a:ext uri="{FF2B5EF4-FFF2-40B4-BE49-F238E27FC236}">
                  <a16:creationId xmlns:a16="http://schemas.microsoft.com/office/drawing/2014/main" id="{84CBC4B9-DF13-A893-FE3E-2117BA88429B}"/>
                </a:ext>
              </a:extLst>
            </p:cNvPr>
            <p:cNvSpPr/>
            <p:nvPr/>
          </p:nvSpPr>
          <p:spPr bwMode="auto">
            <a:xfrm>
              <a:off x="1991544" y="5423731"/>
              <a:ext cx="671949" cy="177910"/>
            </a:xfrm>
            <a:prstGeom prst="roundRect">
              <a:avLst/>
            </a:prstGeom>
            <a:solidFill>
              <a:srgbClr val="0000FF"/>
            </a:solidFill>
            <a:ln w="12700">
              <a:noFill/>
              <a:prstDash val="dash"/>
              <a:miter lim="800000"/>
              <a:headEnd/>
              <a:tailEnd/>
            </a:ln>
          </p:spPr>
          <p:txBody>
            <a:bodyPr wrap="none" lIns="0" tIns="0" rIns="0" bIns="0" rtlCol="0" anchor="ctr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완료 처리</a:t>
              </a:r>
            </a:p>
          </p:txBody>
        </p:sp>
      </p:grpSp>
      <p:pic>
        <p:nvPicPr>
          <p:cNvPr id="59" name="그림 58">
            <a:extLst>
              <a:ext uri="{FF2B5EF4-FFF2-40B4-BE49-F238E27FC236}">
                <a16:creationId xmlns:a16="http://schemas.microsoft.com/office/drawing/2014/main" id="{D30F4120-DB4E-23E7-DE81-B236B40BFC51}"/>
              </a:ext>
            </a:extLst>
          </p:cNvPr>
          <p:cNvPicPr>
            <a:picLocks noChangeAspect="1"/>
          </p:cNvPicPr>
          <p:nvPr/>
        </p:nvPicPr>
        <p:blipFill>
          <a:blip r:embed="rId8">
            <a:grayscl/>
          </a:blip>
          <a:srcRect t="6211"/>
          <a:stretch>
            <a:fillRect/>
          </a:stretch>
        </p:blipFill>
        <p:spPr>
          <a:xfrm>
            <a:off x="3593138" y="1743075"/>
            <a:ext cx="2517866" cy="4471380"/>
          </a:xfrm>
          <a:prstGeom prst="rect">
            <a:avLst/>
          </a:prstGeom>
        </p:spPr>
      </p:pic>
      <p:sp>
        <p:nvSpPr>
          <p:cNvPr id="60" name="직사각형 59">
            <a:extLst>
              <a:ext uri="{FF2B5EF4-FFF2-40B4-BE49-F238E27FC236}">
                <a16:creationId xmlns:a16="http://schemas.microsoft.com/office/drawing/2014/main" id="{BE2EAEF7-F1B4-3985-4F45-459A61FFB3A7}"/>
              </a:ext>
            </a:extLst>
          </p:cNvPr>
          <p:cNvSpPr/>
          <p:nvPr/>
        </p:nvSpPr>
        <p:spPr>
          <a:xfrm>
            <a:off x="3593138" y="1743076"/>
            <a:ext cx="2477149" cy="4433402"/>
          </a:xfrm>
          <a:prstGeom prst="rect">
            <a:avLst/>
          </a:prstGeom>
          <a:solidFill>
            <a:schemeClr val="tx1">
              <a:lumMod val="50000"/>
              <a:lumOff val="50000"/>
              <a:alpha val="8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A58FBE8C-384D-5167-E4EF-0F9320E51F4E}"/>
              </a:ext>
            </a:extLst>
          </p:cNvPr>
          <p:cNvSpPr/>
          <p:nvPr/>
        </p:nvSpPr>
        <p:spPr bwMode="auto">
          <a:xfrm>
            <a:off x="4034263" y="5530149"/>
            <a:ext cx="1618588" cy="395487"/>
          </a:xfrm>
          <a:prstGeom prst="roundRect">
            <a:avLst>
              <a:gd name="adj" fmla="val 28806"/>
            </a:avLst>
          </a:prstGeom>
          <a:solidFill>
            <a:schemeClr val="tx1"/>
          </a:solidFill>
          <a:ln w="6350">
            <a:solidFill>
              <a:srgbClr val="FFFFFF">
                <a:lumMod val="65000"/>
              </a:srgbClr>
            </a:solidFill>
            <a:prstDash val="solid"/>
            <a:miter lim="800000"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684154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ea typeface="+mn-ea"/>
                <a:cs typeface="+mn-cs"/>
                <a:sym typeface="Webdings" panose="05030102010509060703" pitchFamily="18" charset="2"/>
              </a:rPr>
              <a:t>       </a:t>
            </a:r>
            <a:r>
              <a:rPr kumimoji="0" lang="en-US" altLang="ko-KR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n-ea"/>
                <a:ea typeface="+mn-ea"/>
                <a:cs typeface="+mn-cs"/>
                <a:sym typeface="Webdings" panose="05030102010509060703" pitchFamily="18" charset="2"/>
              </a:rPr>
              <a:t>|</a:t>
            </a:r>
            <a:r>
              <a:rPr kumimoji="0" lang="en-US" altLang="ko-KR" sz="1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ea typeface="+mn-ea"/>
                <a:cs typeface="+mn-cs"/>
                <a:sym typeface="Webdings" panose="05030102010509060703" pitchFamily="18" charset="2"/>
              </a:rPr>
              <a:t> </a:t>
            </a:r>
            <a:r>
              <a:rPr kumimoji="0" lang="ko-KR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  <a:sym typeface="Wingdings" panose="05000000000000000000" pitchFamily="2" charset="2"/>
              </a:rPr>
              <a:t></a:t>
            </a: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ea"/>
              <a:ea typeface="+mn-ea"/>
              <a:cs typeface="+mn-cs"/>
            </a:endParaRPr>
          </a:p>
        </p:txBody>
      </p:sp>
      <p:sp>
        <p:nvSpPr>
          <p:cNvPr id="62" name="사각형: 둥근 위쪽 모서리 61">
            <a:extLst>
              <a:ext uri="{FF2B5EF4-FFF2-40B4-BE49-F238E27FC236}">
                <a16:creationId xmlns:a16="http://schemas.microsoft.com/office/drawing/2014/main" id="{F663B6AC-78EC-92B7-96E4-11DB2469794A}"/>
              </a:ext>
            </a:extLst>
          </p:cNvPr>
          <p:cNvSpPr/>
          <p:nvPr/>
        </p:nvSpPr>
        <p:spPr>
          <a:xfrm>
            <a:off x="3615506" y="4659352"/>
            <a:ext cx="2448767" cy="1514756"/>
          </a:xfrm>
          <a:prstGeom prst="round2SameRect">
            <a:avLst>
              <a:gd name="adj1" fmla="val 8895"/>
              <a:gd name="adj2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CBFB360E-54A9-3D1F-2227-C19D85F25D2B}"/>
              </a:ext>
            </a:extLst>
          </p:cNvPr>
          <p:cNvCxnSpPr>
            <a:cxnSpLocks/>
          </p:cNvCxnSpPr>
          <p:nvPr/>
        </p:nvCxnSpPr>
        <p:spPr>
          <a:xfrm>
            <a:off x="4671733" y="4725144"/>
            <a:ext cx="323824" cy="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11836F41-2156-BE6B-3258-536CC4380BE3}"/>
              </a:ext>
            </a:extLst>
          </p:cNvPr>
          <p:cNvSpPr/>
          <p:nvPr/>
        </p:nvSpPr>
        <p:spPr bwMode="auto">
          <a:xfrm>
            <a:off x="4886245" y="5778500"/>
            <a:ext cx="1089761" cy="321146"/>
          </a:xfrm>
          <a:prstGeom prst="roundRect">
            <a:avLst>
              <a:gd name="adj" fmla="val 12712"/>
            </a:avLst>
          </a:prstGeom>
          <a:solidFill>
            <a:schemeClr val="tx1"/>
          </a:solidFill>
          <a:ln w="12700">
            <a:noFill/>
            <a:prstDash val="dash"/>
            <a:miter lim="800000"/>
            <a:headEnd/>
            <a:tailEnd/>
          </a:ln>
        </p:spPr>
        <p:txBody>
          <a:bodyPr wrap="none" rtlCol="0" anchor="ctr"/>
          <a:lstStyle/>
          <a:p>
            <a:pPr algn="ctr"/>
            <a:r>
              <a:rPr lang="ko-KR" altLang="en-US" sz="9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ko-KR" altLang="en-US" sz="9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3E04F82C-EE1E-4BD6-BBA1-96AF32EC07CE}"/>
              </a:ext>
            </a:extLst>
          </p:cNvPr>
          <p:cNvSpPr txBox="1"/>
          <p:nvPr/>
        </p:nvSpPr>
        <p:spPr>
          <a:xfrm>
            <a:off x="3631439" y="4869160"/>
            <a:ext cx="2413172" cy="71558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선택한 항목을</a:t>
            </a:r>
            <a:br>
              <a:rPr lang="en-US" altLang="ko-KR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kumimoji="1" lang="ko-KR" altLang="en-US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완료 </a:t>
            </a:r>
            <a:r>
              <a:rPr kumimoji="1" lang="ko-KR" altLang="en-US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처리하시겠습니까</a:t>
            </a:r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?</a:t>
            </a:r>
          </a:p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5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※ </a:t>
            </a: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완료 처리한 항목은 취소할 수 없습니다</a:t>
            </a:r>
            <a:r>
              <a: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5DCF7479-4E0A-4886-E107-77F4ABC7B5EF}"/>
              </a:ext>
            </a:extLst>
          </p:cNvPr>
          <p:cNvSpPr/>
          <p:nvPr/>
        </p:nvSpPr>
        <p:spPr bwMode="auto">
          <a:xfrm>
            <a:off x="3734118" y="5778500"/>
            <a:ext cx="1089761" cy="321146"/>
          </a:xfrm>
          <a:prstGeom prst="roundRect">
            <a:avLst>
              <a:gd name="adj" fmla="val 12712"/>
            </a:avLst>
          </a:prstGeom>
          <a:solidFill>
            <a:schemeClr val="tx1">
              <a:lumMod val="50000"/>
              <a:lumOff val="50000"/>
            </a:schemeClr>
          </a:solidFill>
          <a:ln w="12700">
            <a:noFill/>
            <a:prstDash val="dash"/>
            <a:miter lim="800000"/>
            <a:headEnd/>
            <a:tailEnd/>
          </a:ln>
        </p:spPr>
        <p:txBody>
          <a:bodyPr wrap="none" rtlCol="0" anchor="ctr"/>
          <a:lstStyle/>
          <a:p>
            <a:pPr algn="ctr"/>
            <a:r>
              <a:rPr lang="ko-KR" altLang="en-US" sz="9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9F3CCAFC-0720-508D-57DC-C300D6377330}"/>
              </a:ext>
            </a:extLst>
          </p:cNvPr>
          <p:cNvSpPr txBox="1"/>
          <p:nvPr/>
        </p:nvSpPr>
        <p:spPr>
          <a:xfrm>
            <a:off x="6639655" y="1772816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7D0DABF9-8FC7-34B1-AC34-3EF1643A3CEB}"/>
              </a:ext>
            </a:extLst>
          </p:cNvPr>
          <p:cNvSpPr txBox="1"/>
          <p:nvPr/>
        </p:nvSpPr>
        <p:spPr>
          <a:xfrm>
            <a:off x="7916115" y="177281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EEEF6186-7FD9-EF02-4161-9DF9A640915D}"/>
              </a:ext>
            </a:extLst>
          </p:cNvPr>
          <p:cNvSpPr txBox="1"/>
          <p:nvPr/>
        </p:nvSpPr>
        <p:spPr>
          <a:xfrm>
            <a:off x="7421584" y="177281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6817B0E5-8540-D95A-0459-22C7A987BE5B}"/>
              </a:ext>
            </a:extLst>
          </p:cNvPr>
          <p:cNvSpPr/>
          <p:nvPr/>
        </p:nvSpPr>
        <p:spPr>
          <a:xfrm>
            <a:off x="6668746" y="2044807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1DD2D275-8F7C-A893-E18F-4986B7929853}"/>
              </a:ext>
            </a:extLst>
          </p:cNvPr>
          <p:cNvSpPr/>
          <p:nvPr/>
        </p:nvSpPr>
        <p:spPr>
          <a:xfrm>
            <a:off x="6668746" y="2277124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AA7C2B5E-54E0-3D80-50E0-89854F2259D4}"/>
              </a:ext>
            </a:extLst>
          </p:cNvPr>
          <p:cNvSpPr txBox="1"/>
          <p:nvPr/>
        </p:nvSpPr>
        <p:spPr>
          <a:xfrm>
            <a:off x="6998269" y="230341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75B4059C-2E83-DFE1-80C8-4D416D8D9B86}"/>
              </a:ext>
            </a:extLst>
          </p:cNvPr>
          <p:cNvSpPr txBox="1"/>
          <p:nvPr/>
        </p:nvSpPr>
        <p:spPr>
          <a:xfrm>
            <a:off x="6999038" y="2670874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21065CB1-47A7-045B-C414-471955B5E69D}"/>
              </a:ext>
            </a:extLst>
          </p:cNvPr>
          <p:cNvSpPr txBox="1"/>
          <p:nvPr/>
        </p:nvSpPr>
        <p:spPr>
          <a:xfrm>
            <a:off x="8631107" y="239437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A037212D-7DD7-4504-5182-1EF5BE999221}"/>
              </a:ext>
            </a:extLst>
          </p:cNvPr>
          <p:cNvSpPr txBox="1"/>
          <p:nvPr/>
        </p:nvSpPr>
        <p:spPr>
          <a:xfrm>
            <a:off x="8736632" y="270892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FB69E13D-9ECE-2CA7-4A3D-790915485E12}"/>
              </a:ext>
            </a:extLst>
          </p:cNvPr>
          <p:cNvCxnSpPr>
            <a:cxnSpLocks/>
          </p:cNvCxnSpPr>
          <p:nvPr/>
        </p:nvCxnSpPr>
        <p:spPr>
          <a:xfrm>
            <a:off x="7966219" y="2037340"/>
            <a:ext cx="324036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pic>
        <p:nvPicPr>
          <p:cNvPr id="81" name="그림 80">
            <a:extLst>
              <a:ext uri="{FF2B5EF4-FFF2-40B4-BE49-F238E27FC236}">
                <a16:creationId xmlns:a16="http://schemas.microsoft.com/office/drawing/2014/main" id="{83A3E081-3251-FC22-A851-31585474298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29240" y="2407302"/>
            <a:ext cx="268247" cy="268247"/>
          </a:xfrm>
          <a:prstGeom prst="rect">
            <a:avLst/>
          </a:prstGeom>
        </p:spPr>
      </p:pic>
      <p:sp>
        <p:nvSpPr>
          <p:cNvPr id="82" name="직사각형 81">
            <a:extLst>
              <a:ext uri="{FF2B5EF4-FFF2-40B4-BE49-F238E27FC236}">
                <a16:creationId xmlns:a16="http://schemas.microsoft.com/office/drawing/2014/main" id="{7F42F53A-FC73-2333-ECE0-6988A1BFFD05}"/>
              </a:ext>
            </a:extLst>
          </p:cNvPr>
          <p:cNvSpPr/>
          <p:nvPr/>
        </p:nvSpPr>
        <p:spPr>
          <a:xfrm>
            <a:off x="6797525" y="2795901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pic>
        <p:nvPicPr>
          <p:cNvPr id="83" name="그림 82">
            <a:extLst>
              <a:ext uri="{FF2B5EF4-FFF2-40B4-BE49-F238E27FC236}">
                <a16:creationId xmlns:a16="http://schemas.microsoft.com/office/drawing/2014/main" id="{6A91E899-BA60-A98E-C088-0BD99F4FA349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148893" y="2078798"/>
            <a:ext cx="704494" cy="178413"/>
          </a:xfrm>
          <a:prstGeom prst="rect">
            <a:avLst/>
          </a:prstGeom>
        </p:spPr>
      </p:pic>
      <p:sp>
        <p:nvSpPr>
          <p:cNvPr id="84" name="직사각형 83">
            <a:extLst>
              <a:ext uri="{FF2B5EF4-FFF2-40B4-BE49-F238E27FC236}">
                <a16:creationId xmlns:a16="http://schemas.microsoft.com/office/drawing/2014/main" id="{AA650532-EB71-0DA6-572F-A22C33306B85}"/>
              </a:ext>
            </a:extLst>
          </p:cNvPr>
          <p:cNvSpPr/>
          <p:nvPr/>
        </p:nvSpPr>
        <p:spPr>
          <a:xfrm>
            <a:off x="6668746" y="3031984"/>
            <a:ext cx="2417540" cy="97041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5C9254B6-2C71-E7EA-87F2-CE229B3E6ABF}"/>
              </a:ext>
            </a:extLst>
          </p:cNvPr>
          <p:cNvSpPr txBox="1"/>
          <p:nvPr/>
        </p:nvSpPr>
        <p:spPr>
          <a:xfrm>
            <a:off x="6998269" y="305827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2A2D3362-B682-15D5-B619-CA1594D324A7}"/>
              </a:ext>
            </a:extLst>
          </p:cNvPr>
          <p:cNvSpPr txBox="1"/>
          <p:nvPr/>
        </p:nvSpPr>
        <p:spPr>
          <a:xfrm>
            <a:off x="6999038" y="3425734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2AA1A6D3-C0BA-C412-B71B-63ABC32CB356}"/>
              </a:ext>
            </a:extLst>
          </p:cNvPr>
          <p:cNvSpPr txBox="1"/>
          <p:nvPr/>
        </p:nvSpPr>
        <p:spPr>
          <a:xfrm>
            <a:off x="8631107" y="314923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216255F2-7579-B917-16E9-B18A8A74DBC3}"/>
              </a:ext>
            </a:extLst>
          </p:cNvPr>
          <p:cNvSpPr txBox="1"/>
          <p:nvPr/>
        </p:nvSpPr>
        <p:spPr>
          <a:xfrm>
            <a:off x="8736632" y="3463780"/>
            <a:ext cx="347700" cy="215444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89" name="그림 88">
            <a:extLst>
              <a:ext uri="{FF2B5EF4-FFF2-40B4-BE49-F238E27FC236}">
                <a16:creationId xmlns:a16="http://schemas.microsoft.com/office/drawing/2014/main" id="{F19AF611-344D-077E-C3F0-FBA877F519C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29240" y="3162162"/>
            <a:ext cx="268247" cy="268247"/>
          </a:xfrm>
          <a:prstGeom prst="rect">
            <a:avLst/>
          </a:prstGeom>
        </p:spPr>
      </p:pic>
      <p:sp>
        <p:nvSpPr>
          <p:cNvPr id="90" name="직사각형 89">
            <a:extLst>
              <a:ext uri="{FF2B5EF4-FFF2-40B4-BE49-F238E27FC236}">
                <a16:creationId xmlns:a16="http://schemas.microsoft.com/office/drawing/2014/main" id="{0D0E90A4-D097-38AF-446D-7F2BDE8AB4FF}"/>
              </a:ext>
            </a:extLst>
          </p:cNvPr>
          <p:cNvSpPr/>
          <p:nvPr/>
        </p:nvSpPr>
        <p:spPr>
          <a:xfrm>
            <a:off x="6797525" y="3550761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graphicFrame>
        <p:nvGraphicFramePr>
          <p:cNvPr id="91" name="표 90">
            <a:extLst>
              <a:ext uri="{FF2B5EF4-FFF2-40B4-BE49-F238E27FC236}">
                <a16:creationId xmlns:a16="http://schemas.microsoft.com/office/drawing/2014/main" id="{D276E2FA-13E5-2527-49FE-C92FE511BE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0391523"/>
              </p:ext>
            </p:extLst>
          </p:nvPr>
        </p:nvGraphicFramePr>
        <p:xfrm>
          <a:off x="6671729" y="3789040"/>
          <a:ext cx="2414886" cy="213360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1609924">
                  <a:extLst>
                    <a:ext uri="{9D8B030D-6E8A-4147-A177-3AD203B41FA5}">
                      <a16:colId xmlns:a16="http://schemas.microsoft.com/office/drawing/2014/main" val="2045282246"/>
                    </a:ext>
                  </a:extLst>
                </a:gridCol>
                <a:gridCol w="804962">
                  <a:extLst>
                    <a:ext uri="{9D8B030D-6E8A-4147-A177-3AD203B41FA5}">
                      <a16:colId xmlns:a16="http://schemas.microsoft.com/office/drawing/2014/main" val="2961860283"/>
                    </a:ext>
                  </a:extLst>
                </a:gridCol>
              </a:tblGrid>
              <a:tr h="19227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▶ 재생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29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벽지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7501084"/>
                  </a:ext>
                </a:extLst>
              </a:tr>
            </a:tbl>
          </a:graphicData>
        </a:graphic>
      </p:graphicFrame>
      <p:sp>
        <p:nvSpPr>
          <p:cNvPr id="92" name="직사각형 91">
            <a:extLst>
              <a:ext uri="{FF2B5EF4-FFF2-40B4-BE49-F238E27FC236}">
                <a16:creationId xmlns:a16="http://schemas.microsoft.com/office/drawing/2014/main" id="{DAF5ECD3-FD60-D6A0-6AA3-330D6A8AF051}"/>
              </a:ext>
            </a:extLst>
          </p:cNvPr>
          <p:cNvSpPr/>
          <p:nvPr/>
        </p:nvSpPr>
        <p:spPr>
          <a:xfrm>
            <a:off x="6668746" y="4002683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547E68B9-CB1C-5D68-380E-DFB8EB9C6DEE}"/>
              </a:ext>
            </a:extLst>
          </p:cNvPr>
          <p:cNvSpPr txBox="1"/>
          <p:nvPr/>
        </p:nvSpPr>
        <p:spPr>
          <a:xfrm>
            <a:off x="6998269" y="4028971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06254FF-B289-4EAD-F5FE-B37A2C18CD8E}"/>
              </a:ext>
            </a:extLst>
          </p:cNvPr>
          <p:cNvSpPr txBox="1"/>
          <p:nvPr/>
        </p:nvSpPr>
        <p:spPr>
          <a:xfrm>
            <a:off x="6999038" y="4396433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CFE3AE86-F5EC-A4B1-FAF5-C7D9B27141B5}"/>
              </a:ext>
            </a:extLst>
          </p:cNvPr>
          <p:cNvSpPr txBox="1"/>
          <p:nvPr/>
        </p:nvSpPr>
        <p:spPr>
          <a:xfrm>
            <a:off x="8631107" y="4119937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32F44A9B-28EB-047A-D75C-AB28C623AE6F}"/>
              </a:ext>
            </a:extLst>
          </p:cNvPr>
          <p:cNvSpPr txBox="1"/>
          <p:nvPr/>
        </p:nvSpPr>
        <p:spPr>
          <a:xfrm>
            <a:off x="8736632" y="4434479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97" name="그림 96">
            <a:extLst>
              <a:ext uri="{FF2B5EF4-FFF2-40B4-BE49-F238E27FC236}">
                <a16:creationId xmlns:a16="http://schemas.microsoft.com/office/drawing/2014/main" id="{46641D7E-EA7B-8858-215B-3E3E0D93B8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29240" y="4132861"/>
            <a:ext cx="268247" cy="268247"/>
          </a:xfrm>
          <a:prstGeom prst="rect">
            <a:avLst/>
          </a:prstGeom>
        </p:spPr>
      </p:pic>
      <p:sp>
        <p:nvSpPr>
          <p:cNvPr id="98" name="직사각형 97">
            <a:extLst>
              <a:ext uri="{FF2B5EF4-FFF2-40B4-BE49-F238E27FC236}">
                <a16:creationId xmlns:a16="http://schemas.microsoft.com/office/drawing/2014/main" id="{4D71416E-58E0-2A48-C076-2F300C4BDB68}"/>
              </a:ext>
            </a:extLst>
          </p:cNvPr>
          <p:cNvSpPr/>
          <p:nvPr/>
        </p:nvSpPr>
        <p:spPr>
          <a:xfrm>
            <a:off x="6797525" y="4521460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3BD5F9CD-E58D-99B8-F3E1-6428C4DF6726}"/>
              </a:ext>
            </a:extLst>
          </p:cNvPr>
          <p:cNvSpPr/>
          <p:nvPr/>
        </p:nvSpPr>
        <p:spPr>
          <a:xfrm>
            <a:off x="6668746" y="4757713"/>
            <a:ext cx="2417540" cy="756926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BF05D627-B469-9277-E24D-B688C697D401}"/>
              </a:ext>
            </a:extLst>
          </p:cNvPr>
          <p:cNvSpPr txBox="1"/>
          <p:nvPr/>
        </p:nvSpPr>
        <p:spPr>
          <a:xfrm>
            <a:off x="6998269" y="4784001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795FBCA3-5FF5-E598-347A-DACBF7078A60}"/>
              </a:ext>
            </a:extLst>
          </p:cNvPr>
          <p:cNvSpPr txBox="1"/>
          <p:nvPr/>
        </p:nvSpPr>
        <p:spPr>
          <a:xfrm>
            <a:off x="6999038" y="5151463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8B1F584F-C41A-1DF4-F1B4-FC92F04D3F31}"/>
              </a:ext>
            </a:extLst>
          </p:cNvPr>
          <p:cNvSpPr txBox="1"/>
          <p:nvPr/>
        </p:nvSpPr>
        <p:spPr>
          <a:xfrm>
            <a:off x="8631107" y="4874967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6319CD10-7F86-658B-7C53-8CD2909BCDE4}"/>
              </a:ext>
            </a:extLst>
          </p:cNvPr>
          <p:cNvSpPr txBox="1"/>
          <p:nvPr/>
        </p:nvSpPr>
        <p:spPr>
          <a:xfrm>
            <a:off x="8736632" y="5193196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04" name="그림 103">
            <a:extLst>
              <a:ext uri="{FF2B5EF4-FFF2-40B4-BE49-F238E27FC236}">
                <a16:creationId xmlns:a16="http://schemas.microsoft.com/office/drawing/2014/main" id="{341BF0B3-51B6-78DA-986D-1BD900FEE6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29240" y="4888945"/>
            <a:ext cx="268247" cy="268247"/>
          </a:xfrm>
          <a:prstGeom prst="rect">
            <a:avLst/>
          </a:prstGeom>
        </p:spPr>
      </p:pic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76378A31-128A-EA6F-E00B-4516530B7EDF}"/>
              </a:ext>
            </a:extLst>
          </p:cNvPr>
          <p:cNvSpPr/>
          <p:nvPr/>
        </p:nvSpPr>
        <p:spPr>
          <a:xfrm>
            <a:off x="6797525" y="5282527"/>
            <a:ext cx="131676" cy="131676"/>
          </a:xfrm>
          <a:prstGeom prst="rect">
            <a:avLst/>
          </a:prstGeom>
          <a:solidFill>
            <a:schemeClr val="tx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106" name="그림 105">
            <a:extLst>
              <a:ext uri="{FF2B5EF4-FFF2-40B4-BE49-F238E27FC236}">
                <a16:creationId xmlns:a16="http://schemas.microsoft.com/office/drawing/2014/main" id="{9A86F899-3E1C-1181-77B1-8E18F1E059AD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rcRect r="2022" b="15598"/>
          <a:stretch>
            <a:fillRect/>
          </a:stretch>
        </p:blipFill>
        <p:spPr>
          <a:xfrm>
            <a:off x="6663984" y="5520512"/>
            <a:ext cx="2437076" cy="653495"/>
          </a:xfrm>
          <a:prstGeom prst="rect">
            <a:avLst/>
          </a:prstGeom>
        </p:spPr>
      </p:pic>
      <p:pic>
        <p:nvPicPr>
          <p:cNvPr id="107" name="그림 106">
            <a:extLst>
              <a:ext uri="{FF2B5EF4-FFF2-40B4-BE49-F238E27FC236}">
                <a16:creationId xmlns:a16="http://schemas.microsoft.com/office/drawing/2014/main" id="{F1E95F6E-07E1-9B1B-F947-750AA2D789E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867916" y="2071819"/>
            <a:ext cx="187790" cy="192370"/>
          </a:xfrm>
          <a:prstGeom prst="rect">
            <a:avLst/>
          </a:prstGeom>
        </p:spPr>
      </p:pic>
      <p:cxnSp>
        <p:nvCxnSpPr>
          <p:cNvPr id="108" name="연결선: 꺾임 107">
            <a:extLst>
              <a:ext uri="{FF2B5EF4-FFF2-40B4-BE49-F238E27FC236}">
                <a16:creationId xmlns:a16="http://schemas.microsoft.com/office/drawing/2014/main" id="{9C87E6AD-1635-BD54-AD17-75AC37A55FF9}"/>
              </a:ext>
            </a:extLst>
          </p:cNvPr>
          <p:cNvCxnSpPr>
            <a:cxnSpLocks/>
            <a:stCxn id="58" idx="3"/>
            <a:endCxn id="65" idx="1"/>
          </p:cNvCxnSpPr>
          <p:nvPr/>
        </p:nvCxnSpPr>
        <p:spPr>
          <a:xfrm flipV="1">
            <a:off x="2663493" y="5226951"/>
            <a:ext cx="967946" cy="294827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타원 108">
            <a:extLst>
              <a:ext uri="{FF2B5EF4-FFF2-40B4-BE49-F238E27FC236}">
                <a16:creationId xmlns:a16="http://schemas.microsoft.com/office/drawing/2014/main" id="{07111E5F-BF89-CE4A-FF87-B29C38684005}"/>
              </a:ext>
            </a:extLst>
          </p:cNvPr>
          <p:cNvSpPr/>
          <p:nvPr/>
        </p:nvSpPr>
        <p:spPr>
          <a:xfrm>
            <a:off x="5754263" y="5864573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10" name="연결선: 꺾임 109">
            <a:extLst>
              <a:ext uri="{FF2B5EF4-FFF2-40B4-BE49-F238E27FC236}">
                <a16:creationId xmlns:a16="http://schemas.microsoft.com/office/drawing/2014/main" id="{A9F83273-F7C1-6BB9-54C7-65F1B4003EE2}"/>
              </a:ext>
            </a:extLst>
          </p:cNvPr>
          <p:cNvCxnSpPr>
            <a:cxnSpLocks/>
            <a:stCxn id="64" idx="3"/>
            <a:endCxn id="104" idx="1"/>
          </p:cNvCxnSpPr>
          <p:nvPr/>
        </p:nvCxnSpPr>
        <p:spPr>
          <a:xfrm flipV="1">
            <a:off x="5976006" y="5023069"/>
            <a:ext cx="753234" cy="916004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타원 110">
            <a:extLst>
              <a:ext uri="{FF2B5EF4-FFF2-40B4-BE49-F238E27FC236}">
                <a16:creationId xmlns:a16="http://schemas.microsoft.com/office/drawing/2014/main" id="{6907696E-E09E-1812-1B85-7A0C76567B79}"/>
              </a:ext>
            </a:extLst>
          </p:cNvPr>
          <p:cNvSpPr/>
          <p:nvPr/>
        </p:nvSpPr>
        <p:spPr>
          <a:xfrm>
            <a:off x="505980" y="2089445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B6F48F93-C194-41A1-614E-0193BD7C0696}"/>
              </a:ext>
            </a:extLst>
          </p:cNvPr>
          <p:cNvSpPr/>
          <p:nvPr/>
        </p:nvSpPr>
        <p:spPr>
          <a:xfrm>
            <a:off x="1872963" y="5461411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2-2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E3DDCC05-24F1-F3EC-F938-B4EEE3F92363}"/>
              </a:ext>
            </a:extLst>
          </p:cNvPr>
          <p:cNvSpPr/>
          <p:nvPr/>
        </p:nvSpPr>
        <p:spPr>
          <a:xfrm>
            <a:off x="729512" y="2100787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tx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EA874AE0-C648-3536-A71C-4B203EA7AAAE}"/>
              </a:ext>
            </a:extLst>
          </p:cNvPr>
          <p:cNvGrpSpPr/>
          <p:nvPr/>
        </p:nvGrpSpPr>
        <p:grpSpPr>
          <a:xfrm>
            <a:off x="811683" y="6419671"/>
            <a:ext cx="1965600" cy="350948"/>
            <a:chOff x="811683" y="5337212"/>
            <a:chExt cx="1965600" cy="350948"/>
          </a:xfrm>
        </p:grpSpPr>
        <p:sp>
          <p:nvSpPr>
            <p:cNvPr id="115" name="사각형: 둥근 모서리 114">
              <a:extLst>
                <a:ext uri="{FF2B5EF4-FFF2-40B4-BE49-F238E27FC236}">
                  <a16:creationId xmlns:a16="http://schemas.microsoft.com/office/drawing/2014/main" id="{A98E3AF3-8B9D-EBB0-A967-270693900FCC}"/>
                </a:ext>
              </a:extLst>
            </p:cNvPr>
            <p:cNvSpPr/>
            <p:nvPr/>
          </p:nvSpPr>
          <p:spPr bwMode="auto">
            <a:xfrm>
              <a:off x="811683" y="5337212"/>
              <a:ext cx="1965600" cy="350948"/>
            </a:xfrm>
            <a:prstGeom prst="roundRect">
              <a:avLst>
                <a:gd name="adj" fmla="val 22497"/>
              </a:avLst>
            </a:prstGeom>
            <a:solidFill>
              <a:schemeClr val="tx1"/>
            </a:solidFill>
            <a:ln w="6350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wrap="none" rtlCol="0" anchor="ctr"/>
            <a:lstStyle/>
            <a:p>
              <a:pPr marL="0" marR="0" lvl="0" indent="0" defTabSz="68415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 </a:t>
              </a: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2</a:t>
              </a:r>
              <a:r>
                <a:rPr kumimoji="0" lang="ko-KR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개</a:t>
              </a:r>
              <a:r>
                <a:rPr kumimoji="0" lang="en-US" altLang="ko-KR" sz="800" b="1" kern="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 </a:t>
              </a:r>
              <a:r>
                <a:rPr kumimoji="0" lang="ko-KR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선택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6" name="사각형: 둥근 모서리 115">
              <a:extLst>
                <a:ext uri="{FF2B5EF4-FFF2-40B4-BE49-F238E27FC236}">
                  <a16:creationId xmlns:a16="http://schemas.microsoft.com/office/drawing/2014/main" id="{4510A16B-6215-445F-0DB0-5065228D5850}"/>
                </a:ext>
              </a:extLst>
            </p:cNvPr>
            <p:cNvSpPr/>
            <p:nvPr/>
          </p:nvSpPr>
          <p:spPr bwMode="auto">
            <a:xfrm>
              <a:off x="1991544" y="5423731"/>
              <a:ext cx="671949" cy="177910"/>
            </a:xfrm>
            <a:prstGeom prst="roundRect">
              <a:avLst/>
            </a:prstGeom>
            <a:solidFill>
              <a:srgbClr val="0000FF"/>
            </a:solidFill>
            <a:ln w="12700">
              <a:noFill/>
              <a:prstDash val="dash"/>
              <a:miter lim="800000"/>
              <a:headEnd/>
              <a:tailEnd/>
            </a:ln>
          </p:spPr>
          <p:txBody>
            <a:bodyPr wrap="none" lIns="0" tIns="0" rIns="0" bIns="0" rtlCol="0" anchor="ctr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완료 처리</a:t>
              </a:r>
            </a:p>
          </p:txBody>
        </p:sp>
      </p:grpSp>
      <p:sp>
        <p:nvSpPr>
          <p:cNvPr id="117" name="타원 116">
            <a:extLst>
              <a:ext uri="{FF2B5EF4-FFF2-40B4-BE49-F238E27FC236}">
                <a16:creationId xmlns:a16="http://schemas.microsoft.com/office/drawing/2014/main" id="{9E3F6F88-D20F-FD22-E05D-C03CD5A61D15}"/>
              </a:ext>
            </a:extLst>
          </p:cNvPr>
          <p:cNvSpPr/>
          <p:nvPr/>
        </p:nvSpPr>
        <p:spPr>
          <a:xfrm>
            <a:off x="698791" y="5430594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8" name="타원 117">
            <a:extLst>
              <a:ext uri="{FF2B5EF4-FFF2-40B4-BE49-F238E27FC236}">
                <a16:creationId xmlns:a16="http://schemas.microsoft.com/office/drawing/2014/main" id="{D100E349-EB0C-CDDB-5728-988750B1B458}"/>
              </a:ext>
            </a:extLst>
          </p:cNvPr>
          <p:cNvSpPr/>
          <p:nvPr/>
        </p:nvSpPr>
        <p:spPr>
          <a:xfrm>
            <a:off x="698791" y="6530085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2-1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39" name="Group 323">
            <a:extLst>
              <a:ext uri="{FF2B5EF4-FFF2-40B4-BE49-F238E27FC236}">
                <a16:creationId xmlns:a16="http://schemas.microsoft.com/office/drawing/2014/main" id="{376B0CBE-50CA-F696-041A-B3AD9AF12C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2922361"/>
              </p:ext>
            </p:extLst>
          </p:nvPr>
        </p:nvGraphicFramePr>
        <p:xfrm>
          <a:off x="9625013" y="575703"/>
          <a:ext cx="2519969" cy="2188464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전체 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체크하면 전체 체크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선택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/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완료 액션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체크박스에 체크가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개 이상 있을 경우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체크된 개수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 &gt;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전체 체크되었을 경우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전체 선택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”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2-1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체크된 개수 표시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:  “00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개 선택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“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2-2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완료 처리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확인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모달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465194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확인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클릭 시 완료 처리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98314088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Google Shape;1197;p27">
            <a:extLst>
              <a:ext uri="{FF2B5EF4-FFF2-40B4-BE49-F238E27FC236}">
                <a16:creationId xmlns:a16="http://schemas.microsoft.com/office/drawing/2014/main" id="{4A4EDF6C-2E04-4E1E-3AC2-73DCEB0EF4AB}"/>
              </a:ext>
            </a:extLst>
          </p:cNvPr>
          <p:cNvSpPr/>
          <p:nvPr/>
        </p:nvSpPr>
        <p:spPr>
          <a:xfrm>
            <a:off x="512116" y="1510536"/>
            <a:ext cx="2566556" cy="4726776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ker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  <a:cs typeface="Calibri"/>
                <a:sym typeface="Calibri"/>
              </a:rPr>
              <a:t>후원 리스트</a:t>
            </a:r>
            <a:endParaRPr kumimoji="0" sz="9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92" name="Google Shape;1198;p27">
            <a:extLst>
              <a:ext uri="{FF2B5EF4-FFF2-40B4-BE49-F238E27FC236}">
                <a16:creationId xmlns:a16="http://schemas.microsoft.com/office/drawing/2014/main" id="{83A9FC95-1528-038B-7E0B-2C47B60D37EA}"/>
              </a:ext>
            </a:extLst>
          </p:cNvPr>
          <p:cNvSpPr/>
          <p:nvPr/>
        </p:nvSpPr>
        <p:spPr>
          <a:xfrm>
            <a:off x="567170" y="1717057"/>
            <a:ext cx="2470586" cy="4459419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5494AD2F-DCFE-3EAB-B749-FE8509B0EC6E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반응형 </a:t>
            </a:r>
            <a:r>
              <a:rPr lang="en-US" altLang="ko-KR" dirty="0"/>
              <a:t>UI &gt; </a:t>
            </a:r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잔여 수량 확인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E4D3E887-1BDE-8002-D778-A03E18CB818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후원 리스트 위젯 </a:t>
            </a:r>
            <a:r>
              <a:rPr lang="en-US" altLang="ko-KR" dirty="0"/>
              <a:t>&gt; </a:t>
            </a:r>
            <a:r>
              <a:rPr lang="ko-KR" altLang="en-US" dirty="0"/>
              <a:t>반응형 </a:t>
            </a:r>
            <a:r>
              <a:rPr lang="en-US" altLang="ko-KR" dirty="0"/>
              <a:t>UI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269DA3C-3E5F-9FE7-F27A-3AF7E1DB4569}"/>
              </a:ext>
            </a:extLst>
          </p:cNvPr>
          <p:cNvSpPr txBox="1"/>
          <p:nvPr/>
        </p:nvSpPr>
        <p:spPr>
          <a:xfrm>
            <a:off x="571257" y="1772816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FC7F4D7-60F6-FB55-14FF-3F461324A3D5}"/>
              </a:ext>
            </a:extLst>
          </p:cNvPr>
          <p:cNvSpPr txBox="1"/>
          <p:nvPr/>
        </p:nvSpPr>
        <p:spPr>
          <a:xfrm>
            <a:off x="1847717" y="177281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F5399F5-FCD6-A7C6-A0B6-29653A95498B}"/>
              </a:ext>
            </a:extLst>
          </p:cNvPr>
          <p:cNvSpPr txBox="1"/>
          <p:nvPr/>
        </p:nvSpPr>
        <p:spPr>
          <a:xfrm>
            <a:off x="1353186" y="177281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D113EBB-5204-07FE-C98A-DC60D3BE6742}"/>
              </a:ext>
            </a:extLst>
          </p:cNvPr>
          <p:cNvSpPr/>
          <p:nvPr/>
        </p:nvSpPr>
        <p:spPr>
          <a:xfrm>
            <a:off x="600348" y="2044807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D3285A87-C25F-79E6-4DB4-CFFEDFF888A0}"/>
              </a:ext>
            </a:extLst>
          </p:cNvPr>
          <p:cNvCxnSpPr>
            <a:cxnSpLocks/>
          </p:cNvCxnSpPr>
          <p:nvPr/>
        </p:nvCxnSpPr>
        <p:spPr>
          <a:xfrm>
            <a:off x="1897821" y="2037340"/>
            <a:ext cx="324036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64B36226-3C79-2F46-4B75-F0981431E280}"/>
              </a:ext>
            </a:extLst>
          </p:cNvPr>
          <p:cNvSpPr/>
          <p:nvPr/>
        </p:nvSpPr>
        <p:spPr>
          <a:xfrm>
            <a:off x="600733" y="2277124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E939224-1C1E-B313-29B0-BC820C41F552}"/>
              </a:ext>
            </a:extLst>
          </p:cNvPr>
          <p:cNvSpPr txBox="1"/>
          <p:nvPr/>
        </p:nvSpPr>
        <p:spPr>
          <a:xfrm>
            <a:off x="930256" y="230341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77CE480-AA81-A3FD-1A7E-1FB6AA8DCD71}"/>
              </a:ext>
            </a:extLst>
          </p:cNvPr>
          <p:cNvSpPr txBox="1"/>
          <p:nvPr/>
        </p:nvSpPr>
        <p:spPr>
          <a:xfrm>
            <a:off x="931025" y="2670874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318009C6-A255-C860-466C-4F0E976CCC77}"/>
              </a:ext>
            </a:extLst>
          </p:cNvPr>
          <p:cNvSpPr txBox="1"/>
          <p:nvPr/>
        </p:nvSpPr>
        <p:spPr>
          <a:xfrm>
            <a:off x="2563094" y="239437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CE6C64D2-BFF4-3701-C50A-9AE00FFAB266}"/>
              </a:ext>
            </a:extLst>
          </p:cNvPr>
          <p:cNvSpPr txBox="1"/>
          <p:nvPr/>
        </p:nvSpPr>
        <p:spPr>
          <a:xfrm>
            <a:off x="2675620" y="270892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8" name="그림 27">
            <a:extLst>
              <a:ext uri="{FF2B5EF4-FFF2-40B4-BE49-F238E27FC236}">
                <a16:creationId xmlns:a16="http://schemas.microsoft.com/office/drawing/2014/main" id="{EA499A18-6850-AD65-178B-8787BEFCD30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2407302"/>
            <a:ext cx="268247" cy="268247"/>
          </a:xfrm>
          <a:prstGeom prst="rect">
            <a:avLst/>
          </a:prstGeom>
        </p:spPr>
      </p:pic>
      <p:sp>
        <p:nvSpPr>
          <p:cNvPr id="29" name="직사각형 28">
            <a:extLst>
              <a:ext uri="{FF2B5EF4-FFF2-40B4-BE49-F238E27FC236}">
                <a16:creationId xmlns:a16="http://schemas.microsoft.com/office/drawing/2014/main" id="{E41547F4-6771-176A-97B4-9168FF15A83F}"/>
              </a:ext>
            </a:extLst>
          </p:cNvPr>
          <p:cNvSpPr/>
          <p:nvPr/>
        </p:nvSpPr>
        <p:spPr>
          <a:xfrm>
            <a:off x="729512" y="2795901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EF4555C7-51B3-7692-BFDD-A1EF1B68B0F8}"/>
              </a:ext>
            </a:extLst>
          </p:cNvPr>
          <p:cNvSpPr/>
          <p:nvPr/>
        </p:nvSpPr>
        <p:spPr>
          <a:xfrm>
            <a:off x="600733" y="3024253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52EAC0EA-302C-0564-42CB-3A499082613D}"/>
              </a:ext>
            </a:extLst>
          </p:cNvPr>
          <p:cNvSpPr txBox="1"/>
          <p:nvPr/>
        </p:nvSpPr>
        <p:spPr>
          <a:xfrm>
            <a:off x="930256" y="3050541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9A91F1A-A2E5-4E2E-E4CF-8ADE71F19525}"/>
              </a:ext>
            </a:extLst>
          </p:cNvPr>
          <p:cNvSpPr txBox="1"/>
          <p:nvPr/>
        </p:nvSpPr>
        <p:spPr>
          <a:xfrm>
            <a:off x="931025" y="3418003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5B3B6B7-4A06-936B-F16E-AA3760630E10}"/>
              </a:ext>
            </a:extLst>
          </p:cNvPr>
          <p:cNvSpPr txBox="1"/>
          <p:nvPr/>
        </p:nvSpPr>
        <p:spPr>
          <a:xfrm>
            <a:off x="2563094" y="3141507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D3B5149-D049-C3F1-2820-BDF80041BEC5}"/>
              </a:ext>
            </a:extLst>
          </p:cNvPr>
          <p:cNvSpPr txBox="1"/>
          <p:nvPr/>
        </p:nvSpPr>
        <p:spPr>
          <a:xfrm>
            <a:off x="2675620" y="3456049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35" name="그림 34">
            <a:extLst>
              <a:ext uri="{FF2B5EF4-FFF2-40B4-BE49-F238E27FC236}">
                <a16:creationId xmlns:a16="http://schemas.microsoft.com/office/drawing/2014/main" id="{463680F2-F77A-FF79-9A8A-4503A270984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3154431"/>
            <a:ext cx="268247" cy="268247"/>
          </a:xfrm>
          <a:prstGeom prst="rect">
            <a:avLst/>
          </a:prstGeom>
        </p:spPr>
      </p:pic>
      <p:sp>
        <p:nvSpPr>
          <p:cNvPr id="36" name="직사각형 35">
            <a:extLst>
              <a:ext uri="{FF2B5EF4-FFF2-40B4-BE49-F238E27FC236}">
                <a16:creationId xmlns:a16="http://schemas.microsoft.com/office/drawing/2014/main" id="{0EB85240-8DBE-E6DC-9528-B66B6B88EEB3}"/>
              </a:ext>
            </a:extLst>
          </p:cNvPr>
          <p:cNvSpPr/>
          <p:nvPr/>
        </p:nvSpPr>
        <p:spPr>
          <a:xfrm>
            <a:off x="729512" y="3543030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DB6765E4-A55B-1A6F-1FCC-400D5E8D8872}"/>
              </a:ext>
            </a:extLst>
          </p:cNvPr>
          <p:cNvSpPr/>
          <p:nvPr/>
        </p:nvSpPr>
        <p:spPr>
          <a:xfrm>
            <a:off x="600733" y="3782045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381A83C1-5EEE-DEDD-CE2D-BCF01D7CE705}"/>
              </a:ext>
            </a:extLst>
          </p:cNvPr>
          <p:cNvSpPr txBox="1"/>
          <p:nvPr/>
        </p:nvSpPr>
        <p:spPr>
          <a:xfrm>
            <a:off x="930256" y="3808333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CCEB8270-A115-4F14-3883-A7F6BC225BBA}"/>
              </a:ext>
            </a:extLst>
          </p:cNvPr>
          <p:cNvSpPr txBox="1"/>
          <p:nvPr/>
        </p:nvSpPr>
        <p:spPr>
          <a:xfrm>
            <a:off x="931025" y="4175795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CF939015-A05A-AC68-4057-4C5D2D2F5AC9}"/>
              </a:ext>
            </a:extLst>
          </p:cNvPr>
          <p:cNvSpPr txBox="1"/>
          <p:nvPr/>
        </p:nvSpPr>
        <p:spPr>
          <a:xfrm>
            <a:off x="2563094" y="3899299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3D366D7D-FDB4-2C92-A617-BF4DEFCFA3E3}"/>
              </a:ext>
            </a:extLst>
          </p:cNvPr>
          <p:cNvSpPr txBox="1"/>
          <p:nvPr/>
        </p:nvSpPr>
        <p:spPr>
          <a:xfrm>
            <a:off x="2675620" y="4213841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2" name="그림 41">
            <a:extLst>
              <a:ext uri="{FF2B5EF4-FFF2-40B4-BE49-F238E27FC236}">
                <a16:creationId xmlns:a16="http://schemas.microsoft.com/office/drawing/2014/main" id="{AA62B218-74C7-BD87-1936-E7813D61DCF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3912223"/>
            <a:ext cx="268247" cy="268247"/>
          </a:xfrm>
          <a:prstGeom prst="rect">
            <a:avLst/>
          </a:prstGeom>
        </p:spPr>
      </p:pic>
      <p:sp>
        <p:nvSpPr>
          <p:cNvPr id="43" name="직사각형 42">
            <a:extLst>
              <a:ext uri="{FF2B5EF4-FFF2-40B4-BE49-F238E27FC236}">
                <a16:creationId xmlns:a16="http://schemas.microsoft.com/office/drawing/2014/main" id="{69141691-346F-0F2D-CCD1-F4F718ABBCDB}"/>
              </a:ext>
            </a:extLst>
          </p:cNvPr>
          <p:cNvSpPr/>
          <p:nvPr/>
        </p:nvSpPr>
        <p:spPr>
          <a:xfrm>
            <a:off x="729512" y="4300822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69BD794-BBF9-37EC-C728-1771CC56D7FC}"/>
              </a:ext>
            </a:extLst>
          </p:cNvPr>
          <p:cNvSpPr/>
          <p:nvPr/>
        </p:nvSpPr>
        <p:spPr>
          <a:xfrm>
            <a:off x="600733" y="4529174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BC17B6D1-7AEC-6528-AB53-D1DE1EEB4529}"/>
              </a:ext>
            </a:extLst>
          </p:cNvPr>
          <p:cNvSpPr txBox="1"/>
          <p:nvPr/>
        </p:nvSpPr>
        <p:spPr>
          <a:xfrm>
            <a:off x="930256" y="455546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4B52FC6C-D07E-D79A-23E2-D85506ABD13A}"/>
              </a:ext>
            </a:extLst>
          </p:cNvPr>
          <p:cNvSpPr txBox="1"/>
          <p:nvPr/>
        </p:nvSpPr>
        <p:spPr>
          <a:xfrm>
            <a:off x="931025" y="4922924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44030CEB-4E6C-109D-4D56-793D53BC606F}"/>
              </a:ext>
            </a:extLst>
          </p:cNvPr>
          <p:cNvSpPr txBox="1"/>
          <p:nvPr/>
        </p:nvSpPr>
        <p:spPr>
          <a:xfrm>
            <a:off x="2563094" y="464642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6145F536-B498-2890-ADB3-415D7045758B}"/>
              </a:ext>
            </a:extLst>
          </p:cNvPr>
          <p:cNvSpPr txBox="1"/>
          <p:nvPr/>
        </p:nvSpPr>
        <p:spPr>
          <a:xfrm>
            <a:off x="2675620" y="496097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9" name="그림 48">
            <a:extLst>
              <a:ext uri="{FF2B5EF4-FFF2-40B4-BE49-F238E27FC236}">
                <a16:creationId xmlns:a16="http://schemas.microsoft.com/office/drawing/2014/main" id="{6F04894D-1E84-3124-AEBE-62E82DE7F0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4659352"/>
            <a:ext cx="268247" cy="268247"/>
          </a:xfrm>
          <a:prstGeom prst="rect">
            <a:avLst/>
          </a:prstGeom>
        </p:spPr>
      </p:pic>
      <p:sp>
        <p:nvSpPr>
          <p:cNvPr id="50" name="직사각형 49">
            <a:extLst>
              <a:ext uri="{FF2B5EF4-FFF2-40B4-BE49-F238E27FC236}">
                <a16:creationId xmlns:a16="http://schemas.microsoft.com/office/drawing/2014/main" id="{FEF60B4C-1E90-515A-AEF8-369175C0AB06}"/>
              </a:ext>
            </a:extLst>
          </p:cNvPr>
          <p:cNvSpPr/>
          <p:nvPr/>
        </p:nvSpPr>
        <p:spPr>
          <a:xfrm>
            <a:off x="729512" y="5047951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F094C7CB-97B7-1D4A-3F4D-1FA7ACF81C19}"/>
              </a:ext>
            </a:extLst>
          </p:cNvPr>
          <p:cNvSpPr/>
          <p:nvPr/>
        </p:nvSpPr>
        <p:spPr>
          <a:xfrm>
            <a:off x="600733" y="5277697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BD835E9E-3470-B84A-5D5E-4E2AE9935561}"/>
              </a:ext>
            </a:extLst>
          </p:cNvPr>
          <p:cNvSpPr txBox="1"/>
          <p:nvPr/>
        </p:nvSpPr>
        <p:spPr>
          <a:xfrm>
            <a:off x="930256" y="5303985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8C8B93CC-5CBF-CE3E-254C-3EE5F125776D}"/>
              </a:ext>
            </a:extLst>
          </p:cNvPr>
          <p:cNvSpPr txBox="1"/>
          <p:nvPr/>
        </p:nvSpPr>
        <p:spPr>
          <a:xfrm>
            <a:off x="931025" y="5671447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E2B08573-0CB9-B207-2A38-4AF585DE94E5}"/>
              </a:ext>
            </a:extLst>
          </p:cNvPr>
          <p:cNvSpPr txBox="1"/>
          <p:nvPr/>
        </p:nvSpPr>
        <p:spPr>
          <a:xfrm>
            <a:off x="2563094" y="5394951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26171CE8-D5DA-B296-BE29-3772830DCB5C}"/>
              </a:ext>
            </a:extLst>
          </p:cNvPr>
          <p:cNvSpPr txBox="1"/>
          <p:nvPr/>
        </p:nvSpPr>
        <p:spPr>
          <a:xfrm>
            <a:off x="2574203" y="5709493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56" name="그래픽 55">
            <a:extLst>
              <a:ext uri="{FF2B5EF4-FFF2-40B4-BE49-F238E27FC236}">
                <a16:creationId xmlns:a16="http://schemas.microsoft.com/office/drawing/2014/main" id="{95266403-BC08-1C11-EAFE-52071FEABAE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790227" y="5711911"/>
            <a:ext cx="228600" cy="228600"/>
          </a:xfrm>
          <a:prstGeom prst="rect">
            <a:avLst/>
          </a:prstGeom>
        </p:spPr>
      </p:pic>
      <p:pic>
        <p:nvPicPr>
          <p:cNvPr id="57" name="그림 56">
            <a:extLst>
              <a:ext uri="{FF2B5EF4-FFF2-40B4-BE49-F238E27FC236}">
                <a16:creationId xmlns:a16="http://schemas.microsoft.com/office/drawing/2014/main" id="{30ED8189-644C-8FFC-83E4-7BD583155F2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5407875"/>
            <a:ext cx="268247" cy="268247"/>
          </a:xfrm>
          <a:prstGeom prst="rect">
            <a:avLst/>
          </a:prstGeom>
        </p:spPr>
      </p:pic>
      <p:sp>
        <p:nvSpPr>
          <p:cNvPr id="58" name="직사각형 57">
            <a:extLst>
              <a:ext uri="{FF2B5EF4-FFF2-40B4-BE49-F238E27FC236}">
                <a16:creationId xmlns:a16="http://schemas.microsoft.com/office/drawing/2014/main" id="{3DA95E8A-6811-92DB-87AB-EDE95FE9357A}"/>
              </a:ext>
            </a:extLst>
          </p:cNvPr>
          <p:cNvSpPr/>
          <p:nvPr/>
        </p:nvSpPr>
        <p:spPr>
          <a:xfrm>
            <a:off x="729512" y="5796474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tx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pic>
        <p:nvPicPr>
          <p:cNvPr id="59" name="그림 58">
            <a:extLst>
              <a:ext uri="{FF2B5EF4-FFF2-40B4-BE49-F238E27FC236}">
                <a16:creationId xmlns:a16="http://schemas.microsoft.com/office/drawing/2014/main" id="{28E1FDEF-8719-B2AF-B49A-FCFC88C2785B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 l="-1" r="1730" b="82246"/>
          <a:stretch>
            <a:fillRect/>
          </a:stretch>
        </p:blipFill>
        <p:spPr>
          <a:xfrm>
            <a:off x="606484" y="6031061"/>
            <a:ext cx="2438350" cy="136377"/>
          </a:xfrm>
          <a:prstGeom prst="rect">
            <a:avLst/>
          </a:prstGeom>
        </p:spPr>
      </p:pic>
      <p:pic>
        <p:nvPicPr>
          <p:cNvPr id="60" name="그림 59">
            <a:extLst>
              <a:ext uri="{FF2B5EF4-FFF2-40B4-BE49-F238E27FC236}">
                <a16:creationId xmlns:a16="http://schemas.microsoft.com/office/drawing/2014/main" id="{403C22E2-1084-6282-6FF6-3CC8DD0E7CF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810247" y="2071819"/>
            <a:ext cx="187790" cy="192370"/>
          </a:xfrm>
          <a:prstGeom prst="rect">
            <a:avLst/>
          </a:prstGeom>
        </p:spPr>
      </p:pic>
      <p:pic>
        <p:nvPicPr>
          <p:cNvPr id="61" name="그림 60">
            <a:extLst>
              <a:ext uri="{FF2B5EF4-FFF2-40B4-BE49-F238E27FC236}">
                <a16:creationId xmlns:a16="http://schemas.microsoft.com/office/drawing/2014/main" id="{6C61354F-B3A6-0192-0952-01A7AEA44710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085840" y="2078798"/>
            <a:ext cx="704494" cy="178413"/>
          </a:xfrm>
          <a:prstGeom prst="rect">
            <a:avLst/>
          </a:prstGeom>
        </p:spPr>
      </p:pic>
      <p:sp>
        <p:nvSpPr>
          <p:cNvPr id="62" name="Google Shape;1301;p29">
            <a:extLst>
              <a:ext uri="{FF2B5EF4-FFF2-40B4-BE49-F238E27FC236}">
                <a16:creationId xmlns:a16="http://schemas.microsoft.com/office/drawing/2014/main" id="{545EB788-2003-87A7-AC3F-9E9A2820E737}"/>
              </a:ext>
            </a:extLst>
          </p:cNvPr>
          <p:cNvSpPr/>
          <p:nvPr/>
        </p:nvSpPr>
        <p:spPr>
          <a:xfrm>
            <a:off x="3530100" y="2678104"/>
            <a:ext cx="2102012" cy="2509132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뽑기 잔여 수량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63" name="Google Shape;1303;p29">
            <a:extLst>
              <a:ext uri="{FF2B5EF4-FFF2-40B4-BE49-F238E27FC236}">
                <a16:creationId xmlns:a16="http://schemas.microsoft.com/office/drawing/2014/main" id="{2026E8A7-684F-76AF-D779-D379B46D3872}"/>
              </a:ext>
            </a:extLst>
          </p:cNvPr>
          <p:cNvSpPr/>
          <p:nvPr/>
        </p:nvSpPr>
        <p:spPr>
          <a:xfrm>
            <a:off x="3574474" y="2986536"/>
            <a:ext cx="2018456" cy="2141697"/>
          </a:xfrm>
          <a:prstGeom prst="rect">
            <a:avLst/>
          </a:prstGeom>
          <a:solidFill>
            <a:schemeClr val="bg1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66" name="표 65">
            <a:extLst>
              <a:ext uri="{FF2B5EF4-FFF2-40B4-BE49-F238E27FC236}">
                <a16:creationId xmlns:a16="http://schemas.microsoft.com/office/drawing/2014/main" id="{C5D54D14-D207-DF8F-2707-5C33442AE6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2039496"/>
              </p:ext>
            </p:extLst>
          </p:nvPr>
        </p:nvGraphicFramePr>
        <p:xfrm>
          <a:off x="3637382" y="3074799"/>
          <a:ext cx="1922352" cy="1965355"/>
        </p:xfrm>
        <a:graphic>
          <a:graphicData uri="http://schemas.openxmlformats.org/drawingml/2006/table">
            <a:tbl>
              <a:tblPr firstRow="1" bandRow="1">
                <a:tableStyleId>{9D7B26C5-4107-4FEC-AEDC-1716B250A1EF}</a:tableStyleId>
              </a:tblPr>
              <a:tblGrid>
                <a:gridCol w="867403">
                  <a:extLst>
                    <a:ext uri="{9D8B030D-6E8A-4147-A177-3AD203B41FA5}">
                      <a16:colId xmlns:a16="http://schemas.microsoft.com/office/drawing/2014/main" val="1259411917"/>
                    </a:ext>
                  </a:extLst>
                </a:gridCol>
                <a:gridCol w="1054949">
                  <a:extLst>
                    <a:ext uri="{9D8B030D-6E8A-4147-A177-3AD203B41FA5}">
                      <a16:colId xmlns:a16="http://schemas.microsoft.com/office/drawing/2014/main" val="1288418010"/>
                    </a:ext>
                  </a:extLst>
                </a:gridCol>
              </a:tblGrid>
              <a:tr h="280765">
                <a:tc gridSpan="2"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2154936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상품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잔여 수량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9677896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빼빼로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1/10</a:t>
                      </a:r>
                      <a:endParaRPr lang="ko-KR" altLang="en-US" sz="8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5791620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초콜릿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1/10</a:t>
                      </a:r>
                      <a:endParaRPr lang="ko-KR" altLang="en-US" sz="8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2824745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리액션</a:t>
                      </a:r>
                      <a:endParaRPr lang="ko-KR" altLang="en-US" sz="8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1/10</a:t>
                      </a:r>
                      <a:endParaRPr lang="ko-KR" altLang="en-US" sz="8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6546815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꽝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1/10</a:t>
                      </a:r>
                      <a:endParaRPr lang="ko-KR" altLang="en-US" sz="8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5860236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 수량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 / 40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757880"/>
                  </a:ext>
                </a:extLst>
              </a:tr>
            </a:tbl>
          </a:graphicData>
        </a:graphic>
      </p:graphicFrame>
      <p:sp>
        <p:nvSpPr>
          <p:cNvPr id="67" name="Button">
            <a:extLst>
              <a:ext uri="{FF2B5EF4-FFF2-40B4-BE49-F238E27FC236}">
                <a16:creationId xmlns:a16="http://schemas.microsoft.com/office/drawing/2014/main" id="{6F2744FD-7369-1832-F93A-6E10DEC7DB13}"/>
              </a:ext>
            </a:extLst>
          </p:cNvPr>
          <p:cNvSpPr>
            <a:spLocks/>
          </p:cNvSpPr>
          <p:nvPr/>
        </p:nvSpPr>
        <p:spPr bwMode="auto">
          <a:xfrm>
            <a:off x="3695050" y="3104006"/>
            <a:ext cx="1827528" cy="2160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크리스마스 </a:t>
            </a:r>
            <a:r>
              <a:rPr lang="ko-KR" altLang="en-US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                    ▼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F81E6868-29E4-F2AB-7AB6-420AEDC9F363}"/>
              </a:ext>
            </a:extLst>
          </p:cNvPr>
          <p:cNvGrpSpPr/>
          <p:nvPr/>
        </p:nvGrpSpPr>
        <p:grpSpPr>
          <a:xfrm>
            <a:off x="5521634" y="3362600"/>
            <a:ext cx="19050" cy="1677554"/>
            <a:chOff x="7049058" y="1941302"/>
            <a:chExt cx="19050" cy="1677554"/>
          </a:xfrm>
        </p:grpSpPr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229A5DA-C39C-478F-A5B1-424B4C6D94D7}"/>
                </a:ext>
              </a:extLst>
            </p:cNvPr>
            <p:cNvCxnSpPr>
              <a:cxnSpLocks/>
            </p:cNvCxnSpPr>
            <p:nvPr/>
          </p:nvCxnSpPr>
          <p:spPr>
            <a:xfrm>
              <a:off x="7068108" y="1944130"/>
              <a:ext cx="0" cy="1674726"/>
            </a:xfrm>
            <a:prstGeom prst="line">
              <a:avLst/>
            </a:prstGeom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F35F7227-905C-9448-3DBF-81D73D20715D}"/>
                </a:ext>
              </a:extLst>
            </p:cNvPr>
            <p:cNvCxnSpPr>
              <a:cxnSpLocks/>
            </p:cNvCxnSpPr>
            <p:nvPr/>
          </p:nvCxnSpPr>
          <p:spPr>
            <a:xfrm>
              <a:off x="7049058" y="1941302"/>
              <a:ext cx="0" cy="595473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1" name="연결선: 꺾임 70">
            <a:extLst>
              <a:ext uri="{FF2B5EF4-FFF2-40B4-BE49-F238E27FC236}">
                <a16:creationId xmlns:a16="http://schemas.microsoft.com/office/drawing/2014/main" id="{3D1F207C-0F82-9665-D786-F70D948BEBC6}"/>
              </a:ext>
            </a:extLst>
          </p:cNvPr>
          <p:cNvCxnSpPr>
            <a:cxnSpLocks/>
            <a:endCxn id="62" idx="0"/>
          </p:cNvCxnSpPr>
          <p:nvPr/>
        </p:nvCxnSpPr>
        <p:spPr>
          <a:xfrm rot="16200000" flipH="1">
            <a:off x="3299150" y="1396147"/>
            <a:ext cx="420893" cy="2143019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solid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2D1851A3-3E7F-5F8B-0DBD-356DD9FFC614}"/>
              </a:ext>
            </a:extLst>
          </p:cNvPr>
          <p:cNvGrpSpPr/>
          <p:nvPr/>
        </p:nvGrpSpPr>
        <p:grpSpPr>
          <a:xfrm>
            <a:off x="3695050" y="5303985"/>
            <a:ext cx="1821995" cy="1005407"/>
            <a:chOff x="9440539" y="2360430"/>
            <a:chExt cx="1827529" cy="1005407"/>
          </a:xfrm>
        </p:grpSpPr>
        <p:sp>
          <p:nvSpPr>
            <p:cNvPr id="73" name="Button">
              <a:extLst>
                <a:ext uri="{FF2B5EF4-FFF2-40B4-BE49-F238E27FC236}">
                  <a16:creationId xmlns:a16="http://schemas.microsoft.com/office/drawing/2014/main" id="{3FEE081F-9AC5-D15F-D4EA-18BB8ECF2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0540" y="2360430"/>
              <a:ext cx="1827528" cy="216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크리스마스 </a:t>
              </a:r>
              <a:r>
                <a:rPr lang="ko-KR" altLang="en-US" sz="900" b="1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뽑기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                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74" name="그룹 73">
              <a:extLst>
                <a:ext uri="{FF2B5EF4-FFF2-40B4-BE49-F238E27FC236}">
                  <a16:creationId xmlns:a16="http://schemas.microsoft.com/office/drawing/2014/main" id="{2D269266-54F9-DC80-FB6E-D6F14D813734}"/>
                </a:ext>
              </a:extLst>
            </p:cNvPr>
            <p:cNvGrpSpPr/>
            <p:nvPr/>
          </p:nvGrpSpPr>
          <p:grpSpPr>
            <a:xfrm>
              <a:off x="9440539" y="2608722"/>
              <a:ext cx="1827527" cy="757115"/>
              <a:chOff x="8220670" y="1911586"/>
              <a:chExt cx="1106620" cy="757115"/>
            </a:xfrm>
          </p:grpSpPr>
          <p:sp>
            <p:nvSpPr>
              <p:cNvPr id="75" name="직사각형 74">
                <a:extLst>
                  <a:ext uri="{FF2B5EF4-FFF2-40B4-BE49-F238E27FC236}">
                    <a16:creationId xmlns:a16="http://schemas.microsoft.com/office/drawing/2014/main" id="{95B5512A-9124-F935-3B5F-09176B251674}"/>
                  </a:ext>
                </a:extLst>
              </p:cNvPr>
              <p:cNvSpPr/>
              <p:nvPr/>
            </p:nvSpPr>
            <p:spPr>
              <a:xfrm>
                <a:off x="8220671" y="1911586"/>
                <a:ext cx="1106619" cy="749456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>
                  <a:lnSpc>
                    <a:spcPct val="200000"/>
                  </a:lnSpc>
                </a:pPr>
                <a:endParaRPr lang="ko-KR" altLang="en-US" sz="9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6" name="사각형: 둥근 모서리 75">
                <a:extLst>
                  <a:ext uri="{FF2B5EF4-FFF2-40B4-BE49-F238E27FC236}">
                    <a16:creationId xmlns:a16="http://schemas.microsoft.com/office/drawing/2014/main" id="{FA95B1E5-0CCF-FC5B-4ADD-E9F561939D70}"/>
                  </a:ext>
                </a:extLst>
              </p:cNvPr>
              <p:cNvSpPr/>
              <p:nvPr/>
            </p:nvSpPr>
            <p:spPr>
              <a:xfrm>
                <a:off x="8220671" y="1960209"/>
                <a:ext cx="1106619" cy="252026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8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  <a:sym typeface="Wingdings" panose="05000000000000000000" pitchFamily="2" charset="2"/>
                  </a:rPr>
                  <a:t>  </a:t>
                </a:r>
                <a:endParaRPr lang="ko-KR" altLang="en-US" sz="9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7" name="직사각형 76">
                <a:extLst>
                  <a:ext uri="{FF2B5EF4-FFF2-40B4-BE49-F238E27FC236}">
                    <a16:creationId xmlns:a16="http://schemas.microsoft.com/office/drawing/2014/main" id="{7F197260-F980-7247-121B-6B13B0EFD754}"/>
                  </a:ext>
                </a:extLst>
              </p:cNvPr>
              <p:cNvSpPr/>
              <p:nvPr/>
            </p:nvSpPr>
            <p:spPr>
              <a:xfrm>
                <a:off x="8220670" y="1911586"/>
                <a:ext cx="1106619" cy="757115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252000" tIns="0" rIns="0" bIns="0" rtlCol="0" anchor="ctr"/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900" b="1" dirty="0">
                    <a:solidFill>
                      <a:schemeClr val="tx1"/>
                    </a:solidFill>
                  </a:rPr>
                  <a:t>크리스마스 뽑기 </a:t>
                </a:r>
              </a:p>
              <a:p>
                <a:pPr>
                  <a:lnSpc>
                    <a:spcPct val="150000"/>
                  </a:lnSpc>
                </a:pPr>
                <a:r>
                  <a:rPr lang="ko-KR" altLang="en-US" sz="900" b="1" dirty="0">
                    <a:solidFill>
                      <a:schemeClr val="tx1"/>
                    </a:solidFill>
                  </a:rPr>
                  <a:t>설날 뽑기</a:t>
                </a:r>
              </a:p>
              <a:p>
                <a:pPr>
                  <a:lnSpc>
                    <a:spcPct val="150000"/>
                  </a:lnSpc>
                </a:pPr>
                <a:r>
                  <a:rPr lang="ko-KR" altLang="en-US" sz="900" b="1" dirty="0">
                    <a:solidFill>
                      <a:schemeClr val="tx1"/>
                    </a:solidFill>
                  </a:rPr>
                  <a:t>심심한 날 그냥</a:t>
                </a:r>
              </a:p>
            </p:txBody>
          </p:sp>
        </p:grpSp>
      </p:grpSp>
      <p:cxnSp>
        <p:nvCxnSpPr>
          <p:cNvPr id="78" name="연결선: 꺾임 77">
            <a:extLst>
              <a:ext uri="{FF2B5EF4-FFF2-40B4-BE49-F238E27FC236}">
                <a16:creationId xmlns:a16="http://schemas.microsoft.com/office/drawing/2014/main" id="{56B7223D-8EF8-7DF1-DDF6-45AB496D5FB6}"/>
              </a:ext>
            </a:extLst>
          </p:cNvPr>
          <p:cNvCxnSpPr>
            <a:cxnSpLocks/>
            <a:stCxn id="67" idx="3"/>
            <a:endCxn id="73" idx="3"/>
          </p:cNvCxnSpPr>
          <p:nvPr/>
        </p:nvCxnSpPr>
        <p:spPr>
          <a:xfrm flipH="1">
            <a:off x="5517045" y="3212006"/>
            <a:ext cx="5533" cy="2199979"/>
          </a:xfrm>
          <a:prstGeom prst="bentConnector3">
            <a:avLst>
              <a:gd name="adj1" fmla="val -4131574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타원 78">
            <a:extLst>
              <a:ext uri="{FF2B5EF4-FFF2-40B4-BE49-F238E27FC236}">
                <a16:creationId xmlns:a16="http://schemas.microsoft.com/office/drawing/2014/main" id="{F7EE341B-812A-A7DF-7EE0-FC5BFDA0F727}"/>
              </a:ext>
            </a:extLst>
          </p:cNvPr>
          <p:cNvSpPr/>
          <p:nvPr/>
        </p:nvSpPr>
        <p:spPr>
          <a:xfrm>
            <a:off x="2248585" y="2300188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3" name="Group 323">
            <a:extLst>
              <a:ext uri="{FF2B5EF4-FFF2-40B4-BE49-F238E27FC236}">
                <a16:creationId xmlns:a16="http://schemas.microsoft.com/office/drawing/2014/main" id="{FE358889-3162-8CD3-75AE-B67EFC6C37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420567"/>
              </p:ext>
            </p:extLst>
          </p:nvPr>
        </p:nvGraphicFramePr>
        <p:xfrm>
          <a:off x="9625013" y="575703"/>
          <a:ext cx="2519969" cy="893266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뽑기 잔여 수량 위젯 오픈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4805243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9EFABC6F-1012-D022-AA39-84F6684F2FC0}"/>
              </a:ext>
            </a:extLst>
          </p:cNvPr>
          <p:cNvGrpSpPr/>
          <p:nvPr/>
        </p:nvGrpSpPr>
        <p:grpSpPr>
          <a:xfrm>
            <a:off x="5153676" y="2772894"/>
            <a:ext cx="387008" cy="118852"/>
            <a:chOff x="8850325" y="2256508"/>
            <a:chExt cx="387008" cy="118852"/>
          </a:xfrm>
        </p:grpSpPr>
        <p:sp>
          <p:nvSpPr>
            <p:cNvPr id="5" name="Google Shape;1200;p27">
              <a:extLst>
                <a:ext uri="{FF2B5EF4-FFF2-40B4-BE49-F238E27FC236}">
                  <a16:creationId xmlns:a16="http://schemas.microsoft.com/office/drawing/2014/main" id="{05E2AE10-2C2E-C5B5-BFE3-CDCD867B197D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" name="그래픽 5">
              <a:extLst>
                <a:ext uri="{FF2B5EF4-FFF2-40B4-BE49-F238E27FC236}">
                  <a16:creationId xmlns:a16="http://schemas.microsoft.com/office/drawing/2014/main" id="{8890527A-8FDC-60AC-D688-4B5E14D9C417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7" name="Google Shape;1202;p27">
              <a:extLst>
                <a:ext uri="{FF2B5EF4-FFF2-40B4-BE49-F238E27FC236}">
                  <a16:creationId xmlns:a16="http://schemas.microsoft.com/office/drawing/2014/main" id="{9AEB9DC2-376E-6E42-BF36-9DC8C5F78196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07701117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1197;p27">
            <a:extLst>
              <a:ext uri="{FF2B5EF4-FFF2-40B4-BE49-F238E27FC236}">
                <a16:creationId xmlns:a16="http://schemas.microsoft.com/office/drawing/2014/main" id="{E3323AED-E3E9-8FED-F328-6ECB3B098E50}"/>
              </a:ext>
            </a:extLst>
          </p:cNvPr>
          <p:cNvSpPr/>
          <p:nvPr/>
        </p:nvSpPr>
        <p:spPr>
          <a:xfrm>
            <a:off x="3551151" y="1510536"/>
            <a:ext cx="2566556" cy="4726776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ker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  <a:cs typeface="Calibri"/>
                <a:sym typeface="Calibri"/>
              </a:rPr>
              <a:t>후원 리스트</a:t>
            </a:r>
            <a:endParaRPr kumimoji="0" sz="9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86" name="Google Shape;1197;p27">
            <a:extLst>
              <a:ext uri="{FF2B5EF4-FFF2-40B4-BE49-F238E27FC236}">
                <a16:creationId xmlns:a16="http://schemas.microsoft.com/office/drawing/2014/main" id="{6142A627-6186-BEE6-A1E9-673ADD74FEF1}"/>
              </a:ext>
            </a:extLst>
          </p:cNvPr>
          <p:cNvSpPr/>
          <p:nvPr/>
        </p:nvSpPr>
        <p:spPr>
          <a:xfrm>
            <a:off x="512116" y="1510536"/>
            <a:ext cx="2566556" cy="4726776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ker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  <a:cs typeface="Calibri"/>
                <a:sym typeface="Calibri"/>
              </a:rPr>
              <a:t>후원 리스트</a:t>
            </a:r>
            <a:endParaRPr kumimoji="0" sz="9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87" name="Google Shape;1198;p27">
            <a:extLst>
              <a:ext uri="{FF2B5EF4-FFF2-40B4-BE49-F238E27FC236}">
                <a16:creationId xmlns:a16="http://schemas.microsoft.com/office/drawing/2014/main" id="{B58E93FF-0EA5-D911-12F8-D07C5744039E}"/>
              </a:ext>
            </a:extLst>
          </p:cNvPr>
          <p:cNvSpPr/>
          <p:nvPr/>
        </p:nvSpPr>
        <p:spPr>
          <a:xfrm>
            <a:off x="567170" y="1717057"/>
            <a:ext cx="2470586" cy="4459419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89A612C3-51E4-7126-9575-9C087C4DD54D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반응형 </a:t>
            </a:r>
            <a:r>
              <a:rPr lang="en-US" altLang="ko-KR" dirty="0"/>
              <a:t>UI &gt; </a:t>
            </a:r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검색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583C7310-0E66-9074-5102-CDF4547F623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후원 리스트 위젯 </a:t>
            </a:r>
            <a:r>
              <a:rPr lang="en-US" altLang="ko-KR" dirty="0"/>
              <a:t>&gt; </a:t>
            </a:r>
            <a:r>
              <a:rPr lang="ko-KR" altLang="en-US" dirty="0"/>
              <a:t>반응형 </a:t>
            </a:r>
            <a:r>
              <a:rPr lang="en-US" altLang="ko-KR" dirty="0"/>
              <a:t>UI</a:t>
            </a:r>
            <a:endParaRPr lang="ko-KR" alt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B016733-112E-21FB-B824-86E786EFFBC3}"/>
              </a:ext>
            </a:extLst>
          </p:cNvPr>
          <p:cNvSpPr txBox="1"/>
          <p:nvPr/>
        </p:nvSpPr>
        <p:spPr>
          <a:xfrm>
            <a:off x="571257" y="1772816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DF25DE9-0910-8905-22AE-58BB99D33EF4}"/>
              </a:ext>
            </a:extLst>
          </p:cNvPr>
          <p:cNvSpPr txBox="1"/>
          <p:nvPr/>
        </p:nvSpPr>
        <p:spPr>
          <a:xfrm>
            <a:off x="1847717" y="177281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CF6E260-39DA-4FB4-7F11-72B79D048762}"/>
              </a:ext>
            </a:extLst>
          </p:cNvPr>
          <p:cNvSpPr txBox="1"/>
          <p:nvPr/>
        </p:nvSpPr>
        <p:spPr>
          <a:xfrm>
            <a:off x="1353186" y="177281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5E408E56-49C1-EDF3-E6AF-78D03CF9BD80}"/>
              </a:ext>
            </a:extLst>
          </p:cNvPr>
          <p:cNvSpPr/>
          <p:nvPr/>
        </p:nvSpPr>
        <p:spPr>
          <a:xfrm>
            <a:off x="600348" y="2044807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5D2C1254-F25C-3C9A-2096-BB7580F40AA8}"/>
              </a:ext>
            </a:extLst>
          </p:cNvPr>
          <p:cNvCxnSpPr>
            <a:cxnSpLocks/>
          </p:cNvCxnSpPr>
          <p:nvPr/>
        </p:nvCxnSpPr>
        <p:spPr>
          <a:xfrm>
            <a:off x="1897821" y="2037340"/>
            <a:ext cx="324036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C7A986E-C446-97F9-6C0D-E0D7F13029B5}"/>
              </a:ext>
            </a:extLst>
          </p:cNvPr>
          <p:cNvSpPr/>
          <p:nvPr/>
        </p:nvSpPr>
        <p:spPr>
          <a:xfrm>
            <a:off x="600733" y="2277124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3D39F69-B562-985B-530B-6C1575699089}"/>
              </a:ext>
            </a:extLst>
          </p:cNvPr>
          <p:cNvSpPr txBox="1"/>
          <p:nvPr/>
        </p:nvSpPr>
        <p:spPr>
          <a:xfrm>
            <a:off x="930256" y="230341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78835B2-19B0-1E96-8982-236CE8110DE0}"/>
              </a:ext>
            </a:extLst>
          </p:cNvPr>
          <p:cNvSpPr txBox="1"/>
          <p:nvPr/>
        </p:nvSpPr>
        <p:spPr>
          <a:xfrm>
            <a:off x="931025" y="2670874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84A9F2E5-675E-BCFB-CBB3-9153C512AC06}"/>
              </a:ext>
            </a:extLst>
          </p:cNvPr>
          <p:cNvSpPr txBox="1"/>
          <p:nvPr/>
        </p:nvSpPr>
        <p:spPr>
          <a:xfrm>
            <a:off x="2563094" y="239437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D2BFA72-B86A-7BAE-683F-E55C6E738BB2}"/>
              </a:ext>
            </a:extLst>
          </p:cNvPr>
          <p:cNvSpPr txBox="1"/>
          <p:nvPr/>
        </p:nvSpPr>
        <p:spPr>
          <a:xfrm>
            <a:off x="2675620" y="270892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01E7DBD6-9FDE-F32A-6C50-284EBB08E5C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2407302"/>
            <a:ext cx="268247" cy="268247"/>
          </a:xfrm>
          <a:prstGeom prst="rect">
            <a:avLst/>
          </a:prstGeom>
        </p:spPr>
      </p:pic>
      <p:sp>
        <p:nvSpPr>
          <p:cNvPr id="21" name="직사각형 20">
            <a:extLst>
              <a:ext uri="{FF2B5EF4-FFF2-40B4-BE49-F238E27FC236}">
                <a16:creationId xmlns:a16="http://schemas.microsoft.com/office/drawing/2014/main" id="{6C845DCF-7176-03FE-253E-9BBA7AE0F8EE}"/>
              </a:ext>
            </a:extLst>
          </p:cNvPr>
          <p:cNvSpPr/>
          <p:nvPr/>
        </p:nvSpPr>
        <p:spPr>
          <a:xfrm>
            <a:off x="729512" y="2795901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9CE7E51B-4DA5-5A1D-C626-E882B1139078}"/>
              </a:ext>
            </a:extLst>
          </p:cNvPr>
          <p:cNvSpPr/>
          <p:nvPr/>
        </p:nvSpPr>
        <p:spPr>
          <a:xfrm>
            <a:off x="600733" y="3024253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C1A1C8C-E2F2-5386-FF2D-B52A09D19D63}"/>
              </a:ext>
            </a:extLst>
          </p:cNvPr>
          <p:cNvSpPr txBox="1"/>
          <p:nvPr/>
        </p:nvSpPr>
        <p:spPr>
          <a:xfrm>
            <a:off x="930256" y="3050541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44BC3F39-6555-8B84-15A0-DDE618C064CC}"/>
              </a:ext>
            </a:extLst>
          </p:cNvPr>
          <p:cNvSpPr txBox="1"/>
          <p:nvPr/>
        </p:nvSpPr>
        <p:spPr>
          <a:xfrm>
            <a:off x="931025" y="3418003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89A8280-C8C5-02B1-8253-EA259C787FE5}"/>
              </a:ext>
            </a:extLst>
          </p:cNvPr>
          <p:cNvSpPr txBox="1"/>
          <p:nvPr/>
        </p:nvSpPr>
        <p:spPr>
          <a:xfrm>
            <a:off x="2563094" y="3141507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E87599C-FF3A-C3DB-91E2-85E8657DB1EA}"/>
              </a:ext>
            </a:extLst>
          </p:cNvPr>
          <p:cNvSpPr txBox="1"/>
          <p:nvPr/>
        </p:nvSpPr>
        <p:spPr>
          <a:xfrm>
            <a:off x="2675620" y="3456049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7" name="그림 26">
            <a:extLst>
              <a:ext uri="{FF2B5EF4-FFF2-40B4-BE49-F238E27FC236}">
                <a16:creationId xmlns:a16="http://schemas.microsoft.com/office/drawing/2014/main" id="{2CB582B6-9E98-30F5-477A-26B58A63811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3154431"/>
            <a:ext cx="268247" cy="268247"/>
          </a:xfrm>
          <a:prstGeom prst="rect">
            <a:avLst/>
          </a:prstGeom>
        </p:spPr>
      </p:pic>
      <p:sp>
        <p:nvSpPr>
          <p:cNvPr id="28" name="직사각형 27">
            <a:extLst>
              <a:ext uri="{FF2B5EF4-FFF2-40B4-BE49-F238E27FC236}">
                <a16:creationId xmlns:a16="http://schemas.microsoft.com/office/drawing/2014/main" id="{6D502757-B35E-162C-879A-68C317637ECF}"/>
              </a:ext>
            </a:extLst>
          </p:cNvPr>
          <p:cNvSpPr/>
          <p:nvPr/>
        </p:nvSpPr>
        <p:spPr>
          <a:xfrm>
            <a:off x="729512" y="3543030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880E4B7A-8707-267B-E0D3-12D24073BD37}"/>
              </a:ext>
            </a:extLst>
          </p:cNvPr>
          <p:cNvSpPr/>
          <p:nvPr/>
        </p:nvSpPr>
        <p:spPr>
          <a:xfrm>
            <a:off x="600733" y="3782045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0B38D78-392D-4220-9D32-2FC072251AE8}"/>
              </a:ext>
            </a:extLst>
          </p:cNvPr>
          <p:cNvSpPr txBox="1"/>
          <p:nvPr/>
        </p:nvSpPr>
        <p:spPr>
          <a:xfrm>
            <a:off x="930256" y="3808333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EE7B2384-ED93-567A-BA5A-72D703E518C8}"/>
              </a:ext>
            </a:extLst>
          </p:cNvPr>
          <p:cNvSpPr txBox="1"/>
          <p:nvPr/>
        </p:nvSpPr>
        <p:spPr>
          <a:xfrm>
            <a:off x="931025" y="4175795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777826E-E51D-D149-8EB0-D6724218B3F0}"/>
              </a:ext>
            </a:extLst>
          </p:cNvPr>
          <p:cNvSpPr txBox="1"/>
          <p:nvPr/>
        </p:nvSpPr>
        <p:spPr>
          <a:xfrm>
            <a:off x="2563094" y="3899299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C09F50F8-2CB1-1A67-91D0-01CC35E535B3}"/>
              </a:ext>
            </a:extLst>
          </p:cNvPr>
          <p:cNvSpPr txBox="1"/>
          <p:nvPr/>
        </p:nvSpPr>
        <p:spPr>
          <a:xfrm>
            <a:off x="2675620" y="4213841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34" name="그림 33">
            <a:extLst>
              <a:ext uri="{FF2B5EF4-FFF2-40B4-BE49-F238E27FC236}">
                <a16:creationId xmlns:a16="http://schemas.microsoft.com/office/drawing/2014/main" id="{1344AAD8-2547-F69A-1BA0-259C35306F4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3912223"/>
            <a:ext cx="268247" cy="268247"/>
          </a:xfrm>
          <a:prstGeom prst="rect">
            <a:avLst/>
          </a:prstGeom>
        </p:spPr>
      </p:pic>
      <p:sp>
        <p:nvSpPr>
          <p:cNvPr id="35" name="직사각형 34">
            <a:extLst>
              <a:ext uri="{FF2B5EF4-FFF2-40B4-BE49-F238E27FC236}">
                <a16:creationId xmlns:a16="http://schemas.microsoft.com/office/drawing/2014/main" id="{171B10F8-E10F-4FDA-0096-46BC9ED53E1C}"/>
              </a:ext>
            </a:extLst>
          </p:cNvPr>
          <p:cNvSpPr/>
          <p:nvPr/>
        </p:nvSpPr>
        <p:spPr>
          <a:xfrm>
            <a:off x="729512" y="4300822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022CB6B-6B7D-8580-A79E-DA91F2CFB5FB}"/>
              </a:ext>
            </a:extLst>
          </p:cNvPr>
          <p:cNvSpPr/>
          <p:nvPr/>
        </p:nvSpPr>
        <p:spPr>
          <a:xfrm>
            <a:off x="600733" y="4529174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7ED3AED-8073-49F0-A883-B744EA793D39}"/>
              </a:ext>
            </a:extLst>
          </p:cNvPr>
          <p:cNvSpPr txBox="1"/>
          <p:nvPr/>
        </p:nvSpPr>
        <p:spPr>
          <a:xfrm>
            <a:off x="930256" y="455546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A9348540-CD1F-2A71-5764-98F1E4C5EF5E}"/>
              </a:ext>
            </a:extLst>
          </p:cNvPr>
          <p:cNvSpPr txBox="1"/>
          <p:nvPr/>
        </p:nvSpPr>
        <p:spPr>
          <a:xfrm>
            <a:off x="931025" y="4922924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BE4DBC7B-2458-66C9-EF94-67FD96D49F0A}"/>
              </a:ext>
            </a:extLst>
          </p:cNvPr>
          <p:cNvSpPr txBox="1"/>
          <p:nvPr/>
        </p:nvSpPr>
        <p:spPr>
          <a:xfrm>
            <a:off x="2563094" y="464642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4CFA08C7-33AA-1484-2F5E-FD286208FA9E}"/>
              </a:ext>
            </a:extLst>
          </p:cNvPr>
          <p:cNvSpPr txBox="1"/>
          <p:nvPr/>
        </p:nvSpPr>
        <p:spPr>
          <a:xfrm>
            <a:off x="2675620" y="496097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1" name="그림 40">
            <a:extLst>
              <a:ext uri="{FF2B5EF4-FFF2-40B4-BE49-F238E27FC236}">
                <a16:creationId xmlns:a16="http://schemas.microsoft.com/office/drawing/2014/main" id="{75425865-08CF-CC95-63FE-A62E5D60C74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4659352"/>
            <a:ext cx="268247" cy="268247"/>
          </a:xfrm>
          <a:prstGeom prst="rect">
            <a:avLst/>
          </a:prstGeom>
        </p:spPr>
      </p:pic>
      <p:sp>
        <p:nvSpPr>
          <p:cNvPr id="42" name="직사각형 41">
            <a:extLst>
              <a:ext uri="{FF2B5EF4-FFF2-40B4-BE49-F238E27FC236}">
                <a16:creationId xmlns:a16="http://schemas.microsoft.com/office/drawing/2014/main" id="{019A077C-49EB-353B-AC98-92F6E09B9E6D}"/>
              </a:ext>
            </a:extLst>
          </p:cNvPr>
          <p:cNvSpPr/>
          <p:nvPr/>
        </p:nvSpPr>
        <p:spPr>
          <a:xfrm>
            <a:off x="729512" y="5047951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3705BC05-9E1A-F785-BD03-842E38F54589}"/>
              </a:ext>
            </a:extLst>
          </p:cNvPr>
          <p:cNvSpPr/>
          <p:nvPr/>
        </p:nvSpPr>
        <p:spPr>
          <a:xfrm>
            <a:off x="600733" y="5277697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9E49CF8A-5740-16EA-CABD-CC2D5E27FA7F}"/>
              </a:ext>
            </a:extLst>
          </p:cNvPr>
          <p:cNvSpPr txBox="1"/>
          <p:nvPr/>
        </p:nvSpPr>
        <p:spPr>
          <a:xfrm>
            <a:off x="930256" y="5303985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685BB55-053E-3A80-68A9-906F96756F91}"/>
              </a:ext>
            </a:extLst>
          </p:cNvPr>
          <p:cNvSpPr txBox="1"/>
          <p:nvPr/>
        </p:nvSpPr>
        <p:spPr>
          <a:xfrm>
            <a:off x="931025" y="5671447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30691965-1217-4AEE-3F79-E216F3A37FF9}"/>
              </a:ext>
            </a:extLst>
          </p:cNvPr>
          <p:cNvSpPr txBox="1"/>
          <p:nvPr/>
        </p:nvSpPr>
        <p:spPr>
          <a:xfrm>
            <a:off x="2563094" y="5394951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0EE62CA5-9A78-101C-8E3A-7D4264D14772}"/>
              </a:ext>
            </a:extLst>
          </p:cNvPr>
          <p:cNvSpPr txBox="1"/>
          <p:nvPr/>
        </p:nvSpPr>
        <p:spPr>
          <a:xfrm>
            <a:off x="2574203" y="5709493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8" name="그래픽 47">
            <a:extLst>
              <a:ext uri="{FF2B5EF4-FFF2-40B4-BE49-F238E27FC236}">
                <a16:creationId xmlns:a16="http://schemas.microsoft.com/office/drawing/2014/main" id="{02AA7BB4-61D0-DC05-97BB-1F7C0B8EA07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790227" y="5711911"/>
            <a:ext cx="228600" cy="228600"/>
          </a:xfrm>
          <a:prstGeom prst="rect">
            <a:avLst/>
          </a:prstGeom>
        </p:spPr>
      </p:pic>
      <p:pic>
        <p:nvPicPr>
          <p:cNvPr id="49" name="그림 48">
            <a:extLst>
              <a:ext uri="{FF2B5EF4-FFF2-40B4-BE49-F238E27FC236}">
                <a16:creationId xmlns:a16="http://schemas.microsoft.com/office/drawing/2014/main" id="{0C20E027-AB33-A48B-D323-5250E3039E7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5407875"/>
            <a:ext cx="268247" cy="268247"/>
          </a:xfrm>
          <a:prstGeom prst="rect">
            <a:avLst/>
          </a:prstGeom>
        </p:spPr>
      </p:pic>
      <p:sp>
        <p:nvSpPr>
          <p:cNvPr id="50" name="직사각형 49">
            <a:extLst>
              <a:ext uri="{FF2B5EF4-FFF2-40B4-BE49-F238E27FC236}">
                <a16:creationId xmlns:a16="http://schemas.microsoft.com/office/drawing/2014/main" id="{94443334-3B7C-6E09-9105-00333F201F5C}"/>
              </a:ext>
            </a:extLst>
          </p:cNvPr>
          <p:cNvSpPr/>
          <p:nvPr/>
        </p:nvSpPr>
        <p:spPr>
          <a:xfrm>
            <a:off x="729512" y="5796474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tx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pic>
        <p:nvPicPr>
          <p:cNvPr id="51" name="그림 50">
            <a:extLst>
              <a:ext uri="{FF2B5EF4-FFF2-40B4-BE49-F238E27FC236}">
                <a16:creationId xmlns:a16="http://schemas.microsoft.com/office/drawing/2014/main" id="{CD1CDD2E-5645-43C8-66C7-A033BE171D07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 l="-1" r="1730" b="82246"/>
          <a:stretch>
            <a:fillRect/>
          </a:stretch>
        </p:blipFill>
        <p:spPr>
          <a:xfrm>
            <a:off x="606484" y="6031061"/>
            <a:ext cx="2438350" cy="136377"/>
          </a:xfrm>
          <a:prstGeom prst="rect">
            <a:avLst/>
          </a:prstGeom>
        </p:spPr>
      </p:pic>
      <p:pic>
        <p:nvPicPr>
          <p:cNvPr id="52" name="그림 51">
            <a:extLst>
              <a:ext uri="{FF2B5EF4-FFF2-40B4-BE49-F238E27FC236}">
                <a16:creationId xmlns:a16="http://schemas.microsoft.com/office/drawing/2014/main" id="{8D48FBDB-DC5D-4CDD-6728-830AD86BF82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810247" y="2071819"/>
            <a:ext cx="187790" cy="192370"/>
          </a:xfrm>
          <a:prstGeom prst="rect">
            <a:avLst/>
          </a:prstGeom>
        </p:spPr>
      </p:pic>
      <p:pic>
        <p:nvPicPr>
          <p:cNvPr id="53" name="그림 52">
            <a:extLst>
              <a:ext uri="{FF2B5EF4-FFF2-40B4-BE49-F238E27FC236}">
                <a16:creationId xmlns:a16="http://schemas.microsoft.com/office/drawing/2014/main" id="{406DBBA1-5341-27C2-2E2C-4D7D294DFFC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085840" y="2078798"/>
            <a:ext cx="704494" cy="178413"/>
          </a:xfrm>
          <a:prstGeom prst="rect">
            <a:avLst/>
          </a:prstGeom>
        </p:spPr>
      </p:pic>
      <p:sp>
        <p:nvSpPr>
          <p:cNvPr id="54" name="Google Shape;1198;p27">
            <a:extLst>
              <a:ext uri="{FF2B5EF4-FFF2-40B4-BE49-F238E27FC236}">
                <a16:creationId xmlns:a16="http://schemas.microsoft.com/office/drawing/2014/main" id="{908D6D65-705C-D135-57F4-E7A0D9190761}"/>
              </a:ext>
            </a:extLst>
          </p:cNvPr>
          <p:cNvSpPr/>
          <p:nvPr/>
        </p:nvSpPr>
        <p:spPr>
          <a:xfrm>
            <a:off x="3597837" y="1717057"/>
            <a:ext cx="2470586" cy="4459420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" name="Button">
            <a:extLst>
              <a:ext uri="{FF2B5EF4-FFF2-40B4-BE49-F238E27FC236}">
                <a16:creationId xmlns:a16="http://schemas.microsoft.com/office/drawing/2014/main" id="{51642E7B-EBE6-57CD-4C62-BE0DC107348A}"/>
              </a:ext>
            </a:extLst>
          </p:cNvPr>
          <p:cNvSpPr>
            <a:spLocks/>
          </p:cNvSpPr>
          <p:nvPr/>
        </p:nvSpPr>
        <p:spPr bwMode="auto">
          <a:xfrm>
            <a:off x="3976527" y="1770703"/>
            <a:ext cx="1692188" cy="22765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Ins="3600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   뽑기 검색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56" name="Picture 6" descr="필터 - 무료 ui개 아이콘">
            <a:extLst>
              <a:ext uri="{FF2B5EF4-FFF2-40B4-BE49-F238E27FC236}">
                <a16:creationId xmlns:a16="http://schemas.microsoft.com/office/drawing/2014/main" id="{4CD076CC-DAB5-086A-C352-8688FEC2E6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07968" y="1800704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7" name="TextBox 56">
            <a:extLst>
              <a:ext uri="{FF2B5EF4-FFF2-40B4-BE49-F238E27FC236}">
                <a16:creationId xmlns:a16="http://schemas.microsoft.com/office/drawing/2014/main" id="{470B84C9-9547-6683-A870-A96BAE95FB44}"/>
              </a:ext>
            </a:extLst>
          </p:cNvPr>
          <p:cNvSpPr txBox="1"/>
          <p:nvPr/>
        </p:nvSpPr>
        <p:spPr>
          <a:xfrm>
            <a:off x="3582518" y="1753724"/>
            <a:ext cx="325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100" dirty="0">
                <a:sym typeface="Webdings" panose="05030102010509060703" pitchFamily="18" charset="2"/>
              </a:rPr>
              <a:t></a:t>
            </a:r>
            <a:endParaRPr lang="ko-KR" altLang="en-US" sz="1100" dirty="0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DC1FD5A5-7065-D328-C837-7B7BCB0C1E80}"/>
              </a:ext>
            </a:extLst>
          </p:cNvPr>
          <p:cNvSpPr txBox="1"/>
          <p:nvPr/>
        </p:nvSpPr>
        <p:spPr>
          <a:xfrm>
            <a:off x="3621250" y="2849484"/>
            <a:ext cx="2402742" cy="173053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뽑기 검색 입니다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상세한 검색은 </a:t>
            </a:r>
            <a:r>
              <a:rPr kumimoji="1" lang="ko-KR" altLang="en-US" sz="800" b="0" i="0" u="sng" strike="noStrike" kern="1200" cap="none" spc="0" normalizeH="0" baseline="0" noProof="0" dirty="0">
                <a:ln>
                  <a:noFill/>
                </a:ln>
                <a:solidFill>
                  <a:srgbClr val="1A73E8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검색 옵션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을 사용해 보세요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202124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202124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202124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202124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일치하는 결과가 없습니다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뽑기 이름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기간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금액 등의 </a:t>
            </a:r>
            <a:r>
              <a:rPr kumimoji="1" lang="ko-KR" altLang="en-US" sz="800" b="0" i="0" u="sng" strike="noStrike" kern="1200" cap="none" spc="0" normalizeH="0" baseline="0" noProof="0" dirty="0">
                <a:ln>
                  <a:noFill/>
                </a:ln>
                <a:solidFill>
                  <a:srgbClr val="1A73E8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검색 옵션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을 사용해 보세요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D95F4594-8866-4EC0-0057-2D33CC038FC7}"/>
              </a:ext>
            </a:extLst>
          </p:cNvPr>
          <p:cNvSpPr/>
          <p:nvPr/>
        </p:nvSpPr>
        <p:spPr>
          <a:xfrm>
            <a:off x="2752542" y="1887014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60" name="연결선: 꺾임 59">
            <a:extLst>
              <a:ext uri="{FF2B5EF4-FFF2-40B4-BE49-F238E27FC236}">
                <a16:creationId xmlns:a16="http://schemas.microsoft.com/office/drawing/2014/main" id="{382F60A9-A0E5-8637-2B06-593176E2FD45}"/>
              </a:ext>
            </a:extLst>
          </p:cNvPr>
          <p:cNvCxnSpPr>
            <a:cxnSpLocks/>
            <a:stCxn id="57" idx="1"/>
          </p:cNvCxnSpPr>
          <p:nvPr/>
        </p:nvCxnSpPr>
        <p:spPr>
          <a:xfrm rot="10800000" flipV="1">
            <a:off x="2675620" y="1884529"/>
            <a:ext cx="906898" cy="174058"/>
          </a:xfrm>
          <a:prstGeom prst="bentConnector3">
            <a:avLst>
              <a:gd name="adj1" fmla="val 100414"/>
            </a:avLst>
          </a:prstGeom>
          <a:ln>
            <a:solidFill>
              <a:srgbClr val="FF0000"/>
            </a:solidFill>
            <a:headEnd type="triangl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타원 60">
            <a:extLst>
              <a:ext uri="{FF2B5EF4-FFF2-40B4-BE49-F238E27FC236}">
                <a16:creationId xmlns:a16="http://schemas.microsoft.com/office/drawing/2014/main" id="{CCE14AED-3805-8A4C-DC6E-76344FACBBEE}"/>
              </a:ext>
            </a:extLst>
          </p:cNvPr>
          <p:cNvSpPr/>
          <p:nvPr/>
        </p:nvSpPr>
        <p:spPr>
          <a:xfrm>
            <a:off x="3621250" y="2018449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en-US" altLang="ko-KR" sz="7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-1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2" name="Button">
            <a:extLst>
              <a:ext uri="{FF2B5EF4-FFF2-40B4-BE49-F238E27FC236}">
                <a16:creationId xmlns:a16="http://schemas.microsoft.com/office/drawing/2014/main" id="{4761EE0F-92F2-287B-96A9-458825B4D027}"/>
              </a:ext>
            </a:extLst>
          </p:cNvPr>
          <p:cNvSpPr>
            <a:spLocks/>
          </p:cNvSpPr>
          <p:nvPr/>
        </p:nvSpPr>
        <p:spPr bwMode="auto">
          <a:xfrm>
            <a:off x="3976527" y="1195395"/>
            <a:ext cx="1692188" cy="22765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Ins="3600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   </a:t>
            </a:r>
            <a:r>
              <a:rPr lang="en-US" altLang="ko-KR" sz="9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1,000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DC55BA26-0F21-A9ED-77C2-9D8D00A9E7D7}"/>
              </a:ext>
            </a:extLst>
          </p:cNvPr>
          <p:cNvSpPr/>
          <p:nvPr/>
        </p:nvSpPr>
        <p:spPr>
          <a:xfrm>
            <a:off x="5416590" y="1195673"/>
            <a:ext cx="273052" cy="227652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chemeClr val="tx1"/>
                </a:solidFill>
                <a:sym typeface="Webdings" panose="05030102010509060703" pitchFamily="18" charset="2"/>
              </a:rPr>
              <a:t></a:t>
            </a:r>
            <a:endParaRPr lang="ko-KR" altLang="en-US" dirty="0">
              <a:solidFill>
                <a:schemeClr val="tx1"/>
              </a:solidFill>
            </a:endParaRPr>
          </a:p>
        </p:txBody>
      </p:sp>
      <p:pic>
        <p:nvPicPr>
          <p:cNvPr id="64" name="그래픽 63">
            <a:extLst>
              <a:ext uri="{FF2B5EF4-FFF2-40B4-BE49-F238E27FC236}">
                <a16:creationId xmlns:a16="http://schemas.microsoft.com/office/drawing/2014/main" id="{C432943C-2F52-ED18-5D93-D43D86A415BD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4036152" y="1230804"/>
            <a:ext cx="160822" cy="160822"/>
          </a:xfrm>
          <a:prstGeom prst="rect">
            <a:avLst/>
          </a:prstGeom>
        </p:spPr>
      </p:pic>
      <p:pic>
        <p:nvPicPr>
          <p:cNvPr id="65" name="그래픽 64">
            <a:extLst>
              <a:ext uri="{FF2B5EF4-FFF2-40B4-BE49-F238E27FC236}">
                <a16:creationId xmlns:a16="http://schemas.microsoft.com/office/drawing/2014/main" id="{18EA074F-DABD-577A-6CB4-719803D32B5C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4036152" y="1801570"/>
            <a:ext cx="160822" cy="160822"/>
          </a:xfrm>
          <a:prstGeom prst="rect">
            <a:avLst/>
          </a:prstGeom>
        </p:spPr>
      </p:pic>
      <p:graphicFrame>
        <p:nvGraphicFramePr>
          <p:cNvPr id="93" name="Group 323">
            <a:extLst>
              <a:ext uri="{FF2B5EF4-FFF2-40B4-BE49-F238E27FC236}">
                <a16:creationId xmlns:a16="http://schemas.microsoft.com/office/drawing/2014/main" id="{F71C158A-78A7-CD92-6C1E-18A72A757F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0438020"/>
              </p:ext>
            </p:extLst>
          </p:nvPr>
        </p:nvGraphicFramePr>
        <p:xfrm>
          <a:off x="9625013" y="575703"/>
          <a:ext cx="2519969" cy="847344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 버튼 클릭 시 검색 페이지 오픈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1-1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닫기 버튼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클릭 시 검색 페이지 닫히고 기존 화면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94150316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Google Shape;1197;p27">
            <a:extLst>
              <a:ext uri="{FF2B5EF4-FFF2-40B4-BE49-F238E27FC236}">
                <a16:creationId xmlns:a16="http://schemas.microsoft.com/office/drawing/2014/main" id="{EF465366-D2EF-C875-9231-DEEFF76CCB99}"/>
              </a:ext>
            </a:extLst>
          </p:cNvPr>
          <p:cNvSpPr/>
          <p:nvPr/>
        </p:nvSpPr>
        <p:spPr>
          <a:xfrm>
            <a:off x="6578494" y="1510536"/>
            <a:ext cx="2566556" cy="4726776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ker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  <a:cs typeface="Calibri"/>
                <a:sym typeface="Calibri"/>
              </a:rPr>
              <a:t>후원 리스트</a:t>
            </a:r>
            <a:endParaRPr kumimoji="0" sz="9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71" name="Google Shape;1197;p27">
            <a:extLst>
              <a:ext uri="{FF2B5EF4-FFF2-40B4-BE49-F238E27FC236}">
                <a16:creationId xmlns:a16="http://schemas.microsoft.com/office/drawing/2014/main" id="{A4181B5E-CFCC-D9B3-D6AA-F1A668FAEAF1}"/>
              </a:ext>
            </a:extLst>
          </p:cNvPr>
          <p:cNvSpPr/>
          <p:nvPr/>
        </p:nvSpPr>
        <p:spPr>
          <a:xfrm>
            <a:off x="3551151" y="1510536"/>
            <a:ext cx="2566556" cy="4726776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ker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  <a:cs typeface="Calibri"/>
                <a:sym typeface="Calibri"/>
              </a:rPr>
              <a:t>후원 리스트</a:t>
            </a:r>
            <a:endParaRPr kumimoji="0" sz="9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68" name="Google Shape;1197;p27">
            <a:extLst>
              <a:ext uri="{FF2B5EF4-FFF2-40B4-BE49-F238E27FC236}">
                <a16:creationId xmlns:a16="http://schemas.microsoft.com/office/drawing/2014/main" id="{192B9E54-B360-B1BE-8621-E028DD4E644C}"/>
              </a:ext>
            </a:extLst>
          </p:cNvPr>
          <p:cNvSpPr/>
          <p:nvPr/>
        </p:nvSpPr>
        <p:spPr>
          <a:xfrm>
            <a:off x="512116" y="1510536"/>
            <a:ext cx="2566556" cy="4726776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ker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  <a:cs typeface="Calibri"/>
                <a:sym typeface="Calibri"/>
              </a:rPr>
              <a:t>후원 리스트</a:t>
            </a:r>
            <a:endParaRPr kumimoji="0" sz="9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69" name="Google Shape;1198;p27">
            <a:extLst>
              <a:ext uri="{FF2B5EF4-FFF2-40B4-BE49-F238E27FC236}">
                <a16:creationId xmlns:a16="http://schemas.microsoft.com/office/drawing/2014/main" id="{6E2DBAEA-9F68-1184-7426-E7E7F620CEEC}"/>
              </a:ext>
            </a:extLst>
          </p:cNvPr>
          <p:cNvSpPr/>
          <p:nvPr/>
        </p:nvSpPr>
        <p:spPr>
          <a:xfrm>
            <a:off x="567170" y="1717057"/>
            <a:ext cx="2470586" cy="4459419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227CCD1F-40CD-FE8F-3171-6240DCC9C6F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5340" y="411980"/>
            <a:ext cx="9436335" cy="424732"/>
          </a:xfrm>
        </p:spPr>
        <p:txBody>
          <a:bodyPr/>
          <a:lstStyle/>
          <a:p>
            <a:r>
              <a:rPr lang="ko-KR" altLang="en-US" dirty="0"/>
              <a:t>반응형 </a:t>
            </a:r>
            <a:r>
              <a:rPr lang="en-US" altLang="ko-KR" dirty="0"/>
              <a:t>UI &gt; </a:t>
            </a:r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검색 기간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066A2991-9912-F318-D7C8-75136347F8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후원 리스트 위젯 </a:t>
            </a:r>
            <a:r>
              <a:rPr lang="en-US" altLang="ko-KR" dirty="0"/>
              <a:t>&gt; </a:t>
            </a:r>
            <a:r>
              <a:rPr lang="ko-KR" altLang="en-US" dirty="0"/>
              <a:t>반응형 </a:t>
            </a:r>
            <a:r>
              <a:rPr lang="en-US" altLang="ko-KR" dirty="0"/>
              <a:t>UI</a:t>
            </a:r>
            <a:endParaRPr lang="ko-KR" altLang="en-US" dirty="0"/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E8C5B27B-7099-92F4-49C3-0B867903C4E4}"/>
              </a:ext>
            </a:extLst>
          </p:cNvPr>
          <p:cNvPicPr>
            <a:picLocks noChangeAspect="1"/>
          </p:cNvPicPr>
          <p:nvPr/>
        </p:nvPicPr>
        <p:blipFill>
          <a:blip r:embed="rId2">
            <a:grayscl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rcRect l="1" t="5865" r="1225"/>
          <a:stretch>
            <a:fillRect/>
          </a:stretch>
        </p:blipFill>
        <p:spPr>
          <a:xfrm>
            <a:off x="3581863" y="1717057"/>
            <a:ext cx="2487011" cy="4487873"/>
          </a:xfrm>
          <a:prstGeom prst="rect">
            <a:avLst/>
          </a:prstGeom>
        </p:spPr>
      </p:pic>
      <p:pic>
        <p:nvPicPr>
          <p:cNvPr id="8" name="Picture 2" descr="randompicker">
            <a:extLst>
              <a:ext uri="{FF2B5EF4-FFF2-40B4-BE49-F238E27FC236}">
                <a16:creationId xmlns:a16="http://schemas.microsoft.com/office/drawing/2014/main" id="{111FD4D4-5543-F816-06F5-2A26764465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88213" y="5488348"/>
            <a:ext cx="374145" cy="3741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그래픽 8">
            <a:extLst>
              <a:ext uri="{FF2B5EF4-FFF2-40B4-BE49-F238E27FC236}">
                <a16:creationId xmlns:a16="http://schemas.microsoft.com/office/drawing/2014/main" id="{B2F9239F-5DE8-76BE-39CD-0FD25A89F21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868111" y="4491360"/>
            <a:ext cx="142234" cy="142234"/>
          </a:xfrm>
          <a:prstGeom prst="rect">
            <a:avLst/>
          </a:prstGeom>
        </p:spPr>
      </p:pic>
      <p:pic>
        <p:nvPicPr>
          <p:cNvPr id="10" name="그래픽 9">
            <a:extLst>
              <a:ext uri="{FF2B5EF4-FFF2-40B4-BE49-F238E27FC236}">
                <a16:creationId xmlns:a16="http://schemas.microsoft.com/office/drawing/2014/main" id="{49010F2E-1B37-B59C-66F0-24F8F06E7A7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868111" y="5822441"/>
            <a:ext cx="142234" cy="142234"/>
          </a:xfrm>
          <a:prstGeom prst="rect">
            <a:avLst/>
          </a:prstGeom>
        </p:spPr>
      </p:pic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7640DD4D-E188-ABA6-453C-CCCFC6C1AAA9}"/>
              </a:ext>
            </a:extLst>
          </p:cNvPr>
          <p:cNvSpPr/>
          <p:nvPr/>
        </p:nvSpPr>
        <p:spPr bwMode="auto">
          <a:xfrm>
            <a:off x="4013171" y="5530149"/>
            <a:ext cx="1618588" cy="395487"/>
          </a:xfrm>
          <a:prstGeom prst="roundRect">
            <a:avLst>
              <a:gd name="adj" fmla="val 28806"/>
            </a:avLst>
          </a:prstGeom>
          <a:solidFill>
            <a:schemeClr val="tx1"/>
          </a:solidFill>
          <a:ln w="6350">
            <a:solidFill>
              <a:srgbClr val="FFFFFF">
                <a:lumMod val="65000"/>
              </a:srgbClr>
            </a:solidFill>
            <a:prstDash val="solid"/>
            <a:miter lim="800000"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684154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ea typeface="+mn-ea"/>
                <a:cs typeface="+mn-cs"/>
                <a:sym typeface="Webdings" panose="05030102010509060703" pitchFamily="18" charset="2"/>
              </a:rPr>
              <a:t>       </a:t>
            </a:r>
            <a:r>
              <a:rPr kumimoji="0" lang="en-US" altLang="ko-KR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n-ea"/>
                <a:ea typeface="+mn-ea"/>
                <a:cs typeface="+mn-cs"/>
                <a:sym typeface="Webdings" panose="05030102010509060703" pitchFamily="18" charset="2"/>
              </a:rPr>
              <a:t>|</a:t>
            </a:r>
            <a:r>
              <a:rPr kumimoji="0" lang="en-US" altLang="ko-KR" sz="1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ea typeface="+mn-ea"/>
                <a:cs typeface="+mn-cs"/>
                <a:sym typeface="Webdings" panose="05030102010509060703" pitchFamily="18" charset="2"/>
              </a:rPr>
              <a:t> </a:t>
            </a:r>
            <a:r>
              <a:rPr kumimoji="0" lang="ko-KR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  <a:sym typeface="Wingdings" panose="05000000000000000000" pitchFamily="2" charset="2"/>
              </a:rPr>
              <a:t></a:t>
            </a: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ea"/>
              <a:ea typeface="+mn-ea"/>
              <a:cs typeface="+mn-cs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9AD67B06-7F6A-BD1C-6863-000FCF3CAC76}"/>
              </a:ext>
            </a:extLst>
          </p:cNvPr>
          <p:cNvGrpSpPr/>
          <p:nvPr/>
        </p:nvGrpSpPr>
        <p:grpSpPr>
          <a:xfrm>
            <a:off x="5687575" y="5577850"/>
            <a:ext cx="320034" cy="320034"/>
            <a:chOff x="6384032" y="6295336"/>
            <a:chExt cx="276375" cy="276375"/>
          </a:xfrm>
        </p:grpSpPr>
        <p:sp>
          <p:nvSpPr>
            <p:cNvPr id="13" name="사각형: 둥근 모서리 12">
              <a:extLst>
                <a:ext uri="{FF2B5EF4-FFF2-40B4-BE49-F238E27FC236}">
                  <a16:creationId xmlns:a16="http://schemas.microsoft.com/office/drawing/2014/main" id="{15AFF2E1-CA27-E0F6-2B48-8E5C508332AB}"/>
                </a:ext>
              </a:extLst>
            </p:cNvPr>
            <p:cNvSpPr/>
            <p:nvPr/>
          </p:nvSpPr>
          <p:spPr>
            <a:xfrm>
              <a:off x="6384032" y="6295336"/>
              <a:ext cx="276375" cy="276375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4" name="Google Shape;900;p24">
              <a:extLst>
                <a:ext uri="{FF2B5EF4-FFF2-40B4-BE49-F238E27FC236}">
                  <a16:creationId xmlns:a16="http://schemas.microsoft.com/office/drawing/2014/main" id="{752B909F-46EE-8198-9B5F-2D221BCD4E3B}"/>
                </a:ext>
              </a:extLst>
            </p:cNvPr>
            <p:cNvSpPr/>
            <p:nvPr/>
          </p:nvSpPr>
          <p:spPr>
            <a:xfrm>
              <a:off x="6452352" y="6356957"/>
              <a:ext cx="139734" cy="153133"/>
            </a:xfrm>
            <a:custGeom>
              <a:avLst/>
              <a:gdLst/>
              <a:ahLst/>
              <a:cxnLst/>
              <a:rect l="l" t="t" r="r" b="b"/>
              <a:pathLst>
                <a:path w="315" h="343" extrusionOk="0">
                  <a:moveTo>
                    <a:pt x="117" y="0"/>
                  </a:moveTo>
                  <a:cubicBezTo>
                    <a:pt x="53" y="0"/>
                    <a:pt x="0" y="53"/>
                    <a:pt x="0" y="117"/>
                  </a:cubicBezTo>
                  <a:cubicBezTo>
                    <a:pt x="0" y="181"/>
                    <a:pt x="53" y="232"/>
                    <a:pt x="117" y="232"/>
                  </a:cubicBezTo>
                  <a:cubicBezTo>
                    <a:pt x="181" y="232"/>
                    <a:pt x="232" y="181"/>
                    <a:pt x="232" y="117"/>
                  </a:cubicBezTo>
                  <a:cubicBezTo>
                    <a:pt x="232" y="53"/>
                    <a:pt x="181" y="0"/>
                    <a:pt x="117" y="0"/>
                  </a:cubicBezTo>
                  <a:close/>
                  <a:moveTo>
                    <a:pt x="117" y="26"/>
                  </a:moveTo>
                  <a:cubicBezTo>
                    <a:pt x="167" y="26"/>
                    <a:pt x="208" y="66"/>
                    <a:pt x="208" y="117"/>
                  </a:cubicBezTo>
                  <a:cubicBezTo>
                    <a:pt x="208" y="167"/>
                    <a:pt x="167" y="207"/>
                    <a:pt x="117" y="207"/>
                  </a:cubicBezTo>
                  <a:cubicBezTo>
                    <a:pt x="67" y="207"/>
                    <a:pt x="26" y="167"/>
                    <a:pt x="26" y="117"/>
                  </a:cubicBezTo>
                  <a:cubicBezTo>
                    <a:pt x="26" y="66"/>
                    <a:pt x="67" y="26"/>
                    <a:pt x="117" y="26"/>
                  </a:cubicBezTo>
                  <a:close/>
                  <a:moveTo>
                    <a:pt x="218" y="196"/>
                  </a:moveTo>
                  <a:cubicBezTo>
                    <a:pt x="208" y="208"/>
                    <a:pt x="197" y="218"/>
                    <a:pt x="184" y="226"/>
                  </a:cubicBezTo>
                  <a:lnTo>
                    <a:pt x="186" y="228"/>
                  </a:lnTo>
                  <a:lnTo>
                    <a:pt x="271" y="331"/>
                  </a:lnTo>
                  <a:cubicBezTo>
                    <a:pt x="279" y="341"/>
                    <a:pt x="296" y="343"/>
                    <a:pt x="305" y="335"/>
                  </a:cubicBezTo>
                  <a:cubicBezTo>
                    <a:pt x="315" y="326"/>
                    <a:pt x="315" y="309"/>
                    <a:pt x="306" y="301"/>
                  </a:cubicBezTo>
                  <a:lnTo>
                    <a:pt x="221" y="199"/>
                  </a:lnTo>
                  <a:lnTo>
                    <a:pt x="218" y="19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771" b="0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A0622CAB-CDBE-D272-2DF4-2FFAE7D42E15}"/>
              </a:ext>
            </a:extLst>
          </p:cNvPr>
          <p:cNvSpPr/>
          <p:nvPr/>
        </p:nvSpPr>
        <p:spPr>
          <a:xfrm>
            <a:off x="3592772" y="1717058"/>
            <a:ext cx="2455603" cy="4459420"/>
          </a:xfrm>
          <a:prstGeom prst="rect">
            <a:avLst/>
          </a:prstGeom>
          <a:solidFill>
            <a:schemeClr val="tx1">
              <a:lumMod val="50000"/>
              <a:lumOff val="50000"/>
              <a:alpha val="89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6" name="사각형: 둥근 위쪽 모서리 15">
            <a:extLst>
              <a:ext uri="{FF2B5EF4-FFF2-40B4-BE49-F238E27FC236}">
                <a16:creationId xmlns:a16="http://schemas.microsoft.com/office/drawing/2014/main" id="{C19B54CD-FF3A-8748-7DAC-4F309D078405}"/>
              </a:ext>
            </a:extLst>
          </p:cNvPr>
          <p:cNvSpPr/>
          <p:nvPr/>
        </p:nvSpPr>
        <p:spPr>
          <a:xfrm>
            <a:off x="3594414" y="3718560"/>
            <a:ext cx="2448767" cy="2455548"/>
          </a:xfrm>
          <a:prstGeom prst="round2SameRect">
            <a:avLst>
              <a:gd name="adj1" fmla="val 4942"/>
              <a:gd name="adj2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119730CC-E9D2-8403-44F0-57F84DE50084}"/>
              </a:ext>
            </a:extLst>
          </p:cNvPr>
          <p:cNvCxnSpPr>
            <a:cxnSpLocks/>
          </p:cNvCxnSpPr>
          <p:nvPr/>
        </p:nvCxnSpPr>
        <p:spPr>
          <a:xfrm>
            <a:off x="4650641" y="3771280"/>
            <a:ext cx="323824" cy="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그래픽 17">
            <a:extLst>
              <a:ext uri="{FF2B5EF4-FFF2-40B4-BE49-F238E27FC236}">
                <a16:creationId xmlns:a16="http://schemas.microsoft.com/office/drawing/2014/main" id="{9B990CFF-BF3D-AEC0-1A19-78F3EF76D032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780859" y="3780090"/>
            <a:ext cx="228600" cy="228600"/>
          </a:xfrm>
          <a:prstGeom prst="rect">
            <a:avLst/>
          </a:prstGeom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BD45C8BE-9B53-9840-ADD1-DA6F0DA598FF}"/>
              </a:ext>
            </a:extLst>
          </p:cNvPr>
          <p:cNvSpPr txBox="1"/>
          <p:nvPr/>
        </p:nvSpPr>
        <p:spPr>
          <a:xfrm>
            <a:off x="3596484" y="3771280"/>
            <a:ext cx="104387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뽑기 검색 옵션</a:t>
            </a:r>
          </a:p>
        </p:txBody>
      </p:sp>
      <p:sp>
        <p:nvSpPr>
          <p:cNvPr id="20" name="Button">
            <a:extLst>
              <a:ext uri="{FF2B5EF4-FFF2-40B4-BE49-F238E27FC236}">
                <a16:creationId xmlns:a16="http://schemas.microsoft.com/office/drawing/2014/main" id="{0E4CA74D-0101-6335-2DE7-A08A5096540B}"/>
              </a:ext>
            </a:extLst>
          </p:cNvPr>
          <p:cNvSpPr>
            <a:spLocks/>
          </p:cNvSpPr>
          <p:nvPr/>
        </p:nvSpPr>
        <p:spPr bwMode="auto">
          <a:xfrm>
            <a:off x="3675355" y="4330306"/>
            <a:ext cx="2283485" cy="21742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Ins="3600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전체                                                  ▼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58309CFC-C687-9D6F-747C-832CF76972E1}"/>
              </a:ext>
            </a:extLst>
          </p:cNvPr>
          <p:cNvSpPr/>
          <p:nvPr/>
        </p:nvSpPr>
        <p:spPr bwMode="auto">
          <a:xfrm>
            <a:off x="3679825" y="5778500"/>
            <a:ext cx="2275090" cy="321146"/>
          </a:xfrm>
          <a:prstGeom prst="roundRect">
            <a:avLst>
              <a:gd name="adj" fmla="val 12712"/>
            </a:avLst>
          </a:prstGeom>
          <a:solidFill>
            <a:schemeClr val="tx1"/>
          </a:solidFill>
          <a:ln w="12700">
            <a:noFill/>
            <a:prstDash val="dash"/>
            <a:miter lim="800000"/>
            <a:headEnd/>
            <a:tailEnd/>
          </a:ln>
        </p:spPr>
        <p:txBody>
          <a:bodyPr wrap="none" rtlCol="0" anchor="ctr"/>
          <a:lstStyle/>
          <a:p>
            <a:pPr algn="ctr"/>
            <a:r>
              <a: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</a:t>
            </a:r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FD6DC943-F70A-CA7D-B8CD-386B11ABF6DF}"/>
              </a:ext>
            </a:extLst>
          </p:cNvPr>
          <p:cNvCxnSpPr/>
          <p:nvPr/>
        </p:nvCxnSpPr>
        <p:spPr>
          <a:xfrm>
            <a:off x="3611724" y="4023308"/>
            <a:ext cx="2413638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7B6CE447-E77E-A790-47A4-EF6997544451}"/>
              </a:ext>
            </a:extLst>
          </p:cNvPr>
          <p:cNvSpPr txBox="1"/>
          <p:nvPr/>
        </p:nvSpPr>
        <p:spPr>
          <a:xfrm>
            <a:off x="3604104" y="4105036"/>
            <a:ext cx="68640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900" b="1">
                <a:latin typeface="맑은 고딕" panose="020B0503020000020004" pitchFamily="50" charset="-127"/>
                <a:ea typeface="맑은 고딕" panose="020B0503020000020004" pitchFamily="50" charset="-127"/>
              </a:rPr>
              <a:t>뽑기 이름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D67A200-3F0F-3F35-7A57-E10BA92DAB43}"/>
              </a:ext>
            </a:extLst>
          </p:cNvPr>
          <p:cNvSpPr txBox="1"/>
          <p:nvPr/>
        </p:nvSpPr>
        <p:spPr>
          <a:xfrm>
            <a:off x="3604104" y="4635376"/>
            <a:ext cx="41549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900" b="1">
                <a:latin typeface="맑은 고딕" panose="020B0503020000020004" pitchFamily="50" charset="-127"/>
                <a:ea typeface="맑은 고딕" panose="020B0503020000020004" pitchFamily="50" charset="-127"/>
              </a:rPr>
              <a:t>기간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2610D2F8-2B48-EBAC-2A98-226F9F4E9556}"/>
              </a:ext>
            </a:extLst>
          </p:cNvPr>
          <p:cNvGrpSpPr/>
          <p:nvPr/>
        </p:nvGrpSpPr>
        <p:grpSpPr>
          <a:xfrm>
            <a:off x="3677381" y="4841987"/>
            <a:ext cx="2282094" cy="246221"/>
            <a:chOff x="3044438" y="2541196"/>
            <a:chExt cx="1449992" cy="246221"/>
          </a:xfrm>
        </p:grpSpPr>
        <p:sp>
          <p:nvSpPr>
            <p:cNvPr id="26" name="Button">
              <a:extLst>
                <a:ext uri="{FF2B5EF4-FFF2-40B4-BE49-F238E27FC236}">
                  <a16:creationId xmlns:a16="http://schemas.microsoft.com/office/drawing/2014/main" id="{B1FB812C-D5AF-46BC-835D-8D8A94D4F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438" y="2556307"/>
              <a:ext cx="639294" cy="216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rIns="36000"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2025-07-01</a:t>
              </a:r>
            </a:p>
          </p:txBody>
        </p:sp>
        <p:sp>
          <p:nvSpPr>
            <p:cNvPr id="27" name="Button">
              <a:extLst>
                <a:ext uri="{FF2B5EF4-FFF2-40B4-BE49-F238E27FC236}">
                  <a16:creationId xmlns:a16="http://schemas.microsoft.com/office/drawing/2014/main" id="{63EE210C-7647-D5A5-0589-07912F74F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136" y="2556307"/>
              <a:ext cx="639294" cy="216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rIns="36000"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2025-07-12</a:t>
              </a: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77DEFEF9-1FC1-D834-695B-0390A2583787}"/>
                </a:ext>
              </a:extLst>
            </p:cNvPr>
            <p:cNvSpPr txBox="1"/>
            <p:nvPr/>
          </p:nvSpPr>
          <p:spPr>
            <a:xfrm>
              <a:off x="3679670" y="2541196"/>
              <a:ext cx="16077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en-US" altLang="ko-KR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~</a:t>
              </a:r>
              <a:endPara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9" name="Button">
            <a:extLst>
              <a:ext uri="{FF2B5EF4-FFF2-40B4-BE49-F238E27FC236}">
                <a16:creationId xmlns:a16="http://schemas.microsoft.com/office/drawing/2014/main" id="{41EBDF32-0993-A065-8931-C29B68A6E267}"/>
              </a:ext>
            </a:extLst>
          </p:cNvPr>
          <p:cNvSpPr>
            <a:spLocks/>
          </p:cNvSpPr>
          <p:nvPr/>
        </p:nvSpPr>
        <p:spPr bwMode="auto">
          <a:xfrm>
            <a:off x="3675355" y="5398299"/>
            <a:ext cx="728457" cy="21742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Ins="3600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전체        ▼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C52BBD6-61E9-5349-13C9-DABF7CC8EF80}"/>
              </a:ext>
            </a:extLst>
          </p:cNvPr>
          <p:cNvSpPr txBox="1"/>
          <p:nvPr/>
        </p:nvSpPr>
        <p:spPr>
          <a:xfrm>
            <a:off x="3604104" y="5173029"/>
            <a:ext cx="53091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검색어</a:t>
            </a:r>
          </a:p>
        </p:txBody>
      </p:sp>
      <p:sp>
        <p:nvSpPr>
          <p:cNvPr id="31" name="Button">
            <a:extLst>
              <a:ext uri="{FF2B5EF4-FFF2-40B4-BE49-F238E27FC236}">
                <a16:creationId xmlns:a16="http://schemas.microsoft.com/office/drawing/2014/main" id="{629E1AC7-4C75-A595-C792-14A8A4997F74}"/>
              </a:ext>
            </a:extLst>
          </p:cNvPr>
          <p:cNvSpPr>
            <a:spLocks/>
          </p:cNvSpPr>
          <p:nvPr/>
        </p:nvSpPr>
        <p:spPr bwMode="auto">
          <a:xfrm>
            <a:off x="4456343" y="5398299"/>
            <a:ext cx="1503925" cy="21742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Ins="3600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검색어 입력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32" name="그림 31">
            <a:extLst>
              <a:ext uri="{FF2B5EF4-FFF2-40B4-BE49-F238E27FC236}">
                <a16:creationId xmlns:a16="http://schemas.microsoft.com/office/drawing/2014/main" id="{378A0873-87DB-DDD6-CBC5-B4332D140605}"/>
              </a:ext>
            </a:extLst>
          </p:cNvPr>
          <p:cNvPicPr>
            <a:picLocks noChangeAspect="1"/>
          </p:cNvPicPr>
          <p:nvPr/>
        </p:nvPicPr>
        <p:blipFill>
          <a:blip r:embed="rId9">
            <a:grayscl/>
          </a:blip>
          <a:srcRect t="5665"/>
          <a:stretch>
            <a:fillRect/>
          </a:stretch>
        </p:blipFill>
        <p:spPr>
          <a:xfrm>
            <a:off x="6639096" y="1717057"/>
            <a:ext cx="2517866" cy="4497398"/>
          </a:xfrm>
          <a:prstGeom prst="rect">
            <a:avLst/>
          </a:prstGeom>
        </p:spPr>
      </p:pic>
      <p:sp>
        <p:nvSpPr>
          <p:cNvPr id="33" name="직사각형 32">
            <a:extLst>
              <a:ext uri="{FF2B5EF4-FFF2-40B4-BE49-F238E27FC236}">
                <a16:creationId xmlns:a16="http://schemas.microsoft.com/office/drawing/2014/main" id="{180E8ACD-D769-F510-6F12-D1FBEFE648F4}"/>
              </a:ext>
            </a:extLst>
          </p:cNvPr>
          <p:cNvSpPr/>
          <p:nvPr/>
        </p:nvSpPr>
        <p:spPr>
          <a:xfrm>
            <a:off x="6642064" y="1717058"/>
            <a:ext cx="2455603" cy="4459420"/>
          </a:xfrm>
          <a:prstGeom prst="rect">
            <a:avLst/>
          </a:prstGeom>
          <a:solidFill>
            <a:schemeClr val="tx1">
              <a:lumMod val="50000"/>
              <a:lumOff val="50000"/>
              <a:alpha val="89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B8C49D7C-F252-6FAE-EA61-5E4260C58390}"/>
              </a:ext>
            </a:extLst>
          </p:cNvPr>
          <p:cNvSpPr/>
          <p:nvPr/>
        </p:nvSpPr>
        <p:spPr bwMode="auto">
          <a:xfrm>
            <a:off x="7066842" y="5530149"/>
            <a:ext cx="1618588" cy="395487"/>
          </a:xfrm>
          <a:prstGeom prst="roundRect">
            <a:avLst>
              <a:gd name="adj" fmla="val 28806"/>
            </a:avLst>
          </a:prstGeom>
          <a:solidFill>
            <a:schemeClr val="tx1"/>
          </a:solidFill>
          <a:ln w="6350">
            <a:solidFill>
              <a:srgbClr val="FFFFFF">
                <a:lumMod val="65000"/>
              </a:srgbClr>
            </a:solidFill>
            <a:prstDash val="solid"/>
            <a:miter lim="800000"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684154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ea typeface="+mn-ea"/>
                <a:cs typeface="+mn-cs"/>
                <a:sym typeface="Webdings" panose="05030102010509060703" pitchFamily="18" charset="2"/>
              </a:rPr>
              <a:t>       </a:t>
            </a:r>
            <a:r>
              <a:rPr kumimoji="0" lang="en-US" altLang="ko-KR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n-ea"/>
                <a:ea typeface="+mn-ea"/>
                <a:cs typeface="+mn-cs"/>
                <a:sym typeface="Webdings" panose="05030102010509060703" pitchFamily="18" charset="2"/>
              </a:rPr>
              <a:t>|</a:t>
            </a:r>
            <a:r>
              <a:rPr kumimoji="0" lang="en-US" altLang="ko-KR" sz="1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ea typeface="+mn-ea"/>
                <a:cs typeface="+mn-cs"/>
                <a:sym typeface="Webdings" panose="05030102010509060703" pitchFamily="18" charset="2"/>
              </a:rPr>
              <a:t> </a:t>
            </a:r>
            <a:r>
              <a:rPr kumimoji="0" lang="ko-KR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  <a:sym typeface="Wingdings" panose="05000000000000000000" pitchFamily="2" charset="2"/>
              </a:rPr>
              <a:t></a:t>
            </a: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ea"/>
              <a:ea typeface="+mn-ea"/>
              <a:cs typeface="+mn-cs"/>
            </a:endParaRPr>
          </a:p>
        </p:txBody>
      </p:sp>
      <p:sp>
        <p:nvSpPr>
          <p:cNvPr id="35" name="사각형: 둥근 위쪽 모서리 34">
            <a:extLst>
              <a:ext uri="{FF2B5EF4-FFF2-40B4-BE49-F238E27FC236}">
                <a16:creationId xmlns:a16="http://schemas.microsoft.com/office/drawing/2014/main" id="{C67FAF36-102C-96E8-4583-EE1339DD71DA}"/>
              </a:ext>
            </a:extLst>
          </p:cNvPr>
          <p:cNvSpPr/>
          <p:nvPr/>
        </p:nvSpPr>
        <p:spPr>
          <a:xfrm>
            <a:off x="6648085" y="3155156"/>
            <a:ext cx="2448767" cy="3018952"/>
          </a:xfrm>
          <a:prstGeom prst="round2SameRect">
            <a:avLst>
              <a:gd name="adj1" fmla="val 4942"/>
              <a:gd name="adj2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F5B374D0-5C2C-A531-F89E-75CDE502E38F}"/>
              </a:ext>
            </a:extLst>
          </p:cNvPr>
          <p:cNvCxnSpPr>
            <a:cxnSpLocks/>
          </p:cNvCxnSpPr>
          <p:nvPr/>
        </p:nvCxnSpPr>
        <p:spPr>
          <a:xfrm>
            <a:off x="7704312" y="3208697"/>
            <a:ext cx="323824" cy="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7" name="그래픽 36">
            <a:extLst>
              <a:ext uri="{FF2B5EF4-FFF2-40B4-BE49-F238E27FC236}">
                <a16:creationId xmlns:a16="http://schemas.microsoft.com/office/drawing/2014/main" id="{FA0F2283-6A32-47E3-2DB8-D4F1633855DE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8834530" y="3217507"/>
            <a:ext cx="228600" cy="228600"/>
          </a:xfrm>
          <a:prstGeom prst="rect">
            <a:avLst/>
          </a:prstGeom>
        </p:spPr>
      </p:pic>
      <p:sp>
        <p:nvSpPr>
          <p:cNvPr id="38" name="TextBox 37">
            <a:extLst>
              <a:ext uri="{FF2B5EF4-FFF2-40B4-BE49-F238E27FC236}">
                <a16:creationId xmlns:a16="http://schemas.microsoft.com/office/drawing/2014/main" id="{60C829B9-B2CA-20E2-2D45-20095D02420A}"/>
              </a:ext>
            </a:extLst>
          </p:cNvPr>
          <p:cNvSpPr txBox="1"/>
          <p:nvPr/>
        </p:nvSpPr>
        <p:spPr>
          <a:xfrm>
            <a:off x="6650155" y="3208697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기간</a:t>
            </a: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66C7DE93-04D4-293E-468C-3D447C3EBF0D}"/>
              </a:ext>
            </a:extLst>
          </p:cNvPr>
          <p:cNvCxnSpPr/>
          <p:nvPr/>
        </p:nvCxnSpPr>
        <p:spPr>
          <a:xfrm>
            <a:off x="6665395" y="3501008"/>
            <a:ext cx="2413638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0" name="그림 39">
            <a:extLst>
              <a:ext uri="{FF2B5EF4-FFF2-40B4-BE49-F238E27FC236}">
                <a16:creationId xmlns:a16="http://schemas.microsoft.com/office/drawing/2014/main" id="{9352558F-6452-EAE3-97EE-0D382E38490A}"/>
              </a:ext>
            </a:extLst>
          </p:cNvPr>
          <p:cNvPicPr>
            <a:picLocks noChangeAspect="1"/>
          </p:cNvPicPr>
          <p:nvPr/>
        </p:nvPicPr>
        <p:blipFill>
          <a:blip r:embed="rId10"/>
          <a:srcRect l="1120" t="31222" r="1445" b="2025"/>
          <a:stretch>
            <a:fillRect/>
          </a:stretch>
        </p:blipFill>
        <p:spPr>
          <a:xfrm>
            <a:off x="6654915" y="3955483"/>
            <a:ext cx="2406105" cy="1361484"/>
          </a:xfrm>
          <a:prstGeom prst="rect">
            <a:avLst/>
          </a:prstGeom>
        </p:spPr>
      </p:pic>
      <p:sp>
        <p:nvSpPr>
          <p:cNvPr id="41" name="Google Shape;1665;p32">
            <a:extLst>
              <a:ext uri="{FF2B5EF4-FFF2-40B4-BE49-F238E27FC236}">
                <a16:creationId xmlns:a16="http://schemas.microsoft.com/office/drawing/2014/main" id="{69B359E9-3C58-CE26-D5BC-139B9D558147}"/>
              </a:ext>
            </a:extLst>
          </p:cNvPr>
          <p:cNvSpPr txBox="1"/>
          <p:nvPr/>
        </p:nvSpPr>
        <p:spPr>
          <a:xfrm>
            <a:off x="7572164" y="3732791"/>
            <a:ext cx="672340" cy="1755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475" tIns="30225" rIns="60475" bIns="30225" anchor="t" anchorCtr="0">
            <a:noAutofit/>
          </a:bodyPr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kumimoji="0" lang="en-US" b="1" kern="0" dirty="0">
                <a:solidFill>
                  <a:schemeClr val="tx1">
                    <a:lumMod val="65000"/>
                    <a:lumOff val="35000"/>
                  </a:schemeClr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2026.</a:t>
            </a:r>
            <a:r>
              <a:rPr kumimoji="0" lang="ko-KR" altLang="en-US" b="1" kern="0" dirty="0">
                <a:solidFill>
                  <a:schemeClr val="tx1">
                    <a:lumMod val="65000"/>
                    <a:lumOff val="35000"/>
                  </a:schemeClr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 </a:t>
            </a:r>
            <a:r>
              <a:rPr kumimoji="0" lang="en-US" altLang="ko-KR" b="1" kern="0" dirty="0">
                <a:solidFill>
                  <a:schemeClr val="tx1">
                    <a:lumMod val="65000"/>
                    <a:lumOff val="35000"/>
                  </a:schemeClr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0</a:t>
            </a:r>
            <a:r>
              <a:rPr kumimoji="0" lang="en-US" b="1" kern="0" dirty="0">
                <a:solidFill>
                  <a:schemeClr val="tx1">
                    <a:lumMod val="65000"/>
                    <a:lumOff val="35000"/>
                  </a:schemeClr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7.</a:t>
            </a:r>
            <a:endParaRPr kumimoji="0" sz="2000" b="1" kern="0" dirty="0">
              <a:solidFill>
                <a:schemeClr val="tx1">
                  <a:lumMod val="65000"/>
                  <a:lumOff val="35000"/>
                </a:schemeClr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F5C39C8C-7861-5606-B47D-850598DAFE1A}"/>
              </a:ext>
            </a:extLst>
          </p:cNvPr>
          <p:cNvSpPr/>
          <p:nvPr/>
        </p:nvSpPr>
        <p:spPr>
          <a:xfrm>
            <a:off x="7464152" y="4004061"/>
            <a:ext cx="1543323" cy="235388"/>
          </a:xfrm>
          <a:prstGeom prst="rect">
            <a:avLst/>
          </a:prstGeom>
          <a:solidFill>
            <a:schemeClr val="tx2">
              <a:lumMod val="20000"/>
              <a:lumOff val="80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A6BA1768-48CB-9DC2-888F-327F547D96AF}"/>
              </a:ext>
            </a:extLst>
          </p:cNvPr>
          <p:cNvSpPr/>
          <p:nvPr/>
        </p:nvSpPr>
        <p:spPr>
          <a:xfrm>
            <a:off x="6800850" y="4253394"/>
            <a:ext cx="2206625" cy="235388"/>
          </a:xfrm>
          <a:prstGeom prst="rect">
            <a:avLst/>
          </a:prstGeom>
          <a:solidFill>
            <a:schemeClr val="tx2">
              <a:lumMod val="20000"/>
              <a:lumOff val="80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4" name="화살표: 오각형 43">
            <a:extLst>
              <a:ext uri="{FF2B5EF4-FFF2-40B4-BE49-F238E27FC236}">
                <a16:creationId xmlns:a16="http://schemas.microsoft.com/office/drawing/2014/main" id="{276FCF25-DC98-6C66-9EB8-3C2DC84BC6D3}"/>
              </a:ext>
            </a:extLst>
          </p:cNvPr>
          <p:cNvSpPr/>
          <p:nvPr/>
        </p:nvSpPr>
        <p:spPr>
          <a:xfrm rot="10800000">
            <a:off x="8652284" y="4253394"/>
            <a:ext cx="350515" cy="235268"/>
          </a:xfrm>
          <a:prstGeom prst="homePlate">
            <a:avLst>
              <a:gd name="adj" fmla="val 23276"/>
            </a:avLst>
          </a:prstGeom>
          <a:solidFill>
            <a:schemeClr val="tx2">
              <a:lumMod val="60000"/>
              <a:lumOff val="40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5" name="화살표: 오각형 44">
            <a:extLst>
              <a:ext uri="{FF2B5EF4-FFF2-40B4-BE49-F238E27FC236}">
                <a16:creationId xmlns:a16="http://schemas.microsoft.com/office/drawing/2014/main" id="{89BC3146-A001-35A0-EB67-4414D9987366}"/>
              </a:ext>
            </a:extLst>
          </p:cNvPr>
          <p:cNvSpPr/>
          <p:nvPr/>
        </p:nvSpPr>
        <p:spPr>
          <a:xfrm>
            <a:off x="7465607" y="4003374"/>
            <a:ext cx="350515" cy="235268"/>
          </a:xfrm>
          <a:prstGeom prst="homePlate">
            <a:avLst>
              <a:gd name="adj" fmla="val 23276"/>
            </a:avLst>
          </a:prstGeom>
          <a:solidFill>
            <a:schemeClr val="tx2">
              <a:lumMod val="60000"/>
              <a:lumOff val="40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6" name="그림 45">
            <a:extLst>
              <a:ext uri="{FF2B5EF4-FFF2-40B4-BE49-F238E27FC236}">
                <a16:creationId xmlns:a16="http://schemas.microsoft.com/office/drawing/2014/main" id="{CD9705C6-503D-1691-E51F-B0B0E179D2EB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655174" y="5316967"/>
            <a:ext cx="2402032" cy="524301"/>
          </a:xfrm>
          <a:prstGeom prst="rect">
            <a:avLst/>
          </a:prstGeom>
        </p:spPr>
      </p:pic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E239D7EA-2448-6948-701E-ED20AA5EEF12}"/>
              </a:ext>
            </a:extLst>
          </p:cNvPr>
          <p:cNvSpPr/>
          <p:nvPr/>
        </p:nvSpPr>
        <p:spPr bwMode="auto">
          <a:xfrm>
            <a:off x="6733496" y="5808154"/>
            <a:ext cx="2275090" cy="321146"/>
          </a:xfrm>
          <a:prstGeom prst="roundRect">
            <a:avLst>
              <a:gd name="adj" fmla="val 12712"/>
            </a:avLst>
          </a:prstGeom>
          <a:solidFill>
            <a:schemeClr val="tx1"/>
          </a:solidFill>
          <a:ln w="12700">
            <a:noFill/>
            <a:prstDash val="dash"/>
            <a:miter lim="800000"/>
            <a:headEnd/>
            <a:tailEnd/>
          </a:ln>
        </p:spPr>
        <p:txBody>
          <a:bodyPr wrap="none" rtlCol="0" anchor="ctr"/>
          <a:lstStyle/>
          <a:p>
            <a:pPr algn="ctr"/>
            <a:r>
              <a: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</a:t>
            </a:r>
          </a:p>
        </p:txBody>
      </p:sp>
      <p:pic>
        <p:nvPicPr>
          <p:cNvPr id="49" name="Picture 6" descr="필터 - 무료 ui개 아이콘">
            <a:extLst>
              <a:ext uri="{FF2B5EF4-FFF2-40B4-BE49-F238E27FC236}">
                <a16:creationId xmlns:a16="http://schemas.microsoft.com/office/drawing/2014/main" id="{9CB1E8B6-EBBA-F60E-8945-2792D42BDD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47628" y="1825183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0" name="TextBox 49">
            <a:extLst>
              <a:ext uri="{FF2B5EF4-FFF2-40B4-BE49-F238E27FC236}">
                <a16:creationId xmlns:a16="http://schemas.microsoft.com/office/drawing/2014/main" id="{AA276DB9-DA5A-1602-C52A-F0C692D44380}"/>
              </a:ext>
            </a:extLst>
          </p:cNvPr>
          <p:cNvSpPr txBox="1"/>
          <p:nvPr/>
        </p:nvSpPr>
        <p:spPr>
          <a:xfrm>
            <a:off x="545890" y="1778203"/>
            <a:ext cx="325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100" dirty="0">
                <a:sym typeface="Webdings" panose="05030102010509060703" pitchFamily="18" charset="2"/>
              </a:rPr>
              <a:t></a:t>
            </a:r>
            <a:endParaRPr lang="ko-KR" altLang="en-US" sz="1100" dirty="0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A22D13CF-50FA-F2C5-1CA1-08947AABC271}"/>
              </a:ext>
            </a:extLst>
          </p:cNvPr>
          <p:cNvSpPr txBox="1"/>
          <p:nvPr/>
        </p:nvSpPr>
        <p:spPr>
          <a:xfrm>
            <a:off x="584622" y="3171143"/>
            <a:ext cx="2402742" cy="4378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뽑기 검색 입니다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상세한 검색은 </a:t>
            </a:r>
            <a:r>
              <a:rPr kumimoji="1" lang="ko-KR" altLang="en-US" sz="800" b="0" i="0" u="sng" strike="noStrike" kern="1200" cap="none" spc="0" normalizeH="0" baseline="0" noProof="0" dirty="0">
                <a:ln>
                  <a:noFill/>
                </a:ln>
                <a:solidFill>
                  <a:srgbClr val="1A73E8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검색 옵션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을 사용해 보세요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1CFF950C-B2EF-085E-CDC4-1AC0AE520E1C}"/>
              </a:ext>
            </a:extLst>
          </p:cNvPr>
          <p:cNvSpPr/>
          <p:nvPr/>
        </p:nvSpPr>
        <p:spPr>
          <a:xfrm>
            <a:off x="2749547" y="1664804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53" name="그림 52">
            <a:extLst>
              <a:ext uri="{FF2B5EF4-FFF2-40B4-BE49-F238E27FC236}">
                <a16:creationId xmlns:a16="http://schemas.microsoft.com/office/drawing/2014/main" id="{8E3F8A21-CD87-3D99-952A-2B73EBFDC067}"/>
              </a:ext>
            </a:extLst>
          </p:cNvPr>
          <p:cNvPicPr>
            <a:picLocks noChangeAspect="1"/>
          </p:cNvPicPr>
          <p:nvPr/>
        </p:nvPicPr>
        <p:blipFill>
          <a:blip r:embed="rId13"/>
          <a:srcRect t="48219"/>
          <a:stretch>
            <a:fillRect/>
          </a:stretch>
        </p:blipFill>
        <p:spPr>
          <a:xfrm>
            <a:off x="6760995" y="3521111"/>
            <a:ext cx="2274067" cy="109208"/>
          </a:xfrm>
          <a:prstGeom prst="rect">
            <a:avLst/>
          </a:prstGeom>
        </p:spPr>
      </p:pic>
      <p:cxnSp>
        <p:nvCxnSpPr>
          <p:cNvPr id="54" name="연결선: 꺾임 53">
            <a:extLst>
              <a:ext uri="{FF2B5EF4-FFF2-40B4-BE49-F238E27FC236}">
                <a16:creationId xmlns:a16="http://schemas.microsoft.com/office/drawing/2014/main" id="{100FF013-4D2D-15AB-04F6-9332FBCC1EFB}"/>
              </a:ext>
            </a:extLst>
          </p:cNvPr>
          <p:cNvCxnSpPr>
            <a:cxnSpLocks/>
            <a:stCxn id="16" idx="3"/>
            <a:endCxn id="49" idx="3"/>
          </p:cNvCxnSpPr>
          <p:nvPr/>
        </p:nvCxnSpPr>
        <p:spPr>
          <a:xfrm rot="16200000" flipV="1">
            <a:off x="2962262" y="1862024"/>
            <a:ext cx="1809552" cy="1903520"/>
          </a:xfrm>
          <a:prstGeom prst="bentConnector2">
            <a:avLst/>
          </a:prstGeom>
          <a:ln>
            <a:solidFill>
              <a:srgbClr val="FF0000"/>
            </a:solidFill>
            <a:prstDash val="dash"/>
            <a:headEnd type="triangl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DCAAE949-DBD5-2F02-332C-9AF156042510}"/>
              </a:ext>
            </a:extLst>
          </p:cNvPr>
          <p:cNvGrpSpPr/>
          <p:nvPr/>
        </p:nvGrpSpPr>
        <p:grpSpPr>
          <a:xfrm>
            <a:off x="943521" y="1795182"/>
            <a:ext cx="1692188" cy="227652"/>
            <a:chOff x="943521" y="1528185"/>
            <a:chExt cx="1692188" cy="227652"/>
          </a:xfrm>
        </p:grpSpPr>
        <p:sp>
          <p:nvSpPr>
            <p:cNvPr id="56" name="Button">
              <a:extLst>
                <a:ext uri="{FF2B5EF4-FFF2-40B4-BE49-F238E27FC236}">
                  <a16:creationId xmlns:a16="http://schemas.microsoft.com/office/drawing/2014/main" id="{2E747944-D678-3C6B-7647-847AFA120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521" y="1528185"/>
              <a:ext cx="1692188" cy="227652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Ins="36000"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   뽑기 검색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57" name="그래픽 56">
              <a:extLst>
                <a:ext uri="{FF2B5EF4-FFF2-40B4-BE49-F238E27FC236}">
                  <a16:creationId xmlns:a16="http://schemas.microsoft.com/office/drawing/2014/main" id="{8B56C521-3637-79E7-6CEB-7957F6AB4CF5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1003146" y="1559052"/>
              <a:ext cx="160822" cy="160822"/>
            </a:xfrm>
            <a:prstGeom prst="rect">
              <a:avLst/>
            </a:prstGeom>
          </p:spPr>
        </p:pic>
      </p:grpSp>
      <p:graphicFrame>
        <p:nvGraphicFramePr>
          <p:cNvPr id="72" name="Group 323">
            <a:extLst>
              <a:ext uri="{FF2B5EF4-FFF2-40B4-BE49-F238E27FC236}">
                <a16:creationId xmlns:a16="http://schemas.microsoft.com/office/drawing/2014/main" id="{102862CD-FDBC-8555-400A-43EF00EEC2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7665766"/>
              </p:ext>
            </p:extLst>
          </p:nvPr>
        </p:nvGraphicFramePr>
        <p:xfrm>
          <a:off x="9625013" y="575703"/>
          <a:ext cx="2519969" cy="469392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 옵션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클릭 시 검색 옵션 창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모달창으로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닫기 버튼 또는 창 밖을 클릭 할 경우 닫힘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27757710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EFD3B3FD-72DB-A65A-890B-593C293C7EA1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5340" y="411980"/>
            <a:ext cx="9436335" cy="424732"/>
          </a:xfrm>
        </p:spPr>
        <p:txBody>
          <a:bodyPr/>
          <a:lstStyle/>
          <a:p>
            <a:r>
              <a:rPr lang="ko-KR" altLang="en-US" dirty="0"/>
              <a:t>반응형 </a:t>
            </a:r>
            <a:r>
              <a:rPr lang="en-US" altLang="ko-KR" dirty="0"/>
              <a:t>UI &gt; </a:t>
            </a:r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검색 결과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5BC59C2C-ED76-3C32-C70F-FB3FE4FAAC9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후원 리스트 위젯 </a:t>
            </a:r>
            <a:r>
              <a:rPr lang="en-US" altLang="ko-KR" dirty="0"/>
              <a:t>&gt; </a:t>
            </a:r>
            <a:r>
              <a:rPr lang="ko-KR" altLang="en-US" dirty="0"/>
              <a:t>반응형 </a:t>
            </a:r>
            <a:r>
              <a:rPr lang="en-US" altLang="ko-KR" dirty="0"/>
              <a:t>UI</a:t>
            </a:r>
            <a:endParaRPr lang="ko-KR" altLang="en-US" dirty="0"/>
          </a:p>
        </p:txBody>
      </p:sp>
      <p:sp>
        <p:nvSpPr>
          <p:cNvPr id="4" name="Google Shape;1197;p27">
            <a:extLst>
              <a:ext uri="{FF2B5EF4-FFF2-40B4-BE49-F238E27FC236}">
                <a16:creationId xmlns:a16="http://schemas.microsoft.com/office/drawing/2014/main" id="{F8DE74A2-E699-43C0-62C8-5987C7451156}"/>
              </a:ext>
            </a:extLst>
          </p:cNvPr>
          <p:cNvSpPr/>
          <p:nvPr/>
        </p:nvSpPr>
        <p:spPr>
          <a:xfrm>
            <a:off x="512116" y="1510536"/>
            <a:ext cx="2566556" cy="4726776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ker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  <a:cs typeface="Calibri"/>
                <a:sym typeface="Calibri"/>
              </a:rPr>
              <a:t>후원 리스트</a:t>
            </a:r>
            <a:endParaRPr kumimoji="0" sz="9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5" name="Google Shape;1198;p27">
            <a:extLst>
              <a:ext uri="{FF2B5EF4-FFF2-40B4-BE49-F238E27FC236}">
                <a16:creationId xmlns:a16="http://schemas.microsoft.com/office/drawing/2014/main" id="{DA1F510E-780C-024E-CB09-6848FDB65F7B}"/>
              </a:ext>
            </a:extLst>
          </p:cNvPr>
          <p:cNvSpPr/>
          <p:nvPr/>
        </p:nvSpPr>
        <p:spPr>
          <a:xfrm>
            <a:off x="567170" y="1717057"/>
            <a:ext cx="2470586" cy="4459419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6" name="Picture 6" descr="필터 - 무료 ui개 아이콘">
            <a:extLst>
              <a:ext uri="{FF2B5EF4-FFF2-40B4-BE49-F238E27FC236}">
                <a16:creationId xmlns:a16="http://schemas.microsoft.com/office/drawing/2014/main" id="{230A67E5-FB76-3636-FE86-4B66046FCF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47628" y="1825183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EC911333-655A-90FB-D228-BE7C128DD6F6}"/>
              </a:ext>
            </a:extLst>
          </p:cNvPr>
          <p:cNvSpPr txBox="1"/>
          <p:nvPr/>
        </p:nvSpPr>
        <p:spPr>
          <a:xfrm>
            <a:off x="545890" y="1778203"/>
            <a:ext cx="325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100" dirty="0">
                <a:sym typeface="Webdings" panose="05030102010509060703" pitchFamily="18" charset="2"/>
              </a:rPr>
              <a:t></a:t>
            </a:r>
            <a:endParaRPr lang="ko-KR" altLang="en-US" sz="1100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3F4513-D950-5B64-1F3D-21D98EAA79B0}"/>
              </a:ext>
            </a:extLst>
          </p:cNvPr>
          <p:cNvSpPr txBox="1"/>
          <p:nvPr/>
        </p:nvSpPr>
        <p:spPr>
          <a:xfrm>
            <a:off x="584622" y="3171143"/>
            <a:ext cx="2402742" cy="4378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뽑기 검색 입니다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상세한 검색은 </a:t>
            </a:r>
            <a:r>
              <a:rPr kumimoji="1" lang="ko-KR" altLang="en-US" sz="800" b="0" i="0" u="sng" strike="noStrike" kern="1200" cap="none" spc="0" normalizeH="0" baseline="0" noProof="0" dirty="0">
                <a:ln>
                  <a:noFill/>
                </a:ln>
                <a:solidFill>
                  <a:srgbClr val="1A73E8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검색 옵션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을 사용해 보세요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8BA9A5F2-B619-949A-9797-7E03F98443FA}"/>
              </a:ext>
            </a:extLst>
          </p:cNvPr>
          <p:cNvGrpSpPr/>
          <p:nvPr/>
        </p:nvGrpSpPr>
        <p:grpSpPr>
          <a:xfrm>
            <a:off x="943521" y="1795182"/>
            <a:ext cx="1692188" cy="227652"/>
            <a:chOff x="943521" y="1528185"/>
            <a:chExt cx="1692188" cy="227652"/>
          </a:xfrm>
        </p:grpSpPr>
        <p:sp>
          <p:nvSpPr>
            <p:cNvPr id="11" name="Button">
              <a:extLst>
                <a:ext uri="{FF2B5EF4-FFF2-40B4-BE49-F238E27FC236}">
                  <a16:creationId xmlns:a16="http://schemas.microsoft.com/office/drawing/2014/main" id="{2B41FA4F-9D54-2474-DE17-1D8638022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521" y="1528185"/>
              <a:ext cx="1692188" cy="227652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Ins="36000"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   뽑기 검색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2" name="그래픽 11">
              <a:extLst>
                <a:ext uri="{FF2B5EF4-FFF2-40B4-BE49-F238E27FC236}">
                  <a16:creationId xmlns:a16="http://schemas.microsoft.com/office/drawing/2014/main" id="{3BDBFDF5-3240-5289-B9CF-78C46CB7CCC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003146" y="1559052"/>
              <a:ext cx="160822" cy="160822"/>
            </a:xfrm>
            <a:prstGeom prst="rect">
              <a:avLst/>
            </a:prstGeom>
          </p:spPr>
        </p:pic>
      </p:grpSp>
      <p:sp>
        <p:nvSpPr>
          <p:cNvPr id="13" name="Google Shape;1197;p27">
            <a:extLst>
              <a:ext uri="{FF2B5EF4-FFF2-40B4-BE49-F238E27FC236}">
                <a16:creationId xmlns:a16="http://schemas.microsoft.com/office/drawing/2014/main" id="{6CDFECB7-CABD-0E43-66E5-55777F09CBB4}"/>
              </a:ext>
            </a:extLst>
          </p:cNvPr>
          <p:cNvSpPr/>
          <p:nvPr/>
        </p:nvSpPr>
        <p:spPr>
          <a:xfrm>
            <a:off x="3551151" y="1510536"/>
            <a:ext cx="2566556" cy="4726776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ker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  <a:cs typeface="Calibri"/>
                <a:sym typeface="Calibri"/>
              </a:rPr>
              <a:t>후원 리스트</a:t>
            </a:r>
            <a:endParaRPr kumimoji="0" sz="9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14" name="Google Shape;1198;p27">
            <a:extLst>
              <a:ext uri="{FF2B5EF4-FFF2-40B4-BE49-F238E27FC236}">
                <a16:creationId xmlns:a16="http://schemas.microsoft.com/office/drawing/2014/main" id="{AB176FB1-8A58-2D89-B048-BE04972E4F7F}"/>
              </a:ext>
            </a:extLst>
          </p:cNvPr>
          <p:cNvSpPr/>
          <p:nvPr/>
        </p:nvSpPr>
        <p:spPr>
          <a:xfrm>
            <a:off x="3597837" y="1717057"/>
            <a:ext cx="2470586" cy="4459420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" name="Button">
            <a:extLst>
              <a:ext uri="{FF2B5EF4-FFF2-40B4-BE49-F238E27FC236}">
                <a16:creationId xmlns:a16="http://schemas.microsoft.com/office/drawing/2014/main" id="{44B55EDF-63D8-83B9-2B7D-DE855A31228A}"/>
              </a:ext>
            </a:extLst>
          </p:cNvPr>
          <p:cNvSpPr>
            <a:spLocks/>
          </p:cNvSpPr>
          <p:nvPr/>
        </p:nvSpPr>
        <p:spPr bwMode="auto">
          <a:xfrm>
            <a:off x="3976527" y="1770703"/>
            <a:ext cx="1692188" cy="22765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Ins="3600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   뽑기 검색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6" name="Picture 6" descr="필터 - 무료 ui개 아이콘">
            <a:extLst>
              <a:ext uri="{FF2B5EF4-FFF2-40B4-BE49-F238E27FC236}">
                <a16:creationId xmlns:a16="http://schemas.microsoft.com/office/drawing/2014/main" id="{C131F921-1835-4CD9-E9CD-49E74E583C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07968" y="1800704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1A27B4B6-D61B-EEAB-4F39-8AFDBFA4CAE9}"/>
              </a:ext>
            </a:extLst>
          </p:cNvPr>
          <p:cNvSpPr txBox="1"/>
          <p:nvPr/>
        </p:nvSpPr>
        <p:spPr>
          <a:xfrm>
            <a:off x="3582518" y="1753724"/>
            <a:ext cx="325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100" dirty="0">
                <a:sym typeface="Webdings" panose="05030102010509060703" pitchFamily="18" charset="2"/>
              </a:rPr>
              <a:t></a:t>
            </a:r>
            <a:endParaRPr lang="ko-KR" altLang="en-US" sz="1100" dirty="0"/>
          </a:p>
        </p:txBody>
      </p:sp>
      <p:pic>
        <p:nvPicPr>
          <p:cNvPr id="20" name="그래픽 19">
            <a:extLst>
              <a:ext uri="{FF2B5EF4-FFF2-40B4-BE49-F238E27FC236}">
                <a16:creationId xmlns:a16="http://schemas.microsoft.com/office/drawing/2014/main" id="{1D9CB664-A171-9EA4-148A-06382CA4E3E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036152" y="1801570"/>
            <a:ext cx="160822" cy="160822"/>
          </a:xfrm>
          <a:prstGeom prst="rect">
            <a:avLst/>
          </a:prstGeom>
        </p:spPr>
      </p:pic>
      <p:sp>
        <p:nvSpPr>
          <p:cNvPr id="21" name="TextBox 20">
            <a:extLst>
              <a:ext uri="{FF2B5EF4-FFF2-40B4-BE49-F238E27FC236}">
                <a16:creationId xmlns:a16="http://schemas.microsoft.com/office/drawing/2014/main" id="{6D9099F6-DB92-79EC-8DEC-44C5A8BA5E88}"/>
              </a:ext>
            </a:extLst>
          </p:cNvPr>
          <p:cNvSpPr txBox="1"/>
          <p:nvPr/>
        </p:nvSpPr>
        <p:spPr>
          <a:xfrm>
            <a:off x="3596939" y="2030427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 결과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54EB044F-6631-F9B2-F6BD-97063FA7E446}"/>
              </a:ext>
            </a:extLst>
          </p:cNvPr>
          <p:cNvSpPr/>
          <p:nvPr/>
        </p:nvSpPr>
        <p:spPr>
          <a:xfrm>
            <a:off x="3626030" y="2302418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3B2B2ABC-C534-477B-B204-AE0264AF6AE8}"/>
              </a:ext>
            </a:extLst>
          </p:cNvPr>
          <p:cNvSpPr/>
          <p:nvPr/>
        </p:nvSpPr>
        <p:spPr>
          <a:xfrm>
            <a:off x="3625420" y="2534735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15E5040-5913-CDC9-D0B2-7BE0B167AF7C}"/>
              </a:ext>
            </a:extLst>
          </p:cNvPr>
          <p:cNvSpPr txBox="1"/>
          <p:nvPr/>
        </p:nvSpPr>
        <p:spPr>
          <a:xfrm>
            <a:off x="3954943" y="2561023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D5A8718-79B5-3E03-1032-4B10FD9DCDD0}"/>
              </a:ext>
            </a:extLst>
          </p:cNvPr>
          <p:cNvSpPr txBox="1"/>
          <p:nvPr/>
        </p:nvSpPr>
        <p:spPr>
          <a:xfrm>
            <a:off x="3955712" y="2928485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7D09533-94ED-43CA-F8C1-B3DC72A2CBCF}"/>
              </a:ext>
            </a:extLst>
          </p:cNvPr>
          <p:cNvSpPr txBox="1"/>
          <p:nvPr/>
        </p:nvSpPr>
        <p:spPr>
          <a:xfrm>
            <a:off x="5587781" y="2651989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CBAFFB71-67A1-45CF-6BEB-0EBC5C5CF06B}"/>
              </a:ext>
            </a:extLst>
          </p:cNvPr>
          <p:cNvSpPr txBox="1"/>
          <p:nvPr/>
        </p:nvSpPr>
        <p:spPr>
          <a:xfrm>
            <a:off x="5699956" y="2966531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8" name="그림 27">
            <a:extLst>
              <a:ext uri="{FF2B5EF4-FFF2-40B4-BE49-F238E27FC236}">
                <a16:creationId xmlns:a16="http://schemas.microsoft.com/office/drawing/2014/main" id="{BE5886AD-C35F-B11C-2C09-A9B3C63E2D3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685914" y="2664913"/>
            <a:ext cx="268247" cy="268247"/>
          </a:xfrm>
          <a:prstGeom prst="rect">
            <a:avLst/>
          </a:prstGeom>
        </p:spPr>
      </p:pic>
      <p:sp>
        <p:nvSpPr>
          <p:cNvPr id="29" name="직사각형 28">
            <a:extLst>
              <a:ext uri="{FF2B5EF4-FFF2-40B4-BE49-F238E27FC236}">
                <a16:creationId xmlns:a16="http://schemas.microsoft.com/office/drawing/2014/main" id="{9615A91B-0B12-93C6-6E06-27E9E91FB688}"/>
              </a:ext>
            </a:extLst>
          </p:cNvPr>
          <p:cNvSpPr/>
          <p:nvPr/>
        </p:nvSpPr>
        <p:spPr>
          <a:xfrm>
            <a:off x="3754199" y="3053512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pic>
        <p:nvPicPr>
          <p:cNvPr id="30" name="그림 29">
            <a:extLst>
              <a:ext uri="{FF2B5EF4-FFF2-40B4-BE49-F238E27FC236}">
                <a16:creationId xmlns:a16="http://schemas.microsoft.com/office/drawing/2014/main" id="{D008E564-8EF8-4D98-29AF-96A5445F40E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840317" y="2329430"/>
            <a:ext cx="187790" cy="192370"/>
          </a:xfrm>
          <a:prstGeom prst="rect">
            <a:avLst/>
          </a:prstGeom>
        </p:spPr>
      </p:pic>
      <p:sp>
        <p:nvSpPr>
          <p:cNvPr id="31" name="직사각형 30">
            <a:extLst>
              <a:ext uri="{FF2B5EF4-FFF2-40B4-BE49-F238E27FC236}">
                <a16:creationId xmlns:a16="http://schemas.microsoft.com/office/drawing/2014/main" id="{2CCC6755-BAF2-3F87-CF75-E330EB2D3CC4}"/>
              </a:ext>
            </a:extLst>
          </p:cNvPr>
          <p:cNvSpPr/>
          <p:nvPr/>
        </p:nvSpPr>
        <p:spPr>
          <a:xfrm>
            <a:off x="3625420" y="3281864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79C8DC5-C9C7-8FCD-254E-746A818ADA92}"/>
              </a:ext>
            </a:extLst>
          </p:cNvPr>
          <p:cNvSpPr txBox="1"/>
          <p:nvPr/>
        </p:nvSpPr>
        <p:spPr>
          <a:xfrm>
            <a:off x="3954943" y="330815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26433F7-EA38-6530-8496-C070846F8B74}"/>
              </a:ext>
            </a:extLst>
          </p:cNvPr>
          <p:cNvSpPr txBox="1"/>
          <p:nvPr/>
        </p:nvSpPr>
        <p:spPr>
          <a:xfrm>
            <a:off x="3955712" y="3675614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6128176-C336-9776-741D-57F846724931}"/>
              </a:ext>
            </a:extLst>
          </p:cNvPr>
          <p:cNvSpPr txBox="1"/>
          <p:nvPr/>
        </p:nvSpPr>
        <p:spPr>
          <a:xfrm>
            <a:off x="5587781" y="339911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A5A0A999-EE2B-C6DA-C766-06B8116F4E79}"/>
              </a:ext>
            </a:extLst>
          </p:cNvPr>
          <p:cNvSpPr txBox="1"/>
          <p:nvPr/>
        </p:nvSpPr>
        <p:spPr>
          <a:xfrm>
            <a:off x="5699956" y="371366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36" name="그림 35">
            <a:extLst>
              <a:ext uri="{FF2B5EF4-FFF2-40B4-BE49-F238E27FC236}">
                <a16:creationId xmlns:a16="http://schemas.microsoft.com/office/drawing/2014/main" id="{52DB4D8E-2643-20C4-BB76-789D2A1362C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685914" y="3412042"/>
            <a:ext cx="268247" cy="268247"/>
          </a:xfrm>
          <a:prstGeom prst="rect">
            <a:avLst/>
          </a:prstGeom>
        </p:spPr>
      </p:pic>
      <p:sp>
        <p:nvSpPr>
          <p:cNvPr id="37" name="직사각형 36">
            <a:extLst>
              <a:ext uri="{FF2B5EF4-FFF2-40B4-BE49-F238E27FC236}">
                <a16:creationId xmlns:a16="http://schemas.microsoft.com/office/drawing/2014/main" id="{470442A7-FE57-0311-3312-C193200F6EBE}"/>
              </a:ext>
            </a:extLst>
          </p:cNvPr>
          <p:cNvSpPr/>
          <p:nvPr/>
        </p:nvSpPr>
        <p:spPr>
          <a:xfrm>
            <a:off x="3754199" y="3800641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90D6E47F-F962-8A2F-2DBD-10551399DA4B}"/>
              </a:ext>
            </a:extLst>
          </p:cNvPr>
          <p:cNvSpPr/>
          <p:nvPr/>
        </p:nvSpPr>
        <p:spPr>
          <a:xfrm>
            <a:off x="3625420" y="4039656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D4EE953B-FEFA-7728-8C90-1BFB944622A3}"/>
              </a:ext>
            </a:extLst>
          </p:cNvPr>
          <p:cNvSpPr txBox="1"/>
          <p:nvPr/>
        </p:nvSpPr>
        <p:spPr>
          <a:xfrm>
            <a:off x="3954943" y="4065944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147CFA8-B8A5-F15F-04AC-C5BF5018200A}"/>
              </a:ext>
            </a:extLst>
          </p:cNvPr>
          <p:cNvSpPr txBox="1"/>
          <p:nvPr/>
        </p:nvSpPr>
        <p:spPr>
          <a:xfrm>
            <a:off x="3955712" y="4433406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AED4F3DC-5901-A220-CA50-8DD78F003BC5}"/>
              </a:ext>
            </a:extLst>
          </p:cNvPr>
          <p:cNvSpPr txBox="1"/>
          <p:nvPr/>
        </p:nvSpPr>
        <p:spPr>
          <a:xfrm>
            <a:off x="5587781" y="4156910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1A51C23A-D52B-20F3-473D-11C8554244E5}"/>
              </a:ext>
            </a:extLst>
          </p:cNvPr>
          <p:cNvSpPr txBox="1"/>
          <p:nvPr/>
        </p:nvSpPr>
        <p:spPr>
          <a:xfrm>
            <a:off x="5699956" y="4471452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3" name="그림 42">
            <a:extLst>
              <a:ext uri="{FF2B5EF4-FFF2-40B4-BE49-F238E27FC236}">
                <a16:creationId xmlns:a16="http://schemas.microsoft.com/office/drawing/2014/main" id="{E2B861A2-86BA-1E2F-5AB0-EE8E8DBEB18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685914" y="4169834"/>
            <a:ext cx="268247" cy="268247"/>
          </a:xfrm>
          <a:prstGeom prst="rect">
            <a:avLst/>
          </a:prstGeom>
        </p:spPr>
      </p:pic>
      <p:sp>
        <p:nvSpPr>
          <p:cNvPr id="44" name="직사각형 43">
            <a:extLst>
              <a:ext uri="{FF2B5EF4-FFF2-40B4-BE49-F238E27FC236}">
                <a16:creationId xmlns:a16="http://schemas.microsoft.com/office/drawing/2014/main" id="{4706E8F1-E07F-A285-6F96-0B96681B5FD3}"/>
              </a:ext>
            </a:extLst>
          </p:cNvPr>
          <p:cNvSpPr/>
          <p:nvPr/>
        </p:nvSpPr>
        <p:spPr>
          <a:xfrm>
            <a:off x="3754199" y="4558433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735A9AB-A75C-35D8-3D58-CD5970E3EFDB}"/>
              </a:ext>
            </a:extLst>
          </p:cNvPr>
          <p:cNvSpPr/>
          <p:nvPr/>
        </p:nvSpPr>
        <p:spPr>
          <a:xfrm>
            <a:off x="3625420" y="4786785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94B539EF-64D3-9B60-8261-C08656E8A935}"/>
              </a:ext>
            </a:extLst>
          </p:cNvPr>
          <p:cNvSpPr txBox="1"/>
          <p:nvPr/>
        </p:nvSpPr>
        <p:spPr>
          <a:xfrm>
            <a:off x="3954943" y="4813073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C93608BE-5C44-1166-27F1-CBB57FFABB62}"/>
              </a:ext>
            </a:extLst>
          </p:cNvPr>
          <p:cNvSpPr txBox="1"/>
          <p:nvPr/>
        </p:nvSpPr>
        <p:spPr>
          <a:xfrm>
            <a:off x="3955712" y="5180535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0D3911EB-CA1C-CE0B-D1B7-0B891C899E09}"/>
              </a:ext>
            </a:extLst>
          </p:cNvPr>
          <p:cNvSpPr txBox="1"/>
          <p:nvPr/>
        </p:nvSpPr>
        <p:spPr>
          <a:xfrm>
            <a:off x="5587781" y="4904039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681C6ED-A443-3A6B-73C7-221CD3A20D40}"/>
              </a:ext>
            </a:extLst>
          </p:cNvPr>
          <p:cNvSpPr txBox="1"/>
          <p:nvPr/>
        </p:nvSpPr>
        <p:spPr>
          <a:xfrm>
            <a:off x="5699956" y="5218581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50" name="그림 49">
            <a:extLst>
              <a:ext uri="{FF2B5EF4-FFF2-40B4-BE49-F238E27FC236}">
                <a16:creationId xmlns:a16="http://schemas.microsoft.com/office/drawing/2014/main" id="{2C0CA2A0-4C9B-679B-A935-AA1636AAF58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685914" y="4916963"/>
            <a:ext cx="268247" cy="268247"/>
          </a:xfrm>
          <a:prstGeom prst="rect">
            <a:avLst/>
          </a:prstGeom>
        </p:spPr>
      </p:pic>
      <p:sp>
        <p:nvSpPr>
          <p:cNvPr id="51" name="직사각형 50">
            <a:extLst>
              <a:ext uri="{FF2B5EF4-FFF2-40B4-BE49-F238E27FC236}">
                <a16:creationId xmlns:a16="http://schemas.microsoft.com/office/drawing/2014/main" id="{7640D320-D1F5-DDFB-8279-73F99AFEAFC7}"/>
              </a:ext>
            </a:extLst>
          </p:cNvPr>
          <p:cNvSpPr/>
          <p:nvPr/>
        </p:nvSpPr>
        <p:spPr>
          <a:xfrm>
            <a:off x="3754199" y="5305562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pic>
        <p:nvPicPr>
          <p:cNvPr id="60" name="그림 59">
            <a:extLst>
              <a:ext uri="{FF2B5EF4-FFF2-40B4-BE49-F238E27FC236}">
                <a16:creationId xmlns:a16="http://schemas.microsoft.com/office/drawing/2014/main" id="{6D98D6C2-060B-2071-76CF-4B75B32035B7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l="-1" t="-2" r="1730" b="18009"/>
          <a:stretch>
            <a:fillRect/>
          </a:stretch>
        </p:blipFill>
        <p:spPr>
          <a:xfrm>
            <a:off x="3631171" y="5546644"/>
            <a:ext cx="2438350" cy="629832"/>
          </a:xfrm>
          <a:prstGeom prst="rect">
            <a:avLst/>
          </a:prstGeom>
        </p:spPr>
      </p:pic>
      <p:sp>
        <p:nvSpPr>
          <p:cNvPr id="61" name="타원 60">
            <a:extLst>
              <a:ext uri="{FF2B5EF4-FFF2-40B4-BE49-F238E27FC236}">
                <a16:creationId xmlns:a16="http://schemas.microsoft.com/office/drawing/2014/main" id="{B0570F06-5160-B3A4-9541-E80C0B8E1269}"/>
              </a:ext>
            </a:extLst>
          </p:cNvPr>
          <p:cNvSpPr/>
          <p:nvPr/>
        </p:nvSpPr>
        <p:spPr>
          <a:xfrm>
            <a:off x="4290817" y="2073534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C9274DBC-4E16-7BB3-779F-63F0119BACDD}"/>
              </a:ext>
            </a:extLst>
          </p:cNvPr>
          <p:cNvSpPr txBox="1"/>
          <p:nvPr/>
        </p:nvSpPr>
        <p:spPr>
          <a:xfrm>
            <a:off x="3705576" y="5552672"/>
            <a:ext cx="2241014" cy="560361"/>
          </a:xfrm>
          <a:prstGeom prst="roundRect">
            <a:avLst>
              <a:gd name="adj" fmla="val 9845"/>
            </a:avLst>
          </a:prstGeom>
          <a:solidFill>
            <a:schemeClr val="tx1">
              <a:lumMod val="85000"/>
              <a:lumOff val="15000"/>
              <a:alpha val="80000"/>
            </a:schemeClr>
          </a:solidFill>
          <a:ln>
            <a:solidFill>
              <a:schemeClr val="bg1"/>
            </a:solidFill>
          </a:ln>
        </p:spPr>
        <p:txBody>
          <a:bodyPr wrap="square" lIns="36000" tIns="36000" rIns="36000" bIns="36000" anchor="ctr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검색 결과가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건이</a:t>
            </a:r>
            <a:r>
              <a:rPr lang="en-US" altLang="ko-KR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초과되었습니다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0" marR="0" lvl="0" indent="0" algn="ctr" defTabSz="914400" rtl="0" eaLnBrk="1" fontAlgn="base" latinLnBrk="1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※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최근 순으로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 까지만 검색 결과를 보실 수 있습니다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  <p:sp>
        <p:nvSpPr>
          <p:cNvPr id="73" name="타원 72">
            <a:extLst>
              <a:ext uri="{FF2B5EF4-FFF2-40B4-BE49-F238E27FC236}">
                <a16:creationId xmlns:a16="http://schemas.microsoft.com/office/drawing/2014/main" id="{AA19E399-3ACA-458C-9ACA-594D364B51FC}"/>
              </a:ext>
            </a:extLst>
          </p:cNvPr>
          <p:cNvSpPr/>
          <p:nvPr/>
        </p:nvSpPr>
        <p:spPr>
          <a:xfrm>
            <a:off x="3596911" y="5622275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74" name="Group 323">
            <a:extLst>
              <a:ext uri="{FF2B5EF4-FFF2-40B4-BE49-F238E27FC236}">
                <a16:creationId xmlns:a16="http://schemas.microsoft.com/office/drawing/2014/main" id="{1DDE12FC-2747-1AF5-733A-C4C368DD92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4606705"/>
              </p:ext>
            </p:extLst>
          </p:nvPr>
        </p:nvGraphicFramePr>
        <p:xfrm>
          <a:off x="9625013" y="575703"/>
          <a:ext cx="2519969" cy="1715283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 결과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 결과는 최근 순으로 최대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1,000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개까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지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 결과 초과 팝업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- 1,000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개 초과 시 토스트 메시지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95238567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4DE780ED-B15B-93F9-83EF-888A0921E5FD}"/>
              </a:ext>
            </a:extLst>
          </p:cNvPr>
          <p:cNvSpPr>
            <a:spLocks noGrp="1"/>
          </p:cNvSpPr>
          <p:nvPr>
            <p:ph sz="quarter" idx="10"/>
          </p:nvPr>
        </p:nvSpPr>
        <p:spPr/>
        <p:txBody>
          <a:bodyPr/>
          <a:lstStyle/>
          <a:p>
            <a:r>
              <a:rPr lang="ko-KR" altLang="en-US"/>
              <a:t>기타 위젯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751DBDC8-1329-B6E8-2D88-9ACE77AA129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65838483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32A07FBB-35CC-6678-E880-1BBF01AF5F29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marL="0" indent="0">
              <a:buNone/>
            </a:pPr>
            <a:r>
              <a:rPr lang="ko-KR" altLang="en-US" dirty="0" err="1"/>
              <a:t>퀵</a:t>
            </a:r>
            <a:r>
              <a:rPr lang="ko-KR" altLang="en-US" dirty="0"/>
              <a:t> 제어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339CEB93-73D4-9A6A-DCA0-4DCD4B43B7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기타 위젯 </a:t>
            </a:r>
            <a:r>
              <a:rPr lang="en-US" altLang="ko-KR" dirty="0"/>
              <a:t>&gt; </a:t>
            </a:r>
            <a:r>
              <a:rPr lang="ko-KR" altLang="en-US" dirty="0" err="1"/>
              <a:t>퀵</a:t>
            </a:r>
            <a:r>
              <a:rPr lang="ko-KR" altLang="en-US" dirty="0"/>
              <a:t> 제어</a:t>
            </a:r>
          </a:p>
        </p:txBody>
      </p:sp>
      <p:sp>
        <p:nvSpPr>
          <p:cNvPr id="6" name="Google Shape;1301;p29">
            <a:extLst>
              <a:ext uri="{FF2B5EF4-FFF2-40B4-BE49-F238E27FC236}">
                <a16:creationId xmlns:a16="http://schemas.microsoft.com/office/drawing/2014/main" id="{EE72A5B7-3D47-3D1E-E400-502D03398A98}"/>
              </a:ext>
            </a:extLst>
          </p:cNvPr>
          <p:cNvSpPr/>
          <p:nvPr/>
        </p:nvSpPr>
        <p:spPr>
          <a:xfrm>
            <a:off x="4721190" y="2192897"/>
            <a:ext cx="4618894" cy="1021085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퀵</a:t>
            </a:r>
            <a:r>
              <a:rPr lang="ko-KR" altLang="en-US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 제어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9" name="Google Shape;1303;p29">
            <a:extLst>
              <a:ext uri="{FF2B5EF4-FFF2-40B4-BE49-F238E27FC236}">
                <a16:creationId xmlns:a16="http://schemas.microsoft.com/office/drawing/2014/main" id="{C72A993E-9CA7-F8D3-F5FF-0B0879E3FC59}"/>
              </a:ext>
            </a:extLst>
          </p:cNvPr>
          <p:cNvSpPr/>
          <p:nvPr/>
        </p:nvSpPr>
        <p:spPr>
          <a:xfrm>
            <a:off x="4789800" y="2630442"/>
            <a:ext cx="4493133" cy="516866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 dirty="0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B9A3C195-31F6-85ED-5BA1-EE9D8FD62322}"/>
              </a:ext>
            </a:extLst>
          </p:cNvPr>
          <p:cNvGrpSpPr/>
          <p:nvPr/>
        </p:nvGrpSpPr>
        <p:grpSpPr>
          <a:xfrm>
            <a:off x="4866000" y="2703440"/>
            <a:ext cx="4342767" cy="357732"/>
            <a:chOff x="8673809" y="4130587"/>
            <a:chExt cx="1080696" cy="526728"/>
          </a:xfrm>
        </p:grpSpPr>
        <p:sp>
          <p:nvSpPr>
            <p:cNvPr id="13" name="사각형: 둥근 모서리 12">
              <a:extLst>
                <a:ext uri="{FF2B5EF4-FFF2-40B4-BE49-F238E27FC236}">
                  <a16:creationId xmlns:a16="http://schemas.microsoft.com/office/drawing/2014/main" id="{E5560838-0969-6983-32E7-CC1BFB86E1BA}"/>
                </a:ext>
              </a:extLst>
            </p:cNvPr>
            <p:cNvSpPr/>
            <p:nvPr/>
          </p:nvSpPr>
          <p:spPr>
            <a:xfrm>
              <a:off x="8673809" y="4130587"/>
              <a:ext cx="526728" cy="526728"/>
            </a:xfrm>
            <a:prstGeom prst="roundRect">
              <a:avLst>
                <a:gd name="adj" fmla="val 9434"/>
              </a:avLst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 </a:t>
              </a:r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알림 일시 정지</a:t>
              </a:r>
            </a:p>
          </p:txBody>
        </p:sp>
        <p:sp>
          <p:nvSpPr>
            <p:cNvPr id="12" name="사각형: 둥근 모서리 11">
              <a:extLst>
                <a:ext uri="{FF2B5EF4-FFF2-40B4-BE49-F238E27FC236}">
                  <a16:creationId xmlns:a16="http://schemas.microsoft.com/office/drawing/2014/main" id="{43A68A8F-C8B2-FCA7-97D5-5C2E405508BE}"/>
                </a:ext>
              </a:extLst>
            </p:cNvPr>
            <p:cNvSpPr/>
            <p:nvPr/>
          </p:nvSpPr>
          <p:spPr>
            <a:xfrm>
              <a:off x="9227777" y="4130587"/>
              <a:ext cx="526728" cy="526728"/>
            </a:xfrm>
            <a:prstGeom prst="roundRect">
              <a:avLst>
                <a:gd name="adj" fmla="val 7625"/>
              </a:avLst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 </a:t>
              </a:r>
              <a:r>
                <a:rPr lang="ko-KR" altLang="en-US" sz="800" b="1" dirty="0" err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스킵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E4A9D3B5-BF48-2760-9AF8-F49D20EB0295}"/>
              </a:ext>
            </a:extLst>
          </p:cNvPr>
          <p:cNvCxnSpPr>
            <a:cxnSpLocks/>
          </p:cNvCxnSpPr>
          <p:nvPr/>
        </p:nvCxnSpPr>
        <p:spPr>
          <a:xfrm>
            <a:off x="1703512" y="5336587"/>
            <a:ext cx="0" cy="227458"/>
          </a:xfrm>
          <a:prstGeom prst="straightConnector1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B0E60DDC-615F-1DFB-661B-F6F8E5E8E1EE}"/>
              </a:ext>
            </a:extLst>
          </p:cNvPr>
          <p:cNvGrpSpPr/>
          <p:nvPr/>
        </p:nvGrpSpPr>
        <p:grpSpPr>
          <a:xfrm>
            <a:off x="263352" y="1007790"/>
            <a:ext cx="4177846" cy="2745246"/>
            <a:chOff x="982602" y="1129024"/>
            <a:chExt cx="5437586" cy="3573016"/>
          </a:xfrm>
        </p:grpSpPr>
        <p:pic>
          <p:nvPicPr>
            <p:cNvPr id="5" name="그림 4">
              <a:extLst>
                <a:ext uri="{FF2B5EF4-FFF2-40B4-BE49-F238E27FC236}">
                  <a16:creationId xmlns:a16="http://schemas.microsoft.com/office/drawing/2014/main" id="{9348502D-DD0E-4430-8F5A-95EDF60EC35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982602" y="1129024"/>
              <a:ext cx="5437586" cy="3573016"/>
            </a:xfrm>
            <a:prstGeom prst="rect">
              <a:avLst/>
            </a:prstGeom>
          </p:spPr>
        </p:pic>
        <p:sp>
          <p:nvSpPr>
            <p:cNvPr id="24" name="사각형: 둥근 모서리 23">
              <a:extLst>
                <a:ext uri="{FF2B5EF4-FFF2-40B4-BE49-F238E27FC236}">
                  <a16:creationId xmlns:a16="http://schemas.microsoft.com/office/drawing/2014/main" id="{25B67916-9B1B-A0D7-1944-2739B4218F83}"/>
                </a:ext>
              </a:extLst>
            </p:cNvPr>
            <p:cNvSpPr/>
            <p:nvPr/>
          </p:nvSpPr>
          <p:spPr>
            <a:xfrm>
              <a:off x="1007449" y="4029957"/>
              <a:ext cx="4039202" cy="323850"/>
            </a:xfrm>
            <a:prstGeom prst="roundRect">
              <a:avLst>
                <a:gd name="adj" fmla="val 4377"/>
              </a:avLst>
            </a:prstGeom>
            <a:noFill/>
            <a:ln w="28575">
              <a:solidFill>
                <a:srgbClr val="FF0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cxnSp>
        <p:nvCxnSpPr>
          <p:cNvPr id="25" name="연결선: 꺾임 24">
            <a:extLst>
              <a:ext uri="{FF2B5EF4-FFF2-40B4-BE49-F238E27FC236}">
                <a16:creationId xmlns:a16="http://schemas.microsoft.com/office/drawing/2014/main" id="{C51697AB-3E6F-377A-25F9-1E927B18C464}"/>
              </a:ext>
            </a:extLst>
          </p:cNvPr>
          <p:cNvCxnSpPr>
            <a:cxnSpLocks/>
            <a:stCxn id="24" idx="3"/>
            <a:endCxn id="6" idx="1"/>
          </p:cNvCxnSpPr>
          <p:nvPr/>
        </p:nvCxnSpPr>
        <p:spPr>
          <a:xfrm flipV="1">
            <a:off x="3385872" y="2703440"/>
            <a:ext cx="1335318" cy="657628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화살표: 왼쪽/오른쪽 38">
            <a:extLst>
              <a:ext uri="{FF2B5EF4-FFF2-40B4-BE49-F238E27FC236}">
                <a16:creationId xmlns:a16="http://schemas.microsoft.com/office/drawing/2014/main" id="{0805D3E5-C0E0-A157-5B06-FBEBF7B2A1BA}"/>
              </a:ext>
            </a:extLst>
          </p:cNvPr>
          <p:cNvSpPr/>
          <p:nvPr/>
        </p:nvSpPr>
        <p:spPr>
          <a:xfrm rot="5400000">
            <a:off x="5371514" y="3237333"/>
            <a:ext cx="491296" cy="611321"/>
          </a:xfrm>
          <a:prstGeom prst="leftRightArrow">
            <a:avLst>
              <a:gd name="adj1" fmla="val 50000"/>
              <a:gd name="adj2" fmla="val 32229"/>
            </a:avLst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C65518FE-0303-84B4-C1B3-40E0BA6F4959}"/>
              </a:ext>
            </a:extLst>
          </p:cNvPr>
          <p:cNvSpPr txBox="1"/>
          <p:nvPr/>
        </p:nvSpPr>
        <p:spPr>
          <a:xfrm>
            <a:off x="5947852" y="3411131"/>
            <a:ext cx="157927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버튼 사이즈 반응형</a:t>
            </a:r>
            <a:r>
              <a:rPr lang="en-US" altLang="ko-KR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UI</a:t>
            </a:r>
            <a:r>
              <a:rPr lang="ko-KR" altLang="en-US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적용</a:t>
            </a:r>
          </a:p>
        </p:txBody>
      </p:sp>
      <p:graphicFrame>
        <p:nvGraphicFramePr>
          <p:cNvPr id="44" name="Group 323">
            <a:extLst>
              <a:ext uri="{FF2B5EF4-FFF2-40B4-BE49-F238E27FC236}">
                <a16:creationId xmlns:a16="http://schemas.microsoft.com/office/drawing/2014/main" id="{D9053140-FC1A-92A0-3220-D30CCF38C9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7453305"/>
              </p:ext>
            </p:extLst>
          </p:nvPr>
        </p:nvGraphicFramePr>
        <p:xfrm>
          <a:off x="9625013" y="575703"/>
          <a:ext cx="2519969" cy="2177924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알림 일시 정지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클릭하면 붉은 컬러 변경되고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통합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알림창은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후원이 들어오더라도 노출되지 않음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1-1 Dock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퀵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제어 아이콘 컬러 변경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알림 일시 정지를 활성화한 경우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Dock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의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퀵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제어 아이콘은 컬러 변경 또는 깜빡임 등으로 디자인 변화를 주어 유저가 일시정지 기능이 활성화되어 있다는 것을 알 수 있도록 처리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스킵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통합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알림창이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플레이 되는 동안 클릭하면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스킵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처리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5" name="타원 44">
            <a:extLst>
              <a:ext uri="{FF2B5EF4-FFF2-40B4-BE49-F238E27FC236}">
                <a16:creationId xmlns:a16="http://schemas.microsoft.com/office/drawing/2014/main" id="{F34617E6-D104-A0EA-257D-5CF558927989}"/>
              </a:ext>
            </a:extLst>
          </p:cNvPr>
          <p:cNvSpPr/>
          <p:nvPr/>
        </p:nvSpPr>
        <p:spPr>
          <a:xfrm>
            <a:off x="4939359" y="2786803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3FC3CD4E-0E6B-409F-AA62-DF43F4D790CC}"/>
              </a:ext>
            </a:extLst>
          </p:cNvPr>
          <p:cNvSpPr/>
          <p:nvPr/>
        </p:nvSpPr>
        <p:spPr>
          <a:xfrm>
            <a:off x="7144812" y="2786803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1" name="Google Shape;1301;p29">
            <a:extLst>
              <a:ext uri="{FF2B5EF4-FFF2-40B4-BE49-F238E27FC236}">
                <a16:creationId xmlns:a16="http://schemas.microsoft.com/office/drawing/2014/main" id="{6EC45190-FA2C-A84C-6DB9-8AE65FB94B2F}"/>
              </a:ext>
            </a:extLst>
          </p:cNvPr>
          <p:cNvSpPr/>
          <p:nvPr/>
        </p:nvSpPr>
        <p:spPr>
          <a:xfrm>
            <a:off x="1064439" y="4027534"/>
            <a:ext cx="2378584" cy="1266938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퀵</a:t>
            </a:r>
            <a:r>
              <a:rPr lang="ko-KR" altLang="en-US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 제어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47" name="Google Shape;1303;p29">
            <a:extLst>
              <a:ext uri="{FF2B5EF4-FFF2-40B4-BE49-F238E27FC236}">
                <a16:creationId xmlns:a16="http://schemas.microsoft.com/office/drawing/2014/main" id="{2BE46DE0-183B-AEE0-7FCE-B368D3CC95B1}"/>
              </a:ext>
            </a:extLst>
          </p:cNvPr>
          <p:cNvSpPr/>
          <p:nvPr/>
        </p:nvSpPr>
        <p:spPr>
          <a:xfrm>
            <a:off x="1121589" y="4469847"/>
            <a:ext cx="2264283" cy="757949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 dirty="0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57" name="Google Shape;814;p24">
            <a:extLst>
              <a:ext uri="{FF2B5EF4-FFF2-40B4-BE49-F238E27FC236}">
                <a16:creationId xmlns:a16="http://schemas.microsoft.com/office/drawing/2014/main" id="{C33C0652-FBE7-F65C-4213-52022BA87BF9}"/>
              </a:ext>
            </a:extLst>
          </p:cNvPr>
          <p:cNvGrpSpPr/>
          <p:nvPr/>
        </p:nvGrpSpPr>
        <p:grpSpPr>
          <a:xfrm>
            <a:off x="1121589" y="4284848"/>
            <a:ext cx="2264283" cy="191331"/>
            <a:chOff x="3198664" y="4941168"/>
            <a:chExt cx="2453456" cy="223418"/>
          </a:xfrm>
          <a:solidFill>
            <a:schemeClr val="bg1"/>
          </a:solidFill>
        </p:grpSpPr>
        <p:sp>
          <p:nvSpPr>
            <p:cNvPr id="58" name="Google Shape;815;p24">
              <a:extLst>
                <a:ext uri="{FF2B5EF4-FFF2-40B4-BE49-F238E27FC236}">
                  <a16:creationId xmlns:a16="http://schemas.microsoft.com/office/drawing/2014/main" id="{241D7018-9958-C34E-8357-FF5F01D8F9B4}"/>
                </a:ext>
              </a:extLst>
            </p:cNvPr>
            <p:cNvSpPr/>
            <p:nvPr/>
          </p:nvSpPr>
          <p:spPr>
            <a:xfrm>
              <a:off x="3198664" y="4941168"/>
              <a:ext cx="792088" cy="216024"/>
            </a:xfrm>
            <a:prstGeom prst="round2SameRect">
              <a:avLst>
                <a:gd name="adj1" fmla="val 16667"/>
                <a:gd name="adj2" fmla="val 0"/>
              </a:avLst>
            </a:prstGeom>
            <a:solidFill>
              <a:schemeClr val="bg1"/>
            </a:solidFill>
            <a:ln w="9525" cap="flat" cmpd="sng">
              <a:solidFill>
                <a:srgbClr val="333333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30825" tIns="27725" rIns="30825" bIns="277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Calibri"/>
                  <a:ea typeface="Calibri"/>
                  <a:cs typeface="Calibri"/>
                  <a:sym typeface="Calibri"/>
                </a:rPr>
                <a:t>알림</a:t>
              </a:r>
              <a:endParaRPr kumimoji="0" sz="800" b="0" i="0" u="none" strike="noStrike" kern="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" name="Google Shape;816;p24">
              <a:extLst>
                <a:ext uri="{FF2B5EF4-FFF2-40B4-BE49-F238E27FC236}">
                  <a16:creationId xmlns:a16="http://schemas.microsoft.com/office/drawing/2014/main" id="{690C4BE3-8F8F-4CE5-BC2E-05DA3129B371}"/>
                </a:ext>
              </a:extLst>
            </p:cNvPr>
            <p:cNvSpPr/>
            <p:nvPr/>
          </p:nvSpPr>
          <p:spPr>
            <a:xfrm>
              <a:off x="4030710" y="4941168"/>
              <a:ext cx="792088" cy="216024"/>
            </a:xfrm>
            <a:prstGeom prst="round2SameRect">
              <a:avLst>
                <a:gd name="adj1" fmla="val 16667"/>
                <a:gd name="adj2" fmla="val 0"/>
              </a:avLst>
            </a:prstGeom>
            <a:solidFill>
              <a:schemeClr val="bg1">
                <a:lumMod val="85000"/>
              </a:schemeClr>
            </a:solidFill>
            <a:ln w="9525" cap="flat" cmpd="sng">
              <a:solidFill>
                <a:srgbClr val="333333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30825" tIns="27725" rIns="30825" bIns="277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kern="0" dirty="0">
                  <a:solidFill>
                    <a:srgbClr val="333333"/>
                  </a:solidFill>
                  <a:latin typeface="Calibri"/>
                  <a:ea typeface="Calibri"/>
                  <a:cs typeface="Calibri"/>
                  <a:sym typeface="Calibri"/>
                </a:rPr>
                <a:t>그림</a:t>
              </a:r>
              <a:endParaRPr kumimoji="0" sz="800" b="0" i="0" u="none" strike="noStrike" kern="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" name="Google Shape;817;p24">
              <a:extLst>
                <a:ext uri="{FF2B5EF4-FFF2-40B4-BE49-F238E27FC236}">
                  <a16:creationId xmlns:a16="http://schemas.microsoft.com/office/drawing/2014/main" id="{D5DF03E4-5340-313F-9F24-D7C0D11C5CB0}"/>
                </a:ext>
              </a:extLst>
            </p:cNvPr>
            <p:cNvSpPr/>
            <p:nvPr/>
          </p:nvSpPr>
          <p:spPr>
            <a:xfrm>
              <a:off x="4860032" y="4941168"/>
              <a:ext cx="792088" cy="216024"/>
            </a:xfrm>
            <a:prstGeom prst="round2SameRect">
              <a:avLst>
                <a:gd name="adj1" fmla="val 16667"/>
                <a:gd name="adj2" fmla="val 0"/>
              </a:avLst>
            </a:prstGeom>
            <a:solidFill>
              <a:schemeClr val="bg1">
                <a:lumMod val="85000"/>
              </a:schemeClr>
            </a:solidFill>
            <a:ln w="9525" cap="flat" cmpd="sng">
              <a:solidFill>
                <a:srgbClr val="333333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30825" tIns="27725" rIns="30825" bIns="277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Calibri"/>
                  <a:ea typeface="Calibri"/>
                  <a:cs typeface="Calibri"/>
                  <a:sym typeface="Calibri"/>
                </a:rPr>
                <a:t>뽑기</a:t>
              </a:r>
              <a:endParaRPr kumimoji="0" sz="800" b="0" i="0" u="none" strike="noStrike" kern="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cxnSp>
          <p:nvCxnSpPr>
            <p:cNvPr id="61" name="Google Shape;818;p24">
              <a:extLst>
                <a:ext uri="{FF2B5EF4-FFF2-40B4-BE49-F238E27FC236}">
                  <a16:creationId xmlns:a16="http://schemas.microsoft.com/office/drawing/2014/main" id="{09E982E6-58A8-C4F1-7637-F7F59275E248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13" y="5151016"/>
              <a:ext cx="739905" cy="13570"/>
            </a:xfrm>
            <a:prstGeom prst="straightConnector1">
              <a:avLst/>
            </a:prstGeom>
            <a:grpFill/>
            <a:ln w="38100" cap="sq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690BD5AD-3CF2-D169-A14F-C6A33530BA48}"/>
              </a:ext>
            </a:extLst>
          </p:cNvPr>
          <p:cNvGrpSpPr/>
          <p:nvPr/>
        </p:nvGrpSpPr>
        <p:grpSpPr>
          <a:xfrm>
            <a:off x="1195054" y="4568526"/>
            <a:ext cx="2116652" cy="593549"/>
            <a:chOff x="8673809" y="4130587"/>
            <a:chExt cx="1080696" cy="526728"/>
          </a:xfrm>
        </p:grpSpPr>
        <p:sp>
          <p:nvSpPr>
            <p:cNvPr id="63" name="사각형: 둥근 모서리 62">
              <a:extLst>
                <a:ext uri="{FF2B5EF4-FFF2-40B4-BE49-F238E27FC236}">
                  <a16:creationId xmlns:a16="http://schemas.microsoft.com/office/drawing/2014/main" id="{236E5A0F-8435-0F14-DC42-3B5FFC1018DA}"/>
                </a:ext>
              </a:extLst>
            </p:cNvPr>
            <p:cNvSpPr/>
            <p:nvPr/>
          </p:nvSpPr>
          <p:spPr>
            <a:xfrm>
              <a:off x="8673809" y="4130587"/>
              <a:ext cx="526728" cy="526728"/>
            </a:xfrm>
            <a:prstGeom prst="roundRect">
              <a:avLst>
                <a:gd name="adj" fmla="val 9434"/>
              </a:avLst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 </a:t>
              </a:r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알림 일시 정지</a:t>
              </a:r>
            </a:p>
          </p:txBody>
        </p:sp>
        <p:sp>
          <p:nvSpPr>
            <p:cNvPr id="64" name="사각형: 둥근 모서리 63">
              <a:extLst>
                <a:ext uri="{FF2B5EF4-FFF2-40B4-BE49-F238E27FC236}">
                  <a16:creationId xmlns:a16="http://schemas.microsoft.com/office/drawing/2014/main" id="{D771C449-59A3-1767-D7F4-9BFA4F67232B}"/>
                </a:ext>
              </a:extLst>
            </p:cNvPr>
            <p:cNvSpPr/>
            <p:nvPr/>
          </p:nvSpPr>
          <p:spPr>
            <a:xfrm>
              <a:off x="9227777" y="4130587"/>
              <a:ext cx="526728" cy="526728"/>
            </a:xfrm>
            <a:prstGeom prst="roundRect">
              <a:avLst>
                <a:gd name="adj" fmla="val 7625"/>
              </a:avLst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 알림 </a:t>
              </a:r>
              <a:r>
                <a:rPr lang="ko-KR" altLang="en-US" sz="800" b="1" dirty="0" err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스킵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7" name="Google Shape;814;p24">
            <a:extLst>
              <a:ext uri="{FF2B5EF4-FFF2-40B4-BE49-F238E27FC236}">
                <a16:creationId xmlns:a16="http://schemas.microsoft.com/office/drawing/2014/main" id="{8330B61B-7E73-03CE-CA48-EB1C36EA06F5}"/>
              </a:ext>
            </a:extLst>
          </p:cNvPr>
          <p:cNvGrpSpPr/>
          <p:nvPr/>
        </p:nvGrpSpPr>
        <p:grpSpPr>
          <a:xfrm>
            <a:off x="4789799" y="2445442"/>
            <a:ext cx="4493133" cy="191477"/>
            <a:chOff x="3198664" y="4941168"/>
            <a:chExt cx="2453456" cy="223588"/>
          </a:xfrm>
          <a:solidFill>
            <a:schemeClr val="bg1"/>
          </a:solidFill>
        </p:grpSpPr>
        <p:sp>
          <p:nvSpPr>
            <p:cNvPr id="68" name="Google Shape;815;p24">
              <a:extLst>
                <a:ext uri="{FF2B5EF4-FFF2-40B4-BE49-F238E27FC236}">
                  <a16:creationId xmlns:a16="http://schemas.microsoft.com/office/drawing/2014/main" id="{C187E365-EC2F-AAF3-F000-065FAEDEB3A9}"/>
                </a:ext>
              </a:extLst>
            </p:cNvPr>
            <p:cNvSpPr/>
            <p:nvPr/>
          </p:nvSpPr>
          <p:spPr>
            <a:xfrm>
              <a:off x="3198664" y="4941168"/>
              <a:ext cx="792088" cy="216024"/>
            </a:xfrm>
            <a:prstGeom prst="round2SameRect">
              <a:avLst>
                <a:gd name="adj1" fmla="val 16667"/>
                <a:gd name="adj2" fmla="val 0"/>
              </a:avLst>
            </a:prstGeom>
            <a:solidFill>
              <a:schemeClr val="bg1"/>
            </a:solidFill>
            <a:ln w="9525" cap="flat" cmpd="sng">
              <a:solidFill>
                <a:srgbClr val="333333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30825" tIns="27725" rIns="30825" bIns="277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Calibri"/>
                  <a:ea typeface="Calibri"/>
                  <a:cs typeface="Calibri"/>
                  <a:sym typeface="Calibri"/>
                </a:rPr>
                <a:t>알림</a:t>
              </a:r>
              <a:endParaRPr kumimoji="0" sz="800" b="0" i="0" u="none" strike="noStrike" kern="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" name="Google Shape;816;p24">
              <a:extLst>
                <a:ext uri="{FF2B5EF4-FFF2-40B4-BE49-F238E27FC236}">
                  <a16:creationId xmlns:a16="http://schemas.microsoft.com/office/drawing/2014/main" id="{6EA47955-4B2E-11C5-C3FB-E8B132871B61}"/>
                </a:ext>
              </a:extLst>
            </p:cNvPr>
            <p:cNvSpPr/>
            <p:nvPr/>
          </p:nvSpPr>
          <p:spPr>
            <a:xfrm>
              <a:off x="4030710" y="4941168"/>
              <a:ext cx="792088" cy="216024"/>
            </a:xfrm>
            <a:prstGeom prst="round2SameRect">
              <a:avLst>
                <a:gd name="adj1" fmla="val 16667"/>
                <a:gd name="adj2" fmla="val 0"/>
              </a:avLst>
            </a:prstGeom>
            <a:solidFill>
              <a:schemeClr val="bg1">
                <a:lumMod val="85000"/>
              </a:schemeClr>
            </a:solidFill>
            <a:ln w="9525" cap="flat" cmpd="sng">
              <a:solidFill>
                <a:srgbClr val="333333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30825" tIns="27725" rIns="30825" bIns="277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kern="0" dirty="0">
                  <a:solidFill>
                    <a:srgbClr val="333333"/>
                  </a:solidFill>
                  <a:latin typeface="Calibri"/>
                  <a:ea typeface="Calibri"/>
                  <a:cs typeface="Calibri"/>
                  <a:sym typeface="Calibri"/>
                </a:rPr>
                <a:t>그림</a:t>
              </a:r>
              <a:endParaRPr kumimoji="0" sz="800" b="0" i="0" u="none" strike="noStrike" kern="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" name="Google Shape;817;p24">
              <a:extLst>
                <a:ext uri="{FF2B5EF4-FFF2-40B4-BE49-F238E27FC236}">
                  <a16:creationId xmlns:a16="http://schemas.microsoft.com/office/drawing/2014/main" id="{064DF144-4CF7-0993-5763-C4214630DD05}"/>
                </a:ext>
              </a:extLst>
            </p:cNvPr>
            <p:cNvSpPr/>
            <p:nvPr/>
          </p:nvSpPr>
          <p:spPr>
            <a:xfrm>
              <a:off x="4860032" y="4941168"/>
              <a:ext cx="792088" cy="216024"/>
            </a:xfrm>
            <a:prstGeom prst="round2SameRect">
              <a:avLst>
                <a:gd name="adj1" fmla="val 16667"/>
                <a:gd name="adj2" fmla="val 0"/>
              </a:avLst>
            </a:prstGeom>
            <a:solidFill>
              <a:schemeClr val="bg1">
                <a:lumMod val="85000"/>
              </a:schemeClr>
            </a:solidFill>
            <a:ln w="9525" cap="flat" cmpd="sng">
              <a:solidFill>
                <a:srgbClr val="333333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30825" tIns="27725" rIns="30825" bIns="277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Calibri"/>
                  <a:ea typeface="Calibri"/>
                  <a:cs typeface="Calibri"/>
                  <a:sym typeface="Calibri"/>
                </a:rPr>
                <a:t>뽑기</a:t>
              </a:r>
              <a:endParaRPr kumimoji="0" sz="800" b="0" i="0" u="none" strike="noStrike" kern="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cxnSp>
          <p:nvCxnSpPr>
            <p:cNvPr id="71" name="Google Shape;818;p24">
              <a:extLst>
                <a:ext uri="{FF2B5EF4-FFF2-40B4-BE49-F238E27FC236}">
                  <a16:creationId xmlns:a16="http://schemas.microsoft.com/office/drawing/2014/main" id="{4BF8D4BC-7348-5A31-219F-19958C4165AD}"/>
                </a:ext>
              </a:extLst>
            </p:cNvPr>
            <p:cNvCxnSpPr>
              <a:cxnSpLocks/>
            </p:cNvCxnSpPr>
            <p:nvPr/>
          </p:nvCxnSpPr>
          <p:spPr>
            <a:xfrm>
              <a:off x="3214964" y="5164756"/>
              <a:ext cx="763259" cy="0"/>
            </a:xfrm>
            <a:prstGeom prst="straightConnector1">
              <a:avLst/>
            </a:prstGeom>
            <a:grpFill/>
            <a:ln w="38100" cap="sq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sp>
        <p:nvSpPr>
          <p:cNvPr id="80" name="Google Shape;1301;p29">
            <a:extLst>
              <a:ext uri="{FF2B5EF4-FFF2-40B4-BE49-F238E27FC236}">
                <a16:creationId xmlns:a16="http://schemas.microsoft.com/office/drawing/2014/main" id="{9A71956C-33E1-5394-9669-B1FC00AE8EC1}"/>
              </a:ext>
            </a:extLst>
          </p:cNvPr>
          <p:cNvSpPr/>
          <p:nvPr/>
        </p:nvSpPr>
        <p:spPr>
          <a:xfrm>
            <a:off x="3632913" y="4027534"/>
            <a:ext cx="2378584" cy="1266938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퀵</a:t>
            </a:r>
            <a:r>
              <a:rPr lang="ko-KR" altLang="en-US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 제어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83" name="Google Shape;1303;p29">
            <a:extLst>
              <a:ext uri="{FF2B5EF4-FFF2-40B4-BE49-F238E27FC236}">
                <a16:creationId xmlns:a16="http://schemas.microsoft.com/office/drawing/2014/main" id="{C3EA0AE0-7DEB-73B8-BE5B-6C08046BFE5A}"/>
              </a:ext>
            </a:extLst>
          </p:cNvPr>
          <p:cNvSpPr/>
          <p:nvPr/>
        </p:nvSpPr>
        <p:spPr>
          <a:xfrm>
            <a:off x="3690063" y="4469847"/>
            <a:ext cx="2264283" cy="757949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 dirty="0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84" name="Google Shape;814;p24">
            <a:extLst>
              <a:ext uri="{FF2B5EF4-FFF2-40B4-BE49-F238E27FC236}">
                <a16:creationId xmlns:a16="http://schemas.microsoft.com/office/drawing/2014/main" id="{A5B08EBA-5155-FB6C-0EEC-565746E86136}"/>
              </a:ext>
            </a:extLst>
          </p:cNvPr>
          <p:cNvGrpSpPr/>
          <p:nvPr/>
        </p:nvGrpSpPr>
        <p:grpSpPr>
          <a:xfrm>
            <a:off x="3690063" y="4284848"/>
            <a:ext cx="2264283" cy="191331"/>
            <a:chOff x="3198664" y="4941168"/>
            <a:chExt cx="2453456" cy="223418"/>
          </a:xfrm>
          <a:solidFill>
            <a:schemeClr val="bg1"/>
          </a:solidFill>
        </p:grpSpPr>
        <p:sp>
          <p:nvSpPr>
            <p:cNvPr id="85" name="Google Shape;815;p24">
              <a:extLst>
                <a:ext uri="{FF2B5EF4-FFF2-40B4-BE49-F238E27FC236}">
                  <a16:creationId xmlns:a16="http://schemas.microsoft.com/office/drawing/2014/main" id="{39EA3E6B-9E5A-478C-F389-7D91BB5E5B2E}"/>
                </a:ext>
              </a:extLst>
            </p:cNvPr>
            <p:cNvSpPr/>
            <p:nvPr/>
          </p:nvSpPr>
          <p:spPr>
            <a:xfrm>
              <a:off x="3198664" y="4941168"/>
              <a:ext cx="792088" cy="216024"/>
            </a:xfrm>
            <a:prstGeom prst="round2SameRect">
              <a:avLst>
                <a:gd name="adj1" fmla="val 16667"/>
                <a:gd name="adj2" fmla="val 0"/>
              </a:avLst>
            </a:prstGeom>
            <a:solidFill>
              <a:schemeClr val="bg1">
                <a:lumMod val="85000"/>
              </a:schemeClr>
            </a:solidFill>
            <a:ln w="9525" cap="flat" cmpd="sng">
              <a:solidFill>
                <a:srgbClr val="333333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30825" tIns="27725" rIns="30825" bIns="277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Calibri"/>
                  <a:ea typeface="Calibri"/>
                  <a:cs typeface="Calibri"/>
                  <a:sym typeface="Calibri"/>
                </a:rPr>
                <a:t>알림</a:t>
              </a:r>
              <a:endParaRPr kumimoji="0" sz="800" b="0" i="0" u="none" strike="noStrike" kern="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" name="Google Shape;816;p24">
              <a:extLst>
                <a:ext uri="{FF2B5EF4-FFF2-40B4-BE49-F238E27FC236}">
                  <a16:creationId xmlns:a16="http://schemas.microsoft.com/office/drawing/2014/main" id="{2D77245A-AEA1-E9FA-37FF-F477F3E9664B}"/>
                </a:ext>
              </a:extLst>
            </p:cNvPr>
            <p:cNvSpPr/>
            <p:nvPr/>
          </p:nvSpPr>
          <p:spPr>
            <a:xfrm>
              <a:off x="4030710" y="4941168"/>
              <a:ext cx="792088" cy="216024"/>
            </a:xfrm>
            <a:prstGeom prst="round2SameRect">
              <a:avLst>
                <a:gd name="adj1" fmla="val 16667"/>
                <a:gd name="adj2" fmla="val 0"/>
              </a:avLst>
            </a:prstGeom>
            <a:solidFill>
              <a:schemeClr val="bg1"/>
            </a:solidFill>
            <a:ln w="9525" cap="flat" cmpd="sng">
              <a:solidFill>
                <a:srgbClr val="333333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30825" tIns="27725" rIns="30825" bIns="277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kern="0" dirty="0">
                  <a:solidFill>
                    <a:srgbClr val="333333"/>
                  </a:solidFill>
                  <a:latin typeface="Calibri"/>
                  <a:ea typeface="Calibri"/>
                  <a:cs typeface="Calibri"/>
                  <a:sym typeface="Calibri"/>
                </a:rPr>
                <a:t>그림</a:t>
              </a:r>
              <a:endParaRPr kumimoji="0" sz="800" b="0" i="0" u="none" strike="noStrike" kern="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" name="Google Shape;817;p24">
              <a:extLst>
                <a:ext uri="{FF2B5EF4-FFF2-40B4-BE49-F238E27FC236}">
                  <a16:creationId xmlns:a16="http://schemas.microsoft.com/office/drawing/2014/main" id="{2599C087-B58A-F2B0-B7B9-FB1C94E04AFB}"/>
                </a:ext>
              </a:extLst>
            </p:cNvPr>
            <p:cNvSpPr/>
            <p:nvPr/>
          </p:nvSpPr>
          <p:spPr>
            <a:xfrm>
              <a:off x="4860032" y="4941168"/>
              <a:ext cx="792088" cy="216024"/>
            </a:xfrm>
            <a:prstGeom prst="round2SameRect">
              <a:avLst>
                <a:gd name="adj1" fmla="val 16667"/>
                <a:gd name="adj2" fmla="val 0"/>
              </a:avLst>
            </a:prstGeom>
            <a:solidFill>
              <a:schemeClr val="bg1">
                <a:lumMod val="85000"/>
              </a:schemeClr>
            </a:solidFill>
            <a:ln w="9525" cap="flat" cmpd="sng">
              <a:solidFill>
                <a:srgbClr val="333333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30825" tIns="27725" rIns="30825" bIns="277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Calibri"/>
                  <a:ea typeface="Calibri"/>
                  <a:cs typeface="Calibri"/>
                  <a:sym typeface="Calibri"/>
                </a:rPr>
                <a:t>뽑기</a:t>
              </a:r>
              <a:endParaRPr kumimoji="0" sz="800" b="0" i="0" u="none" strike="noStrike" kern="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cxnSp>
          <p:nvCxnSpPr>
            <p:cNvPr id="88" name="Google Shape;818;p24">
              <a:extLst>
                <a:ext uri="{FF2B5EF4-FFF2-40B4-BE49-F238E27FC236}">
                  <a16:creationId xmlns:a16="http://schemas.microsoft.com/office/drawing/2014/main" id="{7AB1D176-09C8-32E3-857F-2E8F9D6D84F8}"/>
                </a:ext>
              </a:extLst>
            </p:cNvPr>
            <p:cNvCxnSpPr>
              <a:cxnSpLocks/>
            </p:cNvCxnSpPr>
            <p:nvPr/>
          </p:nvCxnSpPr>
          <p:spPr>
            <a:xfrm>
              <a:off x="4058272" y="5151016"/>
              <a:ext cx="739905" cy="13570"/>
            </a:xfrm>
            <a:prstGeom prst="straightConnector1">
              <a:avLst/>
            </a:prstGeom>
            <a:grpFill/>
            <a:ln w="38100" cap="sq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89" name="그룹 88">
            <a:extLst>
              <a:ext uri="{FF2B5EF4-FFF2-40B4-BE49-F238E27FC236}">
                <a16:creationId xmlns:a16="http://schemas.microsoft.com/office/drawing/2014/main" id="{DB9C4682-E581-BEFD-F1B1-3E9474EF337F}"/>
              </a:ext>
            </a:extLst>
          </p:cNvPr>
          <p:cNvGrpSpPr/>
          <p:nvPr/>
        </p:nvGrpSpPr>
        <p:grpSpPr>
          <a:xfrm>
            <a:off x="3763528" y="4568526"/>
            <a:ext cx="2116652" cy="593549"/>
            <a:chOff x="8673809" y="4130587"/>
            <a:chExt cx="1080696" cy="526728"/>
          </a:xfrm>
        </p:grpSpPr>
        <p:sp>
          <p:nvSpPr>
            <p:cNvPr id="90" name="사각형: 둥근 모서리 89">
              <a:extLst>
                <a:ext uri="{FF2B5EF4-FFF2-40B4-BE49-F238E27FC236}">
                  <a16:creationId xmlns:a16="http://schemas.microsoft.com/office/drawing/2014/main" id="{1F20049A-65B0-C67B-48B7-A534690BD2D8}"/>
                </a:ext>
              </a:extLst>
            </p:cNvPr>
            <p:cNvSpPr/>
            <p:nvPr/>
          </p:nvSpPr>
          <p:spPr>
            <a:xfrm>
              <a:off x="8673809" y="4130587"/>
              <a:ext cx="526728" cy="526728"/>
            </a:xfrm>
            <a:prstGeom prst="roundRect">
              <a:avLst>
                <a:gd name="adj" fmla="val 9434"/>
              </a:avLst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 그림</a:t>
              </a:r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 일시 정지</a:t>
              </a:r>
            </a:p>
          </p:txBody>
        </p:sp>
        <p:sp>
          <p:nvSpPr>
            <p:cNvPr id="91" name="사각형: 둥근 모서리 90">
              <a:extLst>
                <a:ext uri="{FF2B5EF4-FFF2-40B4-BE49-F238E27FC236}">
                  <a16:creationId xmlns:a16="http://schemas.microsoft.com/office/drawing/2014/main" id="{F2E29794-27E1-4348-3437-61ED5FE200E4}"/>
                </a:ext>
              </a:extLst>
            </p:cNvPr>
            <p:cNvSpPr/>
            <p:nvPr/>
          </p:nvSpPr>
          <p:spPr>
            <a:xfrm>
              <a:off x="9227777" y="4130587"/>
              <a:ext cx="526728" cy="526728"/>
            </a:xfrm>
            <a:prstGeom prst="roundRect">
              <a:avLst>
                <a:gd name="adj" fmla="val 7625"/>
              </a:avLst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 그림 </a:t>
              </a:r>
              <a:r>
                <a:rPr lang="ko-KR" altLang="en-US" sz="800" b="1" dirty="0" err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스킵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92" name="Google Shape;1301;p29">
            <a:extLst>
              <a:ext uri="{FF2B5EF4-FFF2-40B4-BE49-F238E27FC236}">
                <a16:creationId xmlns:a16="http://schemas.microsoft.com/office/drawing/2014/main" id="{30BD9B37-9FA7-ADD8-2E4C-4697A5519205}"/>
              </a:ext>
            </a:extLst>
          </p:cNvPr>
          <p:cNvSpPr/>
          <p:nvPr/>
        </p:nvSpPr>
        <p:spPr>
          <a:xfrm>
            <a:off x="6197272" y="4027534"/>
            <a:ext cx="2378584" cy="1266938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퀵</a:t>
            </a:r>
            <a:r>
              <a:rPr lang="ko-KR" altLang="en-US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 제어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95" name="Google Shape;1303;p29">
            <a:extLst>
              <a:ext uri="{FF2B5EF4-FFF2-40B4-BE49-F238E27FC236}">
                <a16:creationId xmlns:a16="http://schemas.microsoft.com/office/drawing/2014/main" id="{EEEDCEEC-D4FD-5751-ECEB-A7FFE63CE7CA}"/>
              </a:ext>
            </a:extLst>
          </p:cNvPr>
          <p:cNvSpPr/>
          <p:nvPr/>
        </p:nvSpPr>
        <p:spPr>
          <a:xfrm>
            <a:off x="6254422" y="4469847"/>
            <a:ext cx="2264283" cy="757949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 dirty="0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96" name="Google Shape;814;p24">
            <a:extLst>
              <a:ext uri="{FF2B5EF4-FFF2-40B4-BE49-F238E27FC236}">
                <a16:creationId xmlns:a16="http://schemas.microsoft.com/office/drawing/2014/main" id="{A2E4479A-882F-832D-B27D-611173A25F79}"/>
              </a:ext>
            </a:extLst>
          </p:cNvPr>
          <p:cNvGrpSpPr/>
          <p:nvPr/>
        </p:nvGrpSpPr>
        <p:grpSpPr>
          <a:xfrm>
            <a:off x="6254422" y="4284848"/>
            <a:ext cx="2264283" cy="191331"/>
            <a:chOff x="3198664" y="4941168"/>
            <a:chExt cx="2453456" cy="223418"/>
          </a:xfrm>
          <a:solidFill>
            <a:schemeClr val="bg1"/>
          </a:solidFill>
        </p:grpSpPr>
        <p:sp>
          <p:nvSpPr>
            <p:cNvPr id="97" name="Google Shape;815;p24">
              <a:extLst>
                <a:ext uri="{FF2B5EF4-FFF2-40B4-BE49-F238E27FC236}">
                  <a16:creationId xmlns:a16="http://schemas.microsoft.com/office/drawing/2014/main" id="{6FF491DA-2D9B-9DB7-676D-C4AA364C5B85}"/>
                </a:ext>
              </a:extLst>
            </p:cNvPr>
            <p:cNvSpPr/>
            <p:nvPr/>
          </p:nvSpPr>
          <p:spPr>
            <a:xfrm>
              <a:off x="3198664" y="4941168"/>
              <a:ext cx="792088" cy="216024"/>
            </a:xfrm>
            <a:prstGeom prst="round2SameRect">
              <a:avLst>
                <a:gd name="adj1" fmla="val 16667"/>
                <a:gd name="adj2" fmla="val 0"/>
              </a:avLst>
            </a:prstGeom>
            <a:solidFill>
              <a:schemeClr val="bg1">
                <a:lumMod val="85000"/>
              </a:schemeClr>
            </a:solidFill>
            <a:ln w="9525" cap="flat" cmpd="sng">
              <a:solidFill>
                <a:srgbClr val="333333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30825" tIns="27725" rIns="30825" bIns="277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Calibri"/>
                  <a:ea typeface="Calibri"/>
                  <a:cs typeface="Calibri"/>
                  <a:sym typeface="Calibri"/>
                </a:rPr>
                <a:t>알림</a:t>
              </a:r>
              <a:endParaRPr kumimoji="0" sz="800" b="0" i="0" u="none" strike="noStrike" kern="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" name="Google Shape;816;p24">
              <a:extLst>
                <a:ext uri="{FF2B5EF4-FFF2-40B4-BE49-F238E27FC236}">
                  <a16:creationId xmlns:a16="http://schemas.microsoft.com/office/drawing/2014/main" id="{BA409015-7CB4-F281-8643-E629F6F8E53B}"/>
                </a:ext>
              </a:extLst>
            </p:cNvPr>
            <p:cNvSpPr/>
            <p:nvPr/>
          </p:nvSpPr>
          <p:spPr>
            <a:xfrm>
              <a:off x="4030710" y="4941168"/>
              <a:ext cx="792088" cy="216024"/>
            </a:xfrm>
            <a:prstGeom prst="round2SameRect">
              <a:avLst>
                <a:gd name="adj1" fmla="val 16667"/>
                <a:gd name="adj2" fmla="val 0"/>
              </a:avLst>
            </a:prstGeom>
            <a:solidFill>
              <a:schemeClr val="bg1">
                <a:lumMod val="85000"/>
              </a:schemeClr>
            </a:solidFill>
            <a:ln w="9525" cap="flat" cmpd="sng">
              <a:solidFill>
                <a:srgbClr val="333333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30825" tIns="27725" rIns="30825" bIns="277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kern="0" dirty="0">
                  <a:solidFill>
                    <a:srgbClr val="333333"/>
                  </a:solidFill>
                  <a:latin typeface="Calibri"/>
                  <a:ea typeface="Calibri"/>
                  <a:cs typeface="Calibri"/>
                  <a:sym typeface="Calibri"/>
                </a:rPr>
                <a:t>그림</a:t>
              </a:r>
              <a:endParaRPr kumimoji="0" sz="800" b="0" i="0" u="none" strike="noStrike" kern="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" name="Google Shape;817;p24">
              <a:extLst>
                <a:ext uri="{FF2B5EF4-FFF2-40B4-BE49-F238E27FC236}">
                  <a16:creationId xmlns:a16="http://schemas.microsoft.com/office/drawing/2014/main" id="{46F0ABC4-C851-6AFC-489D-5AFB588AD0A1}"/>
                </a:ext>
              </a:extLst>
            </p:cNvPr>
            <p:cNvSpPr/>
            <p:nvPr/>
          </p:nvSpPr>
          <p:spPr>
            <a:xfrm>
              <a:off x="4860032" y="4941168"/>
              <a:ext cx="792088" cy="216024"/>
            </a:xfrm>
            <a:prstGeom prst="round2SameRect">
              <a:avLst>
                <a:gd name="adj1" fmla="val 16667"/>
                <a:gd name="adj2" fmla="val 0"/>
              </a:avLst>
            </a:prstGeom>
            <a:solidFill>
              <a:schemeClr val="bg1"/>
            </a:solidFill>
            <a:ln w="9525" cap="flat" cmpd="sng">
              <a:solidFill>
                <a:srgbClr val="333333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30825" tIns="27725" rIns="30825" bIns="277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Calibri"/>
                  <a:ea typeface="Calibri"/>
                  <a:cs typeface="Calibri"/>
                  <a:sym typeface="Calibri"/>
                </a:rPr>
                <a:t>뽑기</a:t>
              </a:r>
              <a:endParaRPr kumimoji="0" sz="800" b="0" i="0" u="none" strike="noStrike" kern="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cxnSp>
          <p:nvCxnSpPr>
            <p:cNvPr id="100" name="Google Shape;818;p24">
              <a:extLst>
                <a:ext uri="{FF2B5EF4-FFF2-40B4-BE49-F238E27FC236}">
                  <a16:creationId xmlns:a16="http://schemas.microsoft.com/office/drawing/2014/main" id="{8E29AE63-C7B4-B9BE-93BA-A0E686BC2C9D}"/>
                </a:ext>
              </a:extLst>
            </p:cNvPr>
            <p:cNvCxnSpPr>
              <a:cxnSpLocks/>
            </p:cNvCxnSpPr>
            <p:nvPr/>
          </p:nvCxnSpPr>
          <p:spPr>
            <a:xfrm>
              <a:off x="4885426" y="5151016"/>
              <a:ext cx="739905" cy="13570"/>
            </a:xfrm>
            <a:prstGeom prst="straightConnector1">
              <a:avLst/>
            </a:prstGeom>
            <a:grpFill/>
            <a:ln w="38100" cap="sq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101" name="그룹 100">
            <a:extLst>
              <a:ext uri="{FF2B5EF4-FFF2-40B4-BE49-F238E27FC236}">
                <a16:creationId xmlns:a16="http://schemas.microsoft.com/office/drawing/2014/main" id="{E3E65F9E-F42A-DBE3-64C1-CD0EAFDDD391}"/>
              </a:ext>
            </a:extLst>
          </p:cNvPr>
          <p:cNvGrpSpPr/>
          <p:nvPr/>
        </p:nvGrpSpPr>
        <p:grpSpPr>
          <a:xfrm>
            <a:off x="6327887" y="4568526"/>
            <a:ext cx="2116652" cy="593549"/>
            <a:chOff x="8673809" y="4130587"/>
            <a:chExt cx="1080696" cy="526728"/>
          </a:xfrm>
        </p:grpSpPr>
        <p:sp>
          <p:nvSpPr>
            <p:cNvPr id="102" name="사각형: 둥근 모서리 101">
              <a:extLst>
                <a:ext uri="{FF2B5EF4-FFF2-40B4-BE49-F238E27FC236}">
                  <a16:creationId xmlns:a16="http://schemas.microsoft.com/office/drawing/2014/main" id="{928A13A4-829F-78F3-C270-5554CC549F21}"/>
                </a:ext>
              </a:extLst>
            </p:cNvPr>
            <p:cNvSpPr/>
            <p:nvPr/>
          </p:nvSpPr>
          <p:spPr>
            <a:xfrm>
              <a:off x="8673809" y="4130587"/>
              <a:ext cx="526728" cy="526728"/>
            </a:xfrm>
            <a:prstGeom prst="roundRect">
              <a:avLst>
                <a:gd name="adj" fmla="val 9434"/>
              </a:avLst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 뽑기</a:t>
              </a:r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 일시 정지</a:t>
              </a:r>
            </a:p>
          </p:txBody>
        </p:sp>
        <p:sp>
          <p:nvSpPr>
            <p:cNvPr id="103" name="사각형: 둥근 모서리 102">
              <a:extLst>
                <a:ext uri="{FF2B5EF4-FFF2-40B4-BE49-F238E27FC236}">
                  <a16:creationId xmlns:a16="http://schemas.microsoft.com/office/drawing/2014/main" id="{0C2F5298-6836-2937-B2AC-D7A05063B43F}"/>
                </a:ext>
              </a:extLst>
            </p:cNvPr>
            <p:cNvSpPr/>
            <p:nvPr/>
          </p:nvSpPr>
          <p:spPr>
            <a:xfrm>
              <a:off x="9227777" y="4130587"/>
              <a:ext cx="526728" cy="526728"/>
            </a:xfrm>
            <a:prstGeom prst="roundRect">
              <a:avLst>
                <a:gd name="adj" fmla="val 7625"/>
              </a:avLst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ko-KR" altLang="en-US" sz="800" b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 뽑기 </a:t>
              </a:r>
              <a:r>
                <a:rPr lang="ko-KR" altLang="en-US" sz="800" b="1" dirty="0" err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스킵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24B170CF-9063-B91E-144C-E81DCEF09A7F}"/>
              </a:ext>
            </a:extLst>
          </p:cNvPr>
          <p:cNvSpPr/>
          <p:nvPr/>
        </p:nvSpPr>
        <p:spPr>
          <a:xfrm>
            <a:off x="1195054" y="5579932"/>
            <a:ext cx="1031650" cy="593549"/>
          </a:xfrm>
          <a:prstGeom prst="roundRect">
            <a:avLst>
              <a:gd name="adj" fmla="val 9434"/>
            </a:avLst>
          </a:prstGeom>
          <a:solidFill>
            <a:srgbClr val="C0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  <a:sym typeface="Webdings" panose="05030102010509060703" pitchFamily="18" charset="2"/>
              </a:rPr>
              <a:t> </a:t>
            </a:r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알림 일시 정지</a:t>
            </a: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31C80174-B4A8-B582-64FF-F062FAD4D7F6}"/>
              </a:ext>
            </a:extLst>
          </p:cNvPr>
          <p:cNvGrpSpPr/>
          <p:nvPr/>
        </p:nvGrpSpPr>
        <p:grpSpPr>
          <a:xfrm>
            <a:off x="8850325" y="2256508"/>
            <a:ext cx="387008" cy="118852"/>
            <a:chOff x="8850325" y="2256508"/>
            <a:chExt cx="387008" cy="118852"/>
          </a:xfrm>
        </p:grpSpPr>
        <p:sp>
          <p:nvSpPr>
            <p:cNvPr id="7" name="Google Shape;1200;p27">
              <a:extLst>
                <a:ext uri="{FF2B5EF4-FFF2-40B4-BE49-F238E27FC236}">
                  <a16:creationId xmlns:a16="http://schemas.microsoft.com/office/drawing/2014/main" id="{AF05B7FB-23FA-ABF7-B26C-E1FA78B5D55B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" name="그래픽 7">
              <a:extLst>
                <a:ext uri="{FF2B5EF4-FFF2-40B4-BE49-F238E27FC236}">
                  <a16:creationId xmlns:a16="http://schemas.microsoft.com/office/drawing/2014/main" id="{55D02D3C-2116-BE54-B5E5-61DF809566E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4" name="Google Shape;1202;p27">
              <a:extLst>
                <a:ext uri="{FF2B5EF4-FFF2-40B4-BE49-F238E27FC236}">
                  <a16:creationId xmlns:a16="http://schemas.microsoft.com/office/drawing/2014/main" id="{DABD1DD4-8DC8-A3DE-D737-CB24F043F200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C7AF3699-B78F-3290-EE30-ABEC720F3BE4}"/>
              </a:ext>
            </a:extLst>
          </p:cNvPr>
          <p:cNvGrpSpPr/>
          <p:nvPr/>
        </p:nvGrpSpPr>
        <p:grpSpPr>
          <a:xfrm>
            <a:off x="8106974" y="4082596"/>
            <a:ext cx="387008" cy="118852"/>
            <a:chOff x="8850325" y="2256508"/>
            <a:chExt cx="387008" cy="118852"/>
          </a:xfrm>
        </p:grpSpPr>
        <p:sp>
          <p:nvSpPr>
            <p:cNvPr id="14" name="Google Shape;1200;p27">
              <a:extLst>
                <a:ext uri="{FF2B5EF4-FFF2-40B4-BE49-F238E27FC236}">
                  <a16:creationId xmlns:a16="http://schemas.microsoft.com/office/drawing/2014/main" id="{4AE48B2A-8CED-431D-6A25-B28EBF3B47BC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" name="그래픽 14">
              <a:extLst>
                <a:ext uri="{FF2B5EF4-FFF2-40B4-BE49-F238E27FC236}">
                  <a16:creationId xmlns:a16="http://schemas.microsoft.com/office/drawing/2014/main" id="{C20822A8-2884-8EA2-5377-53CCA8A98A5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16" name="Google Shape;1202;p27">
              <a:extLst>
                <a:ext uri="{FF2B5EF4-FFF2-40B4-BE49-F238E27FC236}">
                  <a16:creationId xmlns:a16="http://schemas.microsoft.com/office/drawing/2014/main" id="{F33E7410-D87A-F984-367D-7D737229AD6F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00D6E1B0-D32F-4AA8-9F3B-52F8D6DD3D7C}"/>
              </a:ext>
            </a:extLst>
          </p:cNvPr>
          <p:cNvGrpSpPr/>
          <p:nvPr/>
        </p:nvGrpSpPr>
        <p:grpSpPr>
          <a:xfrm>
            <a:off x="5546208" y="4082596"/>
            <a:ext cx="387008" cy="118852"/>
            <a:chOff x="8850325" y="2256508"/>
            <a:chExt cx="387008" cy="118852"/>
          </a:xfrm>
        </p:grpSpPr>
        <p:sp>
          <p:nvSpPr>
            <p:cNvPr id="18" name="Google Shape;1200;p27">
              <a:extLst>
                <a:ext uri="{FF2B5EF4-FFF2-40B4-BE49-F238E27FC236}">
                  <a16:creationId xmlns:a16="http://schemas.microsoft.com/office/drawing/2014/main" id="{3CC7E714-36B9-DEE8-6D14-7D707ACDD95F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9" name="그래픽 18">
              <a:extLst>
                <a:ext uri="{FF2B5EF4-FFF2-40B4-BE49-F238E27FC236}">
                  <a16:creationId xmlns:a16="http://schemas.microsoft.com/office/drawing/2014/main" id="{2A878DBC-6AE7-F16C-068E-030EA0BABED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21" name="Google Shape;1202;p27">
              <a:extLst>
                <a:ext uri="{FF2B5EF4-FFF2-40B4-BE49-F238E27FC236}">
                  <a16:creationId xmlns:a16="http://schemas.microsoft.com/office/drawing/2014/main" id="{F6DE4F25-E3F6-2FB1-5AB7-80D47F307921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04810B2E-A650-CC20-D679-2F9BBC7F83CA}"/>
              </a:ext>
            </a:extLst>
          </p:cNvPr>
          <p:cNvGrpSpPr/>
          <p:nvPr/>
        </p:nvGrpSpPr>
        <p:grpSpPr>
          <a:xfrm>
            <a:off x="2980267" y="4082596"/>
            <a:ext cx="387008" cy="118852"/>
            <a:chOff x="8850325" y="2256508"/>
            <a:chExt cx="387008" cy="118852"/>
          </a:xfrm>
        </p:grpSpPr>
        <p:sp>
          <p:nvSpPr>
            <p:cNvPr id="26" name="Google Shape;1200;p27">
              <a:extLst>
                <a:ext uri="{FF2B5EF4-FFF2-40B4-BE49-F238E27FC236}">
                  <a16:creationId xmlns:a16="http://schemas.microsoft.com/office/drawing/2014/main" id="{D52D345E-1FCC-859C-BEDB-F301746F59B8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7" name="그래픽 26">
              <a:extLst>
                <a:ext uri="{FF2B5EF4-FFF2-40B4-BE49-F238E27FC236}">
                  <a16:creationId xmlns:a16="http://schemas.microsoft.com/office/drawing/2014/main" id="{E5E3AC18-8C8D-D691-2458-8A6235466D1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28" name="Google Shape;1202;p27">
              <a:extLst>
                <a:ext uri="{FF2B5EF4-FFF2-40B4-BE49-F238E27FC236}">
                  <a16:creationId xmlns:a16="http://schemas.microsoft.com/office/drawing/2014/main" id="{5003127A-5EB3-FAA4-112E-1802E51FACF8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C8FC586B-31E1-B461-6FD0-11EC59FE2C03}"/>
              </a:ext>
            </a:extLst>
          </p:cNvPr>
          <p:cNvGrpSpPr/>
          <p:nvPr/>
        </p:nvGrpSpPr>
        <p:grpSpPr>
          <a:xfrm>
            <a:off x="2308448" y="6254036"/>
            <a:ext cx="4962702" cy="469914"/>
            <a:chOff x="1961391" y="5208063"/>
            <a:chExt cx="4962702" cy="469914"/>
          </a:xfrm>
        </p:grpSpPr>
        <p:sp>
          <p:nvSpPr>
            <p:cNvPr id="30" name="사각형: 둥근 모서리 29">
              <a:extLst>
                <a:ext uri="{FF2B5EF4-FFF2-40B4-BE49-F238E27FC236}">
                  <a16:creationId xmlns:a16="http://schemas.microsoft.com/office/drawing/2014/main" id="{15A7E931-7E90-F7DF-66B1-8DF1A26ABD18}"/>
                </a:ext>
              </a:extLst>
            </p:cNvPr>
            <p:cNvSpPr/>
            <p:nvPr/>
          </p:nvSpPr>
          <p:spPr>
            <a:xfrm>
              <a:off x="1961391" y="5208063"/>
              <a:ext cx="4962702" cy="469914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31" name="그룹 30">
              <a:extLst>
                <a:ext uri="{FF2B5EF4-FFF2-40B4-BE49-F238E27FC236}">
                  <a16:creationId xmlns:a16="http://schemas.microsoft.com/office/drawing/2014/main" id="{4F8EAB4B-0753-F2AF-75FF-A4E2146EB4AE}"/>
                </a:ext>
              </a:extLst>
            </p:cNvPr>
            <p:cNvGrpSpPr/>
            <p:nvPr/>
          </p:nvGrpSpPr>
          <p:grpSpPr>
            <a:xfrm>
              <a:off x="2450633" y="5282944"/>
              <a:ext cx="320153" cy="320153"/>
              <a:chOff x="3851331" y="5826004"/>
              <a:chExt cx="342329" cy="342329"/>
            </a:xfrm>
          </p:grpSpPr>
          <p:pic>
            <p:nvPicPr>
              <p:cNvPr id="55" name="그래픽 54">
                <a:extLst>
                  <a:ext uri="{FF2B5EF4-FFF2-40B4-BE49-F238E27FC236}">
                    <a16:creationId xmlns:a16="http://schemas.microsoft.com/office/drawing/2014/main" id="{46E94133-5B04-3644-A80E-5DAB5B65F3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3851331" y="5826004"/>
                <a:ext cx="342329" cy="342329"/>
              </a:xfrm>
              <a:prstGeom prst="rect">
                <a:avLst/>
              </a:prstGeom>
            </p:spPr>
          </p:pic>
          <p:pic>
            <p:nvPicPr>
              <p:cNvPr id="56" name="그래픽 55">
                <a:extLst>
                  <a:ext uri="{FF2B5EF4-FFF2-40B4-BE49-F238E27FC236}">
                    <a16:creationId xmlns:a16="http://schemas.microsoft.com/office/drawing/2014/main" id="{EEC54056-51ED-E9D5-6893-5AA7041CD6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3927245" y="5903185"/>
                <a:ext cx="190500" cy="190500"/>
              </a:xfrm>
              <a:prstGeom prst="rect">
                <a:avLst/>
              </a:prstGeom>
            </p:spPr>
          </p:pic>
        </p:grpSp>
        <p:grpSp>
          <p:nvGrpSpPr>
            <p:cNvPr id="32" name="그룹 31">
              <a:extLst>
                <a:ext uri="{FF2B5EF4-FFF2-40B4-BE49-F238E27FC236}">
                  <a16:creationId xmlns:a16="http://schemas.microsoft.com/office/drawing/2014/main" id="{18871924-1D2F-9ACE-FB49-CED549B74DEC}"/>
                </a:ext>
              </a:extLst>
            </p:cNvPr>
            <p:cNvGrpSpPr/>
            <p:nvPr/>
          </p:nvGrpSpPr>
          <p:grpSpPr>
            <a:xfrm>
              <a:off x="2054587" y="5282944"/>
              <a:ext cx="320153" cy="320153"/>
              <a:chOff x="3446562" y="5826004"/>
              <a:chExt cx="342329" cy="342329"/>
            </a:xfrm>
          </p:grpSpPr>
          <p:pic>
            <p:nvPicPr>
              <p:cNvPr id="53" name="그래픽 52">
                <a:extLst>
                  <a:ext uri="{FF2B5EF4-FFF2-40B4-BE49-F238E27FC236}">
                    <a16:creationId xmlns:a16="http://schemas.microsoft.com/office/drawing/2014/main" id="{432A9D1A-7A30-C07F-C93B-CB7E01C0A4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3446562" y="5826004"/>
                <a:ext cx="342329" cy="342329"/>
              </a:xfrm>
              <a:prstGeom prst="rect">
                <a:avLst/>
              </a:prstGeom>
            </p:spPr>
          </p:pic>
          <p:pic>
            <p:nvPicPr>
              <p:cNvPr id="54" name="그래픽 53">
                <a:extLst>
                  <a:ext uri="{FF2B5EF4-FFF2-40B4-BE49-F238E27FC236}">
                    <a16:creationId xmlns:a16="http://schemas.microsoft.com/office/drawing/2014/main" id="{442768E8-7DAD-1123-5017-D5ABB1C83AD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3532524" y="5924778"/>
                <a:ext cx="158400" cy="158400"/>
              </a:xfrm>
              <a:prstGeom prst="rect">
                <a:avLst/>
              </a:prstGeom>
            </p:spPr>
          </p:pic>
        </p:grp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3D6B7B1A-95F1-0C48-ADAF-87134BFC9E28}"/>
                </a:ext>
              </a:extLst>
            </p:cNvPr>
            <p:cNvCxnSpPr/>
            <p:nvPr/>
          </p:nvCxnSpPr>
          <p:spPr>
            <a:xfrm>
              <a:off x="2902006" y="5355125"/>
              <a:ext cx="0" cy="17815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사각형: 둥근 모서리 33">
              <a:extLst>
                <a:ext uri="{FF2B5EF4-FFF2-40B4-BE49-F238E27FC236}">
                  <a16:creationId xmlns:a16="http://schemas.microsoft.com/office/drawing/2014/main" id="{7B138694-4B57-D808-A44D-3B97D30C86A8}"/>
                </a:ext>
              </a:extLst>
            </p:cNvPr>
            <p:cNvSpPr/>
            <p:nvPr/>
          </p:nvSpPr>
          <p:spPr>
            <a:xfrm>
              <a:off x="3004117" y="5282944"/>
              <a:ext cx="320153" cy="320153"/>
            </a:xfrm>
            <a:prstGeom prst="roundRect">
              <a:avLst>
                <a:gd name="adj" fmla="val 23361"/>
              </a:avLst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/>
                <a:t>Icon</a:t>
              </a:r>
            </a:p>
          </p:txBody>
        </p:sp>
        <p:sp>
          <p:nvSpPr>
            <p:cNvPr id="35" name="사각형: 둥근 모서리 34">
              <a:extLst>
                <a:ext uri="{FF2B5EF4-FFF2-40B4-BE49-F238E27FC236}">
                  <a16:creationId xmlns:a16="http://schemas.microsoft.com/office/drawing/2014/main" id="{048B014E-E87C-F34A-58F3-15254204634C}"/>
                </a:ext>
              </a:extLst>
            </p:cNvPr>
            <p:cNvSpPr/>
            <p:nvPr/>
          </p:nvSpPr>
          <p:spPr>
            <a:xfrm>
              <a:off x="3396281" y="5282944"/>
              <a:ext cx="320153" cy="320153"/>
            </a:xfrm>
            <a:prstGeom prst="roundRect">
              <a:avLst>
                <a:gd name="adj" fmla="val 23361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/>
                <a:t>Icon</a:t>
              </a:r>
            </a:p>
          </p:txBody>
        </p:sp>
        <p:sp>
          <p:nvSpPr>
            <p:cNvPr id="36" name="사각형: 둥근 모서리 35">
              <a:extLst>
                <a:ext uri="{FF2B5EF4-FFF2-40B4-BE49-F238E27FC236}">
                  <a16:creationId xmlns:a16="http://schemas.microsoft.com/office/drawing/2014/main" id="{F3794628-BDEF-2A93-1813-C414CBCCEF44}"/>
                </a:ext>
              </a:extLst>
            </p:cNvPr>
            <p:cNvSpPr/>
            <p:nvPr/>
          </p:nvSpPr>
          <p:spPr>
            <a:xfrm>
              <a:off x="3788445" y="5282944"/>
              <a:ext cx="320153" cy="320153"/>
            </a:xfrm>
            <a:prstGeom prst="roundRect">
              <a:avLst>
                <a:gd name="adj" fmla="val 23361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/>
                <a:t>Icon</a:t>
              </a:r>
            </a:p>
          </p:txBody>
        </p:sp>
        <p:sp>
          <p:nvSpPr>
            <p:cNvPr id="37" name="사각형: 둥근 모서리 36">
              <a:extLst>
                <a:ext uri="{FF2B5EF4-FFF2-40B4-BE49-F238E27FC236}">
                  <a16:creationId xmlns:a16="http://schemas.microsoft.com/office/drawing/2014/main" id="{5619DCF1-4E4C-0183-BD10-F558F33290E3}"/>
                </a:ext>
              </a:extLst>
            </p:cNvPr>
            <p:cNvSpPr/>
            <p:nvPr/>
          </p:nvSpPr>
          <p:spPr>
            <a:xfrm>
              <a:off x="4180609" y="5282944"/>
              <a:ext cx="320153" cy="320153"/>
            </a:xfrm>
            <a:prstGeom prst="roundRect">
              <a:avLst>
                <a:gd name="adj" fmla="val 23361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/>
                <a:t>Icon</a:t>
              </a:r>
            </a:p>
          </p:txBody>
        </p:sp>
        <p:sp>
          <p:nvSpPr>
            <p:cNvPr id="38" name="사각형: 둥근 모서리 37">
              <a:extLst>
                <a:ext uri="{FF2B5EF4-FFF2-40B4-BE49-F238E27FC236}">
                  <a16:creationId xmlns:a16="http://schemas.microsoft.com/office/drawing/2014/main" id="{A0C3E666-58BF-BA3D-C508-5D7381555DA2}"/>
                </a:ext>
              </a:extLst>
            </p:cNvPr>
            <p:cNvSpPr/>
            <p:nvPr/>
          </p:nvSpPr>
          <p:spPr>
            <a:xfrm>
              <a:off x="4572773" y="5282944"/>
              <a:ext cx="320153" cy="320153"/>
            </a:xfrm>
            <a:prstGeom prst="roundRect">
              <a:avLst>
                <a:gd name="adj" fmla="val 23361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/>
                <a:t>Icon</a:t>
              </a:r>
            </a:p>
          </p:txBody>
        </p:sp>
        <p:sp>
          <p:nvSpPr>
            <p:cNvPr id="48" name="사각형: 둥근 모서리 47">
              <a:extLst>
                <a:ext uri="{FF2B5EF4-FFF2-40B4-BE49-F238E27FC236}">
                  <a16:creationId xmlns:a16="http://schemas.microsoft.com/office/drawing/2014/main" id="{F53D40F6-9012-DACF-05B5-D2D7B53AAE10}"/>
                </a:ext>
              </a:extLst>
            </p:cNvPr>
            <p:cNvSpPr/>
            <p:nvPr/>
          </p:nvSpPr>
          <p:spPr>
            <a:xfrm>
              <a:off x="4964937" y="5282944"/>
              <a:ext cx="320153" cy="320153"/>
            </a:xfrm>
            <a:prstGeom prst="roundRect">
              <a:avLst>
                <a:gd name="adj" fmla="val 23361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/>
                <a:t>Icon</a:t>
              </a:r>
              <a:endParaRPr lang="ko-KR" altLang="en-US" sz="800" dirty="0"/>
            </a:p>
          </p:txBody>
        </p:sp>
        <p:sp>
          <p:nvSpPr>
            <p:cNvPr id="49" name="사각형: 둥근 모서리 48">
              <a:extLst>
                <a:ext uri="{FF2B5EF4-FFF2-40B4-BE49-F238E27FC236}">
                  <a16:creationId xmlns:a16="http://schemas.microsoft.com/office/drawing/2014/main" id="{FB0BEB2D-1C9D-DBB3-F087-99C30CEFC003}"/>
                </a:ext>
              </a:extLst>
            </p:cNvPr>
            <p:cNvSpPr/>
            <p:nvPr/>
          </p:nvSpPr>
          <p:spPr>
            <a:xfrm>
              <a:off x="5357101" y="5282944"/>
              <a:ext cx="320153" cy="320153"/>
            </a:xfrm>
            <a:prstGeom prst="roundRect">
              <a:avLst>
                <a:gd name="adj" fmla="val 23361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/>
                <a:t>Icon</a:t>
              </a:r>
            </a:p>
          </p:txBody>
        </p:sp>
        <p:sp>
          <p:nvSpPr>
            <p:cNvPr id="50" name="사각형: 둥근 모서리 49">
              <a:extLst>
                <a:ext uri="{FF2B5EF4-FFF2-40B4-BE49-F238E27FC236}">
                  <a16:creationId xmlns:a16="http://schemas.microsoft.com/office/drawing/2014/main" id="{41EFED55-E2C8-C05A-4B64-3D0FCBB5F0B2}"/>
                </a:ext>
              </a:extLst>
            </p:cNvPr>
            <p:cNvSpPr/>
            <p:nvPr/>
          </p:nvSpPr>
          <p:spPr>
            <a:xfrm>
              <a:off x="5749265" y="5282944"/>
              <a:ext cx="320153" cy="320153"/>
            </a:xfrm>
            <a:prstGeom prst="roundRect">
              <a:avLst>
                <a:gd name="adj" fmla="val 23361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/>
                <a:t>Icon</a:t>
              </a:r>
            </a:p>
          </p:txBody>
        </p:sp>
        <p:sp>
          <p:nvSpPr>
            <p:cNvPr id="51" name="사각형: 둥근 모서리 50">
              <a:extLst>
                <a:ext uri="{FF2B5EF4-FFF2-40B4-BE49-F238E27FC236}">
                  <a16:creationId xmlns:a16="http://schemas.microsoft.com/office/drawing/2014/main" id="{F0E8C68D-88AA-FB4E-33F3-B82D48D3178B}"/>
                </a:ext>
              </a:extLst>
            </p:cNvPr>
            <p:cNvSpPr/>
            <p:nvPr/>
          </p:nvSpPr>
          <p:spPr>
            <a:xfrm>
              <a:off x="6141425" y="5282944"/>
              <a:ext cx="320153" cy="320153"/>
            </a:xfrm>
            <a:prstGeom prst="roundRect">
              <a:avLst>
                <a:gd name="adj" fmla="val 23361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/>
                <a:t>Icon</a:t>
              </a:r>
            </a:p>
          </p:txBody>
        </p:sp>
        <p:sp>
          <p:nvSpPr>
            <p:cNvPr id="52" name="사각형: 둥근 모서리 51">
              <a:extLst>
                <a:ext uri="{FF2B5EF4-FFF2-40B4-BE49-F238E27FC236}">
                  <a16:creationId xmlns:a16="http://schemas.microsoft.com/office/drawing/2014/main" id="{954B7E0E-7718-8EF0-588B-F02AC284C0B0}"/>
                </a:ext>
              </a:extLst>
            </p:cNvPr>
            <p:cNvSpPr/>
            <p:nvPr/>
          </p:nvSpPr>
          <p:spPr>
            <a:xfrm>
              <a:off x="6532759" y="5282944"/>
              <a:ext cx="320153" cy="320153"/>
            </a:xfrm>
            <a:prstGeom prst="roundRect">
              <a:avLst>
                <a:gd name="adj" fmla="val 23361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/>
                <a:t>Icon</a:t>
              </a:r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DC914412-0381-C77E-2480-1D1466852EED}"/>
              </a:ext>
            </a:extLst>
          </p:cNvPr>
          <p:cNvSpPr txBox="1"/>
          <p:nvPr/>
        </p:nvSpPr>
        <p:spPr>
          <a:xfrm>
            <a:off x="4364041" y="6042492"/>
            <a:ext cx="85151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리모컨 </a:t>
            </a:r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Dock]</a:t>
            </a:r>
            <a:endParaRPr lang="ko-KR" altLang="en-US" sz="800" b="1" dirty="0" err="1">
              <a:solidFill>
                <a:srgbClr val="0000FF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72" name="연결선: 꺾임 71">
            <a:extLst>
              <a:ext uri="{FF2B5EF4-FFF2-40B4-BE49-F238E27FC236}">
                <a16:creationId xmlns:a16="http://schemas.microsoft.com/office/drawing/2014/main" id="{DC8B71CB-53C0-97E5-567D-0D735C1BF6A9}"/>
              </a:ext>
            </a:extLst>
          </p:cNvPr>
          <p:cNvCxnSpPr>
            <a:cxnSpLocks/>
            <a:stCxn id="104" idx="3"/>
            <a:endCxn id="34" idx="0"/>
          </p:cNvCxnSpPr>
          <p:nvPr/>
        </p:nvCxnSpPr>
        <p:spPr>
          <a:xfrm>
            <a:off x="2226704" y="5876707"/>
            <a:ext cx="1284547" cy="452210"/>
          </a:xfrm>
          <a:prstGeom prst="bentConnector2">
            <a:avLst/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타원 74">
            <a:extLst>
              <a:ext uri="{FF2B5EF4-FFF2-40B4-BE49-F238E27FC236}">
                <a16:creationId xmlns:a16="http://schemas.microsoft.com/office/drawing/2014/main" id="{89FFCEFC-3E36-2784-5322-A7510A0B9797}"/>
              </a:ext>
            </a:extLst>
          </p:cNvPr>
          <p:cNvSpPr/>
          <p:nvPr/>
        </p:nvSpPr>
        <p:spPr>
          <a:xfrm>
            <a:off x="3269157" y="6087161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en-US" altLang="ko-KR" sz="7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-1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11316317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텍스트 개체 틀 75">
            <a:extLst>
              <a:ext uri="{FF2B5EF4-FFF2-40B4-BE49-F238E27FC236}">
                <a16:creationId xmlns:a16="http://schemas.microsoft.com/office/drawing/2014/main" id="{45664364-1029-8498-E4D5-2D68ABF859CF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5340" y="411980"/>
            <a:ext cx="9436335" cy="424732"/>
          </a:xfrm>
        </p:spPr>
        <p:txBody>
          <a:bodyPr/>
          <a:lstStyle/>
          <a:p>
            <a:pPr marL="0" indent="0">
              <a:buNone/>
            </a:pPr>
            <a:r>
              <a:rPr lang="ko-KR" altLang="en-US" dirty="0"/>
              <a:t>대기 중인 후원 </a:t>
            </a:r>
            <a:r>
              <a:rPr lang="en-US" altLang="ko-KR" dirty="0"/>
              <a:t>&gt; </a:t>
            </a:r>
            <a:r>
              <a:rPr lang="ko-KR" altLang="en-US" dirty="0"/>
              <a:t>반응형 </a:t>
            </a:r>
            <a:r>
              <a:rPr lang="en-US" altLang="ko-KR" dirty="0"/>
              <a:t>UI</a:t>
            </a:r>
            <a:endParaRPr lang="ko-KR" altLang="en-US" dirty="0"/>
          </a:p>
        </p:txBody>
      </p:sp>
      <p:sp>
        <p:nvSpPr>
          <p:cNvPr id="75" name="제목 74">
            <a:extLst>
              <a:ext uri="{FF2B5EF4-FFF2-40B4-BE49-F238E27FC236}">
                <a16:creationId xmlns:a16="http://schemas.microsoft.com/office/drawing/2014/main" id="{060AC78E-6419-7A5C-DB0D-3ACF699423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기타 위젯 </a:t>
            </a:r>
            <a:r>
              <a:rPr lang="en-US" altLang="ko-KR" dirty="0"/>
              <a:t>&gt; </a:t>
            </a:r>
            <a:r>
              <a:rPr lang="ko-KR" altLang="en-US" dirty="0"/>
              <a:t>대기 중인 후원</a:t>
            </a:r>
          </a:p>
        </p:txBody>
      </p:sp>
      <p:sp>
        <p:nvSpPr>
          <p:cNvPr id="100" name="화살표: 왼쪽/오른쪽 99">
            <a:extLst>
              <a:ext uri="{FF2B5EF4-FFF2-40B4-BE49-F238E27FC236}">
                <a16:creationId xmlns:a16="http://schemas.microsoft.com/office/drawing/2014/main" id="{D219AD64-5F14-494B-8EB6-52C118C737E8}"/>
              </a:ext>
            </a:extLst>
          </p:cNvPr>
          <p:cNvSpPr/>
          <p:nvPr/>
        </p:nvSpPr>
        <p:spPr>
          <a:xfrm>
            <a:off x="4204809" y="3454396"/>
            <a:ext cx="623826" cy="611321"/>
          </a:xfrm>
          <a:prstGeom prst="leftRightArrow">
            <a:avLst>
              <a:gd name="adj1" fmla="val 50000"/>
              <a:gd name="adj2" fmla="val 32229"/>
            </a:avLst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Google Shape;1301;p29">
            <a:extLst>
              <a:ext uri="{FF2B5EF4-FFF2-40B4-BE49-F238E27FC236}">
                <a16:creationId xmlns:a16="http://schemas.microsoft.com/office/drawing/2014/main" id="{5A252E5D-A9D7-4690-5794-D764F59F2270}"/>
              </a:ext>
            </a:extLst>
          </p:cNvPr>
          <p:cNvSpPr/>
          <p:nvPr/>
        </p:nvSpPr>
        <p:spPr>
          <a:xfrm>
            <a:off x="1653728" y="980728"/>
            <a:ext cx="2102012" cy="5688632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대기 중인 후원 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18" name="Google Shape;1303;p29">
            <a:extLst>
              <a:ext uri="{FF2B5EF4-FFF2-40B4-BE49-F238E27FC236}">
                <a16:creationId xmlns:a16="http://schemas.microsoft.com/office/drawing/2014/main" id="{5DBA2FD8-53F1-EBCC-63C9-8C3EE80995F6}"/>
              </a:ext>
            </a:extLst>
          </p:cNvPr>
          <p:cNvSpPr/>
          <p:nvPr/>
        </p:nvSpPr>
        <p:spPr>
          <a:xfrm>
            <a:off x="1698102" y="1289160"/>
            <a:ext cx="1978153" cy="5308192"/>
          </a:xfrm>
          <a:prstGeom prst="rect">
            <a:avLst/>
          </a:prstGeom>
          <a:solidFill>
            <a:schemeClr val="bg1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" name="사각형: 둥근 모서리 22">
            <a:extLst>
              <a:ext uri="{FF2B5EF4-FFF2-40B4-BE49-F238E27FC236}">
                <a16:creationId xmlns:a16="http://schemas.microsoft.com/office/drawing/2014/main" id="{D04B9A72-B7A2-88DA-D6E9-AC541E909EE5}"/>
              </a:ext>
            </a:extLst>
          </p:cNvPr>
          <p:cNvSpPr/>
          <p:nvPr/>
        </p:nvSpPr>
        <p:spPr>
          <a:xfrm>
            <a:off x="2595299" y="1056175"/>
            <a:ext cx="216624" cy="166261"/>
          </a:xfrm>
          <a:prstGeom prst="roundRect">
            <a:avLst>
              <a:gd name="adj" fmla="val 29874"/>
            </a:avLst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36000" tIns="0" rIns="36000" b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kern="0" dirty="0">
                <a:solidFill>
                  <a:prstClr val="white"/>
                </a:solidFill>
                <a:latin typeface="Cambria" panose="02040503050406030204"/>
                <a:ea typeface="맑은 고딕" panose="020B0503020000020004" pitchFamily="50" charset="-127"/>
              </a:rPr>
              <a:t>4</a:t>
            </a:r>
            <a:endParaRPr kumimoji="0" lang="ko-KR" altLang="en-US" sz="800" b="1" kern="0" dirty="0">
              <a:solidFill>
                <a:prstClr val="white"/>
              </a:solidFill>
              <a:latin typeface="Cambria" panose="02040503050406030204"/>
              <a:ea typeface="맑은 고딕" panose="020B0503020000020004" pitchFamily="50" charset="-127"/>
            </a:endParaRPr>
          </a:p>
        </p:txBody>
      </p:sp>
      <p:graphicFrame>
        <p:nvGraphicFramePr>
          <p:cNvPr id="39" name="Group 323">
            <a:extLst>
              <a:ext uri="{FF2B5EF4-FFF2-40B4-BE49-F238E27FC236}">
                <a16:creationId xmlns:a16="http://schemas.microsoft.com/office/drawing/2014/main" id="{233C72C3-2442-5CE3-9FDF-AD44FD6C0F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5009700"/>
              </p:ext>
            </p:extLst>
          </p:nvPr>
        </p:nvGraphicFramePr>
        <p:xfrm>
          <a:off x="1761428" y="3332551"/>
          <a:ext cx="1841439" cy="1112742"/>
        </p:xfrm>
        <a:graphic>
          <a:graphicData uri="http://schemas.openxmlformats.org/drawingml/2006/table">
            <a:tbl>
              <a:tblPr/>
              <a:tblGrid>
                <a:gridCol w="9290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12393">
                  <a:extLst>
                    <a:ext uri="{9D8B030D-6E8A-4147-A177-3AD203B41FA5}">
                      <a16:colId xmlns:a16="http://schemas.microsoft.com/office/drawing/2014/main" val="958322843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(00loo***@gmail.com)</a:t>
                      </a:r>
                      <a:endParaRPr kumimoji="0" lang="ko-KR" alt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22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성공캐시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3,000</a:t>
                      </a: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남은 시간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00:30</a:t>
                      </a: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43463"/>
                  </a:ext>
                </a:extLst>
              </a:tr>
              <a:tr h="26220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성공하면 한강 입수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0407640"/>
                  </a:ext>
                </a:extLst>
              </a:tr>
              <a:tr h="2622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109173"/>
                  </a:ext>
                </a:extLst>
              </a:tr>
            </a:tbl>
          </a:graphicData>
        </a:graphic>
      </p:graphicFrame>
      <p:sp>
        <p:nvSpPr>
          <p:cNvPr id="40" name="Button">
            <a:extLst>
              <a:ext uri="{FF2B5EF4-FFF2-40B4-BE49-F238E27FC236}">
                <a16:creationId xmlns:a16="http://schemas.microsoft.com/office/drawing/2014/main" id="{E16602E6-C5E6-B916-E42D-08464B8D04CB}"/>
              </a:ext>
            </a:extLst>
          </p:cNvPr>
          <p:cNvSpPr>
            <a:spLocks/>
          </p:cNvSpPr>
          <p:nvPr/>
        </p:nvSpPr>
        <p:spPr bwMode="auto">
          <a:xfrm>
            <a:off x="1811587" y="3365638"/>
            <a:ext cx="821547" cy="219449"/>
          </a:xfrm>
          <a:prstGeom prst="roundRect">
            <a:avLst>
              <a:gd name="adj" fmla="val 8776"/>
            </a:avLst>
          </a:prstGeom>
          <a:solidFill>
            <a:schemeClr val="accent1">
              <a:lumMod val="75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퀘스트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1" name="Button">
            <a:extLst>
              <a:ext uri="{FF2B5EF4-FFF2-40B4-BE49-F238E27FC236}">
                <a16:creationId xmlns:a16="http://schemas.microsoft.com/office/drawing/2014/main" id="{6EB925C3-C0FC-EF8D-7A48-4CD7AA161BC2}"/>
              </a:ext>
            </a:extLst>
          </p:cNvPr>
          <p:cNvSpPr>
            <a:spLocks/>
          </p:cNvSpPr>
          <p:nvPr/>
        </p:nvSpPr>
        <p:spPr bwMode="auto">
          <a:xfrm>
            <a:off x="1811587" y="4208138"/>
            <a:ext cx="821547" cy="219449"/>
          </a:xfrm>
          <a:prstGeom prst="roundRect">
            <a:avLst>
              <a:gd name="adj" fmla="val 8776"/>
            </a:avLst>
          </a:prstGeom>
          <a:solidFill>
            <a:schemeClr val="tx1">
              <a:lumMod val="65000"/>
              <a:lumOff val="35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수락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" name="Button">
            <a:extLst>
              <a:ext uri="{FF2B5EF4-FFF2-40B4-BE49-F238E27FC236}">
                <a16:creationId xmlns:a16="http://schemas.microsoft.com/office/drawing/2014/main" id="{C0E66B52-C9CB-351C-43D4-E782B8249643}"/>
              </a:ext>
            </a:extLst>
          </p:cNvPr>
          <p:cNvSpPr>
            <a:spLocks/>
          </p:cNvSpPr>
          <p:nvPr/>
        </p:nvSpPr>
        <p:spPr bwMode="auto">
          <a:xfrm>
            <a:off x="2731189" y="4208138"/>
            <a:ext cx="821547" cy="219449"/>
          </a:xfrm>
          <a:prstGeom prst="roundRect">
            <a:avLst>
              <a:gd name="adj" fmla="val 8776"/>
            </a:avLst>
          </a:prstGeom>
          <a:solidFill>
            <a:schemeClr val="bg1">
              <a:lumMod val="65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거절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43" name="Group 323">
            <a:extLst>
              <a:ext uri="{FF2B5EF4-FFF2-40B4-BE49-F238E27FC236}">
                <a16:creationId xmlns:a16="http://schemas.microsoft.com/office/drawing/2014/main" id="{DFBA7E3F-47C9-7F52-6EEC-26E0DB7851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7821012"/>
              </p:ext>
            </p:extLst>
          </p:nvPr>
        </p:nvGraphicFramePr>
        <p:xfrm>
          <a:off x="1761428" y="4502770"/>
          <a:ext cx="1841439" cy="850540"/>
        </p:xfrm>
        <a:graphic>
          <a:graphicData uri="http://schemas.openxmlformats.org/drawingml/2006/table">
            <a:tbl>
              <a:tblPr/>
              <a:tblGrid>
                <a:gridCol w="9290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12393">
                  <a:extLst>
                    <a:ext uri="{9D8B030D-6E8A-4147-A177-3AD203B41FA5}">
                      <a16:colId xmlns:a16="http://schemas.microsoft.com/office/drawing/2014/main" val="958322843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(00loo***@gmail.com)</a:t>
                      </a:r>
                      <a:endParaRPr kumimoji="0" lang="ko-KR" alt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22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성공캐시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3,000</a:t>
                      </a: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남은 시간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00:30</a:t>
                      </a: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43463"/>
                  </a:ext>
                </a:extLst>
              </a:tr>
              <a:tr h="26220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109173"/>
                  </a:ext>
                </a:extLst>
              </a:tr>
            </a:tbl>
          </a:graphicData>
        </a:graphic>
      </p:graphicFrame>
      <p:sp>
        <p:nvSpPr>
          <p:cNvPr id="44" name="Button">
            <a:extLst>
              <a:ext uri="{FF2B5EF4-FFF2-40B4-BE49-F238E27FC236}">
                <a16:creationId xmlns:a16="http://schemas.microsoft.com/office/drawing/2014/main" id="{A8C4D73F-3D34-17FB-F2D1-4801BB9933A2}"/>
              </a:ext>
            </a:extLst>
          </p:cNvPr>
          <p:cNvSpPr>
            <a:spLocks/>
          </p:cNvSpPr>
          <p:nvPr/>
        </p:nvSpPr>
        <p:spPr bwMode="auto">
          <a:xfrm>
            <a:off x="1811587" y="4535857"/>
            <a:ext cx="821547" cy="219449"/>
          </a:xfrm>
          <a:prstGeom prst="roundRect">
            <a:avLst>
              <a:gd name="adj" fmla="val 8776"/>
            </a:avLst>
          </a:prstGeom>
          <a:solidFill>
            <a:srgbClr val="7030A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럭키박스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DFB1D30E-A7B6-177D-2A51-553F29CB74A5}"/>
              </a:ext>
            </a:extLst>
          </p:cNvPr>
          <p:cNvGrpSpPr/>
          <p:nvPr/>
        </p:nvGrpSpPr>
        <p:grpSpPr>
          <a:xfrm>
            <a:off x="1792386" y="5087804"/>
            <a:ext cx="1777932" cy="182353"/>
            <a:chOff x="2917987" y="2645882"/>
            <a:chExt cx="1777932" cy="182353"/>
          </a:xfrm>
        </p:grpSpPr>
        <p:grpSp>
          <p:nvGrpSpPr>
            <p:cNvPr id="46" name="그룹 45">
              <a:extLst>
                <a:ext uri="{FF2B5EF4-FFF2-40B4-BE49-F238E27FC236}">
                  <a16:creationId xmlns:a16="http://schemas.microsoft.com/office/drawing/2014/main" id="{029340B2-3BE9-AA13-8A76-2C6791EF0276}"/>
                </a:ext>
              </a:extLst>
            </p:cNvPr>
            <p:cNvGrpSpPr/>
            <p:nvPr/>
          </p:nvGrpSpPr>
          <p:grpSpPr>
            <a:xfrm>
              <a:off x="2917987" y="2645882"/>
              <a:ext cx="1412457" cy="182353"/>
              <a:chOff x="2885247" y="2645882"/>
              <a:chExt cx="1445198" cy="182353"/>
            </a:xfrm>
          </p:grpSpPr>
          <p:sp>
            <p:nvSpPr>
              <p:cNvPr id="48" name="사각형: 둥근 모서리 47">
                <a:extLst>
                  <a:ext uri="{FF2B5EF4-FFF2-40B4-BE49-F238E27FC236}">
                    <a16:creationId xmlns:a16="http://schemas.microsoft.com/office/drawing/2014/main" id="{7046C6CD-8420-2040-EEF9-3DEE8F696701}"/>
                  </a:ext>
                </a:extLst>
              </p:cNvPr>
              <p:cNvSpPr/>
              <p:nvPr/>
            </p:nvSpPr>
            <p:spPr>
              <a:xfrm>
                <a:off x="3178783" y="2645882"/>
                <a:ext cx="271055" cy="182353"/>
              </a:xfrm>
              <a:prstGeom prst="round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800" b="1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2</a:t>
                </a:r>
                <a:endParaRPr lang="ko-KR" altLang="en-US" sz="8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49" name="사각형: 둥근 모서리 48">
                <a:extLst>
                  <a:ext uri="{FF2B5EF4-FFF2-40B4-BE49-F238E27FC236}">
                    <a16:creationId xmlns:a16="http://schemas.microsoft.com/office/drawing/2014/main" id="{E3AEA734-C359-F537-5D27-26EFDEE511E4}"/>
                  </a:ext>
                </a:extLst>
              </p:cNvPr>
              <p:cNvSpPr/>
              <p:nvPr/>
            </p:nvSpPr>
            <p:spPr>
              <a:xfrm>
                <a:off x="3472318" y="2645882"/>
                <a:ext cx="271055" cy="182353"/>
              </a:xfrm>
              <a:prstGeom prst="round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800" b="1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3</a:t>
                </a:r>
                <a:endParaRPr lang="ko-KR" altLang="en-US" sz="8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50" name="사각형: 둥근 모서리 49">
                <a:extLst>
                  <a:ext uri="{FF2B5EF4-FFF2-40B4-BE49-F238E27FC236}">
                    <a16:creationId xmlns:a16="http://schemas.microsoft.com/office/drawing/2014/main" id="{FC813055-5F31-6F78-ABE1-97144132EE3A}"/>
                  </a:ext>
                </a:extLst>
              </p:cNvPr>
              <p:cNvSpPr/>
              <p:nvPr/>
            </p:nvSpPr>
            <p:spPr>
              <a:xfrm>
                <a:off x="3765854" y="2645882"/>
                <a:ext cx="271055" cy="182353"/>
              </a:xfrm>
              <a:prstGeom prst="round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800" b="1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4</a:t>
                </a:r>
                <a:endParaRPr lang="ko-KR" altLang="en-US" sz="8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51" name="사각형: 둥근 모서리 50">
                <a:extLst>
                  <a:ext uri="{FF2B5EF4-FFF2-40B4-BE49-F238E27FC236}">
                    <a16:creationId xmlns:a16="http://schemas.microsoft.com/office/drawing/2014/main" id="{D3DE377C-C124-95BE-D114-E44630D09FDA}"/>
                  </a:ext>
                </a:extLst>
              </p:cNvPr>
              <p:cNvSpPr/>
              <p:nvPr/>
            </p:nvSpPr>
            <p:spPr>
              <a:xfrm>
                <a:off x="4059390" y="2645882"/>
                <a:ext cx="271055" cy="182353"/>
              </a:xfrm>
              <a:prstGeom prst="round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800" b="1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5</a:t>
                </a:r>
                <a:endParaRPr lang="ko-KR" altLang="en-US" sz="8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52" name="사각형: 둥근 모서리 51">
                <a:extLst>
                  <a:ext uri="{FF2B5EF4-FFF2-40B4-BE49-F238E27FC236}">
                    <a16:creationId xmlns:a16="http://schemas.microsoft.com/office/drawing/2014/main" id="{3C3DABD1-E441-39CB-1DD2-7FE370599BDD}"/>
                  </a:ext>
                </a:extLst>
              </p:cNvPr>
              <p:cNvSpPr/>
              <p:nvPr/>
            </p:nvSpPr>
            <p:spPr>
              <a:xfrm>
                <a:off x="2885247" y="2645882"/>
                <a:ext cx="271055" cy="182353"/>
              </a:xfrm>
              <a:prstGeom prst="round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800" b="1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1</a:t>
                </a:r>
                <a:endParaRPr lang="ko-KR" altLang="en-US" sz="8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</p:grpSp>
        <p:sp>
          <p:nvSpPr>
            <p:cNvPr id="47" name="사각형: 둥근 모서리 46">
              <a:extLst>
                <a:ext uri="{FF2B5EF4-FFF2-40B4-BE49-F238E27FC236}">
                  <a16:creationId xmlns:a16="http://schemas.microsoft.com/office/drawing/2014/main" id="{7C668E6F-8AAB-A29F-B6C3-C557F633DF71}"/>
                </a:ext>
              </a:extLst>
            </p:cNvPr>
            <p:cNvSpPr/>
            <p:nvPr/>
          </p:nvSpPr>
          <p:spPr>
            <a:xfrm>
              <a:off x="4363977" y="2645882"/>
              <a:ext cx="331942" cy="182353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ko-KR" altLang="en-US" sz="8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선택</a:t>
              </a:r>
            </a:p>
          </p:txBody>
        </p:sp>
      </p:grpSp>
      <p:graphicFrame>
        <p:nvGraphicFramePr>
          <p:cNvPr id="53" name="Group 323">
            <a:extLst>
              <a:ext uri="{FF2B5EF4-FFF2-40B4-BE49-F238E27FC236}">
                <a16:creationId xmlns:a16="http://schemas.microsoft.com/office/drawing/2014/main" id="{EDBA00E8-EC8D-2944-B515-0551697429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4155782"/>
              </p:ext>
            </p:extLst>
          </p:nvPr>
        </p:nvGraphicFramePr>
        <p:xfrm>
          <a:off x="1761428" y="5407666"/>
          <a:ext cx="1841439" cy="850540"/>
        </p:xfrm>
        <a:graphic>
          <a:graphicData uri="http://schemas.openxmlformats.org/drawingml/2006/table">
            <a:tbl>
              <a:tblPr/>
              <a:tblGrid>
                <a:gridCol w="9290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12393">
                  <a:extLst>
                    <a:ext uri="{9D8B030D-6E8A-4147-A177-3AD203B41FA5}">
                      <a16:colId xmlns:a16="http://schemas.microsoft.com/office/drawing/2014/main" val="958322843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(00loo***@gmail.com)</a:t>
                      </a:r>
                      <a:endParaRPr kumimoji="0" lang="ko-KR" alt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22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성공캐시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3,000</a:t>
                      </a: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남은 시간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00:30</a:t>
                      </a: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43463"/>
                  </a:ext>
                </a:extLst>
              </a:tr>
              <a:tr h="26220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109173"/>
                  </a:ext>
                </a:extLst>
              </a:tr>
            </a:tbl>
          </a:graphicData>
        </a:graphic>
      </p:graphicFrame>
      <p:sp>
        <p:nvSpPr>
          <p:cNvPr id="54" name="Button">
            <a:extLst>
              <a:ext uri="{FF2B5EF4-FFF2-40B4-BE49-F238E27FC236}">
                <a16:creationId xmlns:a16="http://schemas.microsoft.com/office/drawing/2014/main" id="{54774493-E28B-5499-002C-24B620843586}"/>
              </a:ext>
            </a:extLst>
          </p:cNvPr>
          <p:cNvSpPr>
            <a:spLocks/>
          </p:cNvSpPr>
          <p:nvPr/>
        </p:nvSpPr>
        <p:spPr bwMode="auto">
          <a:xfrm>
            <a:off x="1811587" y="5440753"/>
            <a:ext cx="821547" cy="219449"/>
          </a:xfrm>
          <a:prstGeom prst="roundRect">
            <a:avLst>
              <a:gd name="adj" fmla="val 8776"/>
            </a:avLst>
          </a:prstGeom>
          <a:solidFill>
            <a:schemeClr val="accent6">
              <a:lumMod val="75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플레이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Button">
            <a:extLst>
              <a:ext uri="{FF2B5EF4-FFF2-40B4-BE49-F238E27FC236}">
                <a16:creationId xmlns:a16="http://schemas.microsoft.com/office/drawing/2014/main" id="{EB1FC979-AE4A-8510-D421-7DFBFFED67FC}"/>
              </a:ext>
            </a:extLst>
          </p:cNvPr>
          <p:cNvSpPr>
            <a:spLocks/>
          </p:cNvSpPr>
          <p:nvPr/>
        </p:nvSpPr>
        <p:spPr bwMode="auto">
          <a:xfrm>
            <a:off x="1811587" y="5973904"/>
            <a:ext cx="1727472" cy="219449"/>
          </a:xfrm>
          <a:prstGeom prst="roundRect">
            <a:avLst>
              <a:gd name="adj" fmla="val 8776"/>
            </a:avLst>
          </a:prstGeom>
          <a:solidFill>
            <a:schemeClr val="tx1">
              <a:lumMod val="65000"/>
              <a:lumOff val="35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도전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56" name="그림 55">
            <a:extLst>
              <a:ext uri="{FF2B5EF4-FFF2-40B4-BE49-F238E27FC236}">
                <a16:creationId xmlns:a16="http://schemas.microsoft.com/office/drawing/2014/main" id="{79FB54F6-6316-FDEB-CD19-A038162272B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b="65036"/>
          <a:stretch>
            <a:fillRect/>
          </a:stretch>
        </p:blipFill>
        <p:spPr>
          <a:xfrm>
            <a:off x="1755220" y="6301059"/>
            <a:ext cx="1877731" cy="296293"/>
          </a:xfrm>
          <a:prstGeom prst="rect">
            <a:avLst/>
          </a:prstGeom>
        </p:spPr>
      </p:pic>
      <p:sp>
        <p:nvSpPr>
          <p:cNvPr id="113" name="Google Shape;1301;p29">
            <a:extLst>
              <a:ext uri="{FF2B5EF4-FFF2-40B4-BE49-F238E27FC236}">
                <a16:creationId xmlns:a16="http://schemas.microsoft.com/office/drawing/2014/main" id="{221CF2B2-1372-3B8C-B637-F7988E2B7AF7}"/>
              </a:ext>
            </a:extLst>
          </p:cNvPr>
          <p:cNvSpPr/>
          <p:nvPr/>
        </p:nvSpPr>
        <p:spPr>
          <a:xfrm>
            <a:off x="5242076" y="981523"/>
            <a:ext cx="5678460" cy="5328478"/>
          </a:xfrm>
          <a:prstGeom prst="roundRect">
            <a:avLst>
              <a:gd name="adj" fmla="val 663"/>
            </a:avLst>
          </a:prstGeom>
          <a:solidFill>
            <a:sysClr val="window" lastClr="FFFFFF">
              <a:lumMod val="50000"/>
            </a:sys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F0502020204030204"/>
                <a:ea typeface="맑은 고딕" panose="020B0503020000020004" pitchFamily="50" charset="-127"/>
              </a:rPr>
              <a:t>대기 중인 후원 </a:t>
            </a:r>
            <a:endParaRPr kumimoji="0" sz="9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</a:endParaRPr>
          </a:p>
        </p:txBody>
      </p:sp>
      <p:sp>
        <p:nvSpPr>
          <p:cNvPr id="114" name="Google Shape;1303;p29">
            <a:extLst>
              <a:ext uri="{FF2B5EF4-FFF2-40B4-BE49-F238E27FC236}">
                <a16:creationId xmlns:a16="http://schemas.microsoft.com/office/drawing/2014/main" id="{CE72DAAF-7E8B-07CE-FB96-E8A3CCC977DC}"/>
              </a:ext>
            </a:extLst>
          </p:cNvPr>
          <p:cNvSpPr/>
          <p:nvPr/>
        </p:nvSpPr>
        <p:spPr>
          <a:xfrm>
            <a:off x="5301132" y="1289955"/>
            <a:ext cx="5539920" cy="4941795"/>
          </a:xfrm>
          <a:prstGeom prst="rect">
            <a:avLst/>
          </a:prstGeom>
          <a:solidFill>
            <a:sysClr val="window" lastClr="FFFFFF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algn="ctr" latinLnBrk="0">
              <a:spcBef>
                <a:spcPts val="0"/>
              </a:spcBef>
              <a:spcAft>
                <a:spcPts val="0"/>
              </a:spcAft>
            </a:pPr>
            <a:endParaRPr sz="771" kern="0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D7975AB9-3D0D-91DA-1161-55D7C532E8A3}"/>
              </a:ext>
            </a:extLst>
          </p:cNvPr>
          <p:cNvCxnSpPr>
            <a:cxnSpLocks/>
          </p:cNvCxnSpPr>
          <p:nvPr/>
        </p:nvCxnSpPr>
        <p:spPr>
          <a:xfrm>
            <a:off x="10879916" y="1301467"/>
            <a:ext cx="0" cy="1084152"/>
          </a:xfrm>
          <a:prstGeom prst="line">
            <a:avLst/>
          </a:prstGeom>
          <a:noFill/>
          <a:ln w="28575" cap="flat" cmpd="sng" algn="ctr">
            <a:solidFill>
              <a:sysClr val="window" lastClr="FFFFFF">
                <a:lumMod val="85000"/>
              </a:sysClr>
            </a:solidFill>
            <a:prstDash val="solid"/>
            <a:miter lim="800000"/>
          </a:ln>
          <a:effectLst/>
        </p:spPr>
      </p:cxnSp>
      <p:sp>
        <p:nvSpPr>
          <p:cNvPr id="118" name="사각형: 둥근 모서리 117">
            <a:extLst>
              <a:ext uri="{FF2B5EF4-FFF2-40B4-BE49-F238E27FC236}">
                <a16:creationId xmlns:a16="http://schemas.microsoft.com/office/drawing/2014/main" id="{555E19A9-95B2-FB0F-343E-228084CE0FE6}"/>
              </a:ext>
            </a:extLst>
          </p:cNvPr>
          <p:cNvSpPr/>
          <p:nvPr/>
        </p:nvSpPr>
        <p:spPr>
          <a:xfrm>
            <a:off x="6165500" y="1056970"/>
            <a:ext cx="216624" cy="166261"/>
          </a:xfrm>
          <a:prstGeom prst="roundRect">
            <a:avLst>
              <a:gd name="adj" fmla="val 29874"/>
            </a:avLst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36000" tIns="0" rIns="36000" b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kern="0" dirty="0">
                <a:solidFill>
                  <a:prstClr val="white"/>
                </a:solidFill>
                <a:latin typeface="Cambria" panose="02040503050406030204"/>
                <a:ea typeface="맑은 고딕" panose="020B0503020000020004" pitchFamily="50" charset="-127"/>
              </a:rPr>
              <a:t>4</a:t>
            </a:r>
            <a:endParaRPr kumimoji="0" lang="ko-KR" altLang="en-US" sz="800" b="1" kern="0" dirty="0">
              <a:solidFill>
                <a:prstClr val="white"/>
              </a:solidFill>
              <a:latin typeface="Cambria" panose="02040503050406030204"/>
              <a:ea typeface="맑은 고딕" panose="020B0503020000020004" pitchFamily="50" charset="-127"/>
            </a:endParaRPr>
          </a:p>
        </p:txBody>
      </p:sp>
      <p:graphicFrame>
        <p:nvGraphicFramePr>
          <p:cNvPr id="122" name="Group 323">
            <a:extLst>
              <a:ext uri="{FF2B5EF4-FFF2-40B4-BE49-F238E27FC236}">
                <a16:creationId xmlns:a16="http://schemas.microsoft.com/office/drawing/2014/main" id="{3EC4B2EA-1A2B-2AA3-0E46-D9D2BC625C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3032228"/>
              </p:ext>
            </p:extLst>
          </p:nvPr>
        </p:nvGraphicFramePr>
        <p:xfrm>
          <a:off x="5356376" y="3257564"/>
          <a:ext cx="5411287" cy="1072798"/>
        </p:xfrm>
        <a:graphic>
          <a:graphicData uri="http://schemas.openxmlformats.org/drawingml/2006/table">
            <a:tbl>
              <a:tblPr/>
              <a:tblGrid>
                <a:gridCol w="27301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81175">
                  <a:extLst>
                    <a:ext uri="{9D8B030D-6E8A-4147-A177-3AD203B41FA5}">
                      <a16:colId xmlns:a16="http://schemas.microsoft.com/office/drawing/2014/main" val="958322843"/>
                    </a:ext>
                  </a:extLst>
                </a:gridCol>
              </a:tblGrid>
              <a:tr h="28619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침착맨</a:t>
                      </a:r>
                      <a:endParaRPr lang="ko-KR" altLang="en-US" dirty="0"/>
                    </a:p>
                  </a:txBody>
                  <a:tcPr marL="0" marR="0" anchor="ctr" horzOverflow="overflow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220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성공캐시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3,000</a:t>
                      </a:r>
                    </a:p>
                  </a:txBody>
                  <a:tcPr marL="0" marR="0" anchor="ctr" horzOverflow="overflow">
                    <a:lnL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남은 시간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00:30</a:t>
                      </a:r>
                    </a:p>
                  </a:txBody>
                  <a:tcPr marL="0" marR="0" anchor="ctr" horzOverflow="overflow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43463"/>
                  </a:ext>
                </a:extLst>
              </a:tr>
              <a:tr h="262202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성공하면 한강 입수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0407640"/>
                  </a:ext>
                </a:extLst>
              </a:tr>
              <a:tr h="26220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109173"/>
                  </a:ext>
                </a:extLst>
              </a:tr>
            </a:tbl>
          </a:graphicData>
        </a:graphic>
      </p:graphicFrame>
      <p:graphicFrame>
        <p:nvGraphicFramePr>
          <p:cNvPr id="123" name="Group 323">
            <a:extLst>
              <a:ext uri="{FF2B5EF4-FFF2-40B4-BE49-F238E27FC236}">
                <a16:creationId xmlns:a16="http://schemas.microsoft.com/office/drawing/2014/main" id="{CD64ECB5-8E2C-2154-5BCA-CD98042C54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5191159"/>
              </p:ext>
            </p:extLst>
          </p:nvPr>
        </p:nvGraphicFramePr>
        <p:xfrm>
          <a:off x="5356376" y="4376220"/>
          <a:ext cx="5411287" cy="810596"/>
        </p:xfrm>
        <a:graphic>
          <a:graphicData uri="http://schemas.openxmlformats.org/drawingml/2006/table">
            <a:tbl>
              <a:tblPr/>
              <a:tblGrid>
                <a:gridCol w="27301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81175">
                  <a:extLst>
                    <a:ext uri="{9D8B030D-6E8A-4147-A177-3AD203B41FA5}">
                      <a16:colId xmlns:a16="http://schemas.microsoft.com/office/drawing/2014/main" val="958322843"/>
                    </a:ext>
                  </a:extLst>
                </a:gridCol>
              </a:tblGrid>
              <a:tr h="28619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침착맨</a:t>
                      </a:r>
                      <a:endParaRPr lang="ko-KR" altLang="en-US" dirty="0"/>
                    </a:p>
                  </a:txBody>
                  <a:tcPr marL="0" marR="0" anchor="ctr" horzOverflow="overflow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220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성공캐시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3,000</a:t>
                      </a:r>
                    </a:p>
                  </a:txBody>
                  <a:tcPr marL="0" marR="0" anchor="ctr" horzOverflow="overflow">
                    <a:lnL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남은 시간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00:30</a:t>
                      </a:r>
                    </a:p>
                  </a:txBody>
                  <a:tcPr marL="0" marR="0" anchor="ctr" horzOverflow="overflow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43463"/>
                  </a:ext>
                </a:extLst>
              </a:tr>
              <a:tr h="262202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109173"/>
                  </a:ext>
                </a:extLst>
              </a:tr>
            </a:tbl>
          </a:graphicData>
        </a:graphic>
      </p:graphicFrame>
      <p:graphicFrame>
        <p:nvGraphicFramePr>
          <p:cNvPr id="124" name="Group 323">
            <a:extLst>
              <a:ext uri="{FF2B5EF4-FFF2-40B4-BE49-F238E27FC236}">
                <a16:creationId xmlns:a16="http://schemas.microsoft.com/office/drawing/2014/main" id="{3E48DD21-6150-E78E-9312-43CA555682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3105442"/>
              </p:ext>
            </p:extLst>
          </p:nvPr>
        </p:nvGraphicFramePr>
        <p:xfrm>
          <a:off x="5356376" y="5234197"/>
          <a:ext cx="5411287" cy="810596"/>
        </p:xfrm>
        <a:graphic>
          <a:graphicData uri="http://schemas.openxmlformats.org/drawingml/2006/table">
            <a:tbl>
              <a:tblPr/>
              <a:tblGrid>
                <a:gridCol w="27301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81175">
                  <a:extLst>
                    <a:ext uri="{9D8B030D-6E8A-4147-A177-3AD203B41FA5}">
                      <a16:colId xmlns:a16="http://schemas.microsoft.com/office/drawing/2014/main" val="958322843"/>
                    </a:ext>
                  </a:extLst>
                </a:gridCol>
              </a:tblGrid>
              <a:tr h="28619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침착맨</a:t>
                      </a:r>
                      <a:endParaRPr lang="ko-KR" altLang="en-US" dirty="0"/>
                    </a:p>
                  </a:txBody>
                  <a:tcPr marL="0" marR="0" anchor="ctr" horzOverflow="overflow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220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성공캐시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3,000</a:t>
                      </a:r>
                    </a:p>
                  </a:txBody>
                  <a:tcPr marL="0" marR="0" anchor="ctr" horzOverflow="overflow">
                    <a:lnL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남은 시간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00:30</a:t>
                      </a:r>
                    </a:p>
                  </a:txBody>
                  <a:tcPr marL="0" marR="0" anchor="ctr" horzOverflow="overflow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43463"/>
                  </a:ext>
                </a:extLst>
              </a:tr>
              <a:tr h="262202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109173"/>
                  </a:ext>
                </a:extLst>
              </a:tr>
            </a:tbl>
          </a:graphicData>
        </a:graphic>
      </p:graphicFrame>
      <p:sp>
        <p:nvSpPr>
          <p:cNvPr id="128" name="Button">
            <a:extLst>
              <a:ext uri="{FF2B5EF4-FFF2-40B4-BE49-F238E27FC236}">
                <a16:creationId xmlns:a16="http://schemas.microsoft.com/office/drawing/2014/main" id="{799B05B5-E0F4-5BD3-6477-31D419464E2A}"/>
              </a:ext>
            </a:extLst>
          </p:cNvPr>
          <p:cNvSpPr>
            <a:spLocks/>
          </p:cNvSpPr>
          <p:nvPr/>
        </p:nvSpPr>
        <p:spPr bwMode="auto">
          <a:xfrm>
            <a:off x="5472882" y="3290651"/>
            <a:ext cx="2458120" cy="219449"/>
          </a:xfrm>
          <a:prstGeom prst="roundRect">
            <a:avLst>
              <a:gd name="adj" fmla="val 8776"/>
            </a:avLst>
          </a:prstGeom>
          <a:solidFill>
            <a:srgbClr val="4F81BD">
              <a:lumMod val="75000"/>
            </a:srgb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t>퀘스트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9" name="Button">
            <a:extLst>
              <a:ext uri="{FF2B5EF4-FFF2-40B4-BE49-F238E27FC236}">
                <a16:creationId xmlns:a16="http://schemas.microsoft.com/office/drawing/2014/main" id="{5EA8F095-2368-CE21-6C86-180EB2FD65E8}"/>
              </a:ext>
            </a:extLst>
          </p:cNvPr>
          <p:cNvSpPr>
            <a:spLocks/>
          </p:cNvSpPr>
          <p:nvPr/>
        </p:nvSpPr>
        <p:spPr bwMode="auto">
          <a:xfrm>
            <a:off x="5472882" y="4090432"/>
            <a:ext cx="2458120" cy="219449"/>
          </a:xfrm>
          <a:prstGeom prst="roundRect">
            <a:avLst>
              <a:gd name="adj" fmla="val 8776"/>
            </a:avLst>
          </a:prstGeom>
          <a:solidFill>
            <a:sysClr val="windowText" lastClr="000000">
              <a:lumMod val="65000"/>
              <a:lumOff val="35000"/>
            </a:sys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t>수락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0" name="Button">
            <a:extLst>
              <a:ext uri="{FF2B5EF4-FFF2-40B4-BE49-F238E27FC236}">
                <a16:creationId xmlns:a16="http://schemas.microsoft.com/office/drawing/2014/main" id="{1E961219-897C-A87F-FE2D-74A1EC99BEE0}"/>
              </a:ext>
            </a:extLst>
          </p:cNvPr>
          <p:cNvSpPr>
            <a:spLocks/>
          </p:cNvSpPr>
          <p:nvPr/>
        </p:nvSpPr>
        <p:spPr bwMode="auto">
          <a:xfrm>
            <a:off x="8224388" y="4090432"/>
            <a:ext cx="2458120" cy="219449"/>
          </a:xfrm>
          <a:prstGeom prst="roundRect">
            <a:avLst>
              <a:gd name="adj" fmla="val 8776"/>
            </a:avLst>
          </a:prstGeom>
          <a:solidFill>
            <a:sysClr val="window" lastClr="FFFFFF">
              <a:lumMod val="65000"/>
            </a:sys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t>거절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1" name="Button">
            <a:extLst>
              <a:ext uri="{FF2B5EF4-FFF2-40B4-BE49-F238E27FC236}">
                <a16:creationId xmlns:a16="http://schemas.microsoft.com/office/drawing/2014/main" id="{098748E6-5D0E-5DCA-7E26-5B8EBB8597D6}"/>
              </a:ext>
            </a:extLst>
          </p:cNvPr>
          <p:cNvSpPr>
            <a:spLocks/>
          </p:cNvSpPr>
          <p:nvPr/>
        </p:nvSpPr>
        <p:spPr bwMode="auto">
          <a:xfrm>
            <a:off x="5472882" y="4409307"/>
            <a:ext cx="2458120" cy="219449"/>
          </a:xfrm>
          <a:prstGeom prst="roundRect">
            <a:avLst>
              <a:gd name="adj" fmla="val 8776"/>
            </a:avLst>
          </a:prstGeom>
          <a:solidFill>
            <a:srgbClr val="7030A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t>럭키박스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2BDECB34-7AF3-5176-0E59-627E3B7FF393}"/>
              </a:ext>
            </a:extLst>
          </p:cNvPr>
          <p:cNvGrpSpPr/>
          <p:nvPr/>
        </p:nvGrpSpPr>
        <p:grpSpPr>
          <a:xfrm>
            <a:off x="5472882" y="4961254"/>
            <a:ext cx="5200784" cy="182353"/>
            <a:chOff x="2917987" y="2645882"/>
            <a:chExt cx="1777932" cy="182353"/>
          </a:xfrm>
        </p:grpSpPr>
        <p:grpSp>
          <p:nvGrpSpPr>
            <p:cNvPr id="133" name="그룹 132">
              <a:extLst>
                <a:ext uri="{FF2B5EF4-FFF2-40B4-BE49-F238E27FC236}">
                  <a16:creationId xmlns:a16="http://schemas.microsoft.com/office/drawing/2014/main" id="{6BF7A2A4-F271-6D13-61BC-5E37C8F7B749}"/>
                </a:ext>
              </a:extLst>
            </p:cNvPr>
            <p:cNvGrpSpPr/>
            <p:nvPr/>
          </p:nvGrpSpPr>
          <p:grpSpPr>
            <a:xfrm>
              <a:off x="2917987" y="2645882"/>
              <a:ext cx="1412457" cy="182353"/>
              <a:chOff x="2885247" y="2645882"/>
              <a:chExt cx="1445198" cy="182353"/>
            </a:xfrm>
          </p:grpSpPr>
          <p:sp>
            <p:nvSpPr>
              <p:cNvPr id="135" name="사각형: 둥근 모서리 134">
                <a:extLst>
                  <a:ext uri="{FF2B5EF4-FFF2-40B4-BE49-F238E27FC236}">
                    <a16:creationId xmlns:a16="http://schemas.microsoft.com/office/drawing/2014/main" id="{4F22AB68-2A53-05F1-B35B-B6655A232D65}"/>
                  </a:ext>
                </a:extLst>
              </p:cNvPr>
              <p:cNvSpPr/>
              <p:nvPr/>
            </p:nvSpPr>
            <p:spPr>
              <a:xfrm>
                <a:off x="3178783" y="2645882"/>
                <a:ext cx="271055" cy="182353"/>
              </a:xfrm>
              <a:prstGeom prst="roundRect">
                <a:avLst/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latinLnBrk="0"/>
                <a:r>
                  <a:rPr lang="en-US" altLang="ko-KR" sz="800" b="1" kern="0" dirty="0">
                    <a:solidFill>
                      <a:prstClr val="white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Cambria" panose="02040503050406030204"/>
                    <a:ea typeface="맑은 고딕" panose="020B0503020000020004" pitchFamily="50" charset="-127"/>
                  </a:rPr>
                  <a:t>2</a:t>
                </a:r>
                <a:endParaRPr lang="ko-KR" altLang="en-US" sz="800" b="1" kern="0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6" name="사각형: 둥근 모서리 135">
                <a:extLst>
                  <a:ext uri="{FF2B5EF4-FFF2-40B4-BE49-F238E27FC236}">
                    <a16:creationId xmlns:a16="http://schemas.microsoft.com/office/drawing/2014/main" id="{F1AE170A-E3B2-888C-F190-CD86F6143D78}"/>
                  </a:ext>
                </a:extLst>
              </p:cNvPr>
              <p:cNvSpPr/>
              <p:nvPr/>
            </p:nvSpPr>
            <p:spPr>
              <a:xfrm>
                <a:off x="3472318" y="2645882"/>
                <a:ext cx="271055" cy="182353"/>
              </a:xfrm>
              <a:prstGeom prst="roundRect">
                <a:avLst/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latinLnBrk="0"/>
                <a:r>
                  <a:rPr lang="en-US" altLang="ko-KR" sz="800" b="1" kern="0" dirty="0">
                    <a:solidFill>
                      <a:prstClr val="white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Cambria" panose="02040503050406030204"/>
                    <a:ea typeface="맑은 고딕" panose="020B0503020000020004" pitchFamily="50" charset="-127"/>
                  </a:rPr>
                  <a:t>3</a:t>
                </a:r>
                <a:endParaRPr lang="ko-KR" altLang="en-US" sz="800" b="1" kern="0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7" name="사각형: 둥근 모서리 136">
                <a:extLst>
                  <a:ext uri="{FF2B5EF4-FFF2-40B4-BE49-F238E27FC236}">
                    <a16:creationId xmlns:a16="http://schemas.microsoft.com/office/drawing/2014/main" id="{67734CC4-A71C-E8F3-FF9D-35DAEBFA98D2}"/>
                  </a:ext>
                </a:extLst>
              </p:cNvPr>
              <p:cNvSpPr/>
              <p:nvPr/>
            </p:nvSpPr>
            <p:spPr>
              <a:xfrm>
                <a:off x="3765854" y="2645882"/>
                <a:ext cx="271055" cy="182353"/>
              </a:xfrm>
              <a:prstGeom prst="roundRect">
                <a:avLst/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latinLnBrk="0"/>
                <a:r>
                  <a:rPr lang="en-US" altLang="ko-KR" sz="800" b="1" kern="0" dirty="0">
                    <a:solidFill>
                      <a:prstClr val="white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Cambria" panose="02040503050406030204"/>
                    <a:ea typeface="맑은 고딕" panose="020B0503020000020004" pitchFamily="50" charset="-127"/>
                  </a:rPr>
                  <a:t>4</a:t>
                </a:r>
                <a:endParaRPr lang="ko-KR" altLang="en-US" sz="800" b="1" kern="0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8" name="사각형: 둥근 모서리 137">
                <a:extLst>
                  <a:ext uri="{FF2B5EF4-FFF2-40B4-BE49-F238E27FC236}">
                    <a16:creationId xmlns:a16="http://schemas.microsoft.com/office/drawing/2014/main" id="{54EE6B9E-6E35-584F-5A4D-E2D28C32742A}"/>
                  </a:ext>
                </a:extLst>
              </p:cNvPr>
              <p:cNvSpPr/>
              <p:nvPr/>
            </p:nvSpPr>
            <p:spPr>
              <a:xfrm>
                <a:off x="4059390" y="2645882"/>
                <a:ext cx="271055" cy="182353"/>
              </a:xfrm>
              <a:prstGeom prst="roundRect">
                <a:avLst/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latinLnBrk="0"/>
                <a:r>
                  <a:rPr lang="en-US" altLang="ko-KR" sz="800" b="1" kern="0" dirty="0">
                    <a:solidFill>
                      <a:prstClr val="white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Cambria" panose="02040503050406030204"/>
                    <a:ea typeface="맑은 고딕" panose="020B0503020000020004" pitchFamily="50" charset="-127"/>
                  </a:rPr>
                  <a:t>5</a:t>
                </a:r>
                <a:endParaRPr lang="ko-KR" altLang="en-US" sz="800" b="1" kern="0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9" name="사각형: 둥근 모서리 138">
                <a:extLst>
                  <a:ext uri="{FF2B5EF4-FFF2-40B4-BE49-F238E27FC236}">
                    <a16:creationId xmlns:a16="http://schemas.microsoft.com/office/drawing/2014/main" id="{AFEDC07D-2EA4-E240-4578-A9613B3CC9D7}"/>
                  </a:ext>
                </a:extLst>
              </p:cNvPr>
              <p:cNvSpPr/>
              <p:nvPr/>
            </p:nvSpPr>
            <p:spPr>
              <a:xfrm>
                <a:off x="2885247" y="2645882"/>
                <a:ext cx="271055" cy="182353"/>
              </a:xfrm>
              <a:prstGeom prst="roundRect">
                <a:avLst/>
              </a:prstGeom>
              <a:solidFill>
                <a:sysClr val="windowText" lastClr="000000">
                  <a:lumMod val="50000"/>
                  <a:lumOff val="50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latinLnBrk="0"/>
                <a:r>
                  <a:rPr lang="en-US" altLang="ko-KR" sz="800" b="1" kern="0" dirty="0">
                    <a:solidFill>
                      <a:prstClr val="white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Cambria" panose="02040503050406030204"/>
                    <a:ea typeface="맑은 고딕" panose="020B0503020000020004" pitchFamily="50" charset="-127"/>
                  </a:rPr>
                  <a:t>1</a:t>
                </a:r>
                <a:endParaRPr lang="ko-KR" altLang="en-US" sz="800" b="1" kern="0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mbria" panose="02040503050406030204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34" name="사각형: 둥근 모서리 133">
              <a:extLst>
                <a:ext uri="{FF2B5EF4-FFF2-40B4-BE49-F238E27FC236}">
                  <a16:creationId xmlns:a16="http://schemas.microsoft.com/office/drawing/2014/main" id="{31E1EC6C-41EE-73F5-A787-C3120343F068}"/>
                </a:ext>
              </a:extLst>
            </p:cNvPr>
            <p:cNvSpPr/>
            <p:nvPr/>
          </p:nvSpPr>
          <p:spPr>
            <a:xfrm>
              <a:off x="4363977" y="2645882"/>
              <a:ext cx="331942" cy="182353"/>
            </a:xfrm>
            <a:prstGeom prst="roundRect">
              <a:avLst/>
            </a:prstGeom>
            <a:solidFill>
              <a:sysClr val="window" lastClr="FFFFFF">
                <a:lumMod val="75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rtlCol="0" anchor="ctr"/>
            <a:lstStyle/>
            <a:p>
              <a:pPr algn="ctr" latinLnBrk="0"/>
              <a:r>
                <a:rPr lang="ko-KR" altLang="en-US" sz="800" b="1" kern="0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mbria" panose="02040503050406030204"/>
                  <a:ea typeface="맑은 고딕" panose="020B0503020000020004" pitchFamily="50" charset="-127"/>
                </a:rPr>
                <a:t>선택</a:t>
              </a:r>
            </a:p>
          </p:txBody>
        </p:sp>
      </p:grpSp>
      <p:sp>
        <p:nvSpPr>
          <p:cNvPr id="140" name="Button">
            <a:extLst>
              <a:ext uri="{FF2B5EF4-FFF2-40B4-BE49-F238E27FC236}">
                <a16:creationId xmlns:a16="http://schemas.microsoft.com/office/drawing/2014/main" id="{3D925137-B732-039A-3C06-4859776B91F8}"/>
              </a:ext>
            </a:extLst>
          </p:cNvPr>
          <p:cNvSpPr>
            <a:spLocks/>
          </p:cNvSpPr>
          <p:nvPr/>
        </p:nvSpPr>
        <p:spPr bwMode="auto">
          <a:xfrm>
            <a:off x="5472882" y="5267284"/>
            <a:ext cx="2458120" cy="219449"/>
          </a:xfrm>
          <a:prstGeom prst="roundRect">
            <a:avLst>
              <a:gd name="adj" fmla="val 8776"/>
            </a:avLst>
          </a:prstGeom>
          <a:solidFill>
            <a:srgbClr val="F79646">
              <a:lumMod val="75000"/>
            </a:srgb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t>플레이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1" name="Button">
            <a:extLst>
              <a:ext uri="{FF2B5EF4-FFF2-40B4-BE49-F238E27FC236}">
                <a16:creationId xmlns:a16="http://schemas.microsoft.com/office/drawing/2014/main" id="{F1FE0E44-73BA-E4AB-CE25-B2675B2E30C9}"/>
              </a:ext>
            </a:extLst>
          </p:cNvPr>
          <p:cNvSpPr>
            <a:spLocks/>
          </p:cNvSpPr>
          <p:nvPr/>
        </p:nvSpPr>
        <p:spPr bwMode="auto">
          <a:xfrm>
            <a:off x="5472882" y="5800435"/>
            <a:ext cx="5168704" cy="219449"/>
          </a:xfrm>
          <a:prstGeom prst="roundRect">
            <a:avLst>
              <a:gd name="adj" fmla="val 8776"/>
            </a:avLst>
          </a:prstGeom>
          <a:solidFill>
            <a:sysClr val="windowText" lastClr="000000">
              <a:lumMod val="65000"/>
              <a:lumOff val="35000"/>
            </a:sys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t>도전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42" name="그림 141">
            <a:extLst>
              <a:ext uri="{FF2B5EF4-FFF2-40B4-BE49-F238E27FC236}">
                <a16:creationId xmlns:a16="http://schemas.microsoft.com/office/drawing/2014/main" id="{D9CA1837-E5C7-264B-FB22-A3FF64C3F79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b="82619"/>
          <a:stretch>
            <a:fillRect/>
          </a:stretch>
        </p:blipFill>
        <p:spPr>
          <a:xfrm>
            <a:off x="5345725" y="6084461"/>
            <a:ext cx="5450296" cy="147289"/>
          </a:xfrm>
          <a:prstGeom prst="rect">
            <a:avLst/>
          </a:prstGeom>
        </p:spPr>
      </p:pic>
      <p:graphicFrame>
        <p:nvGraphicFramePr>
          <p:cNvPr id="143" name="Group 323">
            <a:extLst>
              <a:ext uri="{FF2B5EF4-FFF2-40B4-BE49-F238E27FC236}">
                <a16:creationId xmlns:a16="http://schemas.microsoft.com/office/drawing/2014/main" id="{3682C4E9-6D5F-65C0-5828-7A8CA15014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2254583"/>
              </p:ext>
            </p:extLst>
          </p:nvPr>
        </p:nvGraphicFramePr>
        <p:xfrm>
          <a:off x="1758657" y="1338394"/>
          <a:ext cx="1841439" cy="1941449"/>
        </p:xfrm>
        <a:graphic>
          <a:graphicData uri="http://schemas.openxmlformats.org/drawingml/2006/table">
            <a:tbl>
              <a:tblPr/>
              <a:tblGrid>
                <a:gridCol w="9290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12393">
                  <a:extLst>
                    <a:ext uri="{9D8B030D-6E8A-4147-A177-3AD203B41FA5}">
                      <a16:colId xmlns:a16="http://schemas.microsoft.com/office/drawing/2014/main" val="958322843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(00loo***@gmail.com)</a:t>
                      </a:r>
                      <a:endParaRPr lang="ko-KR" altLang="en-US" dirty="0"/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22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후원캐시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3,000</a:t>
                      </a: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43463"/>
                  </a:ext>
                </a:extLst>
              </a:tr>
              <a:tr h="1090909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6477803"/>
                  </a:ext>
                </a:extLst>
              </a:tr>
              <a:tr h="2622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4012768"/>
                  </a:ext>
                </a:extLst>
              </a:tr>
            </a:tbl>
          </a:graphicData>
        </a:graphic>
      </p:graphicFrame>
      <p:sp>
        <p:nvSpPr>
          <p:cNvPr id="149" name="Button">
            <a:extLst>
              <a:ext uri="{FF2B5EF4-FFF2-40B4-BE49-F238E27FC236}">
                <a16:creationId xmlns:a16="http://schemas.microsoft.com/office/drawing/2014/main" id="{5F40D44D-331D-C978-5046-69740C519F61}"/>
              </a:ext>
            </a:extLst>
          </p:cNvPr>
          <p:cNvSpPr>
            <a:spLocks/>
          </p:cNvSpPr>
          <p:nvPr/>
        </p:nvSpPr>
        <p:spPr bwMode="auto">
          <a:xfrm>
            <a:off x="1801922" y="1387632"/>
            <a:ext cx="821547" cy="219449"/>
          </a:xfrm>
          <a:prstGeom prst="roundRect">
            <a:avLst>
              <a:gd name="adj" fmla="val 8776"/>
            </a:avLst>
          </a:prstGeom>
          <a:solidFill>
            <a:schemeClr val="accent3">
              <a:lumMod val="50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영상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0" name="Button">
            <a:extLst>
              <a:ext uri="{FF2B5EF4-FFF2-40B4-BE49-F238E27FC236}">
                <a16:creationId xmlns:a16="http://schemas.microsoft.com/office/drawing/2014/main" id="{4696F0F7-31DC-17BA-FC74-29CA0900BEF2}"/>
              </a:ext>
            </a:extLst>
          </p:cNvPr>
          <p:cNvSpPr>
            <a:spLocks/>
          </p:cNvSpPr>
          <p:nvPr/>
        </p:nvSpPr>
        <p:spPr bwMode="auto">
          <a:xfrm>
            <a:off x="1798785" y="3042081"/>
            <a:ext cx="821547" cy="219449"/>
          </a:xfrm>
          <a:prstGeom prst="roundRect">
            <a:avLst>
              <a:gd name="adj" fmla="val 8776"/>
            </a:avLst>
          </a:prstGeom>
          <a:solidFill>
            <a:schemeClr val="tx1">
              <a:lumMod val="65000"/>
              <a:lumOff val="35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수락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1" name="Button">
            <a:extLst>
              <a:ext uri="{FF2B5EF4-FFF2-40B4-BE49-F238E27FC236}">
                <a16:creationId xmlns:a16="http://schemas.microsoft.com/office/drawing/2014/main" id="{7AA0538E-2378-6EB7-DDC8-63780FD706DD}"/>
              </a:ext>
            </a:extLst>
          </p:cNvPr>
          <p:cNvSpPr>
            <a:spLocks/>
          </p:cNvSpPr>
          <p:nvPr/>
        </p:nvSpPr>
        <p:spPr bwMode="auto">
          <a:xfrm>
            <a:off x="2718387" y="3042081"/>
            <a:ext cx="821547" cy="219449"/>
          </a:xfrm>
          <a:prstGeom prst="roundRect">
            <a:avLst>
              <a:gd name="adj" fmla="val 8776"/>
            </a:avLst>
          </a:prstGeom>
          <a:solidFill>
            <a:schemeClr val="bg1">
              <a:lumMod val="65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거절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2" name="Button">
            <a:extLst>
              <a:ext uri="{FF2B5EF4-FFF2-40B4-BE49-F238E27FC236}">
                <a16:creationId xmlns:a16="http://schemas.microsoft.com/office/drawing/2014/main" id="{1987D5C0-7D9F-9963-5087-3CEA62019A49}"/>
              </a:ext>
            </a:extLst>
          </p:cNvPr>
          <p:cNvSpPr>
            <a:spLocks/>
          </p:cNvSpPr>
          <p:nvPr/>
        </p:nvSpPr>
        <p:spPr bwMode="auto">
          <a:xfrm>
            <a:off x="2735372" y="1686232"/>
            <a:ext cx="821547" cy="219449"/>
          </a:xfrm>
          <a:prstGeom prst="roundRect">
            <a:avLst>
              <a:gd name="adj" fmla="val 8776"/>
            </a:avLst>
          </a:prstGeom>
          <a:solidFill>
            <a:schemeClr val="tx1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미리보기 ▶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53" name="그림 152">
            <a:extLst>
              <a:ext uri="{FF2B5EF4-FFF2-40B4-BE49-F238E27FC236}">
                <a16:creationId xmlns:a16="http://schemas.microsoft.com/office/drawing/2014/main" id="{5D86A869-9156-D197-A5B6-119517D1F94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87790" y="1982128"/>
            <a:ext cx="1777511" cy="994515"/>
          </a:xfrm>
          <a:prstGeom prst="roundRect">
            <a:avLst>
              <a:gd name="adj" fmla="val 5631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/>
        </p:spPr>
      </p:pic>
      <p:graphicFrame>
        <p:nvGraphicFramePr>
          <p:cNvPr id="154" name="Group 323">
            <a:extLst>
              <a:ext uri="{FF2B5EF4-FFF2-40B4-BE49-F238E27FC236}">
                <a16:creationId xmlns:a16="http://schemas.microsoft.com/office/drawing/2014/main" id="{0E4BA1EB-4C56-CF59-1392-D9F2B9F5C0F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8860574"/>
              </p:ext>
            </p:extLst>
          </p:nvPr>
        </p:nvGraphicFramePr>
        <p:xfrm>
          <a:off x="5353092" y="1338394"/>
          <a:ext cx="5411287" cy="1941449"/>
        </p:xfrm>
        <a:graphic>
          <a:graphicData uri="http://schemas.openxmlformats.org/drawingml/2006/table">
            <a:tbl>
              <a:tblPr/>
              <a:tblGrid>
                <a:gridCol w="27301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81175">
                  <a:extLst>
                    <a:ext uri="{9D8B030D-6E8A-4147-A177-3AD203B41FA5}">
                      <a16:colId xmlns:a16="http://schemas.microsoft.com/office/drawing/2014/main" val="958322843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(00loo***@gmail.com)</a:t>
                      </a:r>
                      <a:endParaRPr lang="ko-KR" altLang="en-US" dirty="0"/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22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후원캐시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3,000</a:t>
                      </a: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43463"/>
                  </a:ext>
                </a:extLst>
              </a:tr>
              <a:tr h="1090909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6477803"/>
                  </a:ext>
                </a:extLst>
              </a:tr>
              <a:tr h="2622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4012768"/>
                  </a:ext>
                </a:extLst>
              </a:tr>
            </a:tbl>
          </a:graphicData>
        </a:graphic>
      </p:graphicFrame>
      <p:sp>
        <p:nvSpPr>
          <p:cNvPr id="155" name="Button">
            <a:extLst>
              <a:ext uri="{FF2B5EF4-FFF2-40B4-BE49-F238E27FC236}">
                <a16:creationId xmlns:a16="http://schemas.microsoft.com/office/drawing/2014/main" id="{2B8E39C2-7439-9B2A-684A-97B90B45511E}"/>
              </a:ext>
            </a:extLst>
          </p:cNvPr>
          <p:cNvSpPr>
            <a:spLocks/>
          </p:cNvSpPr>
          <p:nvPr/>
        </p:nvSpPr>
        <p:spPr bwMode="auto">
          <a:xfrm>
            <a:off x="8224388" y="1688334"/>
            <a:ext cx="2449278" cy="219449"/>
          </a:xfrm>
          <a:prstGeom prst="roundRect">
            <a:avLst>
              <a:gd name="adj" fmla="val 8776"/>
            </a:avLst>
          </a:prstGeom>
          <a:solidFill>
            <a:sysClr val="windowText" lastClr="00000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t>미리보기 ▶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56" name="그림 155">
            <a:extLst>
              <a:ext uri="{FF2B5EF4-FFF2-40B4-BE49-F238E27FC236}">
                <a16:creationId xmlns:a16="http://schemas.microsoft.com/office/drawing/2014/main" id="{F5B23E15-1EE9-6CA8-D8EE-5CB3F36AB30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92550" y="1969613"/>
            <a:ext cx="1777511" cy="994515"/>
          </a:xfrm>
          <a:prstGeom prst="roundRect">
            <a:avLst>
              <a:gd name="adj" fmla="val 5631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/>
        </p:spPr>
      </p:pic>
      <p:sp>
        <p:nvSpPr>
          <p:cNvPr id="157" name="Button">
            <a:extLst>
              <a:ext uri="{FF2B5EF4-FFF2-40B4-BE49-F238E27FC236}">
                <a16:creationId xmlns:a16="http://schemas.microsoft.com/office/drawing/2014/main" id="{6E14D93F-E9C3-39EA-2144-90BCECDBF5EE}"/>
              </a:ext>
            </a:extLst>
          </p:cNvPr>
          <p:cNvSpPr>
            <a:spLocks/>
          </p:cNvSpPr>
          <p:nvPr/>
        </p:nvSpPr>
        <p:spPr bwMode="auto">
          <a:xfrm>
            <a:off x="5482268" y="1388427"/>
            <a:ext cx="2458120" cy="219449"/>
          </a:xfrm>
          <a:prstGeom prst="roundRect">
            <a:avLst>
              <a:gd name="adj" fmla="val 8776"/>
            </a:avLst>
          </a:prstGeom>
          <a:solidFill>
            <a:srgbClr val="9BBB59">
              <a:lumMod val="50000"/>
            </a:srgb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t>영상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8" name="Button">
            <a:extLst>
              <a:ext uri="{FF2B5EF4-FFF2-40B4-BE49-F238E27FC236}">
                <a16:creationId xmlns:a16="http://schemas.microsoft.com/office/drawing/2014/main" id="{C1ADEB5D-7850-EAD9-B00C-ADC30CD1FEED}"/>
              </a:ext>
            </a:extLst>
          </p:cNvPr>
          <p:cNvSpPr>
            <a:spLocks/>
          </p:cNvSpPr>
          <p:nvPr/>
        </p:nvSpPr>
        <p:spPr bwMode="auto">
          <a:xfrm>
            <a:off x="5472882" y="3041097"/>
            <a:ext cx="2458120" cy="219449"/>
          </a:xfrm>
          <a:prstGeom prst="roundRect">
            <a:avLst>
              <a:gd name="adj" fmla="val 8776"/>
            </a:avLst>
          </a:prstGeom>
          <a:solidFill>
            <a:sysClr val="windowText" lastClr="000000">
              <a:lumMod val="65000"/>
              <a:lumOff val="35000"/>
            </a:sys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t>수락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9" name="Button">
            <a:extLst>
              <a:ext uri="{FF2B5EF4-FFF2-40B4-BE49-F238E27FC236}">
                <a16:creationId xmlns:a16="http://schemas.microsoft.com/office/drawing/2014/main" id="{EFAEA5C8-B39A-7668-4DB1-86B8DE50EC0E}"/>
              </a:ext>
            </a:extLst>
          </p:cNvPr>
          <p:cNvSpPr>
            <a:spLocks/>
          </p:cNvSpPr>
          <p:nvPr/>
        </p:nvSpPr>
        <p:spPr bwMode="auto">
          <a:xfrm>
            <a:off x="8224388" y="3041097"/>
            <a:ext cx="2458120" cy="219449"/>
          </a:xfrm>
          <a:prstGeom prst="roundRect">
            <a:avLst>
              <a:gd name="adj" fmla="val 8776"/>
            </a:avLst>
          </a:prstGeom>
          <a:solidFill>
            <a:sysClr val="window" lastClr="FFFFFF">
              <a:lumMod val="65000"/>
            </a:sys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t>거절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6EB84A84-7CCE-FD73-5D94-21F7049DFCB3}"/>
              </a:ext>
            </a:extLst>
          </p:cNvPr>
          <p:cNvGrpSpPr/>
          <p:nvPr/>
        </p:nvGrpSpPr>
        <p:grpSpPr>
          <a:xfrm>
            <a:off x="10417978" y="1064228"/>
            <a:ext cx="387008" cy="118852"/>
            <a:chOff x="8850325" y="2256508"/>
            <a:chExt cx="387008" cy="118852"/>
          </a:xfrm>
        </p:grpSpPr>
        <p:sp>
          <p:nvSpPr>
            <p:cNvPr id="4" name="Google Shape;1200;p27">
              <a:extLst>
                <a:ext uri="{FF2B5EF4-FFF2-40B4-BE49-F238E27FC236}">
                  <a16:creationId xmlns:a16="http://schemas.microsoft.com/office/drawing/2014/main" id="{1EE1BFA3-1D8C-E834-7DAD-3656CB56DB42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" name="그래픽 4">
              <a:extLst>
                <a:ext uri="{FF2B5EF4-FFF2-40B4-BE49-F238E27FC236}">
                  <a16:creationId xmlns:a16="http://schemas.microsoft.com/office/drawing/2014/main" id="{7CBB464B-9717-42FF-43CC-8F2A08D867E7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6" name="Google Shape;1202;p27">
              <a:extLst>
                <a:ext uri="{FF2B5EF4-FFF2-40B4-BE49-F238E27FC236}">
                  <a16:creationId xmlns:a16="http://schemas.microsoft.com/office/drawing/2014/main" id="{FC615D87-E209-0534-036A-5ACCDE333CFF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60EB11F0-865E-AB6C-E677-D8CCD2D8E8F0}"/>
              </a:ext>
            </a:extLst>
          </p:cNvPr>
          <p:cNvGrpSpPr/>
          <p:nvPr/>
        </p:nvGrpSpPr>
        <p:grpSpPr>
          <a:xfrm>
            <a:off x="3273108" y="1064228"/>
            <a:ext cx="387008" cy="118852"/>
            <a:chOff x="8850325" y="2256508"/>
            <a:chExt cx="387008" cy="118852"/>
          </a:xfrm>
        </p:grpSpPr>
        <p:sp>
          <p:nvSpPr>
            <p:cNvPr id="8" name="Google Shape;1200;p27">
              <a:extLst>
                <a:ext uri="{FF2B5EF4-FFF2-40B4-BE49-F238E27FC236}">
                  <a16:creationId xmlns:a16="http://schemas.microsoft.com/office/drawing/2014/main" id="{FD9815E8-F597-DA9F-0A4E-38625DB477D0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" name="그래픽 8">
              <a:extLst>
                <a:ext uri="{FF2B5EF4-FFF2-40B4-BE49-F238E27FC236}">
                  <a16:creationId xmlns:a16="http://schemas.microsoft.com/office/drawing/2014/main" id="{172ABA3B-C750-5B80-7120-FD7EB096F37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10" name="Google Shape;1202;p27">
              <a:extLst>
                <a:ext uri="{FF2B5EF4-FFF2-40B4-BE49-F238E27FC236}">
                  <a16:creationId xmlns:a16="http://schemas.microsoft.com/office/drawing/2014/main" id="{775423BF-3892-1C71-743B-189CB22B196B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07915357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1301;p29">
            <a:extLst>
              <a:ext uri="{FF2B5EF4-FFF2-40B4-BE49-F238E27FC236}">
                <a16:creationId xmlns:a16="http://schemas.microsoft.com/office/drawing/2014/main" id="{E5CFD3C4-5BC7-1877-1ED2-36F08DF791A7}"/>
              </a:ext>
            </a:extLst>
          </p:cNvPr>
          <p:cNvSpPr/>
          <p:nvPr/>
        </p:nvSpPr>
        <p:spPr>
          <a:xfrm>
            <a:off x="1653728" y="980728"/>
            <a:ext cx="2102012" cy="5688632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대기 중인 후원 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10" name="Google Shape;1303;p29">
            <a:extLst>
              <a:ext uri="{FF2B5EF4-FFF2-40B4-BE49-F238E27FC236}">
                <a16:creationId xmlns:a16="http://schemas.microsoft.com/office/drawing/2014/main" id="{F9A65E52-1252-6CE4-7F5E-F83C182B5D7C}"/>
              </a:ext>
            </a:extLst>
          </p:cNvPr>
          <p:cNvSpPr/>
          <p:nvPr/>
        </p:nvSpPr>
        <p:spPr>
          <a:xfrm>
            <a:off x="1698102" y="1289160"/>
            <a:ext cx="1978153" cy="5308192"/>
          </a:xfrm>
          <a:prstGeom prst="rect">
            <a:avLst/>
          </a:prstGeom>
          <a:solidFill>
            <a:schemeClr val="bg1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62B5D1A2-8828-5544-82AF-8320C5319628}"/>
              </a:ext>
            </a:extLst>
          </p:cNvPr>
          <p:cNvSpPr/>
          <p:nvPr/>
        </p:nvSpPr>
        <p:spPr>
          <a:xfrm>
            <a:off x="2595299" y="1056175"/>
            <a:ext cx="216624" cy="166261"/>
          </a:xfrm>
          <a:prstGeom prst="roundRect">
            <a:avLst>
              <a:gd name="adj" fmla="val 29874"/>
            </a:avLst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36000" tIns="0" rIns="36000" b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kern="0" dirty="0">
                <a:solidFill>
                  <a:prstClr val="white"/>
                </a:solidFill>
                <a:latin typeface="Cambria" panose="02040503050406030204"/>
                <a:ea typeface="맑은 고딕" panose="020B0503020000020004" pitchFamily="50" charset="-127"/>
              </a:rPr>
              <a:t>4</a:t>
            </a:r>
            <a:endParaRPr kumimoji="0" lang="ko-KR" altLang="en-US" sz="800" b="1" kern="0" dirty="0">
              <a:solidFill>
                <a:prstClr val="white"/>
              </a:solidFill>
              <a:latin typeface="Cambria" panose="02040503050406030204"/>
              <a:ea typeface="맑은 고딕" panose="020B0503020000020004" pitchFamily="50" charset="-127"/>
            </a:endParaRPr>
          </a:p>
        </p:txBody>
      </p:sp>
      <p:graphicFrame>
        <p:nvGraphicFramePr>
          <p:cNvPr id="12" name="Group 323">
            <a:extLst>
              <a:ext uri="{FF2B5EF4-FFF2-40B4-BE49-F238E27FC236}">
                <a16:creationId xmlns:a16="http://schemas.microsoft.com/office/drawing/2014/main" id="{FD9BA314-5305-DE1B-07F3-34261E2B04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7962477"/>
              </p:ext>
            </p:extLst>
          </p:nvPr>
        </p:nvGraphicFramePr>
        <p:xfrm>
          <a:off x="1761428" y="3332551"/>
          <a:ext cx="1841439" cy="1112742"/>
        </p:xfrm>
        <a:graphic>
          <a:graphicData uri="http://schemas.openxmlformats.org/drawingml/2006/table">
            <a:tbl>
              <a:tblPr/>
              <a:tblGrid>
                <a:gridCol w="9290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12393">
                  <a:extLst>
                    <a:ext uri="{9D8B030D-6E8A-4147-A177-3AD203B41FA5}">
                      <a16:colId xmlns:a16="http://schemas.microsoft.com/office/drawing/2014/main" val="958322843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(00loo***@gmail.com)</a:t>
                      </a:r>
                      <a:endParaRPr kumimoji="0" lang="ko-KR" alt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22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성공캐시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3,000</a:t>
                      </a: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남은 시간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00:30</a:t>
                      </a: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43463"/>
                  </a:ext>
                </a:extLst>
              </a:tr>
              <a:tr h="26220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성공하면 한강 입수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0407640"/>
                  </a:ext>
                </a:extLst>
              </a:tr>
              <a:tr h="2622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109173"/>
                  </a:ext>
                </a:extLst>
              </a:tr>
            </a:tbl>
          </a:graphicData>
        </a:graphic>
      </p:graphicFrame>
      <p:sp>
        <p:nvSpPr>
          <p:cNvPr id="13" name="Button">
            <a:extLst>
              <a:ext uri="{FF2B5EF4-FFF2-40B4-BE49-F238E27FC236}">
                <a16:creationId xmlns:a16="http://schemas.microsoft.com/office/drawing/2014/main" id="{717859A5-FA0B-D6F5-E5D9-13CF53E18089}"/>
              </a:ext>
            </a:extLst>
          </p:cNvPr>
          <p:cNvSpPr>
            <a:spLocks/>
          </p:cNvSpPr>
          <p:nvPr/>
        </p:nvSpPr>
        <p:spPr bwMode="auto">
          <a:xfrm>
            <a:off x="1811587" y="3365638"/>
            <a:ext cx="821547" cy="219449"/>
          </a:xfrm>
          <a:prstGeom prst="roundRect">
            <a:avLst>
              <a:gd name="adj" fmla="val 8776"/>
            </a:avLst>
          </a:prstGeom>
          <a:solidFill>
            <a:schemeClr val="accent1">
              <a:lumMod val="75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퀘스트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Button">
            <a:extLst>
              <a:ext uri="{FF2B5EF4-FFF2-40B4-BE49-F238E27FC236}">
                <a16:creationId xmlns:a16="http://schemas.microsoft.com/office/drawing/2014/main" id="{029F9E70-426E-E290-D931-D45DA20DD7BE}"/>
              </a:ext>
            </a:extLst>
          </p:cNvPr>
          <p:cNvSpPr>
            <a:spLocks/>
          </p:cNvSpPr>
          <p:nvPr/>
        </p:nvSpPr>
        <p:spPr bwMode="auto">
          <a:xfrm>
            <a:off x="1811587" y="4208138"/>
            <a:ext cx="821547" cy="219449"/>
          </a:xfrm>
          <a:prstGeom prst="roundRect">
            <a:avLst>
              <a:gd name="adj" fmla="val 8776"/>
            </a:avLst>
          </a:prstGeom>
          <a:solidFill>
            <a:schemeClr val="tx1">
              <a:lumMod val="65000"/>
              <a:lumOff val="35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수락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Button">
            <a:extLst>
              <a:ext uri="{FF2B5EF4-FFF2-40B4-BE49-F238E27FC236}">
                <a16:creationId xmlns:a16="http://schemas.microsoft.com/office/drawing/2014/main" id="{BB259213-7422-9BD2-FAD4-7AAD045DD061}"/>
              </a:ext>
            </a:extLst>
          </p:cNvPr>
          <p:cNvSpPr>
            <a:spLocks/>
          </p:cNvSpPr>
          <p:nvPr/>
        </p:nvSpPr>
        <p:spPr bwMode="auto">
          <a:xfrm>
            <a:off x="2731189" y="4208138"/>
            <a:ext cx="821547" cy="219449"/>
          </a:xfrm>
          <a:prstGeom prst="roundRect">
            <a:avLst>
              <a:gd name="adj" fmla="val 8776"/>
            </a:avLst>
          </a:prstGeom>
          <a:solidFill>
            <a:schemeClr val="bg1">
              <a:lumMod val="65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거절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6" name="Group 323">
            <a:extLst>
              <a:ext uri="{FF2B5EF4-FFF2-40B4-BE49-F238E27FC236}">
                <a16:creationId xmlns:a16="http://schemas.microsoft.com/office/drawing/2014/main" id="{819F6EE2-491B-05D7-AD7E-293B5E48F2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8969899"/>
              </p:ext>
            </p:extLst>
          </p:nvPr>
        </p:nvGraphicFramePr>
        <p:xfrm>
          <a:off x="1761428" y="4502770"/>
          <a:ext cx="1841439" cy="850540"/>
        </p:xfrm>
        <a:graphic>
          <a:graphicData uri="http://schemas.openxmlformats.org/drawingml/2006/table">
            <a:tbl>
              <a:tblPr/>
              <a:tblGrid>
                <a:gridCol w="9290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12393">
                  <a:extLst>
                    <a:ext uri="{9D8B030D-6E8A-4147-A177-3AD203B41FA5}">
                      <a16:colId xmlns:a16="http://schemas.microsoft.com/office/drawing/2014/main" val="958322843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(00loo***@gmail.com)</a:t>
                      </a:r>
                      <a:endParaRPr kumimoji="0" lang="ko-KR" alt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22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성공캐시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3,000</a:t>
                      </a: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남은 시간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00:30</a:t>
                      </a: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43463"/>
                  </a:ext>
                </a:extLst>
              </a:tr>
              <a:tr h="26220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109173"/>
                  </a:ext>
                </a:extLst>
              </a:tr>
            </a:tbl>
          </a:graphicData>
        </a:graphic>
      </p:graphicFrame>
      <p:sp>
        <p:nvSpPr>
          <p:cNvPr id="17" name="Button">
            <a:extLst>
              <a:ext uri="{FF2B5EF4-FFF2-40B4-BE49-F238E27FC236}">
                <a16:creationId xmlns:a16="http://schemas.microsoft.com/office/drawing/2014/main" id="{C66AAEE2-09A9-0785-8042-F40DDAE9F439}"/>
              </a:ext>
            </a:extLst>
          </p:cNvPr>
          <p:cNvSpPr>
            <a:spLocks/>
          </p:cNvSpPr>
          <p:nvPr/>
        </p:nvSpPr>
        <p:spPr bwMode="auto">
          <a:xfrm>
            <a:off x="1811587" y="4535857"/>
            <a:ext cx="821547" cy="219449"/>
          </a:xfrm>
          <a:prstGeom prst="roundRect">
            <a:avLst>
              <a:gd name="adj" fmla="val 8776"/>
            </a:avLst>
          </a:prstGeom>
          <a:solidFill>
            <a:srgbClr val="7030A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럭키박스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337DCAC6-BC28-0D3D-A023-8D2F6653FB2D}"/>
              </a:ext>
            </a:extLst>
          </p:cNvPr>
          <p:cNvGrpSpPr/>
          <p:nvPr/>
        </p:nvGrpSpPr>
        <p:grpSpPr>
          <a:xfrm>
            <a:off x="1792386" y="5087804"/>
            <a:ext cx="1777932" cy="182353"/>
            <a:chOff x="2917987" y="2645882"/>
            <a:chExt cx="1777932" cy="182353"/>
          </a:xfrm>
        </p:grpSpPr>
        <p:grpSp>
          <p:nvGrpSpPr>
            <p:cNvPr id="19" name="그룹 18">
              <a:extLst>
                <a:ext uri="{FF2B5EF4-FFF2-40B4-BE49-F238E27FC236}">
                  <a16:creationId xmlns:a16="http://schemas.microsoft.com/office/drawing/2014/main" id="{1CFDB1DC-84B6-CDF2-DFF4-09FAEDF87CEE}"/>
                </a:ext>
              </a:extLst>
            </p:cNvPr>
            <p:cNvGrpSpPr/>
            <p:nvPr/>
          </p:nvGrpSpPr>
          <p:grpSpPr>
            <a:xfrm>
              <a:off x="2917987" y="2645882"/>
              <a:ext cx="1412457" cy="182353"/>
              <a:chOff x="2885247" y="2645882"/>
              <a:chExt cx="1445198" cy="182353"/>
            </a:xfrm>
          </p:grpSpPr>
          <p:sp>
            <p:nvSpPr>
              <p:cNvPr id="21" name="사각형: 둥근 모서리 20">
                <a:extLst>
                  <a:ext uri="{FF2B5EF4-FFF2-40B4-BE49-F238E27FC236}">
                    <a16:creationId xmlns:a16="http://schemas.microsoft.com/office/drawing/2014/main" id="{EA5C8F64-1739-6189-3869-A583FAC8A8D5}"/>
                  </a:ext>
                </a:extLst>
              </p:cNvPr>
              <p:cNvSpPr/>
              <p:nvPr/>
            </p:nvSpPr>
            <p:spPr>
              <a:xfrm>
                <a:off x="3178783" y="2645882"/>
                <a:ext cx="271055" cy="182353"/>
              </a:xfrm>
              <a:prstGeom prst="round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800" b="1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2</a:t>
                </a:r>
                <a:endParaRPr lang="ko-KR" altLang="en-US" sz="8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22" name="사각형: 둥근 모서리 21">
                <a:extLst>
                  <a:ext uri="{FF2B5EF4-FFF2-40B4-BE49-F238E27FC236}">
                    <a16:creationId xmlns:a16="http://schemas.microsoft.com/office/drawing/2014/main" id="{0F0E3712-847C-75FB-0810-A56210C4DABE}"/>
                  </a:ext>
                </a:extLst>
              </p:cNvPr>
              <p:cNvSpPr/>
              <p:nvPr/>
            </p:nvSpPr>
            <p:spPr>
              <a:xfrm>
                <a:off x="3472318" y="2645882"/>
                <a:ext cx="271055" cy="182353"/>
              </a:xfrm>
              <a:prstGeom prst="round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800" b="1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3</a:t>
                </a:r>
                <a:endParaRPr lang="ko-KR" altLang="en-US" sz="8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23" name="사각형: 둥근 모서리 22">
                <a:extLst>
                  <a:ext uri="{FF2B5EF4-FFF2-40B4-BE49-F238E27FC236}">
                    <a16:creationId xmlns:a16="http://schemas.microsoft.com/office/drawing/2014/main" id="{747270D2-8E55-4D47-9AD7-65F131A88C1D}"/>
                  </a:ext>
                </a:extLst>
              </p:cNvPr>
              <p:cNvSpPr/>
              <p:nvPr/>
            </p:nvSpPr>
            <p:spPr>
              <a:xfrm>
                <a:off x="3765854" y="2645882"/>
                <a:ext cx="271055" cy="182353"/>
              </a:xfrm>
              <a:prstGeom prst="round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800" b="1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4</a:t>
                </a:r>
                <a:endParaRPr lang="ko-KR" altLang="en-US" sz="8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24" name="사각형: 둥근 모서리 23">
                <a:extLst>
                  <a:ext uri="{FF2B5EF4-FFF2-40B4-BE49-F238E27FC236}">
                    <a16:creationId xmlns:a16="http://schemas.microsoft.com/office/drawing/2014/main" id="{74C7088C-8362-9F32-195D-8B65A887BF7F}"/>
                  </a:ext>
                </a:extLst>
              </p:cNvPr>
              <p:cNvSpPr/>
              <p:nvPr/>
            </p:nvSpPr>
            <p:spPr>
              <a:xfrm>
                <a:off x="4059390" y="2645882"/>
                <a:ext cx="271055" cy="182353"/>
              </a:xfrm>
              <a:prstGeom prst="round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800" b="1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5</a:t>
                </a:r>
                <a:endParaRPr lang="ko-KR" altLang="en-US" sz="8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25" name="사각형: 둥근 모서리 24">
                <a:extLst>
                  <a:ext uri="{FF2B5EF4-FFF2-40B4-BE49-F238E27FC236}">
                    <a16:creationId xmlns:a16="http://schemas.microsoft.com/office/drawing/2014/main" id="{5FE7E49F-6602-06A1-5784-54CBBD1C4EBB}"/>
                  </a:ext>
                </a:extLst>
              </p:cNvPr>
              <p:cNvSpPr/>
              <p:nvPr/>
            </p:nvSpPr>
            <p:spPr>
              <a:xfrm>
                <a:off x="2885247" y="2645882"/>
                <a:ext cx="271055" cy="182353"/>
              </a:xfrm>
              <a:prstGeom prst="round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800" b="1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1</a:t>
                </a:r>
                <a:endParaRPr lang="ko-KR" altLang="en-US" sz="8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</p:grpSp>
        <p:sp>
          <p:nvSpPr>
            <p:cNvPr id="20" name="사각형: 둥근 모서리 19">
              <a:extLst>
                <a:ext uri="{FF2B5EF4-FFF2-40B4-BE49-F238E27FC236}">
                  <a16:creationId xmlns:a16="http://schemas.microsoft.com/office/drawing/2014/main" id="{18C5B9BC-A770-3243-AD6D-BCB81FA1FDA9}"/>
                </a:ext>
              </a:extLst>
            </p:cNvPr>
            <p:cNvSpPr/>
            <p:nvPr/>
          </p:nvSpPr>
          <p:spPr>
            <a:xfrm>
              <a:off x="4363977" y="2645882"/>
              <a:ext cx="331942" cy="182353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ko-KR" altLang="en-US" sz="8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선택</a:t>
              </a:r>
            </a:p>
          </p:txBody>
        </p:sp>
      </p:grpSp>
      <p:graphicFrame>
        <p:nvGraphicFramePr>
          <p:cNvPr id="26" name="Group 323">
            <a:extLst>
              <a:ext uri="{FF2B5EF4-FFF2-40B4-BE49-F238E27FC236}">
                <a16:creationId xmlns:a16="http://schemas.microsoft.com/office/drawing/2014/main" id="{1839C8CB-250E-B5CB-16CE-1293073DEA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3558388"/>
              </p:ext>
            </p:extLst>
          </p:nvPr>
        </p:nvGraphicFramePr>
        <p:xfrm>
          <a:off x="1761428" y="5407666"/>
          <a:ext cx="1841439" cy="850540"/>
        </p:xfrm>
        <a:graphic>
          <a:graphicData uri="http://schemas.openxmlformats.org/drawingml/2006/table">
            <a:tbl>
              <a:tblPr/>
              <a:tblGrid>
                <a:gridCol w="9290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12393">
                  <a:extLst>
                    <a:ext uri="{9D8B030D-6E8A-4147-A177-3AD203B41FA5}">
                      <a16:colId xmlns:a16="http://schemas.microsoft.com/office/drawing/2014/main" val="958322843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(00loo***@gmail.com)</a:t>
                      </a:r>
                      <a:endParaRPr kumimoji="0" lang="ko-KR" alt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22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성공캐시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3,000</a:t>
                      </a: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남은 시간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00:30</a:t>
                      </a: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43463"/>
                  </a:ext>
                </a:extLst>
              </a:tr>
              <a:tr h="26220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109173"/>
                  </a:ext>
                </a:extLst>
              </a:tr>
            </a:tbl>
          </a:graphicData>
        </a:graphic>
      </p:graphicFrame>
      <p:sp>
        <p:nvSpPr>
          <p:cNvPr id="27" name="Button">
            <a:extLst>
              <a:ext uri="{FF2B5EF4-FFF2-40B4-BE49-F238E27FC236}">
                <a16:creationId xmlns:a16="http://schemas.microsoft.com/office/drawing/2014/main" id="{6F020743-E585-B55E-DF43-2A18953DC9F9}"/>
              </a:ext>
            </a:extLst>
          </p:cNvPr>
          <p:cNvSpPr>
            <a:spLocks/>
          </p:cNvSpPr>
          <p:nvPr/>
        </p:nvSpPr>
        <p:spPr bwMode="auto">
          <a:xfrm>
            <a:off x="1811587" y="5440753"/>
            <a:ext cx="821547" cy="219449"/>
          </a:xfrm>
          <a:prstGeom prst="roundRect">
            <a:avLst>
              <a:gd name="adj" fmla="val 8776"/>
            </a:avLst>
          </a:prstGeom>
          <a:solidFill>
            <a:schemeClr val="accent6">
              <a:lumMod val="75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플레이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" name="Button">
            <a:extLst>
              <a:ext uri="{FF2B5EF4-FFF2-40B4-BE49-F238E27FC236}">
                <a16:creationId xmlns:a16="http://schemas.microsoft.com/office/drawing/2014/main" id="{88F3CEB0-D03E-8E7A-DEAC-045E32188487}"/>
              </a:ext>
            </a:extLst>
          </p:cNvPr>
          <p:cNvSpPr>
            <a:spLocks/>
          </p:cNvSpPr>
          <p:nvPr/>
        </p:nvSpPr>
        <p:spPr bwMode="auto">
          <a:xfrm>
            <a:off x="1811587" y="5973904"/>
            <a:ext cx="1727472" cy="219449"/>
          </a:xfrm>
          <a:prstGeom prst="roundRect">
            <a:avLst>
              <a:gd name="adj" fmla="val 8776"/>
            </a:avLst>
          </a:prstGeom>
          <a:solidFill>
            <a:schemeClr val="tx1">
              <a:lumMod val="65000"/>
              <a:lumOff val="35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도전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9" name="그림 28">
            <a:extLst>
              <a:ext uri="{FF2B5EF4-FFF2-40B4-BE49-F238E27FC236}">
                <a16:creationId xmlns:a16="http://schemas.microsoft.com/office/drawing/2014/main" id="{1247F7EC-1285-48DF-A323-50D930C7188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b="65036"/>
          <a:stretch>
            <a:fillRect/>
          </a:stretch>
        </p:blipFill>
        <p:spPr>
          <a:xfrm>
            <a:off x="1755220" y="6301059"/>
            <a:ext cx="1877731" cy="296293"/>
          </a:xfrm>
          <a:prstGeom prst="rect">
            <a:avLst/>
          </a:prstGeom>
        </p:spPr>
      </p:pic>
      <p:graphicFrame>
        <p:nvGraphicFramePr>
          <p:cNvPr id="30" name="Group 323">
            <a:extLst>
              <a:ext uri="{FF2B5EF4-FFF2-40B4-BE49-F238E27FC236}">
                <a16:creationId xmlns:a16="http://schemas.microsoft.com/office/drawing/2014/main" id="{ACC22C48-D2C4-4CD5-761A-33C7716094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8971515"/>
              </p:ext>
            </p:extLst>
          </p:nvPr>
        </p:nvGraphicFramePr>
        <p:xfrm>
          <a:off x="1758657" y="1338394"/>
          <a:ext cx="1841439" cy="1941449"/>
        </p:xfrm>
        <a:graphic>
          <a:graphicData uri="http://schemas.openxmlformats.org/drawingml/2006/table">
            <a:tbl>
              <a:tblPr/>
              <a:tblGrid>
                <a:gridCol w="9290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12393">
                  <a:extLst>
                    <a:ext uri="{9D8B030D-6E8A-4147-A177-3AD203B41FA5}">
                      <a16:colId xmlns:a16="http://schemas.microsoft.com/office/drawing/2014/main" val="958322843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(00loo***@gmail.com)</a:t>
                      </a:r>
                      <a:endParaRPr lang="ko-KR" altLang="en-US" dirty="0"/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22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후원캐시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3,000</a:t>
                      </a: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43463"/>
                  </a:ext>
                </a:extLst>
              </a:tr>
              <a:tr h="1090909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6477803"/>
                  </a:ext>
                </a:extLst>
              </a:tr>
              <a:tr h="2622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4012768"/>
                  </a:ext>
                </a:extLst>
              </a:tr>
            </a:tbl>
          </a:graphicData>
        </a:graphic>
      </p:graphicFrame>
      <p:sp>
        <p:nvSpPr>
          <p:cNvPr id="31" name="Button">
            <a:extLst>
              <a:ext uri="{FF2B5EF4-FFF2-40B4-BE49-F238E27FC236}">
                <a16:creationId xmlns:a16="http://schemas.microsoft.com/office/drawing/2014/main" id="{7CFF443E-BFB9-6D2A-AA7B-D6966DFAC68B}"/>
              </a:ext>
            </a:extLst>
          </p:cNvPr>
          <p:cNvSpPr>
            <a:spLocks/>
          </p:cNvSpPr>
          <p:nvPr/>
        </p:nvSpPr>
        <p:spPr bwMode="auto">
          <a:xfrm>
            <a:off x="1801922" y="1387632"/>
            <a:ext cx="821547" cy="219449"/>
          </a:xfrm>
          <a:prstGeom prst="roundRect">
            <a:avLst>
              <a:gd name="adj" fmla="val 8776"/>
            </a:avLst>
          </a:prstGeom>
          <a:solidFill>
            <a:schemeClr val="accent3">
              <a:lumMod val="50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영상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" name="Button">
            <a:extLst>
              <a:ext uri="{FF2B5EF4-FFF2-40B4-BE49-F238E27FC236}">
                <a16:creationId xmlns:a16="http://schemas.microsoft.com/office/drawing/2014/main" id="{EB15F91A-7670-3063-8241-1C32CCF48913}"/>
              </a:ext>
            </a:extLst>
          </p:cNvPr>
          <p:cNvSpPr>
            <a:spLocks/>
          </p:cNvSpPr>
          <p:nvPr/>
        </p:nvSpPr>
        <p:spPr bwMode="auto">
          <a:xfrm>
            <a:off x="1798785" y="3042081"/>
            <a:ext cx="821547" cy="219449"/>
          </a:xfrm>
          <a:prstGeom prst="roundRect">
            <a:avLst>
              <a:gd name="adj" fmla="val 8776"/>
            </a:avLst>
          </a:prstGeom>
          <a:solidFill>
            <a:schemeClr val="tx1">
              <a:lumMod val="65000"/>
              <a:lumOff val="35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수락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3" name="Button">
            <a:extLst>
              <a:ext uri="{FF2B5EF4-FFF2-40B4-BE49-F238E27FC236}">
                <a16:creationId xmlns:a16="http://schemas.microsoft.com/office/drawing/2014/main" id="{927EA875-C8FB-F9F3-D332-E689F3A3052D}"/>
              </a:ext>
            </a:extLst>
          </p:cNvPr>
          <p:cNvSpPr>
            <a:spLocks/>
          </p:cNvSpPr>
          <p:nvPr/>
        </p:nvSpPr>
        <p:spPr bwMode="auto">
          <a:xfrm>
            <a:off x="2718387" y="3042081"/>
            <a:ext cx="821547" cy="219449"/>
          </a:xfrm>
          <a:prstGeom prst="roundRect">
            <a:avLst>
              <a:gd name="adj" fmla="val 8776"/>
            </a:avLst>
          </a:prstGeom>
          <a:solidFill>
            <a:schemeClr val="bg1">
              <a:lumMod val="65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거절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4" name="Button">
            <a:extLst>
              <a:ext uri="{FF2B5EF4-FFF2-40B4-BE49-F238E27FC236}">
                <a16:creationId xmlns:a16="http://schemas.microsoft.com/office/drawing/2014/main" id="{69158CFF-D306-6B67-0D7D-8454F933F85F}"/>
              </a:ext>
            </a:extLst>
          </p:cNvPr>
          <p:cNvSpPr>
            <a:spLocks/>
          </p:cNvSpPr>
          <p:nvPr/>
        </p:nvSpPr>
        <p:spPr bwMode="auto">
          <a:xfrm>
            <a:off x="2735372" y="1686232"/>
            <a:ext cx="821547" cy="219449"/>
          </a:xfrm>
          <a:prstGeom prst="roundRect">
            <a:avLst>
              <a:gd name="adj" fmla="val 8776"/>
            </a:avLst>
          </a:prstGeom>
          <a:solidFill>
            <a:schemeClr val="tx1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미리보기 ▶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35" name="그림 34">
            <a:extLst>
              <a:ext uri="{FF2B5EF4-FFF2-40B4-BE49-F238E27FC236}">
                <a16:creationId xmlns:a16="http://schemas.microsoft.com/office/drawing/2014/main" id="{38C6C49B-A5B2-A8F7-8134-04074B56853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87790" y="1982128"/>
            <a:ext cx="1777511" cy="994515"/>
          </a:xfrm>
          <a:prstGeom prst="roundRect">
            <a:avLst>
              <a:gd name="adj" fmla="val 5631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/>
        </p:spPr>
      </p:pic>
      <p:grpSp>
        <p:nvGrpSpPr>
          <p:cNvPr id="36" name="그룹 35">
            <a:extLst>
              <a:ext uri="{FF2B5EF4-FFF2-40B4-BE49-F238E27FC236}">
                <a16:creationId xmlns:a16="http://schemas.microsoft.com/office/drawing/2014/main" id="{B8DD3C7E-C284-E965-1576-A1C6AEBB94F1}"/>
              </a:ext>
            </a:extLst>
          </p:cNvPr>
          <p:cNvGrpSpPr/>
          <p:nvPr/>
        </p:nvGrpSpPr>
        <p:grpSpPr>
          <a:xfrm>
            <a:off x="3273108" y="1064228"/>
            <a:ext cx="387008" cy="118852"/>
            <a:chOff x="8850325" y="2256508"/>
            <a:chExt cx="387008" cy="118852"/>
          </a:xfrm>
        </p:grpSpPr>
        <p:sp>
          <p:nvSpPr>
            <p:cNvPr id="37" name="Google Shape;1200;p27">
              <a:extLst>
                <a:ext uri="{FF2B5EF4-FFF2-40B4-BE49-F238E27FC236}">
                  <a16:creationId xmlns:a16="http://schemas.microsoft.com/office/drawing/2014/main" id="{B9497871-AC1E-50E5-DFD2-B76CFB8A07EF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8" name="그래픽 37">
              <a:extLst>
                <a:ext uri="{FF2B5EF4-FFF2-40B4-BE49-F238E27FC236}">
                  <a16:creationId xmlns:a16="http://schemas.microsoft.com/office/drawing/2014/main" id="{E499A7EB-76A0-8350-180A-195212CA459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39" name="Google Shape;1202;p27">
              <a:extLst>
                <a:ext uri="{FF2B5EF4-FFF2-40B4-BE49-F238E27FC236}">
                  <a16:creationId xmlns:a16="http://schemas.microsoft.com/office/drawing/2014/main" id="{FBB57377-D02C-A990-F95C-CEEA18AC1B44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5B106E34-2997-6135-F4E9-36CC23B0496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대기 중인 후원</a:t>
            </a:r>
            <a:endParaRPr lang="en-US" altLang="ko-KR" b="0" dirty="0"/>
          </a:p>
        </p:txBody>
      </p:sp>
      <p:sp>
        <p:nvSpPr>
          <p:cNvPr id="2" name="제목 1">
            <a:extLst>
              <a:ext uri="{FF2B5EF4-FFF2-40B4-BE49-F238E27FC236}">
                <a16:creationId xmlns:a16="http://schemas.microsoft.com/office/drawing/2014/main" id="{E969334D-0C33-9DB6-B3C6-F561900D71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기타 위젯 </a:t>
            </a:r>
            <a:r>
              <a:rPr lang="en-US" altLang="ko-KR" dirty="0"/>
              <a:t>&gt; </a:t>
            </a:r>
            <a:r>
              <a:rPr lang="ko-KR" altLang="en-US" dirty="0"/>
              <a:t>대기 중인 후원</a:t>
            </a:r>
          </a:p>
        </p:txBody>
      </p:sp>
      <p:graphicFrame>
        <p:nvGraphicFramePr>
          <p:cNvPr id="8" name="Group 323">
            <a:extLst>
              <a:ext uri="{FF2B5EF4-FFF2-40B4-BE49-F238E27FC236}">
                <a16:creationId xmlns:a16="http://schemas.microsoft.com/office/drawing/2014/main" id="{55C27BA4-DAD0-5968-000B-329E09F640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6989235"/>
              </p:ext>
            </p:extLst>
          </p:nvPr>
        </p:nvGraphicFramePr>
        <p:xfrm>
          <a:off x="9625013" y="575703"/>
          <a:ext cx="2519969" cy="780288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대기 중인 후원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대기 중인 후원들의 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배지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수락 또는 미션을 수행하지 않고 창에 남아 있는 후원 수를 배지에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57" name="그림 56">
            <a:extLst>
              <a:ext uri="{FF2B5EF4-FFF2-40B4-BE49-F238E27FC236}">
                <a16:creationId xmlns:a16="http://schemas.microsoft.com/office/drawing/2014/main" id="{0ABA3EA2-4E44-AF23-D08E-C55DC8A2B44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213502" y="3591706"/>
            <a:ext cx="5272957" cy="3129726"/>
          </a:xfrm>
          <a:prstGeom prst="rect">
            <a:avLst/>
          </a:prstGeom>
        </p:spPr>
      </p:pic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379B20AC-C869-103B-9727-C7D763BDC987}"/>
              </a:ext>
            </a:extLst>
          </p:cNvPr>
          <p:cNvSpPr/>
          <p:nvPr/>
        </p:nvSpPr>
        <p:spPr>
          <a:xfrm>
            <a:off x="4320664" y="3707511"/>
            <a:ext cx="1728192" cy="223028"/>
          </a:xfrm>
          <a:prstGeom prst="roundRect">
            <a:avLst>
              <a:gd name="adj" fmla="val 4377"/>
            </a:avLst>
          </a:prstGeom>
          <a:noFill/>
          <a:ln w="28575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D6A2E7A3-C799-B4DE-6998-AA51DEF68830}"/>
              </a:ext>
            </a:extLst>
          </p:cNvPr>
          <p:cNvSpPr/>
          <p:nvPr/>
        </p:nvSpPr>
        <p:spPr>
          <a:xfrm>
            <a:off x="4118084" y="3753322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52" name="그룹 151">
            <a:extLst>
              <a:ext uri="{FF2B5EF4-FFF2-40B4-BE49-F238E27FC236}">
                <a16:creationId xmlns:a16="http://schemas.microsoft.com/office/drawing/2014/main" id="{C5C88A46-6CBD-35BC-67D8-D54628AAE18F}"/>
              </a:ext>
            </a:extLst>
          </p:cNvPr>
          <p:cNvGrpSpPr/>
          <p:nvPr/>
        </p:nvGrpSpPr>
        <p:grpSpPr>
          <a:xfrm>
            <a:off x="2405662" y="782778"/>
            <a:ext cx="205067" cy="258212"/>
            <a:chOff x="2269261" y="1327819"/>
            <a:chExt cx="205067" cy="258212"/>
          </a:xfrm>
        </p:grpSpPr>
        <p:sp>
          <p:nvSpPr>
            <p:cNvPr id="153" name="타원 152">
              <a:extLst>
                <a:ext uri="{FF2B5EF4-FFF2-40B4-BE49-F238E27FC236}">
                  <a16:creationId xmlns:a16="http://schemas.microsoft.com/office/drawing/2014/main" id="{9CC9DE08-0736-8AB3-4D15-A3DDB22A6802}"/>
                </a:ext>
              </a:extLst>
            </p:cNvPr>
            <p:cNvSpPr/>
            <p:nvPr/>
          </p:nvSpPr>
          <p:spPr>
            <a:xfrm>
              <a:off x="2269261" y="1327819"/>
              <a:ext cx="148999" cy="14899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>
              <a:glow rad="50800">
                <a:srgbClr val="FF0000">
                  <a:alpha val="30000"/>
                </a:srgbClr>
              </a:glow>
              <a:softEdge rad="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>
              <a:defPPr>
                <a:defRPr lang="ko-KR"/>
              </a:defPPr>
              <a:lvl1pPr marL="0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56616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713232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69848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426464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1783080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139696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2496312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2852928" algn="l" defTabSz="713232" rtl="0" eaLnBrk="1" latinLnBrk="1" hangingPunct="1">
                <a:defRPr sz="1404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7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154" name="직선 화살표 연결선 153">
              <a:extLst>
                <a:ext uri="{FF2B5EF4-FFF2-40B4-BE49-F238E27FC236}">
                  <a16:creationId xmlns:a16="http://schemas.microsoft.com/office/drawing/2014/main" id="{15BD9B3B-CFB5-9BA0-17A7-29C663AC67B2}"/>
                </a:ext>
              </a:extLst>
            </p:cNvPr>
            <p:cNvCxnSpPr>
              <a:cxnSpLocks/>
              <a:stCxn id="153" idx="5"/>
            </p:cNvCxnSpPr>
            <p:nvPr/>
          </p:nvCxnSpPr>
          <p:spPr>
            <a:xfrm>
              <a:off x="2396440" y="1454998"/>
              <a:ext cx="77888" cy="131033"/>
            </a:xfrm>
            <a:prstGeom prst="straightConnector1">
              <a:avLst/>
            </a:prstGeom>
            <a:ln>
              <a:solidFill>
                <a:srgbClr val="FF0000"/>
              </a:solidFill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5" name="연결선: 꺾임 154">
            <a:extLst>
              <a:ext uri="{FF2B5EF4-FFF2-40B4-BE49-F238E27FC236}">
                <a16:creationId xmlns:a16="http://schemas.microsoft.com/office/drawing/2014/main" id="{EAC6D193-BEEA-EA23-D363-F85D883BDBB5}"/>
              </a:ext>
            </a:extLst>
          </p:cNvPr>
          <p:cNvCxnSpPr>
            <a:cxnSpLocks/>
          </p:cNvCxnSpPr>
          <p:nvPr/>
        </p:nvCxnSpPr>
        <p:spPr>
          <a:xfrm rot="16200000" flipV="1">
            <a:off x="2658087" y="1180833"/>
            <a:ext cx="2674711" cy="2378645"/>
          </a:xfrm>
          <a:prstGeom prst="bentConnector3">
            <a:avLst>
              <a:gd name="adj1" fmla="val 108547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00762870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7" name="그림 96">
            <a:extLst>
              <a:ext uri="{FF2B5EF4-FFF2-40B4-BE49-F238E27FC236}">
                <a16:creationId xmlns:a16="http://schemas.microsoft.com/office/drawing/2014/main" id="{5DC3BA60-6735-7B8D-595D-D0C2B7F98C8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17997" y="2290659"/>
            <a:ext cx="5846571" cy="4511431"/>
          </a:xfrm>
          <a:prstGeom prst="rect">
            <a:avLst/>
          </a:prstGeom>
        </p:spPr>
      </p:pic>
      <p:sp>
        <p:nvSpPr>
          <p:cNvPr id="16" name="Google Shape;1301;p29">
            <a:extLst>
              <a:ext uri="{FF2B5EF4-FFF2-40B4-BE49-F238E27FC236}">
                <a16:creationId xmlns:a16="http://schemas.microsoft.com/office/drawing/2014/main" id="{61D0F70A-CDB7-115A-2FDE-8D4950C214D5}"/>
              </a:ext>
            </a:extLst>
          </p:cNvPr>
          <p:cNvSpPr/>
          <p:nvPr/>
        </p:nvSpPr>
        <p:spPr>
          <a:xfrm>
            <a:off x="266332" y="1064248"/>
            <a:ext cx="2102012" cy="3919686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대기 중인 후원 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17" name="Google Shape;1303;p29">
            <a:extLst>
              <a:ext uri="{FF2B5EF4-FFF2-40B4-BE49-F238E27FC236}">
                <a16:creationId xmlns:a16="http://schemas.microsoft.com/office/drawing/2014/main" id="{0476D861-F6A8-C8E3-45B9-2C597A9FD6C9}"/>
              </a:ext>
            </a:extLst>
          </p:cNvPr>
          <p:cNvSpPr/>
          <p:nvPr/>
        </p:nvSpPr>
        <p:spPr>
          <a:xfrm>
            <a:off x="310706" y="1372680"/>
            <a:ext cx="1978153" cy="3532484"/>
          </a:xfrm>
          <a:prstGeom prst="rect">
            <a:avLst/>
          </a:prstGeom>
          <a:solidFill>
            <a:schemeClr val="bg1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66954C13-7184-4A0E-57E5-EBFD46F1184B}"/>
              </a:ext>
            </a:extLst>
          </p:cNvPr>
          <p:cNvSpPr/>
          <p:nvPr/>
        </p:nvSpPr>
        <p:spPr>
          <a:xfrm>
            <a:off x="1207903" y="1139695"/>
            <a:ext cx="216624" cy="166261"/>
          </a:xfrm>
          <a:prstGeom prst="roundRect">
            <a:avLst>
              <a:gd name="adj" fmla="val 29874"/>
            </a:avLst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36000" tIns="0" rIns="36000" b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kern="0" dirty="0">
                <a:solidFill>
                  <a:prstClr val="white"/>
                </a:solidFill>
                <a:latin typeface="Cambria" panose="02040503050406030204"/>
                <a:ea typeface="맑은 고딕" panose="020B0503020000020004" pitchFamily="50" charset="-127"/>
              </a:rPr>
              <a:t>4</a:t>
            </a:r>
            <a:endParaRPr kumimoji="0" lang="ko-KR" altLang="en-US" sz="800" b="1" kern="0" dirty="0">
              <a:solidFill>
                <a:prstClr val="white"/>
              </a:solidFill>
              <a:latin typeface="Cambria" panose="02040503050406030204"/>
              <a:ea typeface="맑은 고딕" panose="020B0503020000020004" pitchFamily="50" charset="-127"/>
            </a:endParaRPr>
          </a:p>
        </p:txBody>
      </p:sp>
      <p:graphicFrame>
        <p:nvGraphicFramePr>
          <p:cNvPr id="63" name="Group 323">
            <a:extLst>
              <a:ext uri="{FF2B5EF4-FFF2-40B4-BE49-F238E27FC236}">
                <a16:creationId xmlns:a16="http://schemas.microsoft.com/office/drawing/2014/main" id="{DB3F9303-F6A7-AAF1-027E-2D1304AB8F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9349650"/>
              </p:ext>
            </p:extLst>
          </p:nvPr>
        </p:nvGraphicFramePr>
        <p:xfrm>
          <a:off x="371261" y="1421914"/>
          <a:ext cx="1841439" cy="1941449"/>
        </p:xfrm>
        <a:graphic>
          <a:graphicData uri="http://schemas.openxmlformats.org/drawingml/2006/table">
            <a:tbl>
              <a:tblPr/>
              <a:tblGrid>
                <a:gridCol w="9290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12393">
                  <a:extLst>
                    <a:ext uri="{9D8B030D-6E8A-4147-A177-3AD203B41FA5}">
                      <a16:colId xmlns:a16="http://schemas.microsoft.com/office/drawing/2014/main" val="958322843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후원닉네임후원닉</a:t>
                      </a:r>
                      <a:r>
                        <a:rPr kumimoji="1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(00loo***@gmail.com)</a:t>
                      </a:r>
                      <a:endParaRPr lang="ko-KR" altLang="en-US" dirty="0"/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22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후원캐시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3,000</a:t>
                      </a: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43463"/>
                  </a:ext>
                </a:extLst>
              </a:tr>
              <a:tr h="1090909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6477803"/>
                  </a:ext>
                </a:extLst>
              </a:tr>
              <a:tr h="2622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4012768"/>
                  </a:ext>
                </a:extLst>
              </a:tr>
            </a:tbl>
          </a:graphicData>
        </a:graphic>
      </p:graphicFrame>
      <p:sp>
        <p:nvSpPr>
          <p:cNvPr id="64" name="Button">
            <a:extLst>
              <a:ext uri="{FF2B5EF4-FFF2-40B4-BE49-F238E27FC236}">
                <a16:creationId xmlns:a16="http://schemas.microsoft.com/office/drawing/2014/main" id="{02440735-8845-9BA3-9B3A-E625A2AB5757}"/>
              </a:ext>
            </a:extLst>
          </p:cNvPr>
          <p:cNvSpPr>
            <a:spLocks/>
          </p:cNvSpPr>
          <p:nvPr/>
        </p:nvSpPr>
        <p:spPr bwMode="auto">
          <a:xfrm>
            <a:off x="414526" y="1471152"/>
            <a:ext cx="821547" cy="219449"/>
          </a:xfrm>
          <a:prstGeom prst="roundRect">
            <a:avLst>
              <a:gd name="adj" fmla="val 8776"/>
            </a:avLst>
          </a:prstGeom>
          <a:solidFill>
            <a:schemeClr val="accent3">
              <a:lumMod val="50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영상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5" name="Button">
            <a:extLst>
              <a:ext uri="{FF2B5EF4-FFF2-40B4-BE49-F238E27FC236}">
                <a16:creationId xmlns:a16="http://schemas.microsoft.com/office/drawing/2014/main" id="{4748E980-F6BF-32A0-A66B-87FB08EDA6B2}"/>
              </a:ext>
            </a:extLst>
          </p:cNvPr>
          <p:cNvSpPr>
            <a:spLocks/>
          </p:cNvSpPr>
          <p:nvPr/>
        </p:nvSpPr>
        <p:spPr bwMode="auto">
          <a:xfrm>
            <a:off x="411389" y="3125601"/>
            <a:ext cx="821547" cy="219449"/>
          </a:xfrm>
          <a:prstGeom prst="roundRect">
            <a:avLst>
              <a:gd name="adj" fmla="val 8776"/>
            </a:avLst>
          </a:prstGeom>
          <a:solidFill>
            <a:schemeClr val="tx1">
              <a:lumMod val="65000"/>
              <a:lumOff val="35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수락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6" name="Button">
            <a:extLst>
              <a:ext uri="{FF2B5EF4-FFF2-40B4-BE49-F238E27FC236}">
                <a16:creationId xmlns:a16="http://schemas.microsoft.com/office/drawing/2014/main" id="{308227A6-1A99-F4C6-EB74-EAD1CDB872D6}"/>
              </a:ext>
            </a:extLst>
          </p:cNvPr>
          <p:cNvSpPr>
            <a:spLocks/>
          </p:cNvSpPr>
          <p:nvPr/>
        </p:nvSpPr>
        <p:spPr bwMode="auto">
          <a:xfrm>
            <a:off x="1330991" y="3125601"/>
            <a:ext cx="821547" cy="219449"/>
          </a:xfrm>
          <a:prstGeom prst="roundRect">
            <a:avLst>
              <a:gd name="adj" fmla="val 8776"/>
            </a:avLst>
          </a:prstGeom>
          <a:solidFill>
            <a:schemeClr val="bg1">
              <a:lumMod val="65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거절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" name="Button">
            <a:extLst>
              <a:ext uri="{FF2B5EF4-FFF2-40B4-BE49-F238E27FC236}">
                <a16:creationId xmlns:a16="http://schemas.microsoft.com/office/drawing/2014/main" id="{7ED49981-8F6B-A1DD-FE93-9ECE8D34353C}"/>
              </a:ext>
            </a:extLst>
          </p:cNvPr>
          <p:cNvSpPr>
            <a:spLocks/>
          </p:cNvSpPr>
          <p:nvPr/>
        </p:nvSpPr>
        <p:spPr bwMode="auto">
          <a:xfrm>
            <a:off x="1347976" y="1769752"/>
            <a:ext cx="821547" cy="219449"/>
          </a:xfrm>
          <a:prstGeom prst="roundRect">
            <a:avLst>
              <a:gd name="adj" fmla="val 8776"/>
            </a:avLst>
          </a:prstGeom>
          <a:solidFill>
            <a:schemeClr val="tx1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미리보기 ▶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68" name="그림 67">
            <a:extLst>
              <a:ext uri="{FF2B5EF4-FFF2-40B4-BE49-F238E27FC236}">
                <a16:creationId xmlns:a16="http://schemas.microsoft.com/office/drawing/2014/main" id="{C7C4EA19-6E3F-7179-B9F1-788B1EF6BBC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0394" y="2065648"/>
            <a:ext cx="1777511" cy="994515"/>
          </a:xfrm>
          <a:prstGeom prst="roundRect">
            <a:avLst>
              <a:gd name="adj" fmla="val 5631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/>
        </p:spPr>
      </p:pic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071258DC-BB85-7FCA-D885-5490932DE61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5340" y="411980"/>
            <a:ext cx="9436335" cy="424732"/>
          </a:xfrm>
        </p:spPr>
        <p:txBody>
          <a:bodyPr/>
          <a:lstStyle/>
          <a:p>
            <a:r>
              <a:rPr lang="ko-KR" altLang="en-US" dirty="0"/>
              <a:t>대기 중인 후원 </a:t>
            </a:r>
            <a:r>
              <a:rPr lang="en-US" altLang="ko-KR" dirty="0"/>
              <a:t>&gt; </a:t>
            </a:r>
            <a:r>
              <a:rPr lang="ko-KR" altLang="en-US" dirty="0"/>
              <a:t>영상 후원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8CE9AEB7-315B-C64F-6B63-648D0E7427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기타 위젯 </a:t>
            </a:r>
            <a:r>
              <a:rPr lang="en-US" altLang="ko-KR" dirty="0"/>
              <a:t>&gt; </a:t>
            </a:r>
            <a:r>
              <a:rPr lang="ko-KR" altLang="en-US" dirty="0"/>
              <a:t>대기 중인 후원 </a:t>
            </a:r>
            <a:r>
              <a:rPr lang="en-US" altLang="ko-KR" dirty="0"/>
              <a:t>&gt; </a:t>
            </a:r>
            <a:r>
              <a:rPr lang="ko-KR" altLang="en-US" dirty="0"/>
              <a:t>영상 후원</a:t>
            </a:r>
          </a:p>
        </p:txBody>
      </p:sp>
      <p:graphicFrame>
        <p:nvGraphicFramePr>
          <p:cNvPr id="29" name="Group 323">
            <a:extLst>
              <a:ext uri="{FF2B5EF4-FFF2-40B4-BE49-F238E27FC236}">
                <a16:creationId xmlns:a16="http://schemas.microsoft.com/office/drawing/2014/main" id="{EA551A76-6C3F-CD46-E91F-23C679CEA7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3831731"/>
              </p:ext>
            </p:extLst>
          </p:nvPr>
        </p:nvGraphicFramePr>
        <p:xfrm>
          <a:off x="9625013" y="575703"/>
          <a:ext cx="2519969" cy="1486161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미리보기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클릭 시 미리보기 화면으로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1-1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뒤로 가기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이전 리스트 화면으로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수락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/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거절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버튼 클릭 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대기 중인 후원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창에서 사라지고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통합 알림 리스트에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영상 썸네일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4547976"/>
                  </a:ext>
                </a:extLst>
              </a:tr>
            </a:tbl>
          </a:graphicData>
        </a:graphic>
      </p:graphicFrame>
      <p:sp>
        <p:nvSpPr>
          <p:cNvPr id="12" name="Google Shape;1301;p29">
            <a:extLst>
              <a:ext uri="{FF2B5EF4-FFF2-40B4-BE49-F238E27FC236}">
                <a16:creationId xmlns:a16="http://schemas.microsoft.com/office/drawing/2014/main" id="{C70900BB-5136-5837-485F-5C7B81556813}"/>
              </a:ext>
            </a:extLst>
          </p:cNvPr>
          <p:cNvSpPr/>
          <p:nvPr/>
        </p:nvSpPr>
        <p:spPr>
          <a:xfrm>
            <a:off x="2697628" y="1052736"/>
            <a:ext cx="2102012" cy="3931198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대기 중인 후원 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34" name="Google Shape;1303;p29">
            <a:extLst>
              <a:ext uri="{FF2B5EF4-FFF2-40B4-BE49-F238E27FC236}">
                <a16:creationId xmlns:a16="http://schemas.microsoft.com/office/drawing/2014/main" id="{74DA1E68-1E92-9DA8-3033-0863BF780F93}"/>
              </a:ext>
            </a:extLst>
          </p:cNvPr>
          <p:cNvSpPr/>
          <p:nvPr/>
        </p:nvSpPr>
        <p:spPr>
          <a:xfrm>
            <a:off x="2759557" y="1361167"/>
            <a:ext cx="1978153" cy="3543997"/>
          </a:xfrm>
          <a:prstGeom prst="rect">
            <a:avLst/>
          </a:prstGeom>
          <a:solidFill>
            <a:schemeClr val="bg1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63B5A820-023B-A4C3-041C-CA4ADB7DA770}"/>
              </a:ext>
            </a:extLst>
          </p:cNvPr>
          <p:cNvSpPr txBox="1"/>
          <p:nvPr/>
        </p:nvSpPr>
        <p:spPr>
          <a:xfrm>
            <a:off x="3209062" y="1392075"/>
            <a:ext cx="107914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영상 후원 미리보기</a:t>
            </a: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F3BC0FB9-3571-EBC8-5FA3-A20513E958F1}"/>
              </a:ext>
            </a:extLst>
          </p:cNvPr>
          <p:cNvCxnSpPr>
            <a:cxnSpLocks/>
          </p:cNvCxnSpPr>
          <p:nvPr/>
        </p:nvCxnSpPr>
        <p:spPr>
          <a:xfrm>
            <a:off x="2759557" y="1614948"/>
            <a:ext cx="1978153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9E757BDB-33B8-0C08-144E-C656813C74C3}"/>
              </a:ext>
            </a:extLst>
          </p:cNvPr>
          <p:cNvSpPr txBox="1"/>
          <p:nvPr/>
        </p:nvSpPr>
        <p:spPr>
          <a:xfrm>
            <a:off x="2714117" y="1353863"/>
            <a:ext cx="325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100" dirty="0">
                <a:sym typeface="Webdings" panose="05030102010509060703" pitchFamily="18" charset="2"/>
              </a:rPr>
              <a:t></a:t>
            </a:r>
            <a:endParaRPr lang="ko-KR" altLang="en-US" sz="1100" dirty="0"/>
          </a:p>
        </p:txBody>
      </p:sp>
      <p:pic>
        <p:nvPicPr>
          <p:cNvPr id="38" name="그림 37">
            <a:extLst>
              <a:ext uri="{FF2B5EF4-FFF2-40B4-BE49-F238E27FC236}">
                <a16:creationId xmlns:a16="http://schemas.microsoft.com/office/drawing/2014/main" id="{2A5B9E6C-D3AE-9D1F-4320-B126F31AFA2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59558" y="1709478"/>
            <a:ext cx="1925016" cy="1958788"/>
          </a:xfrm>
          <a:prstGeom prst="rect">
            <a:avLst/>
          </a:prstGeom>
        </p:spPr>
      </p:pic>
      <p:cxnSp>
        <p:nvCxnSpPr>
          <p:cNvPr id="40" name="연결선: 꺾임 39">
            <a:extLst>
              <a:ext uri="{FF2B5EF4-FFF2-40B4-BE49-F238E27FC236}">
                <a16:creationId xmlns:a16="http://schemas.microsoft.com/office/drawing/2014/main" id="{9AD36862-E142-F0C8-B581-B27396DC7B49}"/>
              </a:ext>
            </a:extLst>
          </p:cNvPr>
          <p:cNvCxnSpPr>
            <a:cxnSpLocks/>
            <a:endCxn id="12" idx="0"/>
          </p:cNvCxnSpPr>
          <p:nvPr/>
        </p:nvCxnSpPr>
        <p:spPr>
          <a:xfrm flipV="1">
            <a:off x="2073244" y="1052736"/>
            <a:ext cx="1675390" cy="821331"/>
          </a:xfrm>
          <a:prstGeom prst="bentConnector4">
            <a:avLst>
              <a:gd name="adj1" fmla="val 24319"/>
              <a:gd name="adj2" fmla="val 127833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타원 42">
            <a:extLst>
              <a:ext uri="{FF2B5EF4-FFF2-40B4-BE49-F238E27FC236}">
                <a16:creationId xmlns:a16="http://schemas.microsoft.com/office/drawing/2014/main" id="{68788850-D22B-6FB9-B4FF-008CE1042FC3}"/>
              </a:ext>
            </a:extLst>
          </p:cNvPr>
          <p:cNvSpPr/>
          <p:nvPr/>
        </p:nvSpPr>
        <p:spPr>
          <a:xfrm>
            <a:off x="1234135" y="1764704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28D75B97-4D54-0A9C-7C60-8AB0F5B1D304}"/>
              </a:ext>
            </a:extLst>
          </p:cNvPr>
          <p:cNvSpPr/>
          <p:nvPr/>
        </p:nvSpPr>
        <p:spPr>
          <a:xfrm>
            <a:off x="2639616" y="1274939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en-US" altLang="ko-KR" sz="7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-1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45" name="직선 화살표 연결선 44">
            <a:extLst>
              <a:ext uri="{FF2B5EF4-FFF2-40B4-BE49-F238E27FC236}">
                <a16:creationId xmlns:a16="http://schemas.microsoft.com/office/drawing/2014/main" id="{9E8BD9C5-A3B1-B977-E35C-B831F26FB17B}"/>
              </a:ext>
            </a:extLst>
          </p:cNvPr>
          <p:cNvCxnSpPr>
            <a:stCxn id="44" idx="5"/>
          </p:cNvCxnSpPr>
          <p:nvPr/>
        </p:nvCxnSpPr>
        <p:spPr>
          <a:xfrm>
            <a:off x="2766795" y="1402118"/>
            <a:ext cx="78532" cy="72645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B617847A-0200-AF4B-5178-367FC36544C7}"/>
              </a:ext>
            </a:extLst>
          </p:cNvPr>
          <p:cNvSpPr/>
          <p:nvPr/>
        </p:nvSpPr>
        <p:spPr>
          <a:xfrm>
            <a:off x="5040883" y="3791565"/>
            <a:ext cx="5789041" cy="466110"/>
          </a:xfrm>
          <a:prstGeom prst="roundRect">
            <a:avLst>
              <a:gd name="adj" fmla="val 4377"/>
            </a:avLst>
          </a:prstGeom>
          <a:noFill/>
          <a:ln w="28575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47" name="연결선: 꺾임 46">
            <a:extLst>
              <a:ext uri="{FF2B5EF4-FFF2-40B4-BE49-F238E27FC236}">
                <a16:creationId xmlns:a16="http://schemas.microsoft.com/office/drawing/2014/main" id="{53504D55-A263-4B47-706A-0AB4FB19A9B9}"/>
              </a:ext>
            </a:extLst>
          </p:cNvPr>
          <p:cNvCxnSpPr>
            <a:cxnSpLocks/>
            <a:stCxn id="48" idx="2"/>
            <a:endCxn id="46" idx="1"/>
          </p:cNvCxnSpPr>
          <p:nvPr/>
        </p:nvCxnSpPr>
        <p:spPr>
          <a:xfrm rot="16200000" flipH="1">
            <a:off x="4231705" y="3215442"/>
            <a:ext cx="322436" cy="1295919"/>
          </a:xfrm>
          <a:prstGeom prst="bentConnector2">
            <a:avLst/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6BEE6743-3A87-B2D9-442F-7A6465AD9121}"/>
              </a:ext>
            </a:extLst>
          </p:cNvPr>
          <p:cNvSpPr/>
          <p:nvPr/>
        </p:nvSpPr>
        <p:spPr>
          <a:xfrm>
            <a:off x="2739726" y="3427065"/>
            <a:ext cx="2010475" cy="275119"/>
          </a:xfrm>
          <a:prstGeom prst="roundRect">
            <a:avLst>
              <a:gd name="adj" fmla="val 4377"/>
            </a:avLst>
          </a:prstGeom>
          <a:noFill/>
          <a:ln w="28575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093A4D16-583F-6F8F-B35C-A91646AE6BF3}"/>
              </a:ext>
            </a:extLst>
          </p:cNvPr>
          <p:cNvSpPr/>
          <p:nvPr/>
        </p:nvSpPr>
        <p:spPr>
          <a:xfrm>
            <a:off x="362612" y="3073264"/>
            <a:ext cx="1884200" cy="305599"/>
          </a:xfrm>
          <a:prstGeom prst="roundRect">
            <a:avLst>
              <a:gd name="adj" fmla="val 4377"/>
            </a:avLst>
          </a:prstGeom>
          <a:noFill/>
          <a:ln w="28575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50" name="연결선: 꺾임 49">
            <a:extLst>
              <a:ext uri="{FF2B5EF4-FFF2-40B4-BE49-F238E27FC236}">
                <a16:creationId xmlns:a16="http://schemas.microsoft.com/office/drawing/2014/main" id="{0E8B580F-879A-94CB-FB2C-021B2154664F}"/>
              </a:ext>
            </a:extLst>
          </p:cNvPr>
          <p:cNvCxnSpPr>
            <a:cxnSpLocks/>
            <a:stCxn id="49" idx="3"/>
            <a:endCxn id="46" idx="1"/>
          </p:cNvCxnSpPr>
          <p:nvPr/>
        </p:nvCxnSpPr>
        <p:spPr>
          <a:xfrm>
            <a:off x="2246812" y="3226064"/>
            <a:ext cx="2794071" cy="798556"/>
          </a:xfrm>
          <a:prstGeom prst="bentConnector3">
            <a:avLst>
              <a:gd name="adj1" fmla="val 11137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682B8F35-9A0D-38F2-883F-FDEAB2503D77}"/>
              </a:ext>
            </a:extLst>
          </p:cNvPr>
          <p:cNvSpPr/>
          <p:nvPr/>
        </p:nvSpPr>
        <p:spPr>
          <a:xfrm>
            <a:off x="3638160" y="1128183"/>
            <a:ext cx="216624" cy="166261"/>
          </a:xfrm>
          <a:prstGeom prst="roundRect">
            <a:avLst>
              <a:gd name="adj" fmla="val 29874"/>
            </a:avLst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36000" tIns="0" rIns="3600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8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E77A6D86-FF3F-541E-3694-A82A9BF33399}"/>
              </a:ext>
            </a:extLst>
          </p:cNvPr>
          <p:cNvSpPr txBox="1"/>
          <p:nvPr/>
        </p:nvSpPr>
        <p:spPr>
          <a:xfrm>
            <a:off x="372014" y="4128443"/>
            <a:ext cx="1827438" cy="668709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txBody>
          <a:bodyPr wrap="square" rtlCol="0">
            <a:spAutoFit/>
          </a:bodyPr>
          <a:lstStyle/>
          <a:p>
            <a:pPr algn="l">
              <a:lnSpc>
                <a:spcPct val="120000"/>
              </a:lnSpc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영상 후원 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lnSpc>
                <a:spcPct val="120000"/>
              </a:lnSpc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- ‘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영상 자동 재생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’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항목이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On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으로 설정된 경우에만 대기 중이 후원에 노출</a:t>
            </a:r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9308B554-2946-3DE6-F70C-A1E5343B9215}"/>
              </a:ext>
            </a:extLst>
          </p:cNvPr>
          <p:cNvSpPr/>
          <p:nvPr/>
        </p:nvSpPr>
        <p:spPr>
          <a:xfrm>
            <a:off x="3647566" y="4107341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BD0867A6-D254-6ECA-CCDF-AA024B18205A}"/>
              </a:ext>
            </a:extLst>
          </p:cNvPr>
          <p:cNvCxnSpPr>
            <a:cxnSpLocks/>
          </p:cNvCxnSpPr>
          <p:nvPr/>
        </p:nvCxnSpPr>
        <p:spPr>
          <a:xfrm>
            <a:off x="4759726" y="1372680"/>
            <a:ext cx="0" cy="1084152"/>
          </a:xfrm>
          <a:prstGeom prst="line">
            <a:avLst/>
          </a:prstGeom>
          <a:ln w="285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0" name="그림 69">
            <a:extLst>
              <a:ext uri="{FF2B5EF4-FFF2-40B4-BE49-F238E27FC236}">
                <a16:creationId xmlns:a16="http://schemas.microsoft.com/office/drawing/2014/main" id="{8466303D-20B8-3C6D-858A-A8F85D12C34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19125" y="1825774"/>
            <a:ext cx="1857650" cy="1039353"/>
          </a:xfrm>
          <a:prstGeom prst="roundRect">
            <a:avLst>
              <a:gd name="adj" fmla="val 0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/>
        </p:spPr>
      </p:pic>
      <p:sp>
        <p:nvSpPr>
          <p:cNvPr id="71" name="타원 70">
            <a:extLst>
              <a:ext uri="{FF2B5EF4-FFF2-40B4-BE49-F238E27FC236}">
                <a16:creationId xmlns:a16="http://schemas.microsoft.com/office/drawing/2014/main" id="{2876CE06-1869-9A8D-C6ED-AED52DE16284}"/>
              </a:ext>
            </a:extLst>
          </p:cNvPr>
          <p:cNvSpPr/>
          <p:nvPr/>
        </p:nvSpPr>
        <p:spPr>
          <a:xfrm>
            <a:off x="411389" y="2413562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2D856090-FFB8-DF6C-BECA-C5092E44E098}"/>
              </a:ext>
            </a:extLst>
          </p:cNvPr>
          <p:cNvGrpSpPr/>
          <p:nvPr/>
        </p:nvGrpSpPr>
        <p:grpSpPr>
          <a:xfrm>
            <a:off x="4317321" y="1120445"/>
            <a:ext cx="387008" cy="118852"/>
            <a:chOff x="8850325" y="2256508"/>
            <a:chExt cx="387008" cy="118852"/>
          </a:xfrm>
        </p:grpSpPr>
        <p:sp>
          <p:nvSpPr>
            <p:cNvPr id="6" name="Google Shape;1200;p27">
              <a:extLst>
                <a:ext uri="{FF2B5EF4-FFF2-40B4-BE49-F238E27FC236}">
                  <a16:creationId xmlns:a16="http://schemas.microsoft.com/office/drawing/2014/main" id="{D0458F3C-8936-ADDF-8A8F-CF1FB48915A1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" name="그래픽 6">
              <a:extLst>
                <a:ext uri="{FF2B5EF4-FFF2-40B4-BE49-F238E27FC236}">
                  <a16:creationId xmlns:a16="http://schemas.microsoft.com/office/drawing/2014/main" id="{69A0F9E5-A4A1-3958-2026-D3F2D002DFB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8" name="Google Shape;1202;p27">
              <a:extLst>
                <a:ext uri="{FF2B5EF4-FFF2-40B4-BE49-F238E27FC236}">
                  <a16:creationId xmlns:a16="http://schemas.microsoft.com/office/drawing/2014/main" id="{D55F52C8-2565-EE97-5187-36C094A2281A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" name="직사각형 8">
            <a:extLst>
              <a:ext uri="{FF2B5EF4-FFF2-40B4-BE49-F238E27FC236}">
                <a16:creationId xmlns:a16="http://schemas.microsoft.com/office/drawing/2014/main" id="{618EB45A-9E50-38A4-10CD-D0639CC1C327}"/>
              </a:ext>
            </a:extLst>
          </p:cNvPr>
          <p:cNvSpPr/>
          <p:nvPr/>
        </p:nvSpPr>
        <p:spPr>
          <a:xfrm>
            <a:off x="10632504" y="2345450"/>
            <a:ext cx="197420" cy="111382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5750A7D4-04B3-A443-BFCD-0EF1E96CE8FF}"/>
              </a:ext>
            </a:extLst>
          </p:cNvPr>
          <p:cNvGrpSpPr/>
          <p:nvPr/>
        </p:nvGrpSpPr>
        <p:grpSpPr>
          <a:xfrm>
            <a:off x="1897011" y="1120445"/>
            <a:ext cx="387008" cy="118852"/>
            <a:chOff x="8850325" y="2256508"/>
            <a:chExt cx="387008" cy="118852"/>
          </a:xfrm>
        </p:grpSpPr>
        <p:sp>
          <p:nvSpPr>
            <p:cNvPr id="11" name="Google Shape;1200;p27">
              <a:extLst>
                <a:ext uri="{FF2B5EF4-FFF2-40B4-BE49-F238E27FC236}">
                  <a16:creationId xmlns:a16="http://schemas.microsoft.com/office/drawing/2014/main" id="{F5A4A1B5-BDBC-C9E2-3F46-4CF8F0E72197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" name="그래픽 13">
              <a:extLst>
                <a:ext uri="{FF2B5EF4-FFF2-40B4-BE49-F238E27FC236}">
                  <a16:creationId xmlns:a16="http://schemas.microsoft.com/office/drawing/2014/main" id="{14F5608C-4BFA-51A8-15C7-262CAA26CD8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15" name="Google Shape;1202;p27">
              <a:extLst>
                <a:ext uri="{FF2B5EF4-FFF2-40B4-BE49-F238E27FC236}">
                  <a16:creationId xmlns:a16="http://schemas.microsoft.com/office/drawing/2014/main" id="{FFA8445D-D4FD-EE55-B3E7-921234EC1057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8183952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그림 19">
            <a:extLst>
              <a:ext uri="{FF2B5EF4-FFF2-40B4-BE49-F238E27FC236}">
                <a16:creationId xmlns:a16="http://schemas.microsoft.com/office/drawing/2014/main" id="{B8CB28F3-262D-B778-FE98-ECA6906350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894538" y="3151994"/>
            <a:ext cx="4640892" cy="3581084"/>
          </a:xfrm>
          <a:prstGeom prst="rect">
            <a:avLst/>
          </a:prstGeom>
        </p:spPr>
      </p:pic>
      <p:graphicFrame>
        <p:nvGraphicFramePr>
          <p:cNvPr id="90" name="Group 323">
            <a:extLst>
              <a:ext uri="{FF2B5EF4-FFF2-40B4-BE49-F238E27FC236}">
                <a16:creationId xmlns:a16="http://schemas.microsoft.com/office/drawing/2014/main" id="{92585941-4F20-53E6-F01D-471357B843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5177627"/>
              </p:ext>
            </p:extLst>
          </p:nvPr>
        </p:nvGraphicFramePr>
        <p:xfrm>
          <a:off x="9625013" y="575703"/>
          <a:ext cx="2519969" cy="2901696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남은 시간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수락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거절을 선택하기까지의 남은 시간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시간 초과 시 자동 환불 처리 후 후원 사라짐 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통합 알림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리스트에 남지 않음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퀘스트 제목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퀘스트 제목 강조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2877926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수락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버튼 변경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└ 수락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거절 → 성공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실패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거절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퀘스트 거절 시 후원 사라짐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통합 알림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리스트에 남지 않음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수락 후 남은 시간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남은 시간 초과 시 퀘스트 실패 처리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 알림 리스트에 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‘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실패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’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로 노출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성공</a:t>
                      </a:r>
                      <a:r>
                        <a:rPr kumimoji="1" lang="en-US" altLang="ko-KR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실패 버튼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버튼 클릭 시 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‘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중인 후원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‘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창에서 사라지고 통합 알림 리스트에 노출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94319402"/>
                  </a:ext>
                </a:extLst>
              </a:tr>
            </a:tbl>
          </a:graphicData>
        </a:graphic>
      </p:graphicFrame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888B8189-FCA6-D949-2C9B-2C8C50ECA36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5340" y="411980"/>
            <a:ext cx="9436335" cy="424732"/>
          </a:xfrm>
        </p:spPr>
        <p:txBody>
          <a:bodyPr/>
          <a:lstStyle/>
          <a:p>
            <a:r>
              <a:rPr lang="ko-KR" altLang="en-US" dirty="0"/>
              <a:t>대기 중인 후원 </a:t>
            </a:r>
            <a:r>
              <a:rPr lang="en-US" altLang="ko-KR" dirty="0"/>
              <a:t>&gt; </a:t>
            </a:r>
            <a:r>
              <a:rPr lang="ko-KR" altLang="en-US" dirty="0"/>
              <a:t>퀘스트</a:t>
            </a:r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E9E03B1D-E58A-1BA2-9179-8197F06434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기타 위젯 </a:t>
            </a:r>
            <a:r>
              <a:rPr lang="en-US" altLang="ko-KR" dirty="0"/>
              <a:t>&gt; </a:t>
            </a:r>
            <a:r>
              <a:rPr lang="ko-KR" altLang="en-US" dirty="0"/>
              <a:t>대기 중인 후원 </a:t>
            </a:r>
            <a:r>
              <a:rPr lang="en-US" altLang="ko-KR" dirty="0"/>
              <a:t>&gt; </a:t>
            </a:r>
            <a:r>
              <a:rPr lang="ko-KR" altLang="en-US" dirty="0"/>
              <a:t>퀘스트</a:t>
            </a:r>
          </a:p>
        </p:txBody>
      </p:sp>
      <p:sp>
        <p:nvSpPr>
          <p:cNvPr id="23" name="Google Shape;1301;p29">
            <a:extLst>
              <a:ext uri="{FF2B5EF4-FFF2-40B4-BE49-F238E27FC236}">
                <a16:creationId xmlns:a16="http://schemas.microsoft.com/office/drawing/2014/main" id="{94D87541-EB93-EFFE-4B7F-247CCF32F33A}"/>
              </a:ext>
            </a:extLst>
          </p:cNvPr>
          <p:cNvSpPr/>
          <p:nvPr/>
        </p:nvSpPr>
        <p:spPr>
          <a:xfrm>
            <a:off x="263352" y="1052736"/>
            <a:ext cx="2102012" cy="3019087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대기 중인 후원 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24" name="Google Shape;1303;p29">
            <a:extLst>
              <a:ext uri="{FF2B5EF4-FFF2-40B4-BE49-F238E27FC236}">
                <a16:creationId xmlns:a16="http://schemas.microsoft.com/office/drawing/2014/main" id="{EBDE904F-2936-23F9-02F7-92A1C70D5A4B}"/>
              </a:ext>
            </a:extLst>
          </p:cNvPr>
          <p:cNvSpPr/>
          <p:nvPr/>
        </p:nvSpPr>
        <p:spPr>
          <a:xfrm>
            <a:off x="307726" y="1361169"/>
            <a:ext cx="1978153" cy="2657229"/>
          </a:xfrm>
          <a:prstGeom prst="rect">
            <a:avLst/>
          </a:prstGeom>
          <a:solidFill>
            <a:schemeClr val="bg1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28" name="Group 323">
            <a:extLst>
              <a:ext uri="{FF2B5EF4-FFF2-40B4-BE49-F238E27FC236}">
                <a16:creationId xmlns:a16="http://schemas.microsoft.com/office/drawing/2014/main" id="{9E122F4F-AF14-251D-4AA6-7B009F0DB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9044968"/>
              </p:ext>
            </p:extLst>
          </p:nvPr>
        </p:nvGraphicFramePr>
        <p:xfrm>
          <a:off x="363130" y="1419082"/>
          <a:ext cx="1841439" cy="1072798"/>
        </p:xfrm>
        <a:graphic>
          <a:graphicData uri="http://schemas.openxmlformats.org/drawingml/2006/table">
            <a:tbl>
              <a:tblPr/>
              <a:tblGrid>
                <a:gridCol w="9290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12393">
                  <a:extLst>
                    <a:ext uri="{9D8B030D-6E8A-4147-A177-3AD203B41FA5}">
                      <a16:colId xmlns:a16="http://schemas.microsoft.com/office/drawing/2014/main" val="958322843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도네이터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닉네임</a:t>
                      </a:r>
                      <a:endParaRPr lang="ko-KR" altLang="en-US" dirty="0"/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22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성공캐시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3,000</a:t>
                      </a: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남은 시간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00:30</a:t>
                      </a: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43463"/>
                  </a:ext>
                </a:extLst>
              </a:tr>
              <a:tr h="26220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성공하면 한강 입수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109173"/>
                  </a:ext>
                </a:extLst>
              </a:tr>
              <a:tr h="2622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0814334"/>
                  </a:ext>
                </a:extLst>
              </a:tr>
            </a:tbl>
          </a:graphicData>
        </a:graphic>
      </p:graphicFrame>
      <p:sp>
        <p:nvSpPr>
          <p:cNvPr id="29" name="Button">
            <a:extLst>
              <a:ext uri="{FF2B5EF4-FFF2-40B4-BE49-F238E27FC236}">
                <a16:creationId xmlns:a16="http://schemas.microsoft.com/office/drawing/2014/main" id="{024A8B7A-A69F-A00F-A0DC-309DD9FA496A}"/>
              </a:ext>
            </a:extLst>
          </p:cNvPr>
          <p:cNvSpPr>
            <a:spLocks/>
          </p:cNvSpPr>
          <p:nvPr/>
        </p:nvSpPr>
        <p:spPr bwMode="auto">
          <a:xfrm>
            <a:off x="415962" y="1456287"/>
            <a:ext cx="821547" cy="219449"/>
          </a:xfrm>
          <a:prstGeom prst="roundRect">
            <a:avLst>
              <a:gd name="adj" fmla="val 8776"/>
            </a:avLst>
          </a:prstGeom>
          <a:solidFill>
            <a:schemeClr val="accent1">
              <a:lumMod val="75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퀘스트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" name="Button">
            <a:extLst>
              <a:ext uri="{FF2B5EF4-FFF2-40B4-BE49-F238E27FC236}">
                <a16:creationId xmlns:a16="http://schemas.microsoft.com/office/drawing/2014/main" id="{ECD12BAF-4908-4BD4-EC9D-4805144DC13B}"/>
              </a:ext>
            </a:extLst>
          </p:cNvPr>
          <p:cNvSpPr>
            <a:spLocks/>
          </p:cNvSpPr>
          <p:nvPr/>
        </p:nvSpPr>
        <p:spPr bwMode="auto">
          <a:xfrm>
            <a:off x="415962" y="2248297"/>
            <a:ext cx="821547" cy="219449"/>
          </a:xfrm>
          <a:prstGeom prst="roundRect">
            <a:avLst>
              <a:gd name="adj" fmla="val 8776"/>
            </a:avLst>
          </a:prstGeom>
          <a:solidFill>
            <a:schemeClr val="tx1">
              <a:lumMod val="65000"/>
              <a:lumOff val="35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수락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1" name="Button">
            <a:extLst>
              <a:ext uri="{FF2B5EF4-FFF2-40B4-BE49-F238E27FC236}">
                <a16:creationId xmlns:a16="http://schemas.microsoft.com/office/drawing/2014/main" id="{E11148C3-7191-FAD6-873F-C40A699D1BC0}"/>
              </a:ext>
            </a:extLst>
          </p:cNvPr>
          <p:cNvSpPr>
            <a:spLocks/>
          </p:cNvSpPr>
          <p:nvPr/>
        </p:nvSpPr>
        <p:spPr bwMode="auto">
          <a:xfrm>
            <a:off x="1335564" y="2248297"/>
            <a:ext cx="821547" cy="219449"/>
          </a:xfrm>
          <a:prstGeom prst="roundRect">
            <a:avLst>
              <a:gd name="adj" fmla="val 8776"/>
            </a:avLst>
          </a:prstGeom>
          <a:solidFill>
            <a:schemeClr val="bg1">
              <a:lumMod val="65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거절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" name="Google Shape;1301;p29">
            <a:extLst>
              <a:ext uri="{FF2B5EF4-FFF2-40B4-BE49-F238E27FC236}">
                <a16:creationId xmlns:a16="http://schemas.microsoft.com/office/drawing/2014/main" id="{E3417B0B-DD9A-AA2E-8183-538FFB1972E2}"/>
              </a:ext>
            </a:extLst>
          </p:cNvPr>
          <p:cNvSpPr/>
          <p:nvPr/>
        </p:nvSpPr>
        <p:spPr>
          <a:xfrm>
            <a:off x="2696589" y="1052736"/>
            <a:ext cx="2102012" cy="3019087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대기 중인 후원 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33" name="Google Shape;1303;p29">
            <a:extLst>
              <a:ext uri="{FF2B5EF4-FFF2-40B4-BE49-F238E27FC236}">
                <a16:creationId xmlns:a16="http://schemas.microsoft.com/office/drawing/2014/main" id="{4D13CD7A-038C-FC74-ED09-D1F02A873653}"/>
              </a:ext>
            </a:extLst>
          </p:cNvPr>
          <p:cNvSpPr/>
          <p:nvPr/>
        </p:nvSpPr>
        <p:spPr>
          <a:xfrm>
            <a:off x="2740963" y="1361169"/>
            <a:ext cx="1978153" cy="2657229"/>
          </a:xfrm>
          <a:prstGeom prst="rect">
            <a:avLst/>
          </a:prstGeom>
          <a:solidFill>
            <a:schemeClr val="bg1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37" name="Group 323">
            <a:extLst>
              <a:ext uri="{FF2B5EF4-FFF2-40B4-BE49-F238E27FC236}">
                <a16:creationId xmlns:a16="http://schemas.microsoft.com/office/drawing/2014/main" id="{0B043E4F-625D-A70E-0369-8A458EECAB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764281"/>
              </p:ext>
            </p:extLst>
          </p:nvPr>
        </p:nvGraphicFramePr>
        <p:xfrm>
          <a:off x="2796367" y="1419082"/>
          <a:ext cx="1841439" cy="1072798"/>
        </p:xfrm>
        <a:graphic>
          <a:graphicData uri="http://schemas.openxmlformats.org/drawingml/2006/table">
            <a:tbl>
              <a:tblPr/>
              <a:tblGrid>
                <a:gridCol w="9290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12393">
                  <a:extLst>
                    <a:ext uri="{9D8B030D-6E8A-4147-A177-3AD203B41FA5}">
                      <a16:colId xmlns:a16="http://schemas.microsoft.com/office/drawing/2014/main" val="958322843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도네이터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닉네임</a:t>
                      </a:r>
                      <a:endParaRPr lang="ko-KR" altLang="en-US" dirty="0"/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22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성공캐시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3,000</a:t>
                      </a: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남은 시간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00:30</a:t>
                      </a: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43463"/>
                  </a:ext>
                </a:extLst>
              </a:tr>
              <a:tr h="26220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성공하면 한강 입수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2112327"/>
                  </a:ext>
                </a:extLst>
              </a:tr>
              <a:tr h="2622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109173"/>
                  </a:ext>
                </a:extLst>
              </a:tr>
            </a:tbl>
          </a:graphicData>
        </a:graphic>
      </p:graphicFrame>
      <p:sp>
        <p:nvSpPr>
          <p:cNvPr id="38" name="Button">
            <a:extLst>
              <a:ext uri="{FF2B5EF4-FFF2-40B4-BE49-F238E27FC236}">
                <a16:creationId xmlns:a16="http://schemas.microsoft.com/office/drawing/2014/main" id="{86C64B33-4A1E-F5E2-C73D-6F311423C2AD}"/>
              </a:ext>
            </a:extLst>
          </p:cNvPr>
          <p:cNvSpPr>
            <a:spLocks/>
          </p:cNvSpPr>
          <p:nvPr/>
        </p:nvSpPr>
        <p:spPr bwMode="auto">
          <a:xfrm>
            <a:off x="2849199" y="1456287"/>
            <a:ext cx="821547" cy="219449"/>
          </a:xfrm>
          <a:prstGeom prst="roundRect">
            <a:avLst>
              <a:gd name="adj" fmla="val 8776"/>
            </a:avLst>
          </a:prstGeom>
          <a:solidFill>
            <a:schemeClr val="accent1">
              <a:lumMod val="75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퀘스트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9" name="Button">
            <a:extLst>
              <a:ext uri="{FF2B5EF4-FFF2-40B4-BE49-F238E27FC236}">
                <a16:creationId xmlns:a16="http://schemas.microsoft.com/office/drawing/2014/main" id="{0DCF28EE-FC3B-1DB9-AB81-82F351665A83}"/>
              </a:ext>
            </a:extLst>
          </p:cNvPr>
          <p:cNvSpPr>
            <a:spLocks/>
          </p:cNvSpPr>
          <p:nvPr/>
        </p:nvSpPr>
        <p:spPr bwMode="auto">
          <a:xfrm>
            <a:off x="2849199" y="2245476"/>
            <a:ext cx="821547" cy="219449"/>
          </a:xfrm>
          <a:prstGeom prst="roundRect">
            <a:avLst>
              <a:gd name="adj" fmla="val 8776"/>
            </a:avLst>
          </a:prstGeom>
          <a:solidFill>
            <a:schemeClr val="tx1">
              <a:lumMod val="65000"/>
              <a:lumOff val="35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성공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0" name="Button">
            <a:extLst>
              <a:ext uri="{FF2B5EF4-FFF2-40B4-BE49-F238E27FC236}">
                <a16:creationId xmlns:a16="http://schemas.microsoft.com/office/drawing/2014/main" id="{828ACD9E-2512-4468-769A-15E4DFCB6D2B}"/>
              </a:ext>
            </a:extLst>
          </p:cNvPr>
          <p:cNvSpPr>
            <a:spLocks/>
          </p:cNvSpPr>
          <p:nvPr/>
        </p:nvSpPr>
        <p:spPr bwMode="auto">
          <a:xfrm>
            <a:off x="3768801" y="2245476"/>
            <a:ext cx="821547" cy="219449"/>
          </a:xfrm>
          <a:prstGeom prst="roundRect">
            <a:avLst>
              <a:gd name="adj" fmla="val 8776"/>
            </a:avLst>
          </a:prstGeom>
          <a:solidFill>
            <a:schemeClr val="bg1">
              <a:lumMod val="65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실패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41" name="연결선: 꺾임 40">
            <a:extLst>
              <a:ext uri="{FF2B5EF4-FFF2-40B4-BE49-F238E27FC236}">
                <a16:creationId xmlns:a16="http://schemas.microsoft.com/office/drawing/2014/main" id="{FC59A217-00A5-B775-0A0E-AAAC1320611F}"/>
              </a:ext>
            </a:extLst>
          </p:cNvPr>
          <p:cNvCxnSpPr>
            <a:cxnSpLocks/>
            <a:stCxn id="30" idx="2"/>
            <a:endCxn id="37" idx="1"/>
          </p:cNvCxnSpPr>
          <p:nvPr/>
        </p:nvCxnSpPr>
        <p:spPr>
          <a:xfrm rot="5400000" flipH="1" flipV="1">
            <a:off x="1555418" y="1226798"/>
            <a:ext cx="512265" cy="1969631"/>
          </a:xfrm>
          <a:prstGeom prst="bentConnector4">
            <a:avLst>
              <a:gd name="adj1" fmla="val -44625"/>
              <a:gd name="adj2" fmla="val 86542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62F5CA4C-F1BA-1E8A-04CA-A32DA76CDA6D}"/>
              </a:ext>
            </a:extLst>
          </p:cNvPr>
          <p:cNvSpPr/>
          <p:nvPr/>
        </p:nvSpPr>
        <p:spPr>
          <a:xfrm>
            <a:off x="4876384" y="3762375"/>
            <a:ext cx="4639091" cy="666750"/>
          </a:xfrm>
          <a:prstGeom prst="roundRect">
            <a:avLst>
              <a:gd name="adj" fmla="val 4377"/>
            </a:avLst>
          </a:prstGeom>
          <a:noFill/>
          <a:ln w="28575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45" name="연결선: 꺾임 44">
            <a:extLst>
              <a:ext uri="{FF2B5EF4-FFF2-40B4-BE49-F238E27FC236}">
                <a16:creationId xmlns:a16="http://schemas.microsoft.com/office/drawing/2014/main" id="{05B2898E-F595-8D49-DFD2-D6E04B38146B}"/>
              </a:ext>
            </a:extLst>
          </p:cNvPr>
          <p:cNvCxnSpPr>
            <a:cxnSpLocks/>
            <a:stCxn id="39" idx="2"/>
          </p:cNvCxnSpPr>
          <p:nvPr/>
        </p:nvCxnSpPr>
        <p:spPr>
          <a:xfrm rot="16200000" flipH="1">
            <a:off x="3424423" y="2300475"/>
            <a:ext cx="1507003" cy="1835902"/>
          </a:xfrm>
          <a:prstGeom prst="bentConnector2">
            <a:avLst/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연결선: 꺾임 45">
            <a:extLst>
              <a:ext uri="{FF2B5EF4-FFF2-40B4-BE49-F238E27FC236}">
                <a16:creationId xmlns:a16="http://schemas.microsoft.com/office/drawing/2014/main" id="{1761D9E2-9791-53C1-D369-A0104484A38C}"/>
              </a:ext>
            </a:extLst>
          </p:cNvPr>
          <p:cNvCxnSpPr>
            <a:cxnSpLocks/>
            <a:stCxn id="40" idx="2"/>
          </p:cNvCxnSpPr>
          <p:nvPr/>
        </p:nvCxnSpPr>
        <p:spPr>
          <a:xfrm rot="16200000" flipH="1">
            <a:off x="3736588" y="2907912"/>
            <a:ext cx="1783225" cy="897250"/>
          </a:xfrm>
          <a:prstGeom prst="bentConnector3">
            <a:avLst>
              <a:gd name="adj1" fmla="val 100210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타원 46">
            <a:extLst>
              <a:ext uri="{FF2B5EF4-FFF2-40B4-BE49-F238E27FC236}">
                <a16:creationId xmlns:a16="http://schemas.microsoft.com/office/drawing/2014/main" id="{0F41A65C-94C4-36EB-B16A-8F9EADFEFA6D}"/>
              </a:ext>
            </a:extLst>
          </p:cNvPr>
          <p:cNvSpPr/>
          <p:nvPr/>
        </p:nvSpPr>
        <p:spPr>
          <a:xfrm>
            <a:off x="554209" y="2296146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2BB46C25-1ACF-B628-1E49-F32DC1543C94}"/>
              </a:ext>
            </a:extLst>
          </p:cNvPr>
          <p:cNvSpPr/>
          <p:nvPr/>
        </p:nvSpPr>
        <p:spPr>
          <a:xfrm>
            <a:off x="1965107" y="2296052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22C3FEB6-B1E8-EB9F-9636-47921476BCF4}"/>
              </a:ext>
            </a:extLst>
          </p:cNvPr>
          <p:cNvSpPr/>
          <p:nvPr/>
        </p:nvSpPr>
        <p:spPr>
          <a:xfrm>
            <a:off x="1238847" y="1608214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id="{723598A7-6A72-D291-D2BC-B20B8B090235}"/>
              </a:ext>
            </a:extLst>
          </p:cNvPr>
          <p:cNvCxnSpPr>
            <a:cxnSpLocks/>
          </p:cNvCxnSpPr>
          <p:nvPr/>
        </p:nvCxnSpPr>
        <p:spPr>
          <a:xfrm>
            <a:off x="1364467" y="1721209"/>
            <a:ext cx="86370" cy="65708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0BD38ECF-219D-2C1D-AF05-28D9FB4E4D28}"/>
              </a:ext>
            </a:extLst>
          </p:cNvPr>
          <p:cNvSpPr/>
          <p:nvPr/>
        </p:nvSpPr>
        <p:spPr>
          <a:xfrm>
            <a:off x="3643586" y="1608214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52" name="직선 화살표 연결선 51">
            <a:extLst>
              <a:ext uri="{FF2B5EF4-FFF2-40B4-BE49-F238E27FC236}">
                <a16:creationId xmlns:a16="http://schemas.microsoft.com/office/drawing/2014/main" id="{550471A1-AE33-2CB1-6138-A1233B550CBD}"/>
              </a:ext>
            </a:extLst>
          </p:cNvPr>
          <p:cNvCxnSpPr>
            <a:cxnSpLocks/>
          </p:cNvCxnSpPr>
          <p:nvPr/>
        </p:nvCxnSpPr>
        <p:spPr>
          <a:xfrm>
            <a:off x="3769206" y="1721209"/>
            <a:ext cx="86370" cy="65708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C8C2CE0B-95AF-76D0-4BDE-D891858FCE66}"/>
              </a:ext>
            </a:extLst>
          </p:cNvPr>
          <p:cNvSpPr txBox="1"/>
          <p:nvPr/>
        </p:nvSpPr>
        <p:spPr>
          <a:xfrm>
            <a:off x="5504656" y="4723597"/>
            <a:ext cx="3672800" cy="437877"/>
          </a:xfrm>
          <a:prstGeom prst="rect">
            <a:avLst/>
          </a:prstGeom>
          <a:solidFill>
            <a:srgbClr val="FFC000"/>
          </a:solidFill>
        </p:spPr>
        <p:txBody>
          <a:bodyPr wrap="none" rtlCol="0">
            <a:spAutoFit/>
          </a:bodyPr>
          <a:lstStyle/>
          <a:p>
            <a:pPr algn="l">
              <a:lnSpc>
                <a:spcPct val="150000"/>
              </a:lnSpc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퀘스트 후원 내역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lnSpc>
                <a:spcPct val="150000"/>
              </a:lnSpc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-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퀘스트가 완료되어 성공 또는 실패가 확정되었을 경우에만 리스트에 노출</a:t>
            </a: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DA09C58C-7797-7671-2912-BA0378AB5530}"/>
              </a:ext>
            </a:extLst>
          </p:cNvPr>
          <p:cNvSpPr/>
          <p:nvPr/>
        </p:nvSpPr>
        <p:spPr>
          <a:xfrm>
            <a:off x="3643586" y="2451909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6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6E0ADC0E-9D9C-B41D-6EA5-9A20CE463428}"/>
              </a:ext>
            </a:extLst>
          </p:cNvPr>
          <p:cNvSpPr/>
          <p:nvPr/>
        </p:nvSpPr>
        <p:spPr>
          <a:xfrm>
            <a:off x="1204923" y="1128183"/>
            <a:ext cx="216624" cy="166261"/>
          </a:xfrm>
          <a:prstGeom prst="roundRect">
            <a:avLst>
              <a:gd name="adj" fmla="val 29874"/>
            </a:avLst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36000" tIns="0" rIns="36000" b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kern="0" dirty="0">
                <a:solidFill>
                  <a:prstClr val="white"/>
                </a:solidFill>
                <a:latin typeface="Cambria" panose="02040503050406030204"/>
                <a:ea typeface="맑은 고딕" panose="020B0503020000020004" pitchFamily="50" charset="-127"/>
              </a:rPr>
              <a:t>1</a:t>
            </a:r>
            <a:endParaRPr kumimoji="0" lang="ko-KR" altLang="en-US" sz="800" b="1" kern="0" dirty="0">
              <a:solidFill>
                <a:prstClr val="white"/>
              </a:solidFill>
              <a:latin typeface="Cambria" panose="02040503050406030204"/>
              <a:ea typeface="맑은 고딕" panose="020B0503020000020004" pitchFamily="50" charset="-127"/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7F57DCAF-C690-3AE3-8E9B-0606B6A433B8}"/>
              </a:ext>
            </a:extLst>
          </p:cNvPr>
          <p:cNvSpPr/>
          <p:nvPr/>
        </p:nvSpPr>
        <p:spPr>
          <a:xfrm>
            <a:off x="3638160" y="1128183"/>
            <a:ext cx="216624" cy="166261"/>
          </a:xfrm>
          <a:prstGeom prst="roundRect">
            <a:avLst>
              <a:gd name="adj" fmla="val 29874"/>
            </a:avLst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36000" tIns="0" rIns="3600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8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B7542D42-5485-844C-C7F9-C9F5C6BF3D23}"/>
              </a:ext>
            </a:extLst>
          </p:cNvPr>
          <p:cNvCxnSpPr>
            <a:cxnSpLocks/>
          </p:cNvCxnSpPr>
          <p:nvPr/>
        </p:nvCxnSpPr>
        <p:spPr>
          <a:xfrm>
            <a:off x="2324744" y="1372680"/>
            <a:ext cx="0" cy="1084152"/>
          </a:xfrm>
          <a:prstGeom prst="line">
            <a:avLst/>
          </a:prstGeom>
          <a:ln w="285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86FAE563-2231-4F20-5F46-04977C82D775}"/>
              </a:ext>
            </a:extLst>
          </p:cNvPr>
          <p:cNvCxnSpPr>
            <a:cxnSpLocks/>
          </p:cNvCxnSpPr>
          <p:nvPr/>
        </p:nvCxnSpPr>
        <p:spPr>
          <a:xfrm>
            <a:off x="4759726" y="1372680"/>
            <a:ext cx="0" cy="1084152"/>
          </a:xfrm>
          <a:prstGeom prst="line">
            <a:avLst/>
          </a:prstGeom>
          <a:ln w="285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타원 7">
            <a:extLst>
              <a:ext uri="{FF2B5EF4-FFF2-40B4-BE49-F238E27FC236}">
                <a16:creationId xmlns:a16="http://schemas.microsoft.com/office/drawing/2014/main" id="{D54FC2A6-2604-9EBB-82C0-1E1A29B79D46}"/>
              </a:ext>
            </a:extLst>
          </p:cNvPr>
          <p:cNvSpPr/>
          <p:nvPr/>
        </p:nvSpPr>
        <p:spPr>
          <a:xfrm>
            <a:off x="649459" y="2010396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1B88E151-C54B-4F4A-929F-671980DAEB3C}"/>
              </a:ext>
            </a:extLst>
          </p:cNvPr>
          <p:cNvGrpSpPr/>
          <p:nvPr/>
        </p:nvGrpSpPr>
        <p:grpSpPr>
          <a:xfrm>
            <a:off x="4317321" y="1120445"/>
            <a:ext cx="387008" cy="118852"/>
            <a:chOff x="8850325" y="2256508"/>
            <a:chExt cx="387008" cy="118852"/>
          </a:xfrm>
        </p:grpSpPr>
        <p:sp>
          <p:nvSpPr>
            <p:cNvPr id="7" name="Google Shape;1200;p27">
              <a:extLst>
                <a:ext uri="{FF2B5EF4-FFF2-40B4-BE49-F238E27FC236}">
                  <a16:creationId xmlns:a16="http://schemas.microsoft.com/office/drawing/2014/main" id="{1B9CC474-B98E-3E83-8D5E-393C2062B011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" name="그래픽 8">
              <a:extLst>
                <a:ext uri="{FF2B5EF4-FFF2-40B4-BE49-F238E27FC236}">
                  <a16:creationId xmlns:a16="http://schemas.microsoft.com/office/drawing/2014/main" id="{4E2E9AE3-B171-230A-28B9-F05F1A59F1A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10" name="Google Shape;1202;p27">
              <a:extLst>
                <a:ext uri="{FF2B5EF4-FFF2-40B4-BE49-F238E27FC236}">
                  <a16:creationId xmlns:a16="http://schemas.microsoft.com/office/drawing/2014/main" id="{E6E995B5-E8F4-244C-926B-0BCBF01D3A65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BCEB51FE-4AB9-ACA8-C725-6EE3AE854200}"/>
              </a:ext>
            </a:extLst>
          </p:cNvPr>
          <p:cNvGrpSpPr/>
          <p:nvPr/>
        </p:nvGrpSpPr>
        <p:grpSpPr>
          <a:xfrm>
            <a:off x="1897011" y="1120445"/>
            <a:ext cx="387008" cy="118852"/>
            <a:chOff x="8850325" y="2256508"/>
            <a:chExt cx="387008" cy="118852"/>
          </a:xfrm>
        </p:grpSpPr>
        <p:sp>
          <p:nvSpPr>
            <p:cNvPr id="12" name="Google Shape;1200;p27">
              <a:extLst>
                <a:ext uri="{FF2B5EF4-FFF2-40B4-BE49-F238E27FC236}">
                  <a16:creationId xmlns:a16="http://schemas.microsoft.com/office/drawing/2014/main" id="{3344502F-1C3C-AEC6-031C-904081AC378A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" name="그래픽 12">
              <a:extLst>
                <a:ext uri="{FF2B5EF4-FFF2-40B4-BE49-F238E27FC236}">
                  <a16:creationId xmlns:a16="http://schemas.microsoft.com/office/drawing/2014/main" id="{ABB37E77-9B47-129C-FDED-C1B8064973D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14" name="Google Shape;1202;p27">
              <a:extLst>
                <a:ext uri="{FF2B5EF4-FFF2-40B4-BE49-F238E27FC236}">
                  <a16:creationId xmlns:a16="http://schemas.microsoft.com/office/drawing/2014/main" id="{4B30CE10-E593-5C36-5522-1B79FE3170E7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D5A35CBE-BA47-6316-4B59-F1CF874216E1}"/>
              </a:ext>
            </a:extLst>
          </p:cNvPr>
          <p:cNvSpPr/>
          <p:nvPr/>
        </p:nvSpPr>
        <p:spPr>
          <a:xfrm>
            <a:off x="9341224" y="3164541"/>
            <a:ext cx="152400" cy="134471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148018839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" name="그림 26">
            <a:extLst>
              <a:ext uri="{FF2B5EF4-FFF2-40B4-BE49-F238E27FC236}">
                <a16:creationId xmlns:a16="http://schemas.microsoft.com/office/drawing/2014/main" id="{12681122-3DDC-7FCF-0BDF-CEBFF680B2C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39998" y="2965404"/>
            <a:ext cx="4962146" cy="3828976"/>
          </a:xfrm>
          <a:prstGeom prst="rect">
            <a:avLst/>
          </a:prstGeom>
        </p:spPr>
      </p:pic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8EC1CF04-EAAF-4E8C-15EA-6B8BC7E55B77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5340" y="411980"/>
            <a:ext cx="9436335" cy="424732"/>
          </a:xfrm>
        </p:spPr>
        <p:txBody>
          <a:bodyPr/>
          <a:lstStyle/>
          <a:p>
            <a:r>
              <a:rPr lang="ko-KR" altLang="en-US" dirty="0"/>
              <a:t>대기 중인 후원 </a:t>
            </a:r>
            <a:r>
              <a:rPr lang="en-US" altLang="ko-KR" dirty="0"/>
              <a:t>&gt; </a:t>
            </a:r>
            <a:r>
              <a:rPr lang="ko-KR" altLang="en-US" dirty="0" err="1"/>
              <a:t>럭키박스</a:t>
            </a:r>
            <a:endParaRPr lang="ko-KR" altLang="en-US" dirty="0"/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A3CC4D5E-BBA3-3AA5-60F6-2C036A43C3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기타 위젯 </a:t>
            </a:r>
            <a:r>
              <a:rPr lang="en-US" altLang="ko-KR" dirty="0"/>
              <a:t>&gt; </a:t>
            </a:r>
            <a:r>
              <a:rPr lang="ko-KR" altLang="en-US" dirty="0"/>
              <a:t>대기 중인 후원 </a:t>
            </a:r>
            <a:r>
              <a:rPr lang="en-US" altLang="ko-KR" dirty="0"/>
              <a:t>&gt; </a:t>
            </a:r>
            <a:r>
              <a:rPr lang="ko-KR" altLang="en-US" dirty="0" err="1"/>
              <a:t>럭키박스</a:t>
            </a:r>
            <a:endParaRPr lang="ko-KR" altLang="en-US" dirty="0"/>
          </a:p>
        </p:txBody>
      </p:sp>
      <p:graphicFrame>
        <p:nvGraphicFramePr>
          <p:cNvPr id="108" name="Group 323">
            <a:extLst>
              <a:ext uri="{FF2B5EF4-FFF2-40B4-BE49-F238E27FC236}">
                <a16:creationId xmlns:a16="http://schemas.microsoft.com/office/drawing/2014/main" id="{9ED3E564-A30E-DF79-0CD5-3A87587F48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8359946"/>
              </p:ext>
            </p:extLst>
          </p:nvPr>
        </p:nvGraphicFramePr>
        <p:xfrm>
          <a:off x="9625013" y="575703"/>
          <a:ext cx="2519969" cy="1712976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남은 시간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크리에이터가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설정한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자동환불시간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]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남은 시간 초과 시 ③시간 초과 환불 처리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럭키박스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번호를 선택하면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선택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]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버튼 활성화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선택 버튼 클릭 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대기 중인 후원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창에서는 사라지고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결과가 통합 알림 리스트에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시간 초과 환불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남은 시간동안 정답을 선택하지 않을 경우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대기 중인 후원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창에서는 사라지고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통합 알림 리스트에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시간 초과 환불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로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4805243"/>
                  </a:ext>
                </a:extLst>
              </a:tr>
            </a:tbl>
          </a:graphicData>
        </a:graphic>
      </p:graphicFrame>
      <p:sp>
        <p:nvSpPr>
          <p:cNvPr id="9" name="Google Shape;1301;p29">
            <a:extLst>
              <a:ext uri="{FF2B5EF4-FFF2-40B4-BE49-F238E27FC236}">
                <a16:creationId xmlns:a16="http://schemas.microsoft.com/office/drawing/2014/main" id="{F2F9178F-6E5D-EC81-5C1F-AE80423E54BF}"/>
              </a:ext>
            </a:extLst>
          </p:cNvPr>
          <p:cNvSpPr/>
          <p:nvPr/>
        </p:nvSpPr>
        <p:spPr>
          <a:xfrm>
            <a:off x="264607" y="1052736"/>
            <a:ext cx="2102012" cy="3019087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대기 중인 후원 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10" name="Google Shape;1303;p29">
            <a:extLst>
              <a:ext uri="{FF2B5EF4-FFF2-40B4-BE49-F238E27FC236}">
                <a16:creationId xmlns:a16="http://schemas.microsoft.com/office/drawing/2014/main" id="{8EC70E3C-ECD9-E4E9-CD90-539B05FBABFE}"/>
              </a:ext>
            </a:extLst>
          </p:cNvPr>
          <p:cNvSpPr/>
          <p:nvPr/>
        </p:nvSpPr>
        <p:spPr>
          <a:xfrm>
            <a:off x="308981" y="1361169"/>
            <a:ext cx="1978153" cy="2657229"/>
          </a:xfrm>
          <a:prstGeom prst="rect">
            <a:avLst/>
          </a:prstGeom>
          <a:solidFill>
            <a:schemeClr val="bg1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" name="Google Shape;1301;p29">
            <a:extLst>
              <a:ext uri="{FF2B5EF4-FFF2-40B4-BE49-F238E27FC236}">
                <a16:creationId xmlns:a16="http://schemas.microsoft.com/office/drawing/2014/main" id="{CBBD089F-30A4-05E1-7C53-4CABDE093E17}"/>
              </a:ext>
            </a:extLst>
          </p:cNvPr>
          <p:cNvSpPr/>
          <p:nvPr/>
        </p:nvSpPr>
        <p:spPr>
          <a:xfrm>
            <a:off x="2697844" y="1052736"/>
            <a:ext cx="2102012" cy="3019087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대기 중인 후원 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15" name="Google Shape;1303;p29">
            <a:extLst>
              <a:ext uri="{FF2B5EF4-FFF2-40B4-BE49-F238E27FC236}">
                <a16:creationId xmlns:a16="http://schemas.microsoft.com/office/drawing/2014/main" id="{331D0397-CBB2-C1BC-9315-9B1366DAD585}"/>
              </a:ext>
            </a:extLst>
          </p:cNvPr>
          <p:cNvSpPr/>
          <p:nvPr/>
        </p:nvSpPr>
        <p:spPr>
          <a:xfrm>
            <a:off x="2742218" y="1361169"/>
            <a:ext cx="1978153" cy="2657229"/>
          </a:xfrm>
          <a:prstGeom prst="rect">
            <a:avLst/>
          </a:prstGeom>
          <a:solidFill>
            <a:schemeClr val="bg1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19" name="Group 323">
            <a:extLst>
              <a:ext uri="{FF2B5EF4-FFF2-40B4-BE49-F238E27FC236}">
                <a16:creationId xmlns:a16="http://schemas.microsoft.com/office/drawing/2014/main" id="{9C13F1A4-EC4C-BFE1-4402-6CB85E42A3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3927691"/>
              </p:ext>
            </p:extLst>
          </p:nvPr>
        </p:nvGraphicFramePr>
        <p:xfrm>
          <a:off x="2805446" y="1433177"/>
          <a:ext cx="1841439" cy="810596"/>
        </p:xfrm>
        <a:graphic>
          <a:graphicData uri="http://schemas.openxmlformats.org/drawingml/2006/table">
            <a:tbl>
              <a:tblPr/>
              <a:tblGrid>
                <a:gridCol w="9290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12393">
                  <a:extLst>
                    <a:ext uri="{9D8B030D-6E8A-4147-A177-3AD203B41FA5}">
                      <a16:colId xmlns:a16="http://schemas.microsoft.com/office/drawing/2014/main" val="958322843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침착맨</a:t>
                      </a:r>
                      <a:endParaRPr lang="ko-KR" altLang="en-US" dirty="0"/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22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성공캐시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3,000</a:t>
                      </a: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남은 시간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00:30</a:t>
                      </a: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43463"/>
                  </a:ext>
                </a:extLst>
              </a:tr>
              <a:tr h="26220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109173"/>
                  </a:ext>
                </a:extLst>
              </a:tr>
            </a:tbl>
          </a:graphicData>
        </a:graphic>
      </p:graphicFrame>
      <p:sp>
        <p:nvSpPr>
          <p:cNvPr id="20" name="Button">
            <a:extLst>
              <a:ext uri="{FF2B5EF4-FFF2-40B4-BE49-F238E27FC236}">
                <a16:creationId xmlns:a16="http://schemas.microsoft.com/office/drawing/2014/main" id="{E622FB5C-4935-B3A6-0CD6-287F44DD8F70}"/>
              </a:ext>
            </a:extLst>
          </p:cNvPr>
          <p:cNvSpPr>
            <a:spLocks/>
          </p:cNvSpPr>
          <p:nvPr/>
        </p:nvSpPr>
        <p:spPr bwMode="auto">
          <a:xfrm>
            <a:off x="2855605" y="1466264"/>
            <a:ext cx="821547" cy="219449"/>
          </a:xfrm>
          <a:prstGeom prst="roundRect">
            <a:avLst>
              <a:gd name="adj" fmla="val 8776"/>
            </a:avLst>
          </a:prstGeom>
          <a:solidFill>
            <a:srgbClr val="7030A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럭키박스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6F19CC21-880F-B870-7DC2-A00A668BFCC0}"/>
              </a:ext>
            </a:extLst>
          </p:cNvPr>
          <p:cNvGrpSpPr/>
          <p:nvPr/>
        </p:nvGrpSpPr>
        <p:grpSpPr>
          <a:xfrm>
            <a:off x="2836404" y="2018211"/>
            <a:ext cx="1777932" cy="182353"/>
            <a:chOff x="2917987" y="2645882"/>
            <a:chExt cx="1777932" cy="182353"/>
          </a:xfrm>
        </p:grpSpPr>
        <p:grpSp>
          <p:nvGrpSpPr>
            <p:cNvPr id="29" name="그룹 28">
              <a:extLst>
                <a:ext uri="{FF2B5EF4-FFF2-40B4-BE49-F238E27FC236}">
                  <a16:creationId xmlns:a16="http://schemas.microsoft.com/office/drawing/2014/main" id="{1DF2A160-2C07-67BF-7EFF-5E521EDAE01F}"/>
                </a:ext>
              </a:extLst>
            </p:cNvPr>
            <p:cNvGrpSpPr/>
            <p:nvPr/>
          </p:nvGrpSpPr>
          <p:grpSpPr>
            <a:xfrm>
              <a:off x="2917987" y="2645882"/>
              <a:ext cx="1412457" cy="182353"/>
              <a:chOff x="2885247" y="2645882"/>
              <a:chExt cx="1445198" cy="182353"/>
            </a:xfrm>
          </p:grpSpPr>
          <p:sp>
            <p:nvSpPr>
              <p:cNvPr id="39" name="사각형: 둥근 모서리 38">
                <a:extLst>
                  <a:ext uri="{FF2B5EF4-FFF2-40B4-BE49-F238E27FC236}">
                    <a16:creationId xmlns:a16="http://schemas.microsoft.com/office/drawing/2014/main" id="{F8082652-AFCF-EDD9-9355-4BB7F9CAD47F}"/>
                  </a:ext>
                </a:extLst>
              </p:cNvPr>
              <p:cNvSpPr/>
              <p:nvPr/>
            </p:nvSpPr>
            <p:spPr>
              <a:xfrm>
                <a:off x="3178783" y="2645882"/>
                <a:ext cx="271055" cy="182353"/>
              </a:xfrm>
              <a:prstGeom prst="round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800" b="1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2</a:t>
                </a:r>
                <a:endParaRPr lang="ko-KR" altLang="en-US" sz="8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40" name="사각형: 둥근 모서리 39">
                <a:extLst>
                  <a:ext uri="{FF2B5EF4-FFF2-40B4-BE49-F238E27FC236}">
                    <a16:creationId xmlns:a16="http://schemas.microsoft.com/office/drawing/2014/main" id="{A20FEE6B-DC81-233F-9DA3-441B5A35F88C}"/>
                  </a:ext>
                </a:extLst>
              </p:cNvPr>
              <p:cNvSpPr/>
              <p:nvPr/>
            </p:nvSpPr>
            <p:spPr>
              <a:xfrm>
                <a:off x="3472318" y="2645882"/>
                <a:ext cx="271055" cy="182353"/>
              </a:xfrm>
              <a:prstGeom prst="round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800" b="1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3</a:t>
                </a:r>
                <a:endParaRPr lang="ko-KR" altLang="en-US" sz="8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41" name="사각형: 둥근 모서리 40">
                <a:extLst>
                  <a:ext uri="{FF2B5EF4-FFF2-40B4-BE49-F238E27FC236}">
                    <a16:creationId xmlns:a16="http://schemas.microsoft.com/office/drawing/2014/main" id="{93F903A5-1ACA-F031-3324-18F8CA6679E5}"/>
                  </a:ext>
                </a:extLst>
              </p:cNvPr>
              <p:cNvSpPr/>
              <p:nvPr/>
            </p:nvSpPr>
            <p:spPr>
              <a:xfrm>
                <a:off x="3765854" y="2645882"/>
                <a:ext cx="271055" cy="182353"/>
              </a:xfrm>
              <a:prstGeom prst="round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800" b="1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4</a:t>
                </a:r>
                <a:endParaRPr lang="ko-KR" altLang="en-US" sz="8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42" name="사각형: 둥근 모서리 41">
                <a:extLst>
                  <a:ext uri="{FF2B5EF4-FFF2-40B4-BE49-F238E27FC236}">
                    <a16:creationId xmlns:a16="http://schemas.microsoft.com/office/drawing/2014/main" id="{3C6DB879-535C-2663-D3C2-52EA9A1589C7}"/>
                  </a:ext>
                </a:extLst>
              </p:cNvPr>
              <p:cNvSpPr/>
              <p:nvPr/>
            </p:nvSpPr>
            <p:spPr>
              <a:xfrm>
                <a:off x="4059390" y="2645882"/>
                <a:ext cx="271055" cy="182353"/>
              </a:xfrm>
              <a:prstGeom prst="round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800" b="1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5</a:t>
                </a:r>
                <a:endParaRPr lang="ko-KR" altLang="en-US" sz="8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43" name="사각형: 둥근 모서리 42">
                <a:extLst>
                  <a:ext uri="{FF2B5EF4-FFF2-40B4-BE49-F238E27FC236}">
                    <a16:creationId xmlns:a16="http://schemas.microsoft.com/office/drawing/2014/main" id="{82F74D9B-22FF-9B93-00FC-57A8AEE1B50F}"/>
                  </a:ext>
                </a:extLst>
              </p:cNvPr>
              <p:cNvSpPr/>
              <p:nvPr/>
            </p:nvSpPr>
            <p:spPr>
              <a:xfrm>
                <a:off x="2885247" y="2645882"/>
                <a:ext cx="271055" cy="182353"/>
              </a:xfrm>
              <a:prstGeom prst="round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800" b="1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1</a:t>
                </a:r>
                <a:endParaRPr lang="ko-KR" altLang="en-US" sz="8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</p:grpSp>
        <p:sp>
          <p:nvSpPr>
            <p:cNvPr id="30" name="사각형: 둥근 모서리 29">
              <a:extLst>
                <a:ext uri="{FF2B5EF4-FFF2-40B4-BE49-F238E27FC236}">
                  <a16:creationId xmlns:a16="http://schemas.microsoft.com/office/drawing/2014/main" id="{94873B1C-F5CE-03FC-BDDF-5C28C21CEBED}"/>
                </a:ext>
              </a:extLst>
            </p:cNvPr>
            <p:cNvSpPr/>
            <p:nvPr/>
          </p:nvSpPr>
          <p:spPr>
            <a:xfrm>
              <a:off x="4363977" y="2645882"/>
              <a:ext cx="331942" cy="182353"/>
            </a:xfrm>
            <a:prstGeom prst="round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ko-KR" altLang="en-US" sz="8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선택</a:t>
              </a:r>
            </a:p>
          </p:txBody>
        </p:sp>
      </p:grpSp>
      <p:graphicFrame>
        <p:nvGraphicFramePr>
          <p:cNvPr id="44" name="Group 323">
            <a:extLst>
              <a:ext uri="{FF2B5EF4-FFF2-40B4-BE49-F238E27FC236}">
                <a16:creationId xmlns:a16="http://schemas.microsoft.com/office/drawing/2014/main" id="{3E8C8FB1-A129-114B-6AF5-207C83AE06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9871939"/>
              </p:ext>
            </p:extLst>
          </p:nvPr>
        </p:nvGraphicFramePr>
        <p:xfrm>
          <a:off x="374666" y="1433177"/>
          <a:ext cx="1841439" cy="810596"/>
        </p:xfrm>
        <a:graphic>
          <a:graphicData uri="http://schemas.openxmlformats.org/drawingml/2006/table">
            <a:tbl>
              <a:tblPr/>
              <a:tblGrid>
                <a:gridCol w="9290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12393">
                  <a:extLst>
                    <a:ext uri="{9D8B030D-6E8A-4147-A177-3AD203B41FA5}">
                      <a16:colId xmlns:a16="http://schemas.microsoft.com/office/drawing/2014/main" val="958322843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침착맨</a:t>
                      </a:r>
                      <a:endParaRPr lang="ko-KR" altLang="en-US" dirty="0"/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22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성공캐시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3,000</a:t>
                      </a: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남은 시간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00:30</a:t>
                      </a: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43463"/>
                  </a:ext>
                </a:extLst>
              </a:tr>
              <a:tr h="26220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109173"/>
                  </a:ext>
                </a:extLst>
              </a:tr>
            </a:tbl>
          </a:graphicData>
        </a:graphic>
      </p:graphicFrame>
      <p:sp>
        <p:nvSpPr>
          <p:cNvPr id="45" name="Button">
            <a:extLst>
              <a:ext uri="{FF2B5EF4-FFF2-40B4-BE49-F238E27FC236}">
                <a16:creationId xmlns:a16="http://schemas.microsoft.com/office/drawing/2014/main" id="{5C777C15-AFB6-C0CF-DF59-4911F5B0B3D6}"/>
              </a:ext>
            </a:extLst>
          </p:cNvPr>
          <p:cNvSpPr>
            <a:spLocks/>
          </p:cNvSpPr>
          <p:nvPr/>
        </p:nvSpPr>
        <p:spPr bwMode="auto">
          <a:xfrm>
            <a:off x="424825" y="1466264"/>
            <a:ext cx="821547" cy="219449"/>
          </a:xfrm>
          <a:prstGeom prst="roundRect">
            <a:avLst>
              <a:gd name="adj" fmla="val 8776"/>
            </a:avLst>
          </a:prstGeom>
          <a:solidFill>
            <a:srgbClr val="7030A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럭키박스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A8FC9208-AE81-C89D-85A6-6700ABFBAB95}"/>
              </a:ext>
            </a:extLst>
          </p:cNvPr>
          <p:cNvGrpSpPr/>
          <p:nvPr/>
        </p:nvGrpSpPr>
        <p:grpSpPr>
          <a:xfrm>
            <a:off x="405624" y="2018211"/>
            <a:ext cx="1777932" cy="182353"/>
            <a:chOff x="2917987" y="2645882"/>
            <a:chExt cx="1777932" cy="182353"/>
          </a:xfrm>
        </p:grpSpPr>
        <p:grpSp>
          <p:nvGrpSpPr>
            <p:cNvPr id="47" name="그룹 46">
              <a:extLst>
                <a:ext uri="{FF2B5EF4-FFF2-40B4-BE49-F238E27FC236}">
                  <a16:creationId xmlns:a16="http://schemas.microsoft.com/office/drawing/2014/main" id="{AD25D112-8410-1C0F-0DF3-46F73158F66B}"/>
                </a:ext>
              </a:extLst>
            </p:cNvPr>
            <p:cNvGrpSpPr/>
            <p:nvPr/>
          </p:nvGrpSpPr>
          <p:grpSpPr>
            <a:xfrm>
              <a:off x="2917987" y="2645882"/>
              <a:ext cx="1412457" cy="182353"/>
              <a:chOff x="2885247" y="2645882"/>
              <a:chExt cx="1445198" cy="182353"/>
            </a:xfrm>
          </p:grpSpPr>
          <p:sp>
            <p:nvSpPr>
              <p:cNvPr id="59" name="사각형: 둥근 모서리 58">
                <a:extLst>
                  <a:ext uri="{FF2B5EF4-FFF2-40B4-BE49-F238E27FC236}">
                    <a16:creationId xmlns:a16="http://schemas.microsoft.com/office/drawing/2014/main" id="{4100D90D-1A5A-8199-65F2-1FF14714DBEB}"/>
                  </a:ext>
                </a:extLst>
              </p:cNvPr>
              <p:cNvSpPr/>
              <p:nvPr/>
            </p:nvSpPr>
            <p:spPr>
              <a:xfrm>
                <a:off x="3178783" y="2645882"/>
                <a:ext cx="271055" cy="182353"/>
              </a:xfrm>
              <a:prstGeom prst="round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800" b="1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2</a:t>
                </a:r>
                <a:endParaRPr lang="ko-KR" altLang="en-US" sz="8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60" name="사각형: 둥근 모서리 59">
                <a:extLst>
                  <a:ext uri="{FF2B5EF4-FFF2-40B4-BE49-F238E27FC236}">
                    <a16:creationId xmlns:a16="http://schemas.microsoft.com/office/drawing/2014/main" id="{D34934CF-69A0-8B1A-212C-E356DAF74505}"/>
                  </a:ext>
                </a:extLst>
              </p:cNvPr>
              <p:cNvSpPr/>
              <p:nvPr/>
            </p:nvSpPr>
            <p:spPr>
              <a:xfrm>
                <a:off x="3472318" y="2645882"/>
                <a:ext cx="271055" cy="182353"/>
              </a:xfrm>
              <a:prstGeom prst="round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800" b="1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3</a:t>
                </a:r>
                <a:endParaRPr lang="ko-KR" altLang="en-US" sz="8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61" name="사각형: 둥근 모서리 60">
                <a:extLst>
                  <a:ext uri="{FF2B5EF4-FFF2-40B4-BE49-F238E27FC236}">
                    <a16:creationId xmlns:a16="http://schemas.microsoft.com/office/drawing/2014/main" id="{676C3AA3-7E7A-E17E-F1B0-AE0D4B385572}"/>
                  </a:ext>
                </a:extLst>
              </p:cNvPr>
              <p:cNvSpPr/>
              <p:nvPr/>
            </p:nvSpPr>
            <p:spPr>
              <a:xfrm>
                <a:off x="3765854" y="2645882"/>
                <a:ext cx="271055" cy="182353"/>
              </a:xfrm>
              <a:prstGeom prst="round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800" b="1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4</a:t>
                </a:r>
                <a:endParaRPr lang="ko-KR" altLang="en-US" sz="8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62" name="사각형: 둥근 모서리 61">
                <a:extLst>
                  <a:ext uri="{FF2B5EF4-FFF2-40B4-BE49-F238E27FC236}">
                    <a16:creationId xmlns:a16="http://schemas.microsoft.com/office/drawing/2014/main" id="{87310A16-AE65-705F-42B0-5D4FA8AFAA74}"/>
                  </a:ext>
                </a:extLst>
              </p:cNvPr>
              <p:cNvSpPr/>
              <p:nvPr/>
            </p:nvSpPr>
            <p:spPr>
              <a:xfrm>
                <a:off x="4059390" y="2645882"/>
                <a:ext cx="271055" cy="182353"/>
              </a:xfrm>
              <a:prstGeom prst="round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800" b="1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5</a:t>
                </a:r>
                <a:endParaRPr lang="ko-KR" altLang="en-US" sz="8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sp>
            <p:nvSpPr>
              <p:cNvPr id="63" name="사각형: 둥근 모서리 62">
                <a:extLst>
                  <a:ext uri="{FF2B5EF4-FFF2-40B4-BE49-F238E27FC236}">
                    <a16:creationId xmlns:a16="http://schemas.microsoft.com/office/drawing/2014/main" id="{1E11EEB0-841A-6D2C-BB84-CAB81350B9E1}"/>
                  </a:ext>
                </a:extLst>
              </p:cNvPr>
              <p:cNvSpPr/>
              <p:nvPr/>
            </p:nvSpPr>
            <p:spPr>
              <a:xfrm>
                <a:off x="2885247" y="2645882"/>
                <a:ext cx="271055" cy="182353"/>
              </a:xfrm>
              <a:prstGeom prst="round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800" b="1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1</a:t>
                </a:r>
                <a:endParaRPr lang="ko-KR" altLang="en-US" sz="8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</p:grpSp>
        <p:sp>
          <p:nvSpPr>
            <p:cNvPr id="48" name="사각형: 둥근 모서리 47">
              <a:extLst>
                <a:ext uri="{FF2B5EF4-FFF2-40B4-BE49-F238E27FC236}">
                  <a16:creationId xmlns:a16="http://schemas.microsoft.com/office/drawing/2014/main" id="{6CFB50FB-5150-D16B-4160-F9D8107C58F8}"/>
                </a:ext>
              </a:extLst>
            </p:cNvPr>
            <p:cNvSpPr/>
            <p:nvPr/>
          </p:nvSpPr>
          <p:spPr>
            <a:xfrm>
              <a:off x="4363977" y="2645882"/>
              <a:ext cx="331942" cy="182353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ko-KR" altLang="en-US" sz="8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선택</a:t>
              </a:r>
            </a:p>
          </p:txBody>
        </p:sp>
      </p:grp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4D81AEA8-6378-CD6B-1413-7EF75449914F}"/>
              </a:ext>
            </a:extLst>
          </p:cNvPr>
          <p:cNvSpPr/>
          <p:nvPr/>
        </p:nvSpPr>
        <p:spPr>
          <a:xfrm>
            <a:off x="5158581" y="5745507"/>
            <a:ext cx="4904371" cy="1026768"/>
          </a:xfrm>
          <a:prstGeom prst="roundRect">
            <a:avLst>
              <a:gd name="adj" fmla="val 4377"/>
            </a:avLst>
          </a:prstGeom>
          <a:noFill/>
          <a:ln w="28575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55C030EF-86B2-DAB8-AD54-5D305E4B0846}"/>
              </a:ext>
            </a:extLst>
          </p:cNvPr>
          <p:cNvSpPr/>
          <p:nvPr/>
        </p:nvSpPr>
        <p:spPr>
          <a:xfrm>
            <a:off x="2687405" y="2046224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67" name="연결선: 꺾임 66">
            <a:extLst>
              <a:ext uri="{FF2B5EF4-FFF2-40B4-BE49-F238E27FC236}">
                <a16:creationId xmlns:a16="http://schemas.microsoft.com/office/drawing/2014/main" id="{D8DE1929-99B9-FA1C-7A57-86292338843D}"/>
              </a:ext>
            </a:extLst>
          </p:cNvPr>
          <p:cNvCxnSpPr>
            <a:cxnSpLocks/>
            <a:stCxn id="19" idx="2"/>
            <a:endCxn id="65" idx="1"/>
          </p:cNvCxnSpPr>
          <p:nvPr/>
        </p:nvCxnSpPr>
        <p:spPr>
          <a:xfrm rot="16200000" flipH="1">
            <a:off x="2434814" y="3535124"/>
            <a:ext cx="4015118" cy="1432416"/>
          </a:xfrm>
          <a:prstGeom prst="bentConnector2">
            <a:avLst/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타원 68">
            <a:extLst>
              <a:ext uri="{FF2B5EF4-FFF2-40B4-BE49-F238E27FC236}">
                <a16:creationId xmlns:a16="http://schemas.microsoft.com/office/drawing/2014/main" id="{EB79F69B-B70F-04BA-EB33-5FDF5C9478FD}"/>
              </a:ext>
            </a:extLst>
          </p:cNvPr>
          <p:cNvSpPr/>
          <p:nvPr/>
        </p:nvSpPr>
        <p:spPr>
          <a:xfrm>
            <a:off x="8647692" y="5878514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B24EE564-1392-504C-4712-A617430E7652}"/>
              </a:ext>
            </a:extLst>
          </p:cNvPr>
          <p:cNvSpPr/>
          <p:nvPr/>
        </p:nvSpPr>
        <p:spPr>
          <a:xfrm>
            <a:off x="1190031" y="1577193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71" name="직선 화살표 연결선 70">
            <a:extLst>
              <a:ext uri="{FF2B5EF4-FFF2-40B4-BE49-F238E27FC236}">
                <a16:creationId xmlns:a16="http://schemas.microsoft.com/office/drawing/2014/main" id="{24CFC382-5A22-C9D7-EEBE-D3351331EA6C}"/>
              </a:ext>
            </a:extLst>
          </p:cNvPr>
          <p:cNvCxnSpPr>
            <a:cxnSpLocks/>
          </p:cNvCxnSpPr>
          <p:nvPr/>
        </p:nvCxnSpPr>
        <p:spPr>
          <a:xfrm>
            <a:off x="1315651" y="1690188"/>
            <a:ext cx="86370" cy="65708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18E7C70F-1F70-2450-B9CC-670EABF70B87}"/>
              </a:ext>
            </a:extLst>
          </p:cNvPr>
          <p:cNvSpPr/>
          <p:nvPr/>
        </p:nvSpPr>
        <p:spPr>
          <a:xfrm>
            <a:off x="1204923" y="1128183"/>
            <a:ext cx="216624" cy="166261"/>
          </a:xfrm>
          <a:prstGeom prst="roundRect">
            <a:avLst>
              <a:gd name="adj" fmla="val 29874"/>
            </a:avLst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36000" tIns="0" rIns="36000" b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kern="0" dirty="0">
                <a:solidFill>
                  <a:prstClr val="white"/>
                </a:solidFill>
                <a:latin typeface="Cambria" panose="02040503050406030204"/>
                <a:ea typeface="맑은 고딕" panose="020B0503020000020004" pitchFamily="50" charset="-127"/>
              </a:rPr>
              <a:t>1</a:t>
            </a:r>
            <a:endParaRPr kumimoji="0" lang="ko-KR" altLang="en-US" sz="800" b="1" kern="0" dirty="0">
              <a:solidFill>
                <a:prstClr val="white"/>
              </a:solidFill>
              <a:latin typeface="Cambria" panose="02040503050406030204"/>
              <a:ea typeface="맑은 고딕" panose="020B0503020000020004" pitchFamily="50" charset="-127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53281018-7B90-DBDF-1D85-07B0F0D034EB}"/>
              </a:ext>
            </a:extLst>
          </p:cNvPr>
          <p:cNvSpPr/>
          <p:nvPr/>
        </p:nvSpPr>
        <p:spPr>
          <a:xfrm>
            <a:off x="3638160" y="1128183"/>
            <a:ext cx="216624" cy="166261"/>
          </a:xfrm>
          <a:prstGeom prst="roundRect">
            <a:avLst>
              <a:gd name="adj" fmla="val 29874"/>
            </a:avLst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36000" tIns="0" rIns="3600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8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74" name="직선 화살표 연결선 73">
            <a:extLst>
              <a:ext uri="{FF2B5EF4-FFF2-40B4-BE49-F238E27FC236}">
                <a16:creationId xmlns:a16="http://schemas.microsoft.com/office/drawing/2014/main" id="{907B97A5-DA73-2455-33D7-E1337685BC25}"/>
              </a:ext>
            </a:extLst>
          </p:cNvPr>
          <p:cNvCxnSpPr>
            <a:cxnSpLocks/>
            <a:stCxn id="69" idx="2"/>
          </p:cNvCxnSpPr>
          <p:nvPr/>
        </p:nvCxnSpPr>
        <p:spPr>
          <a:xfrm flipH="1">
            <a:off x="8476517" y="5953014"/>
            <a:ext cx="171175" cy="0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80802338-1539-0FC7-FAAA-27A31C48CB1E}"/>
              </a:ext>
            </a:extLst>
          </p:cNvPr>
          <p:cNvCxnSpPr>
            <a:cxnSpLocks/>
          </p:cNvCxnSpPr>
          <p:nvPr/>
        </p:nvCxnSpPr>
        <p:spPr>
          <a:xfrm>
            <a:off x="2324744" y="1372680"/>
            <a:ext cx="0" cy="1084152"/>
          </a:xfrm>
          <a:prstGeom prst="line">
            <a:avLst/>
          </a:prstGeom>
          <a:ln w="285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E33A8CC4-C988-6307-26B5-5B553E17288D}"/>
              </a:ext>
            </a:extLst>
          </p:cNvPr>
          <p:cNvCxnSpPr>
            <a:cxnSpLocks/>
          </p:cNvCxnSpPr>
          <p:nvPr/>
        </p:nvCxnSpPr>
        <p:spPr>
          <a:xfrm>
            <a:off x="4759726" y="1372680"/>
            <a:ext cx="0" cy="1084152"/>
          </a:xfrm>
          <a:prstGeom prst="line">
            <a:avLst/>
          </a:prstGeom>
          <a:ln w="285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그룹 5">
            <a:extLst>
              <a:ext uri="{FF2B5EF4-FFF2-40B4-BE49-F238E27FC236}">
                <a16:creationId xmlns:a16="http://schemas.microsoft.com/office/drawing/2014/main" id="{D764B5D1-BC9F-8CF0-B77A-4887C1783838}"/>
              </a:ext>
            </a:extLst>
          </p:cNvPr>
          <p:cNvGrpSpPr/>
          <p:nvPr/>
        </p:nvGrpSpPr>
        <p:grpSpPr>
          <a:xfrm>
            <a:off x="4317321" y="1120445"/>
            <a:ext cx="387008" cy="118852"/>
            <a:chOff x="8850325" y="2256508"/>
            <a:chExt cx="387008" cy="118852"/>
          </a:xfrm>
        </p:grpSpPr>
        <p:sp>
          <p:nvSpPr>
            <p:cNvPr id="7" name="Google Shape;1200;p27">
              <a:extLst>
                <a:ext uri="{FF2B5EF4-FFF2-40B4-BE49-F238E27FC236}">
                  <a16:creationId xmlns:a16="http://schemas.microsoft.com/office/drawing/2014/main" id="{C7730307-F011-FAA8-EBF8-D3C8C5EF3817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" name="그래픽 7">
              <a:extLst>
                <a:ext uri="{FF2B5EF4-FFF2-40B4-BE49-F238E27FC236}">
                  <a16:creationId xmlns:a16="http://schemas.microsoft.com/office/drawing/2014/main" id="{67402FDC-4434-5861-B81A-D510B516D2A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13" name="Google Shape;1202;p27">
              <a:extLst>
                <a:ext uri="{FF2B5EF4-FFF2-40B4-BE49-F238E27FC236}">
                  <a16:creationId xmlns:a16="http://schemas.microsoft.com/office/drawing/2014/main" id="{04D2025A-40A2-040B-E44F-2885BC8AB016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84123602-A9D1-EDD7-34C4-87E662238F1D}"/>
              </a:ext>
            </a:extLst>
          </p:cNvPr>
          <p:cNvGrpSpPr/>
          <p:nvPr/>
        </p:nvGrpSpPr>
        <p:grpSpPr>
          <a:xfrm>
            <a:off x="1897011" y="1120445"/>
            <a:ext cx="387008" cy="118852"/>
            <a:chOff x="8850325" y="2256508"/>
            <a:chExt cx="387008" cy="118852"/>
          </a:xfrm>
        </p:grpSpPr>
        <p:sp>
          <p:nvSpPr>
            <p:cNvPr id="21" name="Google Shape;1200;p27">
              <a:extLst>
                <a:ext uri="{FF2B5EF4-FFF2-40B4-BE49-F238E27FC236}">
                  <a16:creationId xmlns:a16="http://schemas.microsoft.com/office/drawing/2014/main" id="{E1FEBD1F-3897-EB07-905D-E58AD7B2BA55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2" name="그래픽 21">
              <a:extLst>
                <a:ext uri="{FF2B5EF4-FFF2-40B4-BE49-F238E27FC236}">
                  <a16:creationId xmlns:a16="http://schemas.microsoft.com/office/drawing/2014/main" id="{3BED7D92-54A8-3ACB-6B27-3EAC9125919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23" name="Google Shape;1202;p27">
              <a:extLst>
                <a:ext uri="{FF2B5EF4-FFF2-40B4-BE49-F238E27FC236}">
                  <a16:creationId xmlns:a16="http://schemas.microsoft.com/office/drawing/2014/main" id="{ECA93A66-8E8C-13EE-30BA-806065E8C8F0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40A00B90-3D11-54DE-AED1-7772E5F3E182}"/>
              </a:ext>
            </a:extLst>
          </p:cNvPr>
          <p:cNvSpPr/>
          <p:nvPr/>
        </p:nvSpPr>
        <p:spPr>
          <a:xfrm>
            <a:off x="9906000" y="2994212"/>
            <a:ext cx="134471" cy="10757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29320045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0" name="그림 239">
            <a:extLst>
              <a:ext uri="{FF2B5EF4-FFF2-40B4-BE49-F238E27FC236}">
                <a16:creationId xmlns:a16="http://schemas.microsoft.com/office/drawing/2014/main" id="{BBDF1FD0-C940-4638-52E7-124A68E7E5B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8318" t="55388" b="14109"/>
          <a:stretch>
            <a:fillRect/>
          </a:stretch>
        </p:blipFill>
        <p:spPr>
          <a:xfrm>
            <a:off x="6305549" y="4582123"/>
            <a:ext cx="5335067" cy="1494827"/>
          </a:xfrm>
          <a:prstGeom prst="rect">
            <a:avLst/>
          </a:prstGeom>
        </p:spPr>
      </p:pic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0D1BD887-42A4-47B8-CE0A-8FAECA684E3F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대기 중인 후원 </a:t>
            </a:r>
            <a:r>
              <a:rPr lang="en-US" altLang="ko-KR" dirty="0"/>
              <a:t>&gt; </a:t>
            </a:r>
            <a:r>
              <a:rPr lang="ko-KR" altLang="en-US" dirty="0"/>
              <a:t>플레이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24C68ADD-A9B0-3251-81AD-9A0E294DE8B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기타 위젯 </a:t>
            </a:r>
            <a:r>
              <a:rPr lang="en-US" altLang="ko-KR" dirty="0"/>
              <a:t>&gt; </a:t>
            </a:r>
            <a:r>
              <a:rPr lang="ko-KR" altLang="en-US" dirty="0"/>
              <a:t>대기 중인 후원 </a:t>
            </a:r>
            <a:r>
              <a:rPr lang="en-US" altLang="ko-KR" dirty="0"/>
              <a:t>&gt; </a:t>
            </a:r>
            <a:r>
              <a:rPr lang="ko-KR" altLang="en-US" dirty="0" err="1"/>
              <a:t>럭키박스</a:t>
            </a:r>
            <a:endParaRPr lang="ko-KR" altLang="en-US" dirty="0"/>
          </a:p>
        </p:txBody>
      </p:sp>
      <p:sp>
        <p:nvSpPr>
          <p:cNvPr id="4" name="Google Shape;1301;p29">
            <a:extLst>
              <a:ext uri="{FF2B5EF4-FFF2-40B4-BE49-F238E27FC236}">
                <a16:creationId xmlns:a16="http://schemas.microsoft.com/office/drawing/2014/main" id="{496C45B2-FF52-051B-CCFE-0AD60DE87E40}"/>
              </a:ext>
            </a:extLst>
          </p:cNvPr>
          <p:cNvSpPr/>
          <p:nvPr/>
        </p:nvSpPr>
        <p:spPr>
          <a:xfrm>
            <a:off x="263352" y="1052736"/>
            <a:ext cx="2102012" cy="3019087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대기 중인 후원 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5" name="Google Shape;1303;p29">
            <a:extLst>
              <a:ext uri="{FF2B5EF4-FFF2-40B4-BE49-F238E27FC236}">
                <a16:creationId xmlns:a16="http://schemas.microsoft.com/office/drawing/2014/main" id="{CB8DF78E-5417-4F26-2240-96C164CD36AE}"/>
              </a:ext>
            </a:extLst>
          </p:cNvPr>
          <p:cNvSpPr/>
          <p:nvPr/>
        </p:nvSpPr>
        <p:spPr>
          <a:xfrm>
            <a:off x="307726" y="1361169"/>
            <a:ext cx="1978153" cy="2657229"/>
          </a:xfrm>
          <a:prstGeom prst="rect">
            <a:avLst/>
          </a:prstGeom>
          <a:solidFill>
            <a:schemeClr val="bg1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" name="Google Shape;1301;p29">
            <a:extLst>
              <a:ext uri="{FF2B5EF4-FFF2-40B4-BE49-F238E27FC236}">
                <a16:creationId xmlns:a16="http://schemas.microsoft.com/office/drawing/2014/main" id="{B0E4C515-55EA-3E0F-9548-7C65F466A26D}"/>
              </a:ext>
            </a:extLst>
          </p:cNvPr>
          <p:cNvSpPr/>
          <p:nvPr/>
        </p:nvSpPr>
        <p:spPr>
          <a:xfrm>
            <a:off x="2985876" y="1052736"/>
            <a:ext cx="2102012" cy="3019087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대기 중인 후원 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10" name="Google Shape;1303;p29">
            <a:extLst>
              <a:ext uri="{FF2B5EF4-FFF2-40B4-BE49-F238E27FC236}">
                <a16:creationId xmlns:a16="http://schemas.microsoft.com/office/drawing/2014/main" id="{C9A729EB-0B20-1F49-B84B-16E50C71B04E}"/>
              </a:ext>
            </a:extLst>
          </p:cNvPr>
          <p:cNvSpPr/>
          <p:nvPr/>
        </p:nvSpPr>
        <p:spPr>
          <a:xfrm>
            <a:off x="3030250" y="1361169"/>
            <a:ext cx="1978153" cy="2657229"/>
          </a:xfrm>
          <a:prstGeom prst="rect">
            <a:avLst/>
          </a:prstGeom>
          <a:solidFill>
            <a:schemeClr val="bg1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B5F84C91-F65E-DE6C-D76A-EA7B34EE7AE6}"/>
              </a:ext>
            </a:extLst>
          </p:cNvPr>
          <p:cNvSpPr/>
          <p:nvPr/>
        </p:nvSpPr>
        <p:spPr>
          <a:xfrm>
            <a:off x="3975343" y="1123012"/>
            <a:ext cx="216000" cy="166261"/>
          </a:xfrm>
          <a:prstGeom prst="roundRect">
            <a:avLst>
              <a:gd name="adj" fmla="val 29874"/>
            </a:avLst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36000" tIns="0" rIns="3600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8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36" name="Group 323">
            <a:extLst>
              <a:ext uri="{FF2B5EF4-FFF2-40B4-BE49-F238E27FC236}">
                <a16:creationId xmlns:a16="http://schemas.microsoft.com/office/drawing/2014/main" id="{E0ED58F5-17CB-5A31-D827-53B9FCA4BB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3280598"/>
              </p:ext>
            </p:extLst>
          </p:nvPr>
        </p:nvGraphicFramePr>
        <p:xfrm>
          <a:off x="342192" y="1399012"/>
          <a:ext cx="1916490" cy="810596"/>
        </p:xfrm>
        <a:graphic>
          <a:graphicData uri="http://schemas.openxmlformats.org/drawingml/2006/table">
            <a:tbl>
              <a:tblPr/>
              <a:tblGrid>
                <a:gridCol w="96691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49579">
                  <a:extLst>
                    <a:ext uri="{9D8B030D-6E8A-4147-A177-3AD203B41FA5}">
                      <a16:colId xmlns:a16="http://schemas.microsoft.com/office/drawing/2014/main" val="958322843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도네이터닉네임</a:t>
                      </a:r>
                      <a:endParaRPr lang="ko-KR" altLang="en-US" dirty="0"/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22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성공캐시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3,000</a:t>
                      </a: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남은 시간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00:30</a:t>
                      </a: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43463"/>
                  </a:ext>
                </a:extLst>
              </a:tr>
              <a:tr h="26220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109173"/>
                  </a:ext>
                </a:extLst>
              </a:tr>
            </a:tbl>
          </a:graphicData>
        </a:graphic>
      </p:graphicFrame>
      <p:sp>
        <p:nvSpPr>
          <p:cNvPr id="37" name="Button">
            <a:extLst>
              <a:ext uri="{FF2B5EF4-FFF2-40B4-BE49-F238E27FC236}">
                <a16:creationId xmlns:a16="http://schemas.microsoft.com/office/drawing/2014/main" id="{6326A815-BD81-3816-5664-A82A01391251}"/>
              </a:ext>
            </a:extLst>
          </p:cNvPr>
          <p:cNvSpPr>
            <a:spLocks/>
          </p:cNvSpPr>
          <p:nvPr/>
        </p:nvSpPr>
        <p:spPr bwMode="auto">
          <a:xfrm>
            <a:off x="405114" y="1432099"/>
            <a:ext cx="850938" cy="219449"/>
          </a:xfrm>
          <a:prstGeom prst="roundRect">
            <a:avLst>
              <a:gd name="adj" fmla="val 8776"/>
            </a:avLst>
          </a:prstGeom>
          <a:solidFill>
            <a:schemeClr val="accent3">
              <a:lumMod val="50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플레이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1" name="Button">
            <a:extLst>
              <a:ext uri="{FF2B5EF4-FFF2-40B4-BE49-F238E27FC236}">
                <a16:creationId xmlns:a16="http://schemas.microsoft.com/office/drawing/2014/main" id="{B3E0F4AA-4527-24FE-3EC4-68616B4BCAE9}"/>
              </a:ext>
            </a:extLst>
          </p:cNvPr>
          <p:cNvSpPr>
            <a:spLocks/>
          </p:cNvSpPr>
          <p:nvPr/>
        </p:nvSpPr>
        <p:spPr bwMode="auto">
          <a:xfrm>
            <a:off x="405114" y="1965499"/>
            <a:ext cx="1789272" cy="219449"/>
          </a:xfrm>
          <a:prstGeom prst="roundRect">
            <a:avLst>
              <a:gd name="adj" fmla="val 8776"/>
            </a:avLst>
          </a:prstGeom>
          <a:solidFill>
            <a:schemeClr val="tx1">
              <a:lumMod val="65000"/>
              <a:lumOff val="35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도전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51C683EA-49C8-5188-BC24-08F1061BC968}"/>
              </a:ext>
            </a:extLst>
          </p:cNvPr>
          <p:cNvSpPr txBox="1"/>
          <p:nvPr/>
        </p:nvSpPr>
        <p:spPr>
          <a:xfrm>
            <a:off x="3408017" y="1399381"/>
            <a:ext cx="121860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플레이 후원 정답 입력</a:t>
            </a: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B3A8D80D-81FA-1052-4AC2-FE0A9027C530}"/>
              </a:ext>
            </a:extLst>
          </p:cNvPr>
          <p:cNvCxnSpPr>
            <a:cxnSpLocks/>
          </p:cNvCxnSpPr>
          <p:nvPr/>
        </p:nvCxnSpPr>
        <p:spPr>
          <a:xfrm>
            <a:off x="3028242" y="1622254"/>
            <a:ext cx="1978153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TextBox 71">
            <a:extLst>
              <a:ext uri="{FF2B5EF4-FFF2-40B4-BE49-F238E27FC236}">
                <a16:creationId xmlns:a16="http://schemas.microsoft.com/office/drawing/2014/main" id="{D7697F46-A64B-BBA7-7183-967EA33D88B4}"/>
              </a:ext>
            </a:extLst>
          </p:cNvPr>
          <p:cNvSpPr txBox="1"/>
          <p:nvPr/>
        </p:nvSpPr>
        <p:spPr>
          <a:xfrm>
            <a:off x="2982802" y="1361169"/>
            <a:ext cx="325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100" dirty="0">
                <a:sym typeface="Webdings" panose="05030102010509060703" pitchFamily="18" charset="2"/>
              </a:rPr>
              <a:t></a:t>
            </a:r>
            <a:endParaRPr lang="ko-KR" altLang="en-US" sz="1100" dirty="0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D166859-65B7-D563-B08C-AB339477A9BB}"/>
              </a:ext>
            </a:extLst>
          </p:cNvPr>
          <p:cNvSpPr txBox="1"/>
          <p:nvPr/>
        </p:nvSpPr>
        <p:spPr>
          <a:xfrm>
            <a:off x="3374928" y="3504455"/>
            <a:ext cx="1323907" cy="173117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</p:spPr>
        <p:txBody>
          <a:bodyPr wrap="square" lIns="36000" tIns="0" rIns="36000" bIns="0" rtlCol="0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남은 시간 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00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분 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00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초</a:t>
            </a:r>
          </a:p>
        </p:txBody>
      </p:sp>
      <p:grpSp>
        <p:nvGrpSpPr>
          <p:cNvPr id="78" name="그룹 77">
            <a:extLst>
              <a:ext uri="{FF2B5EF4-FFF2-40B4-BE49-F238E27FC236}">
                <a16:creationId xmlns:a16="http://schemas.microsoft.com/office/drawing/2014/main" id="{ACA721C3-A681-F153-26F6-2812BBD925E3}"/>
              </a:ext>
            </a:extLst>
          </p:cNvPr>
          <p:cNvGrpSpPr/>
          <p:nvPr/>
        </p:nvGrpSpPr>
        <p:grpSpPr>
          <a:xfrm>
            <a:off x="3092674" y="3721187"/>
            <a:ext cx="1858182" cy="664321"/>
            <a:chOff x="5784552" y="4994438"/>
            <a:chExt cx="1741149" cy="539204"/>
          </a:xfrm>
        </p:grpSpPr>
        <p:sp>
          <p:nvSpPr>
            <p:cNvPr id="79" name="Button">
              <a:extLst>
                <a:ext uri="{FF2B5EF4-FFF2-40B4-BE49-F238E27FC236}">
                  <a16:creationId xmlns:a16="http://schemas.microsoft.com/office/drawing/2014/main" id="{89B7EA14-37A8-252B-DA40-FD3EFB085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4552" y="4994438"/>
              <a:ext cx="621063" cy="219449"/>
            </a:xfrm>
            <a:prstGeom prst="roundRect">
              <a:avLst>
                <a:gd name="adj" fmla="val 8776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포기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0" name="Button">
              <a:extLst>
                <a:ext uri="{FF2B5EF4-FFF2-40B4-BE49-F238E27FC236}">
                  <a16:creationId xmlns:a16="http://schemas.microsoft.com/office/drawing/2014/main" id="{35F9FEE2-1976-B159-4764-EF648FEBC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7636" y="4994438"/>
              <a:ext cx="1078065" cy="219449"/>
            </a:xfrm>
            <a:prstGeom prst="roundRect">
              <a:avLst>
                <a:gd name="adj" fmla="val 8776"/>
              </a:avLst>
            </a:prstGeom>
            <a:solidFill>
              <a:schemeClr val="bg1">
                <a:lumMod val="75000"/>
              </a:schemeClr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정답 제출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6" name="Button">
              <a:extLst>
                <a:ext uri="{FF2B5EF4-FFF2-40B4-BE49-F238E27FC236}">
                  <a16:creationId xmlns:a16="http://schemas.microsoft.com/office/drawing/2014/main" id="{74D97C74-C642-E54A-DB40-ABDAE6D19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7636" y="5314193"/>
              <a:ext cx="1078065" cy="219449"/>
            </a:xfrm>
            <a:prstGeom prst="roundRect">
              <a:avLst>
                <a:gd name="adj" fmla="val 8776"/>
              </a:avLst>
            </a:prstGeom>
            <a:solidFill>
              <a:schemeClr val="tx1"/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정답 제출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81" name="TextBox 80">
            <a:extLst>
              <a:ext uri="{FF2B5EF4-FFF2-40B4-BE49-F238E27FC236}">
                <a16:creationId xmlns:a16="http://schemas.microsoft.com/office/drawing/2014/main" id="{9C318AD5-8C3A-ECB0-528D-3A09DB740E6B}"/>
              </a:ext>
            </a:extLst>
          </p:cNvPr>
          <p:cNvSpPr txBox="1"/>
          <p:nvPr/>
        </p:nvSpPr>
        <p:spPr>
          <a:xfrm>
            <a:off x="3092675" y="1721209"/>
            <a:ext cx="1858182" cy="230832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b="1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문제문제문제문제문제문제문제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800533BD-789A-0AAC-2A67-34371BA053E8}"/>
              </a:ext>
            </a:extLst>
          </p:cNvPr>
          <p:cNvSpPr txBox="1"/>
          <p:nvPr/>
        </p:nvSpPr>
        <p:spPr>
          <a:xfrm>
            <a:off x="3341687" y="2045245"/>
            <a:ext cx="1609169" cy="230832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>
                <a:latin typeface="맑은 고딕" panose="020B0503020000020004" pitchFamily="50" charset="-127"/>
                <a:ea typeface="맑은 고딕" panose="020B0503020000020004" pitchFamily="50" charset="-127"/>
              </a:rPr>
              <a:t>보기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8AAF18E8-D728-A23C-ED6A-FA45267BD29B}"/>
              </a:ext>
            </a:extLst>
          </p:cNvPr>
          <p:cNvSpPr txBox="1"/>
          <p:nvPr/>
        </p:nvSpPr>
        <p:spPr>
          <a:xfrm>
            <a:off x="3341687" y="2329462"/>
            <a:ext cx="1609169" cy="230832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>
                <a:latin typeface="맑은 고딕" panose="020B0503020000020004" pitchFamily="50" charset="-127"/>
                <a:ea typeface="맑은 고딕" panose="020B0503020000020004" pitchFamily="50" charset="-127"/>
              </a:rPr>
              <a:t>보기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73A45E64-3A70-CE91-E4B4-C24A316A700E}"/>
              </a:ext>
            </a:extLst>
          </p:cNvPr>
          <p:cNvSpPr/>
          <p:nvPr/>
        </p:nvSpPr>
        <p:spPr>
          <a:xfrm>
            <a:off x="3128649" y="2071702"/>
            <a:ext cx="168664" cy="168664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2E81A8CA-FB04-B8F7-F6C2-02DC63A056A4}"/>
              </a:ext>
            </a:extLst>
          </p:cNvPr>
          <p:cNvSpPr/>
          <p:nvPr/>
        </p:nvSpPr>
        <p:spPr>
          <a:xfrm>
            <a:off x="3128649" y="2345632"/>
            <a:ext cx="168664" cy="168664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09E211BD-B836-E702-675D-363F379C44BE}"/>
              </a:ext>
            </a:extLst>
          </p:cNvPr>
          <p:cNvSpPr txBox="1"/>
          <p:nvPr/>
        </p:nvSpPr>
        <p:spPr>
          <a:xfrm>
            <a:off x="3341687" y="2608839"/>
            <a:ext cx="1609169" cy="230832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>
                <a:latin typeface="맑은 고딕" panose="020B0503020000020004" pitchFamily="50" charset="-127"/>
                <a:ea typeface="맑은 고딕" panose="020B0503020000020004" pitchFamily="50" charset="-127"/>
              </a:rPr>
              <a:t>보기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DF75098F-1647-3C2B-8747-FE14407A5C8D}"/>
              </a:ext>
            </a:extLst>
          </p:cNvPr>
          <p:cNvSpPr txBox="1"/>
          <p:nvPr/>
        </p:nvSpPr>
        <p:spPr>
          <a:xfrm>
            <a:off x="3341687" y="2893056"/>
            <a:ext cx="1609169" cy="230832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>
                <a:latin typeface="맑은 고딕" panose="020B0503020000020004" pitchFamily="50" charset="-127"/>
                <a:ea typeface="맑은 고딕" panose="020B0503020000020004" pitchFamily="50" charset="-127"/>
              </a:rPr>
              <a:t>보기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1" name="타원 90">
            <a:extLst>
              <a:ext uri="{FF2B5EF4-FFF2-40B4-BE49-F238E27FC236}">
                <a16:creationId xmlns:a16="http://schemas.microsoft.com/office/drawing/2014/main" id="{CE12E094-DD45-319C-76A7-60E82C842CED}"/>
              </a:ext>
            </a:extLst>
          </p:cNvPr>
          <p:cNvSpPr/>
          <p:nvPr/>
        </p:nvSpPr>
        <p:spPr>
          <a:xfrm>
            <a:off x="3128649" y="2635296"/>
            <a:ext cx="168664" cy="168664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타원 91">
            <a:extLst>
              <a:ext uri="{FF2B5EF4-FFF2-40B4-BE49-F238E27FC236}">
                <a16:creationId xmlns:a16="http://schemas.microsoft.com/office/drawing/2014/main" id="{B236A173-D620-189A-1E29-DD2F499D2350}"/>
              </a:ext>
            </a:extLst>
          </p:cNvPr>
          <p:cNvSpPr/>
          <p:nvPr/>
        </p:nvSpPr>
        <p:spPr>
          <a:xfrm>
            <a:off x="3128649" y="2909226"/>
            <a:ext cx="168664" cy="168664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3" name="Google Shape;1301;p29">
            <a:extLst>
              <a:ext uri="{FF2B5EF4-FFF2-40B4-BE49-F238E27FC236}">
                <a16:creationId xmlns:a16="http://schemas.microsoft.com/office/drawing/2014/main" id="{ABE5CA4C-7F35-CD83-4C5E-6F5090E7D071}"/>
              </a:ext>
            </a:extLst>
          </p:cNvPr>
          <p:cNvSpPr/>
          <p:nvPr/>
        </p:nvSpPr>
        <p:spPr>
          <a:xfrm>
            <a:off x="5146116" y="1052736"/>
            <a:ext cx="2102012" cy="3019087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대기 중인 후원 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94" name="Google Shape;1303;p29">
            <a:extLst>
              <a:ext uri="{FF2B5EF4-FFF2-40B4-BE49-F238E27FC236}">
                <a16:creationId xmlns:a16="http://schemas.microsoft.com/office/drawing/2014/main" id="{6CF514EF-F1E5-6C5E-F6DE-D7BCC33F657D}"/>
              </a:ext>
            </a:extLst>
          </p:cNvPr>
          <p:cNvSpPr/>
          <p:nvPr/>
        </p:nvSpPr>
        <p:spPr>
          <a:xfrm>
            <a:off x="5190490" y="1361169"/>
            <a:ext cx="1978153" cy="2657229"/>
          </a:xfrm>
          <a:prstGeom prst="rect">
            <a:avLst/>
          </a:prstGeom>
          <a:solidFill>
            <a:schemeClr val="bg1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" name="사각형: 둥근 모서리 96">
            <a:extLst>
              <a:ext uri="{FF2B5EF4-FFF2-40B4-BE49-F238E27FC236}">
                <a16:creationId xmlns:a16="http://schemas.microsoft.com/office/drawing/2014/main" id="{4AC7B7F9-3907-3CC2-04D4-E8C29FABF7E2}"/>
              </a:ext>
            </a:extLst>
          </p:cNvPr>
          <p:cNvSpPr/>
          <p:nvPr/>
        </p:nvSpPr>
        <p:spPr>
          <a:xfrm>
            <a:off x="6135583" y="1123012"/>
            <a:ext cx="216000" cy="166261"/>
          </a:xfrm>
          <a:prstGeom prst="roundRect">
            <a:avLst>
              <a:gd name="adj" fmla="val 29874"/>
            </a:avLst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36000" tIns="0" rIns="3600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8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B92BA4F3-183B-2E1B-A3AD-3B910BE80023}"/>
              </a:ext>
            </a:extLst>
          </p:cNvPr>
          <p:cNvSpPr txBox="1"/>
          <p:nvPr/>
        </p:nvSpPr>
        <p:spPr>
          <a:xfrm>
            <a:off x="5568257" y="1399381"/>
            <a:ext cx="121860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플레이 후원 정답 입력</a:t>
            </a:r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00501FF0-5020-F578-BA73-2E79F71C373E}"/>
              </a:ext>
            </a:extLst>
          </p:cNvPr>
          <p:cNvCxnSpPr>
            <a:cxnSpLocks/>
          </p:cNvCxnSpPr>
          <p:nvPr/>
        </p:nvCxnSpPr>
        <p:spPr>
          <a:xfrm>
            <a:off x="5188482" y="1622254"/>
            <a:ext cx="1978153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TextBox 99">
            <a:extLst>
              <a:ext uri="{FF2B5EF4-FFF2-40B4-BE49-F238E27FC236}">
                <a16:creationId xmlns:a16="http://schemas.microsoft.com/office/drawing/2014/main" id="{38B59CC2-399D-6D98-A789-6B15FDF981F9}"/>
              </a:ext>
            </a:extLst>
          </p:cNvPr>
          <p:cNvSpPr txBox="1"/>
          <p:nvPr/>
        </p:nvSpPr>
        <p:spPr>
          <a:xfrm>
            <a:off x="5143042" y="1361169"/>
            <a:ext cx="325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100" dirty="0">
                <a:sym typeface="Webdings" panose="05030102010509060703" pitchFamily="18" charset="2"/>
              </a:rPr>
              <a:t></a:t>
            </a:r>
            <a:endParaRPr lang="ko-KR" altLang="en-US" sz="1100" dirty="0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AD1BDC1-40AB-AF88-F043-E6FA93B7A332}"/>
              </a:ext>
            </a:extLst>
          </p:cNvPr>
          <p:cNvSpPr txBox="1"/>
          <p:nvPr/>
        </p:nvSpPr>
        <p:spPr>
          <a:xfrm>
            <a:off x="5535168" y="3504455"/>
            <a:ext cx="1323907" cy="173117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</p:spPr>
        <p:txBody>
          <a:bodyPr wrap="square" lIns="36000" tIns="0" rIns="36000" bIns="0" rtlCol="0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남은 시간 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00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분 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00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초</a:t>
            </a:r>
          </a:p>
        </p:txBody>
      </p:sp>
      <p:grpSp>
        <p:nvGrpSpPr>
          <p:cNvPr id="102" name="그룹 101">
            <a:extLst>
              <a:ext uri="{FF2B5EF4-FFF2-40B4-BE49-F238E27FC236}">
                <a16:creationId xmlns:a16="http://schemas.microsoft.com/office/drawing/2014/main" id="{4552C157-E057-B917-6A53-063B1727BB58}"/>
              </a:ext>
            </a:extLst>
          </p:cNvPr>
          <p:cNvGrpSpPr/>
          <p:nvPr/>
        </p:nvGrpSpPr>
        <p:grpSpPr>
          <a:xfrm>
            <a:off x="5252914" y="3721187"/>
            <a:ext cx="1858182" cy="270370"/>
            <a:chOff x="5784552" y="4994438"/>
            <a:chExt cx="1741149" cy="219449"/>
          </a:xfrm>
        </p:grpSpPr>
        <p:sp>
          <p:nvSpPr>
            <p:cNvPr id="103" name="Button">
              <a:extLst>
                <a:ext uri="{FF2B5EF4-FFF2-40B4-BE49-F238E27FC236}">
                  <a16:creationId xmlns:a16="http://schemas.microsoft.com/office/drawing/2014/main" id="{AAC354AF-1E1E-85B2-E932-6414B4346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4552" y="4994438"/>
              <a:ext cx="621063" cy="219449"/>
            </a:xfrm>
            <a:prstGeom prst="roundRect">
              <a:avLst>
                <a:gd name="adj" fmla="val 8776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포기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4" name="Button">
              <a:extLst>
                <a:ext uri="{FF2B5EF4-FFF2-40B4-BE49-F238E27FC236}">
                  <a16:creationId xmlns:a16="http://schemas.microsoft.com/office/drawing/2014/main" id="{80A0568A-FBA1-D398-EC70-6F0359B76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7636" y="4994438"/>
              <a:ext cx="1078065" cy="219449"/>
            </a:xfrm>
            <a:prstGeom prst="roundRect">
              <a:avLst>
                <a:gd name="adj" fmla="val 8776"/>
              </a:avLst>
            </a:prstGeom>
            <a:solidFill>
              <a:schemeClr val="tx1"/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정답 제출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753CCA56-3A67-FB31-FFF1-41D40113C693}"/>
              </a:ext>
            </a:extLst>
          </p:cNvPr>
          <p:cNvSpPr txBox="1"/>
          <p:nvPr/>
        </p:nvSpPr>
        <p:spPr>
          <a:xfrm>
            <a:off x="5252915" y="1721209"/>
            <a:ext cx="1858182" cy="230832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b="1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문제문제문제문제문제문제문제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BA14873F-5894-FE65-76F5-71B6D2E183BE}"/>
              </a:ext>
            </a:extLst>
          </p:cNvPr>
          <p:cNvSpPr txBox="1"/>
          <p:nvPr/>
        </p:nvSpPr>
        <p:spPr>
          <a:xfrm>
            <a:off x="5389526" y="2441313"/>
            <a:ext cx="216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>
                <a:latin typeface="맑은 고딕" panose="020B0503020000020004" pitchFamily="50" charset="-127"/>
                <a:ea typeface="맑은 고딕" panose="020B0503020000020004" pitchFamily="50" charset="-127"/>
              </a:rPr>
              <a:t>ㄹ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6A9B9090-FE29-A744-CF49-15E8DD83A978}"/>
              </a:ext>
            </a:extLst>
          </p:cNvPr>
          <p:cNvSpPr txBox="1"/>
          <p:nvPr/>
        </p:nvSpPr>
        <p:spPr>
          <a:xfrm>
            <a:off x="5667950" y="2441313"/>
            <a:ext cx="216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>
                <a:latin typeface="맑은 고딕" panose="020B0503020000020004" pitchFamily="50" charset="-127"/>
                <a:ea typeface="맑은 고딕" panose="020B0503020000020004" pitchFamily="50" charset="-127"/>
              </a:rPr>
              <a:t>ㄹ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5B4D7B99-670D-72C4-090D-408F127AC1BF}"/>
              </a:ext>
            </a:extLst>
          </p:cNvPr>
          <p:cNvSpPr txBox="1"/>
          <p:nvPr/>
        </p:nvSpPr>
        <p:spPr>
          <a:xfrm>
            <a:off x="5945875" y="2441313"/>
            <a:ext cx="216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>
                <a:latin typeface="맑은 고딕" panose="020B0503020000020004" pitchFamily="50" charset="-127"/>
                <a:ea typeface="맑은 고딕" panose="020B0503020000020004" pitchFamily="50" charset="-127"/>
              </a:rPr>
              <a:t>ㄹ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DB3DE2E6-8A0A-A758-BAB8-F831F6C10552}"/>
              </a:ext>
            </a:extLst>
          </p:cNvPr>
          <p:cNvSpPr txBox="1"/>
          <p:nvPr/>
        </p:nvSpPr>
        <p:spPr>
          <a:xfrm>
            <a:off x="6224299" y="2441313"/>
            <a:ext cx="216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>
                <a:latin typeface="맑은 고딕" panose="020B0503020000020004" pitchFamily="50" charset="-127"/>
                <a:ea typeface="맑은 고딕" panose="020B0503020000020004" pitchFamily="50" charset="-127"/>
              </a:rPr>
              <a:t>ㄹ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A9AEC974-8F01-0E30-E413-468625550DFA}"/>
              </a:ext>
            </a:extLst>
          </p:cNvPr>
          <p:cNvSpPr txBox="1"/>
          <p:nvPr/>
        </p:nvSpPr>
        <p:spPr>
          <a:xfrm>
            <a:off x="6496435" y="2441313"/>
            <a:ext cx="216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>
                <a:latin typeface="맑은 고딕" panose="020B0503020000020004" pitchFamily="50" charset="-127"/>
                <a:ea typeface="맑은 고딕" panose="020B0503020000020004" pitchFamily="50" charset="-127"/>
              </a:rPr>
              <a:t>ㄹ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2C3F642A-BA9C-64F6-DC32-3AC05A96633B}"/>
              </a:ext>
            </a:extLst>
          </p:cNvPr>
          <p:cNvSpPr txBox="1"/>
          <p:nvPr/>
        </p:nvSpPr>
        <p:spPr>
          <a:xfrm>
            <a:off x="6774859" y="2441313"/>
            <a:ext cx="216000" cy="216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>
                <a:latin typeface="맑은 고딕" panose="020B0503020000020004" pitchFamily="50" charset="-127"/>
                <a:ea typeface="맑은 고딕" panose="020B0503020000020004" pitchFamily="50" charset="-127"/>
              </a:rPr>
              <a:t>ㄹ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36E66419-BE07-4D8A-1070-F8C76CD20374}"/>
              </a:ext>
            </a:extLst>
          </p:cNvPr>
          <p:cNvSpPr txBox="1"/>
          <p:nvPr/>
        </p:nvSpPr>
        <p:spPr>
          <a:xfrm>
            <a:off x="5183439" y="2225265"/>
            <a:ext cx="46358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힌트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CC9856FA-5669-CD4D-F85B-01390CF2A093}"/>
              </a:ext>
            </a:extLst>
          </p:cNvPr>
          <p:cNvSpPr txBox="1"/>
          <p:nvPr/>
        </p:nvSpPr>
        <p:spPr>
          <a:xfrm>
            <a:off x="5252915" y="3241822"/>
            <a:ext cx="1858182" cy="215444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정답 입력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한글만 가능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AE70A346-13BB-FE67-765A-6F81FBC3276C}"/>
              </a:ext>
            </a:extLst>
          </p:cNvPr>
          <p:cNvSpPr txBox="1"/>
          <p:nvPr/>
        </p:nvSpPr>
        <p:spPr>
          <a:xfrm>
            <a:off x="6312214" y="3045928"/>
            <a:ext cx="82266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글자 수 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10]</a:t>
            </a:r>
            <a:endParaRPr lang="ko-KR" altLang="en-US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4" name="Google Shape;1301;p29">
            <a:extLst>
              <a:ext uri="{FF2B5EF4-FFF2-40B4-BE49-F238E27FC236}">
                <a16:creationId xmlns:a16="http://schemas.microsoft.com/office/drawing/2014/main" id="{3954C344-1B58-6450-63A7-030DBCD43686}"/>
              </a:ext>
            </a:extLst>
          </p:cNvPr>
          <p:cNvSpPr/>
          <p:nvPr/>
        </p:nvSpPr>
        <p:spPr>
          <a:xfrm>
            <a:off x="7306356" y="1052736"/>
            <a:ext cx="2102012" cy="3019087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대기 중인 후원 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125" name="Google Shape;1303;p29">
            <a:extLst>
              <a:ext uri="{FF2B5EF4-FFF2-40B4-BE49-F238E27FC236}">
                <a16:creationId xmlns:a16="http://schemas.microsoft.com/office/drawing/2014/main" id="{523B1313-CB29-C6B9-6261-30414C3BA134}"/>
              </a:ext>
            </a:extLst>
          </p:cNvPr>
          <p:cNvSpPr/>
          <p:nvPr/>
        </p:nvSpPr>
        <p:spPr>
          <a:xfrm>
            <a:off x="7350730" y="1361169"/>
            <a:ext cx="1978153" cy="2657229"/>
          </a:xfrm>
          <a:prstGeom prst="rect">
            <a:avLst/>
          </a:prstGeom>
          <a:solidFill>
            <a:schemeClr val="bg1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" name="사각형: 둥근 모서리 127">
            <a:extLst>
              <a:ext uri="{FF2B5EF4-FFF2-40B4-BE49-F238E27FC236}">
                <a16:creationId xmlns:a16="http://schemas.microsoft.com/office/drawing/2014/main" id="{8677A038-9591-F317-BAFE-9EBA3D1E4C7F}"/>
              </a:ext>
            </a:extLst>
          </p:cNvPr>
          <p:cNvSpPr/>
          <p:nvPr/>
        </p:nvSpPr>
        <p:spPr>
          <a:xfrm>
            <a:off x="8295823" y="1123012"/>
            <a:ext cx="216000" cy="166261"/>
          </a:xfrm>
          <a:prstGeom prst="roundRect">
            <a:avLst>
              <a:gd name="adj" fmla="val 29874"/>
            </a:avLst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36000" tIns="0" rIns="3600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8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97DEF298-BBB1-A740-4CA7-98FFCDDF5C06}"/>
              </a:ext>
            </a:extLst>
          </p:cNvPr>
          <p:cNvSpPr txBox="1"/>
          <p:nvPr/>
        </p:nvSpPr>
        <p:spPr>
          <a:xfrm>
            <a:off x="7728497" y="1399381"/>
            <a:ext cx="121860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플레이 후원 정답 입력</a:t>
            </a:r>
          </a:p>
        </p:txBody>
      </p:sp>
      <p:cxnSp>
        <p:nvCxnSpPr>
          <p:cNvPr id="130" name="직선 연결선 129">
            <a:extLst>
              <a:ext uri="{FF2B5EF4-FFF2-40B4-BE49-F238E27FC236}">
                <a16:creationId xmlns:a16="http://schemas.microsoft.com/office/drawing/2014/main" id="{07EF25B9-A1C7-2981-76B9-96151622BE5F}"/>
              </a:ext>
            </a:extLst>
          </p:cNvPr>
          <p:cNvCxnSpPr>
            <a:cxnSpLocks/>
          </p:cNvCxnSpPr>
          <p:nvPr/>
        </p:nvCxnSpPr>
        <p:spPr>
          <a:xfrm>
            <a:off x="7348722" y="1622254"/>
            <a:ext cx="1978153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1" name="TextBox 130">
            <a:extLst>
              <a:ext uri="{FF2B5EF4-FFF2-40B4-BE49-F238E27FC236}">
                <a16:creationId xmlns:a16="http://schemas.microsoft.com/office/drawing/2014/main" id="{64FB59FE-A08E-AE0B-1148-95C4E0E191C7}"/>
              </a:ext>
            </a:extLst>
          </p:cNvPr>
          <p:cNvSpPr txBox="1"/>
          <p:nvPr/>
        </p:nvSpPr>
        <p:spPr>
          <a:xfrm>
            <a:off x="7303282" y="1361169"/>
            <a:ext cx="325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100" dirty="0">
                <a:sym typeface="Webdings" panose="05030102010509060703" pitchFamily="18" charset="2"/>
              </a:rPr>
              <a:t></a:t>
            </a:r>
            <a:endParaRPr lang="ko-KR" altLang="en-US" sz="1100" dirty="0"/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82B4021A-5379-4DB0-BE89-B72FEC645893}"/>
              </a:ext>
            </a:extLst>
          </p:cNvPr>
          <p:cNvSpPr txBox="1"/>
          <p:nvPr/>
        </p:nvSpPr>
        <p:spPr>
          <a:xfrm>
            <a:off x="7695408" y="3504455"/>
            <a:ext cx="1323907" cy="173117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</p:spPr>
        <p:txBody>
          <a:bodyPr wrap="square" lIns="36000" tIns="0" rIns="36000" bIns="0" rtlCol="0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남은 시간 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00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분 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00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초</a:t>
            </a:r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A3CF3886-2134-0BF6-55A1-888008C58A99}"/>
              </a:ext>
            </a:extLst>
          </p:cNvPr>
          <p:cNvGrpSpPr/>
          <p:nvPr/>
        </p:nvGrpSpPr>
        <p:grpSpPr>
          <a:xfrm>
            <a:off x="7413154" y="3721187"/>
            <a:ext cx="1858182" cy="270370"/>
            <a:chOff x="5784552" y="4994438"/>
            <a:chExt cx="1741149" cy="219449"/>
          </a:xfrm>
        </p:grpSpPr>
        <p:sp>
          <p:nvSpPr>
            <p:cNvPr id="134" name="Button">
              <a:extLst>
                <a:ext uri="{FF2B5EF4-FFF2-40B4-BE49-F238E27FC236}">
                  <a16:creationId xmlns:a16="http://schemas.microsoft.com/office/drawing/2014/main" id="{72667C67-FC9A-22B8-F386-AB2EA6F38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4552" y="4994438"/>
              <a:ext cx="621063" cy="219449"/>
            </a:xfrm>
            <a:prstGeom prst="roundRect">
              <a:avLst>
                <a:gd name="adj" fmla="val 8776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포기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5" name="Button">
              <a:extLst>
                <a:ext uri="{FF2B5EF4-FFF2-40B4-BE49-F238E27FC236}">
                  <a16:creationId xmlns:a16="http://schemas.microsoft.com/office/drawing/2014/main" id="{0A0C2F83-85A9-3798-F6F4-C23E14195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7636" y="4994438"/>
              <a:ext cx="1078065" cy="219449"/>
            </a:xfrm>
            <a:prstGeom prst="roundRect">
              <a:avLst>
                <a:gd name="adj" fmla="val 8776"/>
              </a:avLst>
            </a:prstGeom>
            <a:solidFill>
              <a:schemeClr val="tx1"/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정답 제출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36" name="TextBox 135">
            <a:extLst>
              <a:ext uri="{FF2B5EF4-FFF2-40B4-BE49-F238E27FC236}">
                <a16:creationId xmlns:a16="http://schemas.microsoft.com/office/drawing/2014/main" id="{A505C640-CBD7-471E-2FB2-E3CA12C54AF4}"/>
              </a:ext>
            </a:extLst>
          </p:cNvPr>
          <p:cNvSpPr txBox="1"/>
          <p:nvPr/>
        </p:nvSpPr>
        <p:spPr>
          <a:xfrm>
            <a:off x="7413155" y="1721209"/>
            <a:ext cx="1858182" cy="230832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b="1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문제문제문제문제문제문제문제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4BCECEB3-F18D-D7FB-B8DC-09E644D742B2}"/>
              </a:ext>
            </a:extLst>
          </p:cNvPr>
          <p:cNvSpPr txBox="1"/>
          <p:nvPr/>
        </p:nvSpPr>
        <p:spPr>
          <a:xfrm>
            <a:off x="7343679" y="1973237"/>
            <a:ext cx="46358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힌트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FDB13EC3-03FA-F94B-3C32-7F2C9EF00E6F}"/>
              </a:ext>
            </a:extLst>
          </p:cNvPr>
          <p:cNvSpPr txBox="1"/>
          <p:nvPr/>
        </p:nvSpPr>
        <p:spPr>
          <a:xfrm>
            <a:off x="7413155" y="3241822"/>
            <a:ext cx="1858182" cy="215444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정답 입력 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한글만 가능</a:t>
            </a:r>
            <a:r>
              <a:rPr lang="en-US" altLang="ko-KR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A9DA0282-423E-F7FA-3DBE-D6A9CD58768E}"/>
              </a:ext>
            </a:extLst>
          </p:cNvPr>
          <p:cNvSpPr txBox="1"/>
          <p:nvPr/>
        </p:nvSpPr>
        <p:spPr>
          <a:xfrm>
            <a:off x="8472454" y="3045928"/>
            <a:ext cx="82266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글자 수 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10]</a:t>
            </a:r>
            <a:endParaRPr lang="ko-KR" altLang="en-US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470EDD22-AE31-CE3E-C73C-BBA3B9222E2B}"/>
              </a:ext>
            </a:extLst>
          </p:cNvPr>
          <p:cNvSpPr/>
          <p:nvPr/>
        </p:nvSpPr>
        <p:spPr>
          <a:xfrm>
            <a:off x="7413154" y="2184948"/>
            <a:ext cx="1851332" cy="80688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52" name="자유형: 도형 151">
            <a:extLst>
              <a:ext uri="{FF2B5EF4-FFF2-40B4-BE49-F238E27FC236}">
                <a16:creationId xmlns:a16="http://schemas.microsoft.com/office/drawing/2014/main" id="{257FCFA4-6E0C-6390-5DC6-045DD7FA5144}"/>
              </a:ext>
            </a:extLst>
          </p:cNvPr>
          <p:cNvSpPr/>
          <p:nvPr/>
        </p:nvSpPr>
        <p:spPr>
          <a:xfrm>
            <a:off x="7843910" y="2282300"/>
            <a:ext cx="934925" cy="653078"/>
          </a:xfrm>
          <a:custGeom>
            <a:avLst/>
            <a:gdLst>
              <a:gd name="connsiteX0" fmla="*/ 771525 w 1514475"/>
              <a:gd name="connsiteY0" fmla="*/ 247650 h 1771650"/>
              <a:gd name="connsiteX1" fmla="*/ 809625 w 1514475"/>
              <a:gd name="connsiteY1" fmla="*/ 190500 h 1771650"/>
              <a:gd name="connsiteX2" fmla="*/ 847725 w 1514475"/>
              <a:gd name="connsiteY2" fmla="*/ 85725 h 1771650"/>
              <a:gd name="connsiteX3" fmla="*/ 876300 w 1514475"/>
              <a:gd name="connsiteY3" fmla="*/ 38100 h 1771650"/>
              <a:gd name="connsiteX4" fmla="*/ 952500 w 1514475"/>
              <a:gd name="connsiteY4" fmla="*/ 9525 h 1771650"/>
              <a:gd name="connsiteX5" fmla="*/ 1066800 w 1514475"/>
              <a:gd name="connsiteY5" fmla="*/ 0 h 1771650"/>
              <a:gd name="connsiteX6" fmla="*/ 1333500 w 1514475"/>
              <a:gd name="connsiteY6" fmla="*/ 114300 h 1771650"/>
              <a:gd name="connsiteX7" fmla="*/ 1419225 w 1514475"/>
              <a:gd name="connsiteY7" fmla="*/ 200025 h 1771650"/>
              <a:gd name="connsiteX8" fmla="*/ 1476375 w 1514475"/>
              <a:gd name="connsiteY8" fmla="*/ 295275 h 1771650"/>
              <a:gd name="connsiteX9" fmla="*/ 1514475 w 1514475"/>
              <a:gd name="connsiteY9" fmla="*/ 504825 h 1771650"/>
              <a:gd name="connsiteX10" fmla="*/ 1504950 w 1514475"/>
              <a:gd name="connsiteY10" fmla="*/ 771525 h 1771650"/>
              <a:gd name="connsiteX11" fmla="*/ 1409700 w 1514475"/>
              <a:gd name="connsiteY11" fmla="*/ 857250 h 1771650"/>
              <a:gd name="connsiteX12" fmla="*/ 1276350 w 1514475"/>
              <a:gd name="connsiteY12" fmla="*/ 904875 h 1771650"/>
              <a:gd name="connsiteX13" fmla="*/ 1152525 w 1514475"/>
              <a:gd name="connsiteY13" fmla="*/ 923925 h 1771650"/>
              <a:gd name="connsiteX14" fmla="*/ 1114425 w 1514475"/>
              <a:gd name="connsiteY14" fmla="*/ 933450 h 1771650"/>
              <a:gd name="connsiteX15" fmla="*/ 1171575 w 1514475"/>
              <a:gd name="connsiteY15" fmla="*/ 962025 h 1771650"/>
              <a:gd name="connsiteX16" fmla="*/ 1304925 w 1514475"/>
              <a:gd name="connsiteY16" fmla="*/ 1095375 h 1771650"/>
              <a:gd name="connsiteX17" fmla="*/ 1390650 w 1514475"/>
              <a:gd name="connsiteY17" fmla="*/ 1219200 h 1771650"/>
              <a:gd name="connsiteX18" fmla="*/ 1438275 w 1514475"/>
              <a:gd name="connsiteY18" fmla="*/ 1409700 h 1771650"/>
              <a:gd name="connsiteX19" fmla="*/ 1409700 w 1514475"/>
              <a:gd name="connsiteY19" fmla="*/ 1609725 h 1771650"/>
              <a:gd name="connsiteX20" fmla="*/ 1362075 w 1514475"/>
              <a:gd name="connsiteY20" fmla="*/ 1657350 h 1771650"/>
              <a:gd name="connsiteX21" fmla="*/ 1219200 w 1514475"/>
              <a:gd name="connsiteY21" fmla="*/ 1743075 h 1771650"/>
              <a:gd name="connsiteX22" fmla="*/ 1171575 w 1514475"/>
              <a:gd name="connsiteY22" fmla="*/ 1762125 h 1771650"/>
              <a:gd name="connsiteX23" fmla="*/ 1047750 w 1514475"/>
              <a:gd name="connsiteY23" fmla="*/ 1771650 h 1771650"/>
              <a:gd name="connsiteX24" fmla="*/ 885825 w 1514475"/>
              <a:gd name="connsiteY24" fmla="*/ 1752600 h 1771650"/>
              <a:gd name="connsiteX25" fmla="*/ 838200 w 1514475"/>
              <a:gd name="connsiteY25" fmla="*/ 1724025 h 1771650"/>
              <a:gd name="connsiteX26" fmla="*/ 762000 w 1514475"/>
              <a:gd name="connsiteY26" fmla="*/ 1676400 h 1771650"/>
              <a:gd name="connsiteX27" fmla="*/ 742950 w 1514475"/>
              <a:gd name="connsiteY27" fmla="*/ 1647825 h 1771650"/>
              <a:gd name="connsiteX28" fmla="*/ 714375 w 1514475"/>
              <a:gd name="connsiteY28" fmla="*/ 1609725 h 1771650"/>
              <a:gd name="connsiteX29" fmla="*/ 695325 w 1514475"/>
              <a:gd name="connsiteY29" fmla="*/ 1504950 h 1771650"/>
              <a:gd name="connsiteX30" fmla="*/ 685800 w 1514475"/>
              <a:gd name="connsiteY30" fmla="*/ 1381125 h 1771650"/>
              <a:gd name="connsiteX31" fmla="*/ 638175 w 1514475"/>
              <a:gd name="connsiteY31" fmla="*/ 1447800 h 1771650"/>
              <a:gd name="connsiteX32" fmla="*/ 561975 w 1514475"/>
              <a:gd name="connsiteY32" fmla="*/ 1562100 h 1771650"/>
              <a:gd name="connsiteX33" fmla="*/ 457200 w 1514475"/>
              <a:gd name="connsiteY33" fmla="*/ 1628775 h 1771650"/>
              <a:gd name="connsiteX34" fmla="*/ 390525 w 1514475"/>
              <a:gd name="connsiteY34" fmla="*/ 1657350 h 1771650"/>
              <a:gd name="connsiteX35" fmla="*/ 314325 w 1514475"/>
              <a:gd name="connsiteY35" fmla="*/ 1666875 h 1771650"/>
              <a:gd name="connsiteX36" fmla="*/ 257175 w 1514475"/>
              <a:gd name="connsiteY36" fmla="*/ 1676400 h 1771650"/>
              <a:gd name="connsiteX37" fmla="*/ 190500 w 1514475"/>
              <a:gd name="connsiteY37" fmla="*/ 1666875 h 1771650"/>
              <a:gd name="connsiteX38" fmla="*/ 19050 w 1514475"/>
              <a:gd name="connsiteY38" fmla="*/ 1524000 h 1771650"/>
              <a:gd name="connsiteX39" fmla="*/ 0 w 1514475"/>
              <a:gd name="connsiteY39" fmla="*/ 1400175 h 1771650"/>
              <a:gd name="connsiteX40" fmla="*/ 9525 w 1514475"/>
              <a:gd name="connsiteY40" fmla="*/ 1247775 h 1771650"/>
              <a:gd name="connsiteX41" fmla="*/ 28575 w 1514475"/>
              <a:gd name="connsiteY41" fmla="*/ 1181100 h 1771650"/>
              <a:gd name="connsiteX42" fmla="*/ 47625 w 1514475"/>
              <a:gd name="connsiteY42" fmla="*/ 1085850 h 1771650"/>
              <a:gd name="connsiteX43" fmla="*/ 57150 w 1514475"/>
              <a:gd name="connsiteY43" fmla="*/ 1057275 h 1771650"/>
              <a:gd name="connsiteX44" fmla="*/ 133350 w 1514475"/>
              <a:gd name="connsiteY44" fmla="*/ 1009650 h 1771650"/>
              <a:gd name="connsiteX45" fmla="*/ 180975 w 1514475"/>
              <a:gd name="connsiteY45" fmla="*/ 981075 h 1771650"/>
              <a:gd name="connsiteX46" fmla="*/ 285750 w 1514475"/>
              <a:gd name="connsiteY46" fmla="*/ 952500 h 1771650"/>
              <a:gd name="connsiteX47" fmla="*/ 476250 w 1514475"/>
              <a:gd name="connsiteY47" fmla="*/ 895350 h 1771650"/>
              <a:gd name="connsiteX48" fmla="*/ 381000 w 1514475"/>
              <a:gd name="connsiteY48" fmla="*/ 800100 h 1771650"/>
              <a:gd name="connsiteX49" fmla="*/ 342900 w 1514475"/>
              <a:gd name="connsiteY49" fmla="*/ 752475 h 1771650"/>
              <a:gd name="connsiteX50" fmla="*/ 295275 w 1514475"/>
              <a:gd name="connsiteY50" fmla="*/ 704850 h 1771650"/>
              <a:gd name="connsiteX51" fmla="*/ 257175 w 1514475"/>
              <a:gd name="connsiteY51" fmla="*/ 638175 h 1771650"/>
              <a:gd name="connsiteX52" fmla="*/ 209550 w 1514475"/>
              <a:gd name="connsiteY52" fmla="*/ 571500 h 1771650"/>
              <a:gd name="connsiteX53" fmla="*/ 142875 w 1514475"/>
              <a:gd name="connsiteY53" fmla="*/ 333375 h 1771650"/>
              <a:gd name="connsiteX54" fmla="*/ 171450 w 1514475"/>
              <a:gd name="connsiteY54" fmla="*/ 200025 h 1771650"/>
              <a:gd name="connsiteX55" fmla="*/ 200025 w 1514475"/>
              <a:gd name="connsiteY55" fmla="*/ 152400 h 1771650"/>
              <a:gd name="connsiteX56" fmla="*/ 238125 w 1514475"/>
              <a:gd name="connsiteY56" fmla="*/ 104775 h 1771650"/>
              <a:gd name="connsiteX57" fmla="*/ 285750 w 1514475"/>
              <a:gd name="connsiteY57" fmla="*/ 76200 h 1771650"/>
              <a:gd name="connsiteX58" fmla="*/ 457200 w 1514475"/>
              <a:gd name="connsiteY58" fmla="*/ 28575 h 1771650"/>
              <a:gd name="connsiteX59" fmla="*/ 657225 w 1514475"/>
              <a:gd name="connsiteY59" fmla="*/ 66675 h 1771650"/>
              <a:gd name="connsiteX60" fmla="*/ 704850 w 1514475"/>
              <a:gd name="connsiteY60" fmla="*/ 114300 h 1771650"/>
              <a:gd name="connsiteX61" fmla="*/ 723900 w 1514475"/>
              <a:gd name="connsiteY61" fmla="*/ 161925 h 1771650"/>
              <a:gd name="connsiteX62" fmla="*/ 752475 w 1514475"/>
              <a:gd name="connsiteY62" fmla="*/ 190500 h 1771650"/>
              <a:gd name="connsiteX63" fmla="*/ 771525 w 1514475"/>
              <a:gd name="connsiteY63" fmla="*/ 219075 h 1771650"/>
              <a:gd name="connsiteX64" fmla="*/ 771525 w 1514475"/>
              <a:gd name="connsiteY64" fmla="*/ 247650 h 1771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1514475" h="1771650">
                <a:moveTo>
                  <a:pt x="771525" y="247650"/>
                </a:moveTo>
                <a:cubicBezTo>
                  <a:pt x="777875" y="242888"/>
                  <a:pt x="799876" y="211216"/>
                  <a:pt x="809625" y="190500"/>
                </a:cubicBezTo>
                <a:cubicBezTo>
                  <a:pt x="825449" y="156875"/>
                  <a:pt x="832830" y="119772"/>
                  <a:pt x="847725" y="85725"/>
                </a:cubicBezTo>
                <a:cubicBezTo>
                  <a:pt x="855145" y="68764"/>
                  <a:pt x="861328" y="48989"/>
                  <a:pt x="876300" y="38100"/>
                </a:cubicBezTo>
                <a:cubicBezTo>
                  <a:pt x="898239" y="22145"/>
                  <a:pt x="925900" y="14845"/>
                  <a:pt x="952500" y="9525"/>
                </a:cubicBezTo>
                <a:cubicBezTo>
                  <a:pt x="989990" y="2027"/>
                  <a:pt x="1028700" y="3175"/>
                  <a:pt x="1066800" y="0"/>
                </a:cubicBezTo>
                <a:cubicBezTo>
                  <a:pt x="1167906" y="33702"/>
                  <a:pt x="1246007" y="50669"/>
                  <a:pt x="1333500" y="114300"/>
                </a:cubicBezTo>
                <a:cubicBezTo>
                  <a:pt x="1366182" y="138069"/>
                  <a:pt x="1394184" y="168307"/>
                  <a:pt x="1419225" y="200025"/>
                </a:cubicBezTo>
                <a:cubicBezTo>
                  <a:pt x="1442168" y="229086"/>
                  <a:pt x="1457325" y="263525"/>
                  <a:pt x="1476375" y="295275"/>
                </a:cubicBezTo>
                <a:cubicBezTo>
                  <a:pt x="1496156" y="374399"/>
                  <a:pt x="1514475" y="424228"/>
                  <a:pt x="1514475" y="504825"/>
                </a:cubicBezTo>
                <a:cubicBezTo>
                  <a:pt x="1514475" y="593782"/>
                  <a:pt x="1513253" y="682957"/>
                  <a:pt x="1504950" y="771525"/>
                </a:cubicBezTo>
                <a:cubicBezTo>
                  <a:pt x="1500773" y="816084"/>
                  <a:pt x="1438310" y="844989"/>
                  <a:pt x="1409700" y="857250"/>
                </a:cubicBezTo>
                <a:cubicBezTo>
                  <a:pt x="1347910" y="883731"/>
                  <a:pt x="1341296" y="889888"/>
                  <a:pt x="1276350" y="904875"/>
                </a:cubicBezTo>
                <a:cubicBezTo>
                  <a:pt x="1242153" y="912767"/>
                  <a:pt x="1185893" y="917858"/>
                  <a:pt x="1152525" y="923925"/>
                </a:cubicBezTo>
                <a:cubicBezTo>
                  <a:pt x="1139645" y="926267"/>
                  <a:pt x="1127125" y="930275"/>
                  <a:pt x="1114425" y="933450"/>
                </a:cubicBezTo>
                <a:cubicBezTo>
                  <a:pt x="1133475" y="942975"/>
                  <a:pt x="1154064" y="949902"/>
                  <a:pt x="1171575" y="962025"/>
                </a:cubicBezTo>
                <a:cubicBezTo>
                  <a:pt x="1218953" y="994825"/>
                  <a:pt x="1270770" y="1050546"/>
                  <a:pt x="1304925" y="1095375"/>
                </a:cubicBezTo>
                <a:cubicBezTo>
                  <a:pt x="1335349" y="1135307"/>
                  <a:pt x="1362075" y="1177925"/>
                  <a:pt x="1390650" y="1219200"/>
                </a:cubicBezTo>
                <a:cubicBezTo>
                  <a:pt x="1408233" y="1271948"/>
                  <a:pt x="1440021" y="1353841"/>
                  <a:pt x="1438275" y="1409700"/>
                </a:cubicBezTo>
                <a:cubicBezTo>
                  <a:pt x="1436171" y="1477019"/>
                  <a:pt x="1429507" y="1545351"/>
                  <a:pt x="1409700" y="1609725"/>
                </a:cubicBezTo>
                <a:cubicBezTo>
                  <a:pt x="1403098" y="1631183"/>
                  <a:pt x="1378762" y="1642331"/>
                  <a:pt x="1362075" y="1657350"/>
                </a:cubicBezTo>
                <a:cubicBezTo>
                  <a:pt x="1314793" y="1699904"/>
                  <a:pt x="1283636" y="1717301"/>
                  <a:pt x="1219200" y="1743075"/>
                </a:cubicBezTo>
                <a:cubicBezTo>
                  <a:pt x="1203325" y="1749425"/>
                  <a:pt x="1188440" y="1759314"/>
                  <a:pt x="1171575" y="1762125"/>
                </a:cubicBezTo>
                <a:cubicBezTo>
                  <a:pt x="1130741" y="1768931"/>
                  <a:pt x="1089025" y="1768475"/>
                  <a:pt x="1047750" y="1771650"/>
                </a:cubicBezTo>
                <a:cubicBezTo>
                  <a:pt x="993775" y="1765300"/>
                  <a:pt x="938821" y="1764644"/>
                  <a:pt x="885825" y="1752600"/>
                </a:cubicBezTo>
                <a:cubicBezTo>
                  <a:pt x="867772" y="1748497"/>
                  <a:pt x="854384" y="1733016"/>
                  <a:pt x="838200" y="1724025"/>
                </a:cubicBezTo>
                <a:cubicBezTo>
                  <a:pt x="804247" y="1705162"/>
                  <a:pt x="790947" y="1705347"/>
                  <a:pt x="762000" y="1676400"/>
                </a:cubicBezTo>
                <a:cubicBezTo>
                  <a:pt x="753905" y="1668305"/>
                  <a:pt x="749604" y="1657140"/>
                  <a:pt x="742950" y="1647825"/>
                </a:cubicBezTo>
                <a:cubicBezTo>
                  <a:pt x="733723" y="1634907"/>
                  <a:pt x="723900" y="1622425"/>
                  <a:pt x="714375" y="1609725"/>
                </a:cubicBezTo>
                <a:cubicBezTo>
                  <a:pt x="709008" y="1582890"/>
                  <a:pt x="698033" y="1530677"/>
                  <a:pt x="695325" y="1504950"/>
                </a:cubicBezTo>
                <a:cubicBezTo>
                  <a:pt x="690991" y="1463781"/>
                  <a:pt x="688975" y="1422400"/>
                  <a:pt x="685800" y="1381125"/>
                </a:cubicBezTo>
                <a:cubicBezTo>
                  <a:pt x="669925" y="1403350"/>
                  <a:pt x="652489" y="1424539"/>
                  <a:pt x="638175" y="1447800"/>
                </a:cubicBezTo>
                <a:cubicBezTo>
                  <a:pt x="591548" y="1523568"/>
                  <a:pt x="631340" y="1492735"/>
                  <a:pt x="561975" y="1562100"/>
                </a:cubicBezTo>
                <a:cubicBezTo>
                  <a:pt x="526722" y="1597353"/>
                  <a:pt x="502149" y="1608029"/>
                  <a:pt x="457200" y="1628775"/>
                </a:cubicBezTo>
                <a:cubicBezTo>
                  <a:pt x="435245" y="1638908"/>
                  <a:pt x="413889" y="1651120"/>
                  <a:pt x="390525" y="1657350"/>
                </a:cubicBezTo>
                <a:cubicBezTo>
                  <a:pt x="365792" y="1663946"/>
                  <a:pt x="339665" y="1663255"/>
                  <a:pt x="314325" y="1666875"/>
                </a:cubicBezTo>
                <a:cubicBezTo>
                  <a:pt x="295206" y="1669606"/>
                  <a:pt x="276225" y="1673225"/>
                  <a:pt x="257175" y="1676400"/>
                </a:cubicBezTo>
                <a:cubicBezTo>
                  <a:pt x="234950" y="1673225"/>
                  <a:pt x="210580" y="1676915"/>
                  <a:pt x="190500" y="1666875"/>
                </a:cubicBezTo>
                <a:cubicBezTo>
                  <a:pt x="157385" y="1650317"/>
                  <a:pt x="44397" y="1546531"/>
                  <a:pt x="19050" y="1524000"/>
                </a:cubicBezTo>
                <a:cubicBezTo>
                  <a:pt x="11799" y="1487745"/>
                  <a:pt x="0" y="1434774"/>
                  <a:pt x="0" y="1400175"/>
                </a:cubicBezTo>
                <a:cubicBezTo>
                  <a:pt x="0" y="1349276"/>
                  <a:pt x="2942" y="1298247"/>
                  <a:pt x="9525" y="1247775"/>
                </a:cubicBezTo>
                <a:cubicBezTo>
                  <a:pt x="12515" y="1224855"/>
                  <a:pt x="23281" y="1203600"/>
                  <a:pt x="28575" y="1181100"/>
                </a:cubicBezTo>
                <a:cubicBezTo>
                  <a:pt x="35991" y="1149582"/>
                  <a:pt x="37386" y="1116567"/>
                  <a:pt x="47625" y="1085850"/>
                </a:cubicBezTo>
                <a:cubicBezTo>
                  <a:pt x="50800" y="1076325"/>
                  <a:pt x="50722" y="1064988"/>
                  <a:pt x="57150" y="1057275"/>
                </a:cubicBezTo>
                <a:cubicBezTo>
                  <a:pt x="77114" y="1033319"/>
                  <a:pt x="107433" y="1024049"/>
                  <a:pt x="133350" y="1009650"/>
                </a:cubicBezTo>
                <a:cubicBezTo>
                  <a:pt x="149534" y="1000659"/>
                  <a:pt x="164121" y="988736"/>
                  <a:pt x="180975" y="981075"/>
                </a:cubicBezTo>
                <a:cubicBezTo>
                  <a:pt x="241399" y="953610"/>
                  <a:pt x="228178" y="968620"/>
                  <a:pt x="285750" y="952500"/>
                </a:cubicBezTo>
                <a:cubicBezTo>
                  <a:pt x="349591" y="934625"/>
                  <a:pt x="412750" y="914400"/>
                  <a:pt x="476250" y="895350"/>
                </a:cubicBezTo>
                <a:cubicBezTo>
                  <a:pt x="444500" y="863600"/>
                  <a:pt x="409050" y="835162"/>
                  <a:pt x="381000" y="800100"/>
                </a:cubicBezTo>
                <a:cubicBezTo>
                  <a:pt x="368300" y="784225"/>
                  <a:pt x="356500" y="767586"/>
                  <a:pt x="342900" y="752475"/>
                </a:cubicBezTo>
                <a:cubicBezTo>
                  <a:pt x="327881" y="735788"/>
                  <a:pt x="308745" y="722811"/>
                  <a:pt x="295275" y="704850"/>
                </a:cubicBezTo>
                <a:cubicBezTo>
                  <a:pt x="279916" y="684372"/>
                  <a:pt x="271017" y="659707"/>
                  <a:pt x="257175" y="638175"/>
                </a:cubicBezTo>
                <a:cubicBezTo>
                  <a:pt x="242406" y="615200"/>
                  <a:pt x="225425" y="593725"/>
                  <a:pt x="209550" y="571500"/>
                </a:cubicBezTo>
                <a:cubicBezTo>
                  <a:pt x="143881" y="385437"/>
                  <a:pt x="159500" y="466371"/>
                  <a:pt x="142875" y="333375"/>
                </a:cubicBezTo>
                <a:cubicBezTo>
                  <a:pt x="152400" y="288925"/>
                  <a:pt x="157761" y="243374"/>
                  <a:pt x="171450" y="200025"/>
                </a:cubicBezTo>
                <a:cubicBezTo>
                  <a:pt x="177025" y="182371"/>
                  <a:pt x="189408" y="167567"/>
                  <a:pt x="200025" y="152400"/>
                </a:cubicBezTo>
                <a:cubicBezTo>
                  <a:pt x="211683" y="135745"/>
                  <a:pt x="222930" y="118281"/>
                  <a:pt x="238125" y="104775"/>
                </a:cubicBezTo>
                <a:cubicBezTo>
                  <a:pt x="251962" y="92475"/>
                  <a:pt x="268941" y="83958"/>
                  <a:pt x="285750" y="76200"/>
                </a:cubicBezTo>
                <a:cubicBezTo>
                  <a:pt x="357023" y="43305"/>
                  <a:pt x="377417" y="44532"/>
                  <a:pt x="457200" y="28575"/>
                </a:cubicBezTo>
                <a:cubicBezTo>
                  <a:pt x="544349" y="34385"/>
                  <a:pt x="591733" y="19044"/>
                  <a:pt x="657225" y="66675"/>
                </a:cubicBezTo>
                <a:cubicBezTo>
                  <a:pt x="675382" y="79880"/>
                  <a:pt x="688975" y="98425"/>
                  <a:pt x="704850" y="114300"/>
                </a:cubicBezTo>
                <a:cubicBezTo>
                  <a:pt x="711200" y="130175"/>
                  <a:pt x="714838" y="147426"/>
                  <a:pt x="723900" y="161925"/>
                </a:cubicBezTo>
                <a:cubicBezTo>
                  <a:pt x="731039" y="173348"/>
                  <a:pt x="743851" y="180152"/>
                  <a:pt x="752475" y="190500"/>
                </a:cubicBezTo>
                <a:cubicBezTo>
                  <a:pt x="759804" y="199294"/>
                  <a:pt x="764075" y="210383"/>
                  <a:pt x="771525" y="219075"/>
                </a:cubicBezTo>
                <a:cubicBezTo>
                  <a:pt x="806106" y="259420"/>
                  <a:pt x="765175" y="252412"/>
                  <a:pt x="771525" y="247650"/>
                </a:cubicBezTo>
                <a:close/>
              </a:path>
            </a:pathLst>
          </a:custGeom>
          <a:solidFill>
            <a:schemeClr val="tx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157" name="직선 화살표 연결선 156">
            <a:extLst>
              <a:ext uri="{FF2B5EF4-FFF2-40B4-BE49-F238E27FC236}">
                <a16:creationId xmlns:a16="http://schemas.microsoft.com/office/drawing/2014/main" id="{461742C7-8F2D-0077-000B-B3DBDCD3B6F3}"/>
              </a:ext>
            </a:extLst>
          </p:cNvPr>
          <p:cNvCxnSpPr>
            <a:cxnSpLocks/>
          </p:cNvCxnSpPr>
          <p:nvPr/>
        </p:nvCxnSpPr>
        <p:spPr>
          <a:xfrm flipV="1">
            <a:off x="4365303" y="3965877"/>
            <a:ext cx="0" cy="193178"/>
          </a:xfrm>
          <a:prstGeom prst="straightConnector1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58" name="Group 323">
            <a:extLst>
              <a:ext uri="{FF2B5EF4-FFF2-40B4-BE49-F238E27FC236}">
                <a16:creationId xmlns:a16="http://schemas.microsoft.com/office/drawing/2014/main" id="{1BEA41B8-84DD-A2E0-FF7C-CB1C93C5BE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1282550"/>
              </p:ext>
            </p:extLst>
          </p:nvPr>
        </p:nvGraphicFramePr>
        <p:xfrm>
          <a:off x="9625013" y="575703"/>
          <a:ext cx="2519969" cy="2523744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남은 시간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*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최초의 남은 시간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크리에이터가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설정한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자동환불시간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]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시간 초과 시 자동 환불 처리 후 후원 사라짐 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통합 알림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리스트에 남지 않음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*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도전 이 후 남은 시간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도네이터가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후원 시 설정한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제한 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]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시간 초과 시 오답 처리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도전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클릭 시 해당 문제 페이지로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클릭 시 버튼은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도전 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으로 텍스트 변경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  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클릭 링크는 동일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2-1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뒤로 가기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버튼 클릭 시 이전 페이지로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62" name="타원 161">
            <a:extLst>
              <a:ext uri="{FF2B5EF4-FFF2-40B4-BE49-F238E27FC236}">
                <a16:creationId xmlns:a16="http://schemas.microsoft.com/office/drawing/2014/main" id="{A51284E9-8FD4-E3B8-32E8-5B965360150D}"/>
              </a:ext>
            </a:extLst>
          </p:cNvPr>
          <p:cNvSpPr/>
          <p:nvPr/>
        </p:nvSpPr>
        <p:spPr>
          <a:xfrm>
            <a:off x="1188776" y="1577193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163" name="직선 화살표 연결선 162">
            <a:extLst>
              <a:ext uri="{FF2B5EF4-FFF2-40B4-BE49-F238E27FC236}">
                <a16:creationId xmlns:a16="http://schemas.microsoft.com/office/drawing/2014/main" id="{44878F0E-82E1-B998-833D-7B9299418BE2}"/>
              </a:ext>
            </a:extLst>
          </p:cNvPr>
          <p:cNvCxnSpPr>
            <a:cxnSpLocks/>
          </p:cNvCxnSpPr>
          <p:nvPr/>
        </p:nvCxnSpPr>
        <p:spPr>
          <a:xfrm>
            <a:off x="1314396" y="1690188"/>
            <a:ext cx="86370" cy="65708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타원 163">
            <a:extLst>
              <a:ext uri="{FF2B5EF4-FFF2-40B4-BE49-F238E27FC236}">
                <a16:creationId xmlns:a16="http://schemas.microsoft.com/office/drawing/2014/main" id="{FC787169-5618-06DC-9810-9EC3E7CE5251}"/>
              </a:ext>
            </a:extLst>
          </p:cNvPr>
          <p:cNvSpPr/>
          <p:nvPr/>
        </p:nvSpPr>
        <p:spPr>
          <a:xfrm>
            <a:off x="2874790" y="1233353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2-1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165" name="직선 화살표 연결선 164">
            <a:extLst>
              <a:ext uri="{FF2B5EF4-FFF2-40B4-BE49-F238E27FC236}">
                <a16:creationId xmlns:a16="http://schemas.microsoft.com/office/drawing/2014/main" id="{E0C3FB43-A41F-FC8E-F7DC-76436E02E9F7}"/>
              </a:ext>
            </a:extLst>
          </p:cNvPr>
          <p:cNvCxnSpPr>
            <a:stCxn id="164" idx="5"/>
          </p:cNvCxnSpPr>
          <p:nvPr/>
        </p:nvCxnSpPr>
        <p:spPr>
          <a:xfrm>
            <a:off x="3001969" y="1360532"/>
            <a:ext cx="78532" cy="72645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6" name="Button">
            <a:extLst>
              <a:ext uri="{FF2B5EF4-FFF2-40B4-BE49-F238E27FC236}">
                <a16:creationId xmlns:a16="http://schemas.microsoft.com/office/drawing/2014/main" id="{7CE64A39-0451-3035-7992-94E57B30B926}"/>
              </a:ext>
            </a:extLst>
          </p:cNvPr>
          <p:cNvSpPr>
            <a:spLocks/>
          </p:cNvSpPr>
          <p:nvPr/>
        </p:nvSpPr>
        <p:spPr bwMode="auto">
          <a:xfrm>
            <a:off x="405114" y="2281335"/>
            <a:ext cx="1789272" cy="219449"/>
          </a:xfrm>
          <a:prstGeom prst="roundRect">
            <a:avLst>
              <a:gd name="adj" fmla="val 8776"/>
            </a:avLst>
          </a:prstGeom>
          <a:solidFill>
            <a:schemeClr val="bg1">
              <a:lumMod val="65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도전 중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67" name="직선 화살표 연결선 166">
            <a:extLst>
              <a:ext uri="{FF2B5EF4-FFF2-40B4-BE49-F238E27FC236}">
                <a16:creationId xmlns:a16="http://schemas.microsoft.com/office/drawing/2014/main" id="{58A1B0EC-9E6B-E9F2-794C-A71E1A4D8A97}"/>
              </a:ext>
            </a:extLst>
          </p:cNvPr>
          <p:cNvCxnSpPr>
            <a:cxnSpLocks/>
          </p:cNvCxnSpPr>
          <p:nvPr/>
        </p:nvCxnSpPr>
        <p:spPr>
          <a:xfrm flipV="1">
            <a:off x="1298884" y="2126778"/>
            <a:ext cx="0" cy="193178"/>
          </a:xfrm>
          <a:prstGeom prst="straightConnector1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타원 167">
            <a:extLst>
              <a:ext uri="{FF2B5EF4-FFF2-40B4-BE49-F238E27FC236}">
                <a16:creationId xmlns:a16="http://schemas.microsoft.com/office/drawing/2014/main" id="{611000D8-0DCA-673B-BE9E-102A3A0EABD5}"/>
              </a:ext>
            </a:extLst>
          </p:cNvPr>
          <p:cNvSpPr/>
          <p:nvPr/>
        </p:nvSpPr>
        <p:spPr>
          <a:xfrm>
            <a:off x="1093252" y="2150765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3C9B7AA5-9294-50AA-88EB-6F12982C176A}"/>
              </a:ext>
            </a:extLst>
          </p:cNvPr>
          <p:cNvSpPr/>
          <p:nvPr/>
        </p:nvSpPr>
        <p:spPr>
          <a:xfrm>
            <a:off x="1204923" y="1128183"/>
            <a:ext cx="216624" cy="166261"/>
          </a:xfrm>
          <a:prstGeom prst="roundRect">
            <a:avLst>
              <a:gd name="adj" fmla="val 29874"/>
            </a:avLst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36000" tIns="0" rIns="36000" b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kern="0" dirty="0">
                <a:solidFill>
                  <a:prstClr val="white"/>
                </a:solidFill>
                <a:latin typeface="Cambria" panose="02040503050406030204"/>
                <a:ea typeface="맑은 고딕" panose="020B0503020000020004" pitchFamily="50" charset="-127"/>
              </a:rPr>
              <a:t>1</a:t>
            </a:r>
            <a:endParaRPr kumimoji="0" lang="ko-KR" altLang="en-US" sz="800" b="1" kern="0" dirty="0">
              <a:solidFill>
                <a:prstClr val="white"/>
              </a:solidFill>
              <a:latin typeface="Cambria" panose="02040503050406030204"/>
              <a:ea typeface="맑은 고딕" panose="020B0503020000020004" pitchFamily="50" charset="-127"/>
            </a:endParaRPr>
          </a:p>
        </p:txBody>
      </p:sp>
      <p:sp>
        <p:nvSpPr>
          <p:cNvPr id="15" name="화살표: 오른쪽 14">
            <a:extLst>
              <a:ext uri="{FF2B5EF4-FFF2-40B4-BE49-F238E27FC236}">
                <a16:creationId xmlns:a16="http://schemas.microsoft.com/office/drawing/2014/main" id="{4BE97BB6-16BC-0B4A-F03A-37BFB085FCB7}"/>
              </a:ext>
            </a:extLst>
          </p:cNvPr>
          <p:cNvSpPr/>
          <p:nvPr/>
        </p:nvSpPr>
        <p:spPr>
          <a:xfrm>
            <a:off x="2531096" y="2366521"/>
            <a:ext cx="322145" cy="484632"/>
          </a:xfrm>
          <a:prstGeom prst="rightArrow">
            <a:avLst/>
          </a:pr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74000">
                <a:schemeClr val="tx1">
                  <a:lumMod val="50000"/>
                  <a:lumOff val="50000"/>
                </a:schemeClr>
              </a:gs>
              <a:gs pos="83000">
                <a:schemeClr val="tx1">
                  <a:lumMod val="50000"/>
                  <a:lumOff val="50000"/>
                </a:schemeClr>
              </a:gs>
              <a:gs pos="100000">
                <a:schemeClr val="tx1">
                  <a:lumMod val="65000"/>
                  <a:lumOff val="3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C263BD6-B4AB-C2F6-81DE-95E7990D275F}"/>
              </a:ext>
            </a:extLst>
          </p:cNvPr>
          <p:cNvSpPr txBox="1"/>
          <p:nvPr/>
        </p:nvSpPr>
        <p:spPr>
          <a:xfrm>
            <a:off x="3753790" y="846060"/>
            <a:ext cx="56618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객관식</a:t>
            </a:r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800" b="1" dirty="0" err="1">
              <a:solidFill>
                <a:srgbClr val="0000FF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275A945-2580-9D0E-2FC0-F933BC7F8691}"/>
              </a:ext>
            </a:extLst>
          </p:cNvPr>
          <p:cNvSpPr txBox="1"/>
          <p:nvPr/>
        </p:nvSpPr>
        <p:spPr>
          <a:xfrm>
            <a:off x="5914029" y="846060"/>
            <a:ext cx="56618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주관식</a:t>
            </a:r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800" b="1" dirty="0" err="1">
              <a:solidFill>
                <a:srgbClr val="0000FF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2487F2CF-908D-9119-4D32-1707502C4F4E}"/>
              </a:ext>
            </a:extLst>
          </p:cNvPr>
          <p:cNvSpPr txBox="1"/>
          <p:nvPr/>
        </p:nvSpPr>
        <p:spPr>
          <a:xfrm>
            <a:off x="8106003" y="846060"/>
            <a:ext cx="46358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그림</a:t>
            </a:r>
            <a:r>
              <a:rPr lang="en-US" altLang="ko-KR" sz="800" b="1" dirty="0">
                <a:solidFill>
                  <a:srgbClr val="0000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800" b="1" dirty="0" err="1">
              <a:solidFill>
                <a:srgbClr val="0000FF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0CD4DD9E-13E0-3236-1086-DFC330BAD582}"/>
              </a:ext>
            </a:extLst>
          </p:cNvPr>
          <p:cNvGrpSpPr/>
          <p:nvPr/>
        </p:nvGrpSpPr>
        <p:grpSpPr>
          <a:xfrm rot="5400000">
            <a:off x="8636069" y="1723378"/>
            <a:ext cx="223871" cy="5851669"/>
            <a:chOff x="2387588" y="1325771"/>
            <a:chExt cx="223871" cy="5291607"/>
          </a:xfrm>
        </p:grpSpPr>
        <p:pic>
          <p:nvPicPr>
            <p:cNvPr id="74" name="Picture 4" descr="C:\Users\btbprovd\Desktop\Untitled-3.png">
              <a:extLst>
                <a:ext uri="{FF2B5EF4-FFF2-40B4-BE49-F238E27FC236}">
                  <a16:creationId xmlns:a16="http://schemas.microsoft.com/office/drawing/2014/main" id="{DAD8C7DC-8FAD-3902-9BDE-C357B8275D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 rot="5400000">
              <a:off x="993803" y="2719556"/>
              <a:ext cx="3011441" cy="223871"/>
            </a:xfrm>
            <a:prstGeom prst="rect">
              <a:avLst/>
            </a:prstGeom>
            <a:noFill/>
          </p:spPr>
        </p:pic>
        <p:pic>
          <p:nvPicPr>
            <p:cNvPr id="75" name="Picture 4" descr="C:\Users\btbprovd\Desktop\Untitled-3.png">
              <a:extLst>
                <a:ext uri="{FF2B5EF4-FFF2-40B4-BE49-F238E27FC236}">
                  <a16:creationId xmlns:a16="http://schemas.microsoft.com/office/drawing/2014/main" id="{FC02D038-70CA-CC32-1A5B-08F5A6A731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 rot="5400000">
              <a:off x="993803" y="4999722"/>
              <a:ext cx="3011441" cy="223871"/>
            </a:xfrm>
            <a:prstGeom prst="rect">
              <a:avLst/>
            </a:prstGeom>
            <a:noFill/>
          </p:spPr>
        </p:pic>
      </p:grp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ED2E94D0-C7EF-3D35-63BE-4C911FF70980}"/>
              </a:ext>
            </a:extLst>
          </p:cNvPr>
          <p:cNvCxnSpPr>
            <a:cxnSpLocks/>
          </p:cNvCxnSpPr>
          <p:nvPr/>
        </p:nvCxnSpPr>
        <p:spPr>
          <a:xfrm>
            <a:off x="2324744" y="1372680"/>
            <a:ext cx="0" cy="1084152"/>
          </a:xfrm>
          <a:prstGeom prst="line">
            <a:avLst/>
          </a:prstGeom>
          <a:ln w="285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3B6E5527-3D44-EDCF-ACCE-DDB4ED04EBF0}"/>
              </a:ext>
            </a:extLst>
          </p:cNvPr>
          <p:cNvCxnSpPr>
            <a:cxnSpLocks/>
          </p:cNvCxnSpPr>
          <p:nvPr/>
        </p:nvCxnSpPr>
        <p:spPr>
          <a:xfrm>
            <a:off x="5048894" y="1372680"/>
            <a:ext cx="0" cy="1084152"/>
          </a:xfrm>
          <a:prstGeom prst="line">
            <a:avLst/>
          </a:prstGeom>
          <a:ln w="285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14AEC079-6890-4756-E8B6-F6BEFF36954E}"/>
              </a:ext>
            </a:extLst>
          </p:cNvPr>
          <p:cNvCxnSpPr>
            <a:cxnSpLocks/>
          </p:cNvCxnSpPr>
          <p:nvPr/>
        </p:nvCxnSpPr>
        <p:spPr>
          <a:xfrm>
            <a:off x="7211069" y="1372680"/>
            <a:ext cx="0" cy="1084152"/>
          </a:xfrm>
          <a:prstGeom prst="line">
            <a:avLst/>
          </a:prstGeom>
          <a:ln w="285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97D55969-E5F3-9C8C-C22B-B4DBA3380953}"/>
              </a:ext>
            </a:extLst>
          </p:cNvPr>
          <p:cNvCxnSpPr>
            <a:cxnSpLocks/>
          </p:cNvCxnSpPr>
          <p:nvPr/>
        </p:nvCxnSpPr>
        <p:spPr>
          <a:xfrm>
            <a:off x="9373244" y="1372680"/>
            <a:ext cx="0" cy="1084152"/>
          </a:xfrm>
          <a:prstGeom prst="line">
            <a:avLst/>
          </a:prstGeom>
          <a:ln w="285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D8FD5EF9-20E2-F882-4141-234538200B00}"/>
              </a:ext>
            </a:extLst>
          </p:cNvPr>
          <p:cNvGrpSpPr/>
          <p:nvPr/>
        </p:nvGrpSpPr>
        <p:grpSpPr>
          <a:xfrm>
            <a:off x="1897011" y="1120445"/>
            <a:ext cx="387008" cy="118852"/>
            <a:chOff x="8850325" y="2256508"/>
            <a:chExt cx="387008" cy="118852"/>
          </a:xfrm>
        </p:grpSpPr>
        <p:sp>
          <p:nvSpPr>
            <p:cNvPr id="23" name="Google Shape;1200;p27">
              <a:extLst>
                <a:ext uri="{FF2B5EF4-FFF2-40B4-BE49-F238E27FC236}">
                  <a16:creationId xmlns:a16="http://schemas.microsoft.com/office/drawing/2014/main" id="{9FA4442F-81E3-3FC5-D939-92D5D9E0DE7F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4" name="그래픽 23">
              <a:extLst>
                <a:ext uri="{FF2B5EF4-FFF2-40B4-BE49-F238E27FC236}">
                  <a16:creationId xmlns:a16="http://schemas.microsoft.com/office/drawing/2014/main" id="{8E37CD58-9F35-CA05-0850-CB6BEE93975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25" name="Google Shape;1202;p27">
              <a:extLst>
                <a:ext uri="{FF2B5EF4-FFF2-40B4-BE49-F238E27FC236}">
                  <a16:creationId xmlns:a16="http://schemas.microsoft.com/office/drawing/2014/main" id="{78B358D0-35D0-33F2-D49C-6224CA752814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AE13C70B-AAD6-0F40-D03B-24291048B703}"/>
              </a:ext>
            </a:extLst>
          </p:cNvPr>
          <p:cNvGrpSpPr/>
          <p:nvPr/>
        </p:nvGrpSpPr>
        <p:grpSpPr>
          <a:xfrm>
            <a:off x="4606310" y="1120445"/>
            <a:ext cx="387008" cy="118852"/>
            <a:chOff x="8850325" y="2256508"/>
            <a:chExt cx="387008" cy="118852"/>
          </a:xfrm>
        </p:grpSpPr>
        <p:sp>
          <p:nvSpPr>
            <p:cNvPr id="27" name="Google Shape;1200;p27">
              <a:extLst>
                <a:ext uri="{FF2B5EF4-FFF2-40B4-BE49-F238E27FC236}">
                  <a16:creationId xmlns:a16="http://schemas.microsoft.com/office/drawing/2014/main" id="{3F3F4258-37CD-FAC7-CD12-060A55383063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8" name="그래픽 27">
              <a:extLst>
                <a:ext uri="{FF2B5EF4-FFF2-40B4-BE49-F238E27FC236}">
                  <a16:creationId xmlns:a16="http://schemas.microsoft.com/office/drawing/2014/main" id="{A1519707-95EB-EAC4-82F8-84D65D75C3B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29" name="Google Shape;1202;p27">
              <a:extLst>
                <a:ext uri="{FF2B5EF4-FFF2-40B4-BE49-F238E27FC236}">
                  <a16:creationId xmlns:a16="http://schemas.microsoft.com/office/drawing/2014/main" id="{7E4C569F-7365-EB62-6BD2-46B9D0E4AADC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0C0CD1E4-33C8-4072-1C60-83AF5F92D73A}"/>
              </a:ext>
            </a:extLst>
          </p:cNvPr>
          <p:cNvGrpSpPr/>
          <p:nvPr/>
        </p:nvGrpSpPr>
        <p:grpSpPr>
          <a:xfrm>
            <a:off x="6770460" y="1120445"/>
            <a:ext cx="387008" cy="118852"/>
            <a:chOff x="8850325" y="2256508"/>
            <a:chExt cx="387008" cy="118852"/>
          </a:xfrm>
        </p:grpSpPr>
        <p:sp>
          <p:nvSpPr>
            <p:cNvPr id="31" name="Google Shape;1200;p27">
              <a:extLst>
                <a:ext uri="{FF2B5EF4-FFF2-40B4-BE49-F238E27FC236}">
                  <a16:creationId xmlns:a16="http://schemas.microsoft.com/office/drawing/2014/main" id="{4EED8678-7F8E-719B-A07E-11F0D7B29D13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2" name="그래픽 31">
              <a:extLst>
                <a:ext uri="{FF2B5EF4-FFF2-40B4-BE49-F238E27FC236}">
                  <a16:creationId xmlns:a16="http://schemas.microsoft.com/office/drawing/2014/main" id="{9896D50F-2BD1-971D-6A84-B2EFE0F1234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33" name="Google Shape;1202;p27">
              <a:extLst>
                <a:ext uri="{FF2B5EF4-FFF2-40B4-BE49-F238E27FC236}">
                  <a16:creationId xmlns:a16="http://schemas.microsoft.com/office/drawing/2014/main" id="{61A56AA5-CEA3-C30C-8715-D1EB9AF5CCEF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ACCCD903-DD0B-BDF2-6714-D76CEEA34A6F}"/>
              </a:ext>
            </a:extLst>
          </p:cNvPr>
          <p:cNvGrpSpPr/>
          <p:nvPr/>
        </p:nvGrpSpPr>
        <p:grpSpPr>
          <a:xfrm>
            <a:off x="8923323" y="1120445"/>
            <a:ext cx="387008" cy="118852"/>
            <a:chOff x="8850325" y="2256508"/>
            <a:chExt cx="387008" cy="118852"/>
          </a:xfrm>
        </p:grpSpPr>
        <p:sp>
          <p:nvSpPr>
            <p:cNvPr id="35" name="Google Shape;1200;p27">
              <a:extLst>
                <a:ext uri="{FF2B5EF4-FFF2-40B4-BE49-F238E27FC236}">
                  <a16:creationId xmlns:a16="http://schemas.microsoft.com/office/drawing/2014/main" id="{375C600D-8667-1045-CD63-734492567A45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8" name="그래픽 37">
              <a:extLst>
                <a:ext uri="{FF2B5EF4-FFF2-40B4-BE49-F238E27FC236}">
                  <a16:creationId xmlns:a16="http://schemas.microsoft.com/office/drawing/2014/main" id="{7F4B5F61-9DF0-DE94-6FEF-26C151A72C7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39" name="Google Shape;1202;p27">
              <a:extLst>
                <a:ext uri="{FF2B5EF4-FFF2-40B4-BE49-F238E27FC236}">
                  <a16:creationId xmlns:a16="http://schemas.microsoft.com/office/drawing/2014/main" id="{DF26CE02-B9C2-F6CB-77E8-8EC455793019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1230104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2876D6BE-25A2-AAE1-1C90-5A817409536F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볼륨 제어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5AD4CB09-C51B-C914-36B8-87C41333D66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기타 위젯 </a:t>
            </a:r>
            <a:r>
              <a:rPr lang="en-US" altLang="ko-KR" dirty="0"/>
              <a:t>&gt; </a:t>
            </a:r>
            <a:r>
              <a:rPr lang="ko-KR" altLang="en-US" dirty="0"/>
              <a:t>볼륨 제어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1FE841FF-B699-344C-D9B7-E7AA6189242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48963"/>
          <a:stretch>
            <a:fillRect/>
          </a:stretch>
        </p:blipFill>
        <p:spPr>
          <a:xfrm>
            <a:off x="764469" y="1160748"/>
            <a:ext cx="4212468" cy="5431951"/>
          </a:xfrm>
          <a:prstGeom prst="rect">
            <a:avLst/>
          </a:prstGeom>
        </p:spPr>
      </p:pic>
      <p:sp>
        <p:nvSpPr>
          <p:cNvPr id="6" name="Google Shape;1301;p29">
            <a:extLst>
              <a:ext uri="{FF2B5EF4-FFF2-40B4-BE49-F238E27FC236}">
                <a16:creationId xmlns:a16="http://schemas.microsoft.com/office/drawing/2014/main" id="{C8606D8D-CBA5-B369-63B2-2EA500F1CCB5}"/>
              </a:ext>
            </a:extLst>
          </p:cNvPr>
          <p:cNvSpPr/>
          <p:nvPr/>
        </p:nvSpPr>
        <p:spPr>
          <a:xfrm>
            <a:off x="6096000" y="1217760"/>
            <a:ext cx="2102013" cy="2211240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볼륨 제어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9" name="Google Shape;1303;p29">
            <a:extLst>
              <a:ext uri="{FF2B5EF4-FFF2-40B4-BE49-F238E27FC236}">
                <a16:creationId xmlns:a16="http://schemas.microsoft.com/office/drawing/2014/main" id="{D7DF842A-AC1E-8BB3-0CF9-5A75CB5CF712}"/>
              </a:ext>
            </a:extLst>
          </p:cNvPr>
          <p:cNvSpPr/>
          <p:nvPr/>
        </p:nvSpPr>
        <p:spPr>
          <a:xfrm>
            <a:off x="6159426" y="1479012"/>
            <a:ext cx="1979588" cy="1873788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3AB693AD-1B22-CDBD-5E7A-F6DA67A0FE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5106920"/>
              </p:ext>
            </p:extLst>
          </p:nvPr>
        </p:nvGraphicFramePr>
        <p:xfrm>
          <a:off x="6197657" y="1530421"/>
          <a:ext cx="674166" cy="178252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4166">
                  <a:extLst>
                    <a:ext uri="{9D8B030D-6E8A-4147-A177-3AD203B41FA5}">
                      <a16:colId xmlns:a16="http://schemas.microsoft.com/office/drawing/2014/main" val="1086761786"/>
                    </a:ext>
                  </a:extLst>
                </a:gridCol>
              </a:tblGrid>
              <a:tr h="254647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TTS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4571374"/>
                  </a:ext>
                </a:extLst>
              </a:tr>
              <a:tr h="254647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영상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8857712"/>
                  </a:ext>
                </a:extLst>
              </a:tr>
              <a:tr h="254647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음성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8037400"/>
                  </a:ext>
                </a:extLst>
              </a:tr>
              <a:tr h="254647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룰렛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6084788"/>
                  </a:ext>
                </a:extLst>
              </a:tr>
              <a:tr h="254647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럭키박스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130223"/>
                  </a:ext>
                </a:extLst>
              </a:tr>
              <a:tr h="254647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플레이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4528347"/>
                  </a:ext>
                </a:extLst>
              </a:tr>
              <a:tr h="254647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뽑기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5906129"/>
                  </a:ext>
                </a:extLst>
              </a:tr>
            </a:tbl>
          </a:graphicData>
        </a:graphic>
      </p:graphicFrame>
      <p:grpSp>
        <p:nvGrpSpPr>
          <p:cNvPr id="11" name="그룹 10">
            <a:extLst>
              <a:ext uri="{FF2B5EF4-FFF2-40B4-BE49-F238E27FC236}">
                <a16:creationId xmlns:a16="http://schemas.microsoft.com/office/drawing/2014/main" id="{E0EEB3E8-A24E-4334-FF16-C54E5BC9A15A}"/>
              </a:ext>
            </a:extLst>
          </p:cNvPr>
          <p:cNvGrpSpPr/>
          <p:nvPr/>
        </p:nvGrpSpPr>
        <p:grpSpPr>
          <a:xfrm>
            <a:off x="6802766" y="1598356"/>
            <a:ext cx="1206223" cy="1641816"/>
            <a:chOff x="7968208" y="4439732"/>
            <a:chExt cx="1206223" cy="1641816"/>
          </a:xfrm>
        </p:grpSpPr>
        <p:sp>
          <p:nvSpPr>
            <p:cNvPr id="12" name="Google Shape;840;p24">
              <a:extLst>
                <a:ext uri="{FF2B5EF4-FFF2-40B4-BE49-F238E27FC236}">
                  <a16:creationId xmlns:a16="http://schemas.microsoft.com/office/drawing/2014/main" id="{6B698CB2-BFE8-01A8-9FCD-0A0DB744819D}"/>
                </a:ext>
              </a:extLst>
            </p:cNvPr>
            <p:cNvSpPr/>
            <p:nvPr/>
          </p:nvSpPr>
          <p:spPr>
            <a:xfrm>
              <a:off x="7968208" y="4439732"/>
              <a:ext cx="720080" cy="103986"/>
            </a:xfrm>
            <a:prstGeom prst="roundRect">
              <a:avLst>
                <a:gd name="adj" fmla="val 16667"/>
              </a:avLst>
            </a:prstGeom>
            <a:solidFill>
              <a:srgbClr val="00B0F0">
                <a:alpha val="44000"/>
              </a:srgbClr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542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840;p24">
              <a:extLst>
                <a:ext uri="{FF2B5EF4-FFF2-40B4-BE49-F238E27FC236}">
                  <a16:creationId xmlns:a16="http://schemas.microsoft.com/office/drawing/2014/main" id="{98D64F6B-15EA-BE53-BC6C-D5E088C9AAF8}"/>
                </a:ext>
              </a:extLst>
            </p:cNvPr>
            <p:cNvSpPr/>
            <p:nvPr/>
          </p:nvSpPr>
          <p:spPr>
            <a:xfrm>
              <a:off x="7968208" y="4439732"/>
              <a:ext cx="1204782" cy="103986"/>
            </a:xfrm>
            <a:prstGeom prst="roundRect">
              <a:avLst>
                <a:gd name="adj" fmla="val 16667"/>
              </a:avLst>
            </a:prstGeom>
            <a:noFill/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542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840;p24">
              <a:extLst>
                <a:ext uri="{FF2B5EF4-FFF2-40B4-BE49-F238E27FC236}">
                  <a16:creationId xmlns:a16="http://schemas.microsoft.com/office/drawing/2014/main" id="{A829F1ED-885C-00D1-0AEE-DDAF725E1082}"/>
                </a:ext>
              </a:extLst>
            </p:cNvPr>
            <p:cNvSpPr/>
            <p:nvPr/>
          </p:nvSpPr>
          <p:spPr>
            <a:xfrm>
              <a:off x="7968208" y="4701851"/>
              <a:ext cx="452528" cy="103986"/>
            </a:xfrm>
            <a:prstGeom prst="roundRect">
              <a:avLst>
                <a:gd name="adj" fmla="val 16667"/>
              </a:avLst>
            </a:prstGeom>
            <a:solidFill>
              <a:srgbClr val="00B0F0">
                <a:alpha val="44000"/>
              </a:srgbClr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542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840;p24">
              <a:extLst>
                <a:ext uri="{FF2B5EF4-FFF2-40B4-BE49-F238E27FC236}">
                  <a16:creationId xmlns:a16="http://schemas.microsoft.com/office/drawing/2014/main" id="{3DF53935-9DED-9B11-9294-9CE6FF16F2E5}"/>
                </a:ext>
              </a:extLst>
            </p:cNvPr>
            <p:cNvSpPr/>
            <p:nvPr/>
          </p:nvSpPr>
          <p:spPr>
            <a:xfrm>
              <a:off x="7968208" y="4701851"/>
              <a:ext cx="1204782" cy="103986"/>
            </a:xfrm>
            <a:prstGeom prst="roundRect">
              <a:avLst>
                <a:gd name="adj" fmla="val 16667"/>
              </a:avLst>
            </a:prstGeom>
            <a:noFill/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542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840;p24">
              <a:extLst>
                <a:ext uri="{FF2B5EF4-FFF2-40B4-BE49-F238E27FC236}">
                  <a16:creationId xmlns:a16="http://schemas.microsoft.com/office/drawing/2014/main" id="{D24A7F4B-C176-371C-9E7D-2ECD965245ED}"/>
                </a:ext>
              </a:extLst>
            </p:cNvPr>
            <p:cNvSpPr/>
            <p:nvPr/>
          </p:nvSpPr>
          <p:spPr>
            <a:xfrm>
              <a:off x="7969648" y="4956940"/>
              <a:ext cx="859125" cy="103986"/>
            </a:xfrm>
            <a:prstGeom prst="roundRect">
              <a:avLst>
                <a:gd name="adj" fmla="val 16667"/>
              </a:avLst>
            </a:prstGeom>
            <a:solidFill>
              <a:srgbClr val="00B0F0">
                <a:alpha val="52000"/>
              </a:srgbClr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542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840;p24">
              <a:extLst>
                <a:ext uri="{FF2B5EF4-FFF2-40B4-BE49-F238E27FC236}">
                  <a16:creationId xmlns:a16="http://schemas.microsoft.com/office/drawing/2014/main" id="{4B6AA993-1EEF-2A99-5C6F-DBBDB5A54C91}"/>
                </a:ext>
              </a:extLst>
            </p:cNvPr>
            <p:cNvSpPr/>
            <p:nvPr/>
          </p:nvSpPr>
          <p:spPr>
            <a:xfrm>
              <a:off x="7969649" y="4956940"/>
              <a:ext cx="1204782" cy="103986"/>
            </a:xfrm>
            <a:prstGeom prst="roundRect">
              <a:avLst>
                <a:gd name="adj" fmla="val 16667"/>
              </a:avLst>
            </a:prstGeom>
            <a:noFill/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542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840;p24">
              <a:extLst>
                <a:ext uri="{FF2B5EF4-FFF2-40B4-BE49-F238E27FC236}">
                  <a16:creationId xmlns:a16="http://schemas.microsoft.com/office/drawing/2014/main" id="{438A9889-1C7A-F478-43CE-7C4BFB9643C3}"/>
                </a:ext>
              </a:extLst>
            </p:cNvPr>
            <p:cNvSpPr/>
            <p:nvPr/>
          </p:nvSpPr>
          <p:spPr>
            <a:xfrm>
              <a:off x="7968208" y="5207760"/>
              <a:ext cx="720080" cy="103986"/>
            </a:xfrm>
            <a:prstGeom prst="roundRect">
              <a:avLst>
                <a:gd name="adj" fmla="val 16667"/>
              </a:avLst>
            </a:prstGeom>
            <a:solidFill>
              <a:srgbClr val="00B0F0">
                <a:alpha val="44000"/>
              </a:srgbClr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542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840;p24">
              <a:extLst>
                <a:ext uri="{FF2B5EF4-FFF2-40B4-BE49-F238E27FC236}">
                  <a16:creationId xmlns:a16="http://schemas.microsoft.com/office/drawing/2014/main" id="{5BAB1BFC-B733-BACA-42C3-D57BD90F9E06}"/>
                </a:ext>
              </a:extLst>
            </p:cNvPr>
            <p:cNvSpPr/>
            <p:nvPr/>
          </p:nvSpPr>
          <p:spPr>
            <a:xfrm>
              <a:off x="7968208" y="5207760"/>
              <a:ext cx="1204782" cy="103986"/>
            </a:xfrm>
            <a:prstGeom prst="roundRect">
              <a:avLst>
                <a:gd name="adj" fmla="val 16667"/>
              </a:avLst>
            </a:prstGeom>
            <a:noFill/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542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840;p24">
              <a:extLst>
                <a:ext uri="{FF2B5EF4-FFF2-40B4-BE49-F238E27FC236}">
                  <a16:creationId xmlns:a16="http://schemas.microsoft.com/office/drawing/2014/main" id="{7CED76E3-695E-B6B4-578B-C196A5B376F8}"/>
                </a:ext>
              </a:extLst>
            </p:cNvPr>
            <p:cNvSpPr/>
            <p:nvPr/>
          </p:nvSpPr>
          <p:spPr>
            <a:xfrm>
              <a:off x="7968208" y="5463529"/>
              <a:ext cx="452528" cy="103986"/>
            </a:xfrm>
            <a:prstGeom prst="roundRect">
              <a:avLst>
                <a:gd name="adj" fmla="val 16667"/>
              </a:avLst>
            </a:prstGeom>
            <a:solidFill>
              <a:srgbClr val="00B0F0">
                <a:alpha val="44000"/>
              </a:srgbClr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542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840;p24">
              <a:extLst>
                <a:ext uri="{FF2B5EF4-FFF2-40B4-BE49-F238E27FC236}">
                  <a16:creationId xmlns:a16="http://schemas.microsoft.com/office/drawing/2014/main" id="{57D35C2B-C614-6528-B012-FE61E1FFC13A}"/>
                </a:ext>
              </a:extLst>
            </p:cNvPr>
            <p:cNvSpPr/>
            <p:nvPr/>
          </p:nvSpPr>
          <p:spPr>
            <a:xfrm>
              <a:off x="7968208" y="5463529"/>
              <a:ext cx="1204782" cy="103986"/>
            </a:xfrm>
            <a:prstGeom prst="roundRect">
              <a:avLst>
                <a:gd name="adj" fmla="val 16667"/>
              </a:avLst>
            </a:prstGeom>
            <a:noFill/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542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840;p24">
              <a:extLst>
                <a:ext uri="{FF2B5EF4-FFF2-40B4-BE49-F238E27FC236}">
                  <a16:creationId xmlns:a16="http://schemas.microsoft.com/office/drawing/2014/main" id="{F32C8E29-F498-E66E-AF2E-3652F7DCD52F}"/>
                </a:ext>
              </a:extLst>
            </p:cNvPr>
            <p:cNvSpPr/>
            <p:nvPr/>
          </p:nvSpPr>
          <p:spPr>
            <a:xfrm>
              <a:off x="7969648" y="5721793"/>
              <a:ext cx="859125" cy="103986"/>
            </a:xfrm>
            <a:prstGeom prst="roundRect">
              <a:avLst>
                <a:gd name="adj" fmla="val 16667"/>
              </a:avLst>
            </a:prstGeom>
            <a:solidFill>
              <a:srgbClr val="00B0F0">
                <a:alpha val="52000"/>
              </a:srgbClr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542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840;p24">
              <a:extLst>
                <a:ext uri="{FF2B5EF4-FFF2-40B4-BE49-F238E27FC236}">
                  <a16:creationId xmlns:a16="http://schemas.microsoft.com/office/drawing/2014/main" id="{2DA6C775-CDDC-BB55-E8E4-1D316B7768D6}"/>
                </a:ext>
              </a:extLst>
            </p:cNvPr>
            <p:cNvSpPr/>
            <p:nvPr/>
          </p:nvSpPr>
          <p:spPr>
            <a:xfrm>
              <a:off x="7969649" y="5721793"/>
              <a:ext cx="1204782" cy="103986"/>
            </a:xfrm>
            <a:prstGeom prst="roundRect">
              <a:avLst>
                <a:gd name="adj" fmla="val 16667"/>
              </a:avLst>
            </a:prstGeom>
            <a:noFill/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542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840;p24">
              <a:extLst>
                <a:ext uri="{FF2B5EF4-FFF2-40B4-BE49-F238E27FC236}">
                  <a16:creationId xmlns:a16="http://schemas.microsoft.com/office/drawing/2014/main" id="{FB5EA8C8-0AC3-D30F-61FB-E2FAB229E504}"/>
                </a:ext>
              </a:extLst>
            </p:cNvPr>
            <p:cNvSpPr/>
            <p:nvPr/>
          </p:nvSpPr>
          <p:spPr>
            <a:xfrm>
              <a:off x="7968208" y="5977562"/>
              <a:ext cx="452528" cy="103986"/>
            </a:xfrm>
            <a:prstGeom prst="roundRect">
              <a:avLst>
                <a:gd name="adj" fmla="val 16667"/>
              </a:avLst>
            </a:prstGeom>
            <a:solidFill>
              <a:srgbClr val="00B0F0">
                <a:alpha val="44000"/>
              </a:srgbClr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542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840;p24">
              <a:extLst>
                <a:ext uri="{FF2B5EF4-FFF2-40B4-BE49-F238E27FC236}">
                  <a16:creationId xmlns:a16="http://schemas.microsoft.com/office/drawing/2014/main" id="{F67E950E-4C1F-B10B-5781-59246A081A88}"/>
                </a:ext>
              </a:extLst>
            </p:cNvPr>
            <p:cNvSpPr/>
            <p:nvPr/>
          </p:nvSpPr>
          <p:spPr>
            <a:xfrm>
              <a:off x="7968208" y="5977562"/>
              <a:ext cx="1204782" cy="103986"/>
            </a:xfrm>
            <a:prstGeom prst="roundRect">
              <a:avLst>
                <a:gd name="adj" fmla="val 16667"/>
              </a:avLst>
            </a:prstGeom>
            <a:noFill/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542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" name="Google Shape;841;p24">
            <a:extLst>
              <a:ext uri="{FF2B5EF4-FFF2-40B4-BE49-F238E27FC236}">
                <a16:creationId xmlns:a16="http://schemas.microsoft.com/office/drawing/2014/main" id="{B988EC6D-42AD-2D87-0246-D87108601793}"/>
              </a:ext>
            </a:extLst>
          </p:cNvPr>
          <p:cNvSpPr/>
          <p:nvPr/>
        </p:nvSpPr>
        <p:spPr>
          <a:xfrm>
            <a:off x="7452231" y="1598356"/>
            <a:ext cx="82561" cy="103986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42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" name="Google Shape;841;p24">
            <a:extLst>
              <a:ext uri="{FF2B5EF4-FFF2-40B4-BE49-F238E27FC236}">
                <a16:creationId xmlns:a16="http://schemas.microsoft.com/office/drawing/2014/main" id="{DBB8106F-37BD-A61F-1D7C-D8E8A7A679D2}"/>
              </a:ext>
            </a:extLst>
          </p:cNvPr>
          <p:cNvSpPr/>
          <p:nvPr/>
        </p:nvSpPr>
        <p:spPr>
          <a:xfrm>
            <a:off x="7185306" y="1860475"/>
            <a:ext cx="82561" cy="103986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42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" name="Google Shape;841;p24">
            <a:extLst>
              <a:ext uri="{FF2B5EF4-FFF2-40B4-BE49-F238E27FC236}">
                <a16:creationId xmlns:a16="http://schemas.microsoft.com/office/drawing/2014/main" id="{5630ED72-A1B8-CC99-1CC0-6AADE051BE23}"/>
              </a:ext>
            </a:extLst>
          </p:cNvPr>
          <p:cNvSpPr/>
          <p:nvPr/>
        </p:nvSpPr>
        <p:spPr>
          <a:xfrm>
            <a:off x="7617354" y="2115564"/>
            <a:ext cx="82561" cy="103986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42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" name="Google Shape;841;p24">
            <a:extLst>
              <a:ext uri="{FF2B5EF4-FFF2-40B4-BE49-F238E27FC236}">
                <a16:creationId xmlns:a16="http://schemas.microsoft.com/office/drawing/2014/main" id="{D39F0887-F6C0-ACD1-3542-E6CF0FC348B1}"/>
              </a:ext>
            </a:extLst>
          </p:cNvPr>
          <p:cNvSpPr/>
          <p:nvPr/>
        </p:nvSpPr>
        <p:spPr>
          <a:xfrm>
            <a:off x="7470634" y="2366384"/>
            <a:ext cx="82561" cy="103986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42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" name="Google Shape;841;p24">
            <a:extLst>
              <a:ext uri="{FF2B5EF4-FFF2-40B4-BE49-F238E27FC236}">
                <a16:creationId xmlns:a16="http://schemas.microsoft.com/office/drawing/2014/main" id="{4E908A15-71F6-6F44-4B53-1DDF8DC5AA5B}"/>
              </a:ext>
            </a:extLst>
          </p:cNvPr>
          <p:cNvSpPr/>
          <p:nvPr/>
        </p:nvSpPr>
        <p:spPr>
          <a:xfrm>
            <a:off x="7185306" y="2622153"/>
            <a:ext cx="82561" cy="103986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42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" name="Google Shape;841;p24">
            <a:extLst>
              <a:ext uri="{FF2B5EF4-FFF2-40B4-BE49-F238E27FC236}">
                <a16:creationId xmlns:a16="http://schemas.microsoft.com/office/drawing/2014/main" id="{34599353-726F-D88F-6A9E-60537ED57477}"/>
              </a:ext>
            </a:extLst>
          </p:cNvPr>
          <p:cNvSpPr/>
          <p:nvPr/>
        </p:nvSpPr>
        <p:spPr>
          <a:xfrm>
            <a:off x="7617354" y="2880417"/>
            <a:ext cx="82561" cy="103986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42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" name="Google Shape;841;p24">
            <a:extLst>
              <a:ext uri="{FF2B5EF4-FFF2-40B4-BE49-F238E27FC236}">
                <a16:creationId xmlns:a16="http://schemas.microsoft.com/office/drawing/2014/main" id="{491802F2-C967-D6AE-10C4-2152FF292F5C}"/>
              </a:ext>
            </a:extLst>
          </p:cNvPr>
          <p:cNvSpPr/>
          <p:nvPr/>
        </p:nvSpPr>
        <p:spPr>
          <a:xfrm>
            <a:off x="7185306" y="3136186"/>
            <a:ext cx="82561" cy="103986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42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5EFF0812-CA34-74AD-1C23-A52882E73169}"/>
              </a:ext>
            </a:extLst>
          </p:cNvPr>
          <p:cNvSpPr txBox="1"/>
          <p:nvPr/>
        </p:nvSpPr>
        <p:spPr>
          <a:xfrm>
            <a:off x="7723769" y="1561013"/>
            <a:ext cx="33214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75%</a:t>
            </a:r>
            <a:endParaRPr lang="ko-KR" altLang="en-US" sz="600" dirty="0" err="1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95BE23CF-2828-0625-251B-0ABE927A44F5}"/>
              </a:ext>
            </a:extLst>
          </p:cNvPr>
          <p:cNvSpPr txBox="1"/>
          <p:nvPr/>
        </p:nvSpPr>
        <p:spPr>
          <a:xfrm>
            <a:off x="7723769" y="1822921"/>
            <a:ext cx="33214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75%</a:t>
            </a:r>
            <a:endParaRPr lang="ko-KR" altLang="en-US" sz="600" dirty="0" err="1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4B6A84E7-886D-D921-E695-DADCFE51329F}"/>
              </a:ext>
            </a:extLst>
          </p:cNvPr>
          <p:cNvSpPr txBox="1"/>
          <p:nvPr/>
        </p:nvSpPr>
        <p:spPr>
          <a:xfrm>
            <a:off x="7723769" y="2078092"/>
            <a:ext cx="33214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75%</a:t>
            </a:r>
            <a:endParaRPr lang="ko-KR" altLang="en-US" sz="600" dirty="0" err="1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BBAB2BAE-5338-B545-99B6-B6D71BD2AD01}"/>
              </a:ext>
            </a:extLst>
          </p:cNvPr>
          <p:cNvSpPr txBox="1"/>
          <p:nvPr/>
        </p:nvSpPr>
        <p:spPr>
          <a:xfrm>
            <a:off x="7723769" y="2326673"/>
            <a:ext cx="33214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75%</a:t>
            </a:r>
            <a:endParaRPr lang="ko-KR" altLang="en-US" sz="600" dirty="0" err="1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7724B3F4-2C22-6EAD-802B-201182A9941D}"/>
              </a:ext>
            </a:extLst>
          </p:cNvPr>
          <p:cNvSpPr txBox="1"/>
          <p:nvPr/>
        </p:nvSpPr>
        <p:spPr>
          <a:xfrm>
            <a:off x="7723769" y="2581908"/>
            <a:ext cx="33214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75%</a:t>
            </a:r>
            <a:endParaRPr lang="ko-KR" altLang="en-US" sz="600" dirty="0" err="1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94DC969E-3CCF-36B6-97AA-7A070E7C625F}"/>
              </a:ext>
            </a:extLst>
          </p:cNvPr>
          <p:cNvSpPr txBox="1"/>
          <p:nvPr/>
        </p:nvSpPr>
        <p:spPr>
          <a:xfrm>
            <a:off x="7723769" y="2843816"/>
            <a:ext cx="33214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75%</a:t>
            </a:r>
            <a:endParaRPr lang="ko-KR" altLang="en-US" sz="600" dirty="0" err="1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1ED721FB-B9EB-EC1F-E9A4-4BD303BE648C}"/>
              </a:ext>
            </a:extLst>
          </p:cNvPr>
          <p:cNvSpPr txBox="1"/>
          <p:nvPr/>
        </p:nvSpPr>
        <p:spPr>
          <a:xfrm>
            <a:off x="7723769" y="3098987"/>
            <a:ext cx="33214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75%</a:t>
            </a:r>
            <a:endParaRPr lang="ko-KR" altLang="en-US" sz="600" dirty="0" err="1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8D16CB74-6947-1D98-BAFB-03404097BB01}"/>
              </a:ext>
            </a:extLst>
          </p:cNvPr>
          <p:cNvSpPr/>
          <p:nvPr/>
        </p:nvSpPr>
        <p:spPr>
          <a:xfrm>
            <a:off x="2866423" y="1860250"/>
            <a:ext cx="1962752" cy="2397425"/>
          </a:xfrm>
          <a:prstGeom prst="roundRect">
            <a:avLst>
              <a:gd name="adj" fmla="val 4377"/>
            </a:avLst>
          </a:prstGeom>
          <a:noFill/>
          <a:ln w="28575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42" name="연결선: 꺾임 41">
            <a:extLst>
              <a:ext uri="{FF2B5EF4-FFF2-40B4-BE49-F238E27FC236}">
                <a16:creationId xmlns:a16="http://schemas.microsoft.com/office/drawing/2014/main" id="{2A3C38A0-C776-C29B-A0FF-D625E813209C}"/>
              </a:ext>
            </a:extLst>
          </p:cNvPr>
          <p:cNvCxnSpPr>
            <a:cxnSpLocks/>
            <a:stCxn id="41" idx="3"/>
            <a:endCxn id="6" idx="1"/>
          </p:cNvCxnSpPr>
          <p:nvPr/>
        </p:nvCxnSpPr>
        <p:spPr>
          <a:xfrm flipV="1">
            <a:off x="4829175" y="2323380"/>
            <a:ext cx="1266825" cy="735583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Group 323">
            <a:extLst>
              <a:ext uri="{FF2B5EF4-FFF2-40B4-BE49-F238E27FC236}">
                <a16:creationId xmlns:a16="http://schemas.microsoft.com/office/drawing/2014/main" id="{7D0A016B-BFCD-E700-40ED-FF5F5D75D7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9373383"/>
              </p:ext>
            </p:extLst>
          </p:nvPr>
        </p:nvGraphicFramePr>
        <p:xfrm>
          <a:off x="9625013" y="575703"/>
          <a:ext cx="2519969" cy="589729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각 후원 기능의 볼륨 조절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6" name="타원 25">
            <a:extLst>
              <a:ext uri="{FF2B5EF4-FFF2-40B4-BE49-F238E27FC236}">
                <a16:creationId xmlns:a16="http://schemas.microsoft.com/office/drawing/2014/main" id="{7919F765-58CC-EB4C-A7AE-308F4B452519}"/>
              </a:ext>
            </a:extLst>
          </p:cNvPr>
          <p:cNvSpPr/>
          <p:nvPr/>
        </p:nvSpPr>
        <p:spPr>
          <a:xfrm>
            <a:off x="5925068" y="1301342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B0BE8CE3-06F1-44DD-E0A9-3854441581F5}"/>
              </a:ext>
            </a:extLst>
          </p:cNvPr>
          <p:cNvGrpSpPr/>
          <p:nvPr/>
        </p:nvGrpSpPr>
        <p:grpSpPr>
          <a:xfrm>
            <a:off x="7726164" y="1282138"/>
            <a:ext cx="387008" cy="118852"/>
            <a:chOff x="8850325" y="2256508"/>
            <a:chExt cx="387008" cy="118852"/>
          </a:xfrm>
        </p:grpSpPr>
        <p:sp>
          <p:nvSpPr>
            <p:cNvPr id="44" name="Google Shape;1200;p27">
              <a:extLst>
                <a:ext uri="{FF2B5EF4-FFF2-40B4-BE49-F238E27FC236}">
                  <a16:creationId xmlns:a16="http://schemas.microsoft.com/office/drawing/2014/main" id="{F2C0DA94-0F12-DC1D-14D8-DCF94F1CFF75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5" name="그래픽 44">
              <a:extLst>
                <a:ext uri="{FF2B5EF4-FFF2-40B4-BE49-F238E27FC236}">
                  <a16:creationId xmlns:a16="http://schemas.microsoft.com/office/drawing/2014/main" id="{41F1EF94-1DB5-CDFC-805D-A9EAF489A98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46" name="Google Shape;1202;p27">
              <a:extLst>
                <a:ext uri="{FF2B5EF4-FFF2-40B4-BE49-F238E27FC236}">
                  <a16:creationId xmlns:a16="http://schemas.microsoft.com/office/drawing/2014/main" id="{01542237-819A-E6FB-C53A-FF60480BFF0C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72036437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Google Shape;1301;p29">
            <a:extLst>
              <a:ext uri="{FF2B5EF4-FFF2-40B4-BE49-F238E27FC236}">
                <a16:creationId xmlns:a16="http://schemas.microsoft.com/office/drawing/2014/main" id="{FBD6FBA8-23ED-51AE-4338-BD0AD45CC7F9}"/>
              </a:ext>
            </a:extLst>
          </p:cNvPr>
          <p:cNvSpPr/>
          <p:nvPr/>
        </p:nvSpPr>
        <p:spPr>
          <a:xfrm>
            <a:off x="5437079" y="1629022"/>
            <a:ext cx="3912562" cy="4263778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후원 사용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5ECDB492-0FF0-DB5F-345B-C66754304652}"/>
              </a:ext>
            </a:extLst>
          </p:cNvPr>
          <p:cNvGrpSpPr/>
          <p:nvPr/>
        </p:nvGrpSpPr>
        <p:grpSpPr>
          <a:xfrm>
            <a:off x="5503754" y="1880828"/>
            <a:ext cx="3788737" cy="3933560"/>
            <a:chOff x="4324350" y="1880828"/>
            <a:chExt cx="4055437" cy="3933560"/>
          </a:xfrm>
        </p:grpSpPr>
        <p:sp>
          <p:nvSpPr>
            <p:cNvPr id="69" name="Google Shape;1303;p29">
              <a:extLst>
                <a:ext uri="{FF2B5EF4-FFF2-40B4-BE49-F238E27FC236}">
                  <a16:creationId xmlns:a16="http://schemas.microsoft.com/office/drawing/2014/main" id="{4ADC365A-8C85-D5B8-2461-CF6B1C1146D3}"/>
                </a:ext>
              </a:extLst>
            </p:cNvPr>
            <p:cNvSpPr/>
            <p:nvPr/>
          </p:nvSpPr>
          <p:spPr>
            <a:xfrm>
              <a:off x="4324350" y="1880828"/>
              <a:ext cx="4055437" cy="3933560"/>
            </a:xfrm>
            <a:prstGeom prst="rect">
              <a:avLst/>
            </a:prstGeom>
            <a:solidFill>
              <a:schemeClr val="lt1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6225" tIns="27725" rIns="46225" bIns="27725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771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6CAAD2A4-0B06-7782-ACE3-26AA06DBE6B3}"/>
                </a:ext>
              </a:extLst>
            </p:cNvPr>
            <p:cNvCxnSpPr/>
            <p:nvPr/>
          </p:nvCxnSpPr>
          <p:spPr>
            <a:xfrm>
              <a:off x="4462895" y="2686783"/>
              <a:ext cx="3775120" cy="0"/>
            </a:xfrm>
            <a:prstGeom prst="line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9" name="텍스트 개체 틀 138">
            <a:extLst>
              <a:ext uri="{FF2B5EF4-FFF2-40B4-BE49-F238E27FC236}">
                <a16:creationId xmlns:a16="http://schemas.microsoft.com/office/drawing/2014/main" id="{2A06CDA9-15E0-765F-EB84-A38EAF0555E9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marL="0" indent="0">
              <a:buNone/>
            </a:pPr>
            <a:r>
              <a:rPr lang="ko-KR" altLang="en-US" dirty="0"/>
              <a:t>후원 사용 </a:t>
            </a:r>
            <a:r>
              <a:rPr lang="en-US" altLang="ko-KR" dirty="0"/>
              <a:t>&gt; </a:t>
            </a:r>
            <a:r>
              <a:rPr lang="ko-KR" altLang="en-US" dirty="0"/>
              <a:t>반응형 </a:t>
            </a:r>
            <a:r>
              <a:rPr lang="en-US" altLang="ko-KR" dirty="0"/>
              <a:t>UI</a:t>
            </a:r>
            <a:endParaRPr lang="ko-KR" altLang="en-US" dirty="0"/>
          </a:p>
        </p:txBody>
      </p:sp>
      <p:sp>
        <p:nvSpPr>
          <p:cNvPr id="138" name="제목 137">
            <a:extLst>
              <a:ext uri="{FF2B5EF4-FFF2-40B4-BE49-F238E27FC236}">
                <a16:creationId xmlns:a16="http://schemas.microsoft.com/office/drawing/2014/main" id="{7D0972F4-DB80-A4F4-A633-6B45270779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기타 위젯 </a:t>
            </a:r>
            <a:r>
              <a:rPr lang="en-US" altLang="ko-KR" dirty="0"/>
              <a:t>&gt; </a:t>
            </a:r>
            <a:r>
              <a:rPr lang="ko-KR" altLang="en-US" dirty="0"/>
              <a:t>후원 사용</a:t>
            </a:r>
          </a:p>
        </p:txBody>
      </p:sp>
      <p:sp>
        <p:nvSpPr>
          <p:cNvPr id="4" name="Google Shape;1301;p29">
            <a:extLst>
              <a:ext uri="{FF2B5EF4-FFF2-40B4-BE49-F238E27FC236}">
                <a16:creationId xmlns:a16="http://schemas.microsoft.com/office/drawing/2014/main" id="{3AA1AEA6-0C12-709C-3F52-EC2124065EDA}"/>
              </a:ext>
            </a:extLst>
          </p:cNvPr>
          <p:cNvSpPr/>
          <p:nvPr/>
        </p:nvSpPr>
        <p:spPr>
          <a:xfrm>
            <a:off x="2112160" y="1629022"/>
            <a:ext cx="2102012" cy="4263778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후원 사용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5" name="Google Shape;1303;p29">
            <a:extLst>
              <a:ext uri="{FF2B5EF4-FFF2-40B4-BE49-F238E27FC236}">
                <a16:creationId xmlns:a16="http://schemas.microsoft.com/office/drawing/2014/main" id="{A27A7797-46DE-587A-8523-5B8A13E90329}"/>
              </a:ext>
            </a:extLst>
          </p:cNvPr>
          <p:cNvSpPr/>
          <p:nvPr/>
        </p:nvSpPr>
        <p:spPr>
          <a:xfrm>
            <a:off x="2184168" y="1880828"/>
            <a:ext cx="1972854" cy="393356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F329F315-8B65-3879-F3FB-3B8CA1CD3C44}"/>
              </a:ext>
            </a:extLst>
          </p:cNvPr>
          <p:cNvSpPr/>
          <p:nvPr/>
        </p:nvSpPr>
        <p:spPr>
          <a:xfrm>
            <a:off x="2292147" y="2825004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텍스트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6D5CE89C-42A8-59FF-8BB9-D3057011F5FC}"/>
              </a:ext>
            </a:extLst>
          </p:cNvPr>
          <p:cNvGrpSpPr/>
          <p:nvPr/>
        </p:nvGrpSpPr>
        <p:grpSpPr>
          <a:xfrm>
            <a:off x="2423561" y="3161885"/>
            <a:ext cx="263900" cy="137151"/>
            <a:chOff x="-1" y="3923016"/>
            <a:chExt cx="415621" cy="216001"/>
          </a:xfrm>
        </p:grpSpPr>
        <p:sp>
          <p:nvSpPr>
            <p:cNvPr id="8" name="사각형: 둥근 모서리 7">
              <a:extLst>
                <a:ext uri="{FF2B5EF4-FFF2-40B4-BE49-F238E27FC236}">
                  <a16:creationId xmlns:a16="http://schemas.microsoft.com/office/drawing/2014/main" id="{65488619-ABEF-0C0C-16E2-2B4D1343A3D6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D2116BB1-A8F1-6601-EBBE-7367D2CF87AB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6068C62-966F-AFBB-CF83-FE41B07A267E}"/>
              </a:ext>
            </a:extLst>
          </p:cNvPr>
          <p:cNvSpPr/>
          <p:nvPr/>
        </p:nvSpPr>
        <p:spPr>
          <a:xfrm>
            <a:off x="2892896" y="2825004"/>
            <a:ext cx="526728" cy="526728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미니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5AB5E037-285B-A416-DCBD-FAA70A398A06}"/>
              </a:ext>
            </a:extLst>
          </p:cNvPr>
          <p:cNvSpPr/>
          <p:nvPr/>
        </p:nvSpPr>
        <p:spPr>
          <a:xfrm>
            <a:off x="3493644" y="2825004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음성</a:t>
            </a: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A5A9697F-4CA5-72B6-628C-D965A67A311B}"/>
              </a:ext>
            </a:extLst>
          </p:cNvPr>
          <p:cNvGrpSpPr/>
          <p:nvPr/>
        </p:nvGrpSpPr>
        <p:grpSpPr>
          <a:xfrm>
            <a:off x="3627410" y="3161885"/>
            <a:ext cx="263900" cy="137151"/>
            <a:chOff x="-1" y="3923016"/>
            <a:chExt cx="415621" cy="216001"/>
          </a:xfrm>
        </p:grpSpPr>
        <p:sp>
          <p:nvSpPr>
            <p:cNvPr id="13" name="사각형: 둥근 모서리 12">
              <a:extLst>
                <a:ext uri="{FF2B5EF4-FFF2-40B4-BE49-F238E27FC236}">
                  <a16:creationId xmlns:a16="http://schemas.microsoft.com/office/drawing/2014/main" id="{024C7EA3-74E9-C7A1-EBDC-42451BE41882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" name="타원 13">
              <a:extLst>
                <a:ext uri="{FF2B5EF4-FFF2-40B4-BE49-F238E27FC236}">
                  <a16:creationId xmlns:a16="http://schemas.microsoft.com/office/drawing/2014/main" id="{2449C6B2-1C92-3BAE-2030-1ABBBF1C4ABD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2F3AC370-A0D8-000A-B0D6-E75D799E1862}"/>
              </a:ext>
            </a:extLst>
          </p:cNvPr>
          <p:cNvSpPr/>
          <p:nvPr/>
        </p:nvSpPr>
        <p:spPr>
          <a:xfrm>
            <a:off x="2296396" y="3427749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영상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B3EBE64D-37B9-5136-9CA8-06150ED4D111}"/>
              </a:ext>
            </a:extLst>
          </p:cNvPr>
          <p:cNvGrpSpPr/>
          <p:nvPr/>
        </p:nvGrpSpPr>
        <p:grpSpPr>
          <a:xfrm>
            <a:off x="2430162" y="3764630"/>
            <a:ext cx="263900" cy="137151"/>
            <a:chOff x="-1" y="3923016"/>
            <a:chExt cx="415621" cy="216001"/>
          </a:xfrm>
        </p:grpSpPr>
        <p:sp>
          <p:nvSpPr>
            <p:cNvPr id="17" name="사각형: 둥근 모서리 16">
              <a:extLst>
                <a:ext uri="{FF2B5EF4-FFF2-40B4-BE49-F238E27FC236}">
                  <a16:creationId xmlns:a16="http://schemas.microsoft.com/office/drawing/2014/main" id="{A4D48F02-C83D-1191-0D63-10D29FB99BF2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" name="타원 17">
              <a:extLst>
                <a:ext uri="{FF2B5EF4-FFF2-40B4-BE49-F238E27FC236}">
                  <a16:creationId xmlns:a16="http://schemas.microsoft.com/office/drawing/2014/main" id="{08FE9223-79D7-F3E0-22F7-0F01C4C6362D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99D0A284-A600-64F4-8D77-DC2C5CDF2DFF}"/>
              </a:ext>
            </a:extLst>
          </p:cNvPr>
          <p:cNvSpPr/>
          <p:nvPr/>
        </p:nvSpPr>
        <p:spPr>
          <a:xfrm>
            <a:off x="2892895" y="3427749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룰렛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6CFDC2C2-52D1-8A73-BC2B-953D1F515EA6}"/>
              </a:ext>
            </a:extLst>
          </p:cNvPr>
          <p:cNvSpPr/>
          <p:nvPr/>
        </p:nvSpPr>
        <p:spPr>
          <a:xfrm>
            <a:off x="3024309" y="3764630"/>
            <a:ext cx="246686" cy="137151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r>
              <a:rPr lang="en-US" altLang="ko-KR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ON</a:t>
            </a:r>
            <a:endParaRPr lang="ko-KR" altLang="en-US" sz="5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CE65B109-234E-3F50-153C-963F65F49BB1}"/>
              </a:ext>
            </a:extLst>
          </p:cNvPr>
          <p:cNvSpPr/>
          <p:nvPr/>
        </p:nvSpPr>
        <p:spPr>
          <a:xfrm>
            <a:off x="3151059" y="3764630"/>
            <a:ext cx="137150" cy="137150"/>
          </a:xfrm>
          <a:prstGeom prst="ellipse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pPr algn="ctr"/>
            <a:endParaRPr lang="ko-KR" altLang="en-US" sz="500" dirty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12954E15-7532-E678-8567-CAFE87230715}"/>
              </a:ext>
            </a:extLst>
          </p:cNvPr>
          <p:cNvSpPr/>
          <p:nvPr/>
        </p:nvSpPr>
        <p:spPr>
          <a:xfrm>
            <a:off x="3493644" y="3427749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퀘스트</a:t>
            </a: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A5E20341-35C8-F13D-1EC1-1E864F086A5C}"/>
              </a:ext>
            </a:extLst>
          </p:cNvPr>
          <p:cNvGrpSpPr/>
          <p:nvPr/>
        </p:nvGrpSpPr>
        <p:grpSpPr>
          <a:xfrm>
            <a:off x="3627410" y="3764630"/>
            <a:ext cx="263900" cy="137151"/>
            <a:chOff x="-1" y="3923016"/>
            <a:chExt cx="415621" cy="216001"/>
          </a:xfrm>
        </p:grpSpPr>
        <p:sp>
          <p:nvSpPr>
            <p:cNvPr id="24" name="사각형: 둥근 모서리 23">
              <a:extLst>
                <a:ext uri="{FF2B5EF4-FFF2-40B4-BE49-F238E27FC236}">
                  <a16:creationId xmlns:a16="http://schemas.microsoft.com/office/drawing/2014/main" id="{29D597DF-7E63-9C0A-CD84-0D382A725137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5" name="타원 24">
              <a:extLst>
                <a:ext uri="{FF2B5EF4-FFF2-40B4-BE49-F238E27FC236}">
                  <a16:creationId xmlns:a16="http://schemas.microsoft.com/office/drawing/2014/main" id="{46619BE3-8698-4F6B-B09D-DAC887EDA94C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670903E2-463E-C0EC-B41D-7D614B6799D3}"/>
              </a:ext>
            </a:extLst>
          </p:cNvPr>
          <p:cNvSpPr/>
          <p:nvPr/>
        </p:nvSpPr>
        <p:spPr>
          <a:xfrm>
            <a:off x="2292147" y="4021046"/>
            <a:ext cx="526728" cy="526728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그림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2EB9B365-DA56-C396-1BEE-2FB51DE3804F}"/>
              </a:ext>
            </a:extLst>
          </p:cNvPr>
          <p:cNvSpPr/>
          <p:nvPr/>
        </p:nvSpPr>
        <p:spPr>
          <a:xfrm>
            <a:off x="2892896" y="4021046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기프트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1124FD90-01A4-BFE3-CBA8-B285937A3AA8}"/>
              </a:ext>
            </a:extLst>
          </p:cNvPr>
          <p:cNvGrpSpPr/>
          <p:nvPr/>
        </p:nvGrpSpPr>
        <p:grpSpPr>
          <a:xfrm>
            <a:off x="3026662" y="4357927"/>
            <a:ext cx="263900" cy="137151"/>
            <a:chOff x="-1" y="3923016"/>
            <a:chExt cx="415621" cy="216001"/>
          </a:xfrm>
        </p:grpSpPr>
        <p:sp>
          <p:nvSpPr>
            <p:cNvPr id="29" name="사각형: 둥근 모서리 28">
              <a:extLst>
                <a:ext uri="{FF2B5EF4-FFF2-40B4-BE49-F238E27FC236}">
                  <a16:creationId xmlns:a16="http://schemas.microsoft.com/office/drawing/2014/main" id="{3B072AAD-ADE6-412D-C2BA-B30B64AEBD4B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" name="타원 29">
              <a:extLst>
                <a:ext uri="{FF2B5EF4-FFF2-40B4-BE49-F238E27FC236}">
                  <a16:creationId xmlns:a16="http://schemas.microsoft.com/office/drawing/2014/main" id="{114652B7-DDC4-CF19-4881-27B78484967A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47DC5E08-635C-83CB-7D1A-E36EA450B512}"/>
              </a:ext>
            </a:extLst>
          </p:cNvPr>
          <p:cNvSpPr/>
          <p:nvPr/>
        </p:nvSpPr>
        <p:spPr>
          <a:xfrm>
            <a:off x="3493644" y="4021046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럭키박스</a:t>
            </a:r>
            <a:endParaRPr lang="ko-KR" altLang="en-US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78984E99-07DB-981B-3196-763FF709F28C}"/>
              </a:ext>
            </a:extLst>
          </p:cNvPr>
          <p:cNvGrpSpPr/>
          <p:nvPr/>
        </p:nvGrpSpPr>
        <p:grpSpPr>
          <a:xfrm>
            <a:off x="3627410" y="4357927"/>
            <a:ext cx="263900" cy="137151"/>
            <a:chOff x="-1" y="3923016"/>
            <a:chExt cx="415621" cy="216001"/>
          </a:xfrm>
        </p:grpSpPr>
        <p:sp>
          <p:nvSpPr>
            <p:cNvPr id="33" name="사각형: 둥근 모서리 32">
              <a:extLst>
                <a:ext uri="{FF2B5EF4-FFF2-40B4-BE49-F238E27FC236}">
                  <a16:creationId xmlns:a16="http://schemas.microsoft.com/office/drawing/2014/main" id="{908ED1CD-476E-E320-A658-0A43D97BCE1A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" name="타원 33">
              <a:extLst>
                <a:ext uri="{FF2B5EF4-FFF2-40B4-BE49-F238E27FC236}">
                  <a16:creationId xmlns:a16="http://schemas.microsoft.com/office/drawing/2014/main" id="{6E3448E3-B3AC-A6B2-63DA-6C16135952C9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377B3585-B6A3-0F48-47AD-5941D64B5BAD}"/>
              </a:ext>
            </a:extLst>
          </p:cNvPr>
          <p:cNvSpPr/>
          <p:nvPr/>
        </p:nvSpPr>
        <p:spPr>
          <a:xfrm>
            <a:off x="2296396" y="4623791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플레이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520876D7-4DFD-8DFD-F785-17BE9A5B05A7}"/>
              </a:ext>
            </a:extLst>
          </p:cNvPr>
          <p:cNvGrpSpPr/>
          <p:nvPr/>
        </p:nvGrpSpPr>
        <p:grpSpPr>
          <a:xfrm>
            <a:off x="2430162" y="4960672"/>
            <a:ext cx="263900" cy="137151"/>
            <a:chOff x="-1" y="3923016"/>
            <a:chExt cx="415621" cy="216001"/>
          </a:xfrm>
        </p:grpSpPr>
        <p:sp>
          <p:nvSpPr>
            <p:cNvPr id="37" name="사각형: 둥근 모서리 36">
              <a:extLst>
                <a:ext uri="{FF2B5EF4-FFF2-40B4-BE49-F238E27FC236}">
                  <a16:creationId xmlns:a16="http://schemas.microsoft.com/office/drawing/2014/main" id="{490A7CAB-5DC9-22A2-80D8-6BB3E5E3BD64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8" name="타원 37">
              <a:extLst>
                <a:ext uri="{FF2B5EF4-FFF2-40B4-BE49-F238E27FC236}">
                  <a16:creationId xmlns:a16="http://schemas.microsoft.com/office/drawing/2014/main" id="{9C507165-023A-CBDC-37BF-744A045C7F97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153E14E6-D541-93E2-D2E3-D88D36CBF732}"/>
              </a:ext>
            </a:extLst>
          </p:cNvPr>
          <p:cNvSpPr/>
          <p:nvPr/>
        </p:nvSpPr>
        <p:spPr>
          <a:xfrm>
            <a:off x="2892895" y="4623791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C1671F97-CC8F-73CB-6FBE-6F12250D11E5}"/>
              </a:ext>
            </a:extLst>
          </p:cNvPr>
          <p:cNvSpPr/>
          <p:nvPr/>
        </p:nvSpPr>
        <p:spPr>
          <a:xfrm>
            <a:off x="3024309" y="4960672"/>
            <a:ext cx="246686" cy="137151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r>
              <a:rPr lang="en-US" altLang="ko-KR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ON</a:t>
            </a:r>
            <a:endParaRPr lang="ko-KR" altLang="en-US" sz="5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B60FF14D-C0FE-91DE-A3E1-573586DADF14}"/>
              </a:ext>
            </a:extLst>
          </p:cNvPr>
          <p:cNvSpPr/>
          <p:nvPr/>
        </p:nvSpPr>
        <p:spPr>
          <a:xfrm>
            <a:off x="3151059" y="4960672"/>
            <a:ext cx="137150" cy="137150"/>
          </a:xfrm>
          <a:prstGeom prst="ellipse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pPr algn="ctr"/>
            <a:endParaRPr lang="ko-KR" altLang="en-US" sz="500" dirty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B7BFE95D-38BA-3C20-1052-9E1C0A3F4F3B}"/>
              </a:ext>
            </a:extLst>
          </p:cNvPr>
          <p:cNvSpPr/>
          <p:nvPr/>
        </p:nvSpPr>
        <p:spPr>
          <a:xfrm>
            <a:off x="3493644" y="4623791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시그니처</a:t>
            </a:r>
            <a:endParaRPr lang="ko-KR" altLang="en-US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8DBA92BC-6C79-7FB9-A36C-E1664E4709E0}"/>
              </a:ext>
            </a:extLst>
          </p:cNvPr>
          <p:cNvGrpSpPr/>
          <p:nvPr/>
        </p:nvGrpSpPr>
        <p:grpSpPr>
          <a:xfrm>
            <a:off x="3627410" y="4960672"/>
            <a:ext cx="263900" cy="137151"/>
            <a:chOff x="-1" y="3923016"/>
            <a:chExt cx="415621" cy="216001"/>
          </a:xfrm>
        </p:grpSpPr>
        <p:sp>
          <p:nvSpPr>
            <p:cNvPr id="44" name="사각형: 둥근 모서리 43">
              <a:extLst>
                <a:ext uri="{FF2B5EF4-FFF2-40B4-BE49-F238E27FC236}">
                  <a16:creationId xmlns:a16="http://schemas.microsoft.com/office/drawing/2014/main" id="{039FB7D3-6DE4-2F6D-8819-38E823656368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" name="타원 44">
              <a:extLst>
                <a:ext uri="{FF2B5EF4-FFF2-40B4-BE49-F238E27FC236}">
                  <a16:creationId xmlns:a16="http://schemas.microsoft.com/office/drawing/2014/main" id="{74EC6BFB-483F-03AA-CEF6-B849DE3AE4E5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0BC120ED-052F-E4A6-9F00-125CA8D5EF27}"/>
              </a:ext>
            </a:extLst>
          </p:cNvPr>
          <p:cNvSpPr/>
          <p:nvPr/>
        </p:nvSpPr>
        <p:spPr>
          <a:xfrm>
            <a:off x="2296396" y="5218985"/>
            <a:ext cx="526728" cy="526728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FA66DA60-2895-AFED-019F-DA02CE7EF6FB}"/>
              </a:ext>
            </a:extLst>
          </p:cNvPr>
          <p:cNvSpPr/>
          <p:nvPr/>
        </p:nvSpPr>
        <p:spPr>
          <a:xfrm>
            <a:off x="2892895" y="5218985"/>
            <a:ext cx="526728" cy="526728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크루</a:t>
            </a:r>
            <a:endParaRPr lang="ko-KR" altLang="en-US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5F36292B-C5A7-C938-7780-3E1BA38EBE77}"/>
              </a:ext>
            </a:extLst>
          </p:cNvPr>
          <p:cNvSpPr/>
          <p:nvPr/>
        </p:nvSpPr>
        <p:spPr>
          <a:xfrm>
            <a:off x="2286946" y="2011855"/>
            <a:ext cx="1728225" cy="566335"/>
          </a:xfrm>
          <a:prstGeom prst="roundRect">
            <a:avLst>
              <a:gd name="adj" fmla="val 9294"/>
            </a:avLst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0"/>
          <a:lstStyle/>
          <a:p>
            <a:pPr>
              <a:lnSpc>
                <a:spcPct val="120000"/>
              </a:lnSpc>
            </a:pPr>
            <a:r>
              <a:rPr lang="ko-KR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   후원 기능 사용 중</a:t>
            </a:r>
            <a:br>
              <a:rPr lang="en-US" altLang="ko-KR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en-US" altLang="ko-KR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   </a:t>
            </a: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</a:rPr>
              <a:t>사용 중인 후원 </a:t>
            </a:r>
            <a:r>
              <a:rPr lang="en-US" altLang="ko-KR" sz="800" dirty="0">
                <a:solidFill>
                  <a:schemeClr val="bg1"/>
                </a:solidFill>
                <a:latin typeface="맑은 고딕" panose="020B0503020000020004" pitchFamily="50" charset="-127"/>
              </a:rPr>
              <a:t>: 10</a:t>
            </a: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</a:rPr>
              <a:t>개</a:t>
            </a:r>
            <a:endParaRPr lang="ko-KR" altLang="en-US" dirty="0">
              <a:solidFill>
                <a:schemeClr val="bg1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B2ED1E18-A5FC-9D1C-419F-AD3914454776}"/>
              </a:ext>
            </a:extLst>
          </p:cNvPr>
          <p:cNvCxnSpPr/>
          <p:nvPr/>
        </p:nvCxnSpPr>
        <p:spPr>
          <a:xfrm>
            <a:off x="2251566" y="2686783"/>
            <a:ext cx="1836488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7AFEE67A-BF97-9755-C20D-90812A068505}"/>
              </a:ext>
            </a:extLst>
          </p:cNvPr>
          <p:cNvGrpSpPr/>
          <p:nvPr/>
        </p:nvGrpSpPr>
        <p:grpSpPr>
          <a:xfrm>
            <a:off x="3543407" y="2205010"/>
            <a:ext cx="346390" cy="180024"/>
            <a:chOff x="-1" y="3923016"/>
            <a:chExt cx="415621" cy="216001"/>
          </a:xfrm>
        </p:grpSpPr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1BDA0658-B14C-98B0-5D96-145462AB3E6B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8000" tIns="0" rIns="0" bIns="0" rtlCol="0" anchor="ctr"/>
            <a:lstStyle/>
            <a:p>
              <a:r>
                <a:rPr lang="en-US" altLang="ko-KR" sz="6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4" name="타원 53">
              <a:extLst>
                <a:ext uri="{FF2B5EF4-FFF2-40B4-BE49-F238E27FC236}">
                  <a16:creationId xmlns:a16="http://schemas.microsoft.com/office/drawing/2014/main" id="{983C344B-6B11-F32E-6A80-4B3A280929CA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C4337901-B605-16C1-6521-CB23728FBE89}"/>
              </a:ext>
            </a:extLst>
          </p:cNvPr>
          <p:cNvGrpSpPr/>
          <p:nvPr/>
        </p:nvGrpSpPr>
        <p:grpSpPr>
          <a:xfrm>
            <a:off x="2417324" y="4356296"/>
            <a:ext cx="271197" cy="137151"/>
            <a:chOff x="2942105" y="4256955"/>
            <a:chExt cx="271197" cy="137151"/>
          </a:xfrm>
        </p:grpSpPr>
        <p:sp>
          <p:nvSpPr>
            <p:cNvPr id="56" name="사각형: 둥근 모서리 55">
              <a:extLst>
                <a:ext uri="{FF2B5EF4-FFF2-40B4-BE49-F238E27FC236}">
                  <a16:creationId xmlns:a16="http://schemas.microsoft.com/office/drawing/2014/main" id="{4069DD3A-F5A8-6789-02CF-0DAA7D68A32D}"/>
                </a:ext>
              </a:extLst>
            </p:cNvPr>
            <p:cNvSpPr/>
            <p:nvPr/>
          </p:nvSpPr>
          <p:spPr>
            <a:xfrm>
              <a:off x="2966617" y="4256955"/>
              <a:ext cx="246685" cy="13715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65000"/>
                <a:lumOff val="3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r"/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OFF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063BDD8C-7DC2-BA91-3857-25E463F6DF6C}"/>
                </a:ext>
              </a:extLst>
            </p:cNvPr>
            <p:cNvSpPr/>
            <p:nvPr/>
          </p:nvSpPr>
          <p:spPr>
            <a:xfrm>
              <a:off x="2942105" y="4256956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89CADCF1-77CD-8991-0C8E-C7159176AAA2}"/>
              </a:ext>
            </a:extLst>
          </p:cNvPr>
          <p:cNvGrpSpPr/>
          <p:nvPr/>
        </p:nvGrpSpPr>
        <p:grpSpPr>
          <a:xfrm>
            <a:off x="3020660" y="3158523"/>
            <a:ext cx="271197" cy="137151"/>
            <a:chOff x="2942105" y="4256955"/>
            <a:chExt cx="271197" cy="137151"/>
          </a:xfrm>
        </p:grpSpPr>
        <p:sp>
          <p:nvSpPr>
            <p:cNvPr id="59" name="사각형: 둥근 모서리 58">
              <a:extLst>
                <a:ext uri="{FF2B5EF4-FFF2-40B4-BE49-F238E27FC236}">
                  <a16:creationId xmlns:a16="http://schemas.microsoft.com/office/drawing/2014/main" id="{C5F0F56A-C631-F745-8F49-A26B3B970C36}"/>
                </a:ext>
              </a:extLst>
            </p:cNvPr>
            <p:cNvSpPr/>
            <p:nvPr/>
          </p:nvSpPr>
          <p:spPr>
            <a:xfrm>
              <a:off x="2966617" y="4256955"/>
              <a:ext cx="246685" cy="13715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65000"/>
                <a:lumOff val="3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r"/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OFF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" name="타원 59">
              <a:extLst>
                <a:ext uri="{FF2B5EF4-FFF2-40B4-BE49-F238E27FC236}">
                  <a16:creationId xmlns:a16="http://schemas.microsoft.com/office/drawing/2014/main" id="{C94D9ED2-39D9-72C8-B5CF-B05AAA11A3B8}"/>
                </a:ext>
              </a:extLst>
            </p:cNvPr>
            <p:cNvSpPr/>
            <p:nvPr/>
          </p:nvSpPr>
          <p:spPr>
            <a:xfrm>
              <a:off x="2942105" y="4256956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4B19F88C-6DB5-9279-B75E-87213AF0BD53}"/>
              </a:ext>
            </a:extLst>
          </p:cNvPr>
          <p:cNvGrpSpPr/>
          <p:nvPr/>
        </p:nvGrpSpPr>
        <p:grpSpPr>
          <a:xfrm>
            <a:off x="3020660" y="5552920"/>
            <a:ext cx="271197" cy="137151"/>
            <a:chOff x="2942105" y="4256955"/>
            <a:chExt cx="271197" cy="137151"/>
          </a:xfrm>
        </p:grpSpPr>
        <p:sp>
          <p:nvSpPr>
            <p:cNvPr id="62" name="사각형: 둥근 모서리 61">
              <a:extLst>
                <a:ext uri="{FF2B5EF4-FFF2-40B4-BE49-F238E27FC236}">
                  <a16:creationId xmlns:a16="http://schemas.microsoft.com/office/drawing/2014/main" id="{5100FF45-DEA2-5504-BB1C-A6DC87E6A530}"/>
                </a:ext>
              </a:extLst>
            </p:cNvPr>
            <p:cNvSpPr/>
            <p:nvPr/>
          </p:nvSpPr>
          <p:spPr>
            <a:xfrm>
              <a:off x="2966617" y="4256955"/>
              <a:ext cx="246685" cy="13715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65000"/>
                <a:lumOff val="3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r"/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OFF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3" name="타원 62">
              <a:extLst>
                <a:ext uri="{FF2B5EF4-FFF2-40B4-BE49-F238E27FC236}">
                  <a16:creationId xmlns:a16="http://schemas.microsoft.com/office/drawing/2014/main" id="{311C77C6-D5EE-958D-7425-5DA8B30078E9}"/>
                </a:ext>
              </a:extLst>
            </p:cNvPr>
            <p:cNvSpPr/>
            <p:nvPr/>
          </p:nvSpPr>
          <p:spPr>
            <a:xfrm>
              <a:off x="2942105" y="4256956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9E3F02B0-06FA-7880-1366-E4C2560BB212}"/>
              </a:ext>
            </a:extLst>
          </p:cNvPr>
          <p:cNvGrpSpPr/>
          <p:nvPr/>
        </p:nvGrpSpPr>
        <p:grpSpPr>
          <a:xfrm>
            <a:off x="2430886" y="5552920"/>
            <a:ext cx="271197" cy="137151"/>
            <a:chOff x="2942105" y="4256955"/>
            <a:chExt cx="271197" cy="137151"/>
          </a:xfrm>
        </p:grpSpPr>
        <p:sp>
          <p:nvSpPr>
            <p:cNvPr id="65" name="사각형: 둥근 모서리 64">
              <a:extLst>
                <a:ext uri="{FF2B5EF4-FFF2-40B4-BE49-F238E27FC236}">
                  <a16:creationId xmlns:a16="http://schemas.microsoft.com/office/drawing/2014/main" id="{7596B17F-8C37-CFF7-CB24-0DB0080E3E44}"/>
                </a:ext>
              </a:extLst>
            </p:cNvPr>
            <p:cNvSpPr/>
            <p:nvPr/>
          </p:nvSpPr>
          <p:spPr>
            <a:xfrm>
              <a:off x="2966617" y="4256955"/>
              <a:ext cx="246685" cy="13715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65000"/>
                <a:lumOff val="3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r"/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OFF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9630EF37-CD6C-0FFB-ACB7-15A1D546903D}"/>
                </a:ext>
              </a:extLst>
            </p:cNvPr>
            <p:cNvSpPr/>
            <p:nvPr/>
          </p:nvSpPr>
          <p:spPr>
            <a:xfrm>
              <a:off x="2942105" y="4256956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10667685-0342-DB77-95BA-26BF3C481D5F}"/>
              </a:ext>
            </a:extLst>
          </p:cNvPr>
          <p:cNvSpPr/>
          <p:nvPr/>
        </p:nvSpPr>
        <p:spPr>
          <a:xfrm>
            <a:off x="5630796" y="2825004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텍스트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7474656C-8E09-6467-F3AD-31E7F98E6B47}"/>
              </a:ext>
            </a:extLst>
          </p:cNvPr>
          <p:cNvGrpSpPr/>
          <p:nvPr/>
        </p:nvGrpSpPr>
        <p:grpSpPr>
          <a:xfrm>
            <a:off x="5762210" y="3161885"/>
            <a:ext cx="263900" cy="137151"/>
            <a:chOff x="-1" y="3923016"/>
            <a:chExt cx="415621" cy="216001"/>
          </a:xfrm>
        </p:grpSpPr>
        <p:sp>
          <p:nvSpPr>
            <p:cNvPr id="72" name="사각형: 둥근 모서리 71">
              <a:extLst>
                <a:ext uri="{FF2B5EF4-FFF2-40B4-BE49-F238E27FC236}">
                  <a16:creationId xmlns:a16="http://schemas.microsoft.com/office/drawing/2014/main" id="{4CD6D1B0-4A84-33CC-D011-6D4B83B80F64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3" name="타원 72">
              <a:extLst>
                <a:ext uri="{FF2B5EF4-FFF2-40B4-BE49-F238E27FC236}">
                  <a16:creationId xmlns:a16="http://schemas.microsoft.com/office/drawing/2014/main" id="{C0AA4080-4F04-76F8-D504-F882C6029114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290A7BCE-A22D-A1A0-FF43-7B414B61FEDC}"/>
              </a:ext>
            </a:extLst>
          </p:cNvPr>
          <p:cNvSpPr/>
          <p:nvPr/>
        </p:nvSpPr>
        <p:spPr>
          <a:xfrm>
            <a:off x="6231545" y="2825004"/>
            <a:ext cx="526728" cy="526728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미니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C1E81703-8A03-4B53-96CB-E027EEABE03B}"/>
              </a:ext>
            </a:extLst>
          </p:cNvPr>
          <p:cNvSpPr/>
          <p:nvPr/>
        </p:nvSpPr>
        <p:spPr>
          <a:xfrm>
            <a:off x="6832293" y="2825004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음성</a:t>
            </a:r>
          </a:p>
        </p:txBody>
      </p: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2D0624B8-1F30-7F10-29D8-2D9ED8AAC119}"/>
              </a:ext>
            </a:extLst>
          </p:cNvPr>
          <p:cNvGrpSpPr/>
          <p:nvPr/>
        </p:nvGrpSpPr>
        <p:grpSpPr>
          <a:xfrm>
            <a:off x="6966059" y="3161885"/>
            <a:ext cx="263900" cy="137151"/>
            <a:chOff x="-1" y="3923016"/>
            <a:chExt cx="415621" cy="216001"/>
          </a:xfrm>
        </p:grpSpPr>
        <p:sp>
          <p:nvSpPr>
            <p:cNvPr id="77" name="사각형: 둥근 모서리 76">
              <a:extLst>
                <a:ext uri="{FF2B5EF4-FFF2-40B4-BE49-F238E27FC236}">
                  <a16:creationId xmlns:a16="http://schemas.microsoft.com/office/drawing/2014/main" id="{E451BE2F-7338-DE8F-B5EF-0CA5EE0869A8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8" name="타원 77">
              <a:extLst>
                <a:ext uri="{FF2B5EF4-FFF2-40B4-BE49-F238E27FC236}">
                  <a16:creationId xmlns:a16="http://schemas.microsoft.com/office/drawing/2014/main" id="{AE51FEB0-F2BA-9318-17FB-DE4F0E75DA58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C567BC4A-2433-EE9B-880F-38113343E866}"/>
              </a:ext>
            </a:extLst>
          </p:cNvPr>
          <p:cNvSpPr/>
          <p:nvPr/>
        </p:nvSpPr>
        <p:spPr>
          <a:xfrm>
            <a:off x="7431865" y="2827269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영상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B598A266-C179-C6ED-3EC6-150F3E3064F2}"/>
              </a:ext>
            </a:extLst>
          </p:cNvPr>
          <p:cNvGrpSpPr/>
          <p:nvPr/>
        </p:nvGrpSpPr>
        <p:grpSpPr>
          <a:xfrm>
            <a:off x="7565631" y="3164150"/>
            <a:ext cx="263900" cy="137151"/>
            <a:chOff x="-1" y="3923016"/>
            <a:chExt cx="415621" cy="216001"/>
          </a:xfrm>
        </p:grpSpPr>
        <p:sp>
          <p:nvSpPr>
            <p:cNvPr id="81" name="사각형: 둥근 모서리 80">
              <a:extLst>
                <a:ext uri="{FF2B5EF4-FFF2-40B4-BE49-F238E27FC236}">
                  <a16:creationId xmlns:a16="http://schemas.microsoft.com/office/drawing/2014/main" id="{3C10BA09-D366-94FC-3F42-D40F89A17855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2" name="타원 81">
              <a:extLst>
                <a:ext uri="{FF2B5EF4-FFF2-40B4-BE49-F238E27FC236}">
                  <a16:creationId xmlns:a16="http://schemas.microsoft.com/office/drawing/2014/main" id="{F556ADC2-0B0C-E059-0E9C-93E6EA3A2AB4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2B340D89-619B-EFAF-CAEF-D06703AE78B5}"/>
              </a:ext>
            </a:extLst>
          </p:cNvPr>
          <p:cNvSpPr/>
          <p:nvPr/>
        </p:nvSpPr>
        <p:spPr>
          <a:xfrm>
            <a:off x="8028364" y="2827269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룰렛</a:t>
            </a:r>
          </a:p>
        </p:txBody>
      </p: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357568C7-F457-836D-DD71-C6A3AFF08BF5}"/>
              </a:ext>
            </a:extLst>
          </p:cNvPr>
          <p:cNvSpPr/>
          <p:nvPr/>
        </p:nvSpPr>
        <p:spPr>
          <a:xfrm>
            <a:off x="8159778" y="3164150"/>
            <a:ext cx="246686" cy="137151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r>
              <a:rPr lang="en-US" altLang="ko-KR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ON</a:t>
            </a:r>
            <a:endParaRPr lang="ko-KR" altLang="en-US" sz="5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F67C9250-8A13-5645-D733-C509D8141261}"/>
              </a:ext>
            </a:extLst>
          </p:cNvPr>
          <p:cNvSpPr/>
          <p:nvPr/>
        </p:nvSpPr>
        <p:spPr>
          <a:xfrm>
            <a:off x="8286528" y="3164150"/>
            <a:ext cx="137150" cy="137150"/>
          </a:xfrm>
          <a:prstGeom prst="ellipse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pPr algn="ctr"/>
            <a:endParaRPr lang="ko-KR" altLang="en-US" sz="500" dirty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040B84F7-555B-3865-2D65-E90AE9A49981}"/>
              </a:ext>
            </a:extLst>
          </p:cNvPr>
          <p:cNvSpPr/>
          <p:nvPr/>
        </p:nvSpPr>
        <p:spPr>
          <a:xfrm>
            <a:off x="8629113" y="2827269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퀘스트</a:t>
            </a: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C393B328-77B7-8536-1231-2E8AB6B185D1}"/>
              </a:ext>
            </a:extLst>
          </p:cNvPr>
          <p:cNvGrpSpPr/>
          <p:nvPr/>
        </p:nvGrpSpPr>
        <p:grpSpPr>
          <a:xfrm>
            <a:off x="8762879" y="3164150"/>
            <a:ext cx="263900" cy="137151"/>
            <a:chOff x="-1" y="3923016"/>
            <a:chExt cx="415621" cy="216001"/>
          </a:xfrm>
        </p:grpSpPr>
        <p:sp>
          <p:nvSpPr>
            <p:cNvPr id="88" name="사각형: 둥근 모서리 87">
              <a:extLst>
                <a:ext uri="{FF2B5EF4-FFF2-40B4-BE49-F238E27FC236}">
                  <a16:creationId xmlns:a16="http://schemas.microsoft.com/office/drawing/2014/main" id="{2376C8E4-A600-06C1-CE05-BCAA10C297D1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9" name="타원 88">
              <a:extLst>
                <a:ext uri="{FF2B5EF4-FFF2-40B4-BE49-F238E27FC236}">
                  <a16:creationId xmlns:a16="http://schemas.microsoft.com/office/drawing/2014/main" id="{B226BF80-725C-8F6A-94E0-DBF1853387BE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90" name="사각형: 둥근 모서리 89">
            <a:extLst>
              <a:ext uri="{FF2B5EF4-FFF2-40B4-BE49-F238E27FC236}">
                <a16:creationId xmlns:a16="http://schemas.microsoft.com/office/drawing/2014/main" id="{524F5554-FB03-F8EF-604C-7082A0DCF487}"/>
              </a:ext>
            </a:extLst>
          </p:cNvPr>
          <p:cNvSpPr/>
          <p:nvPr/>
        </p:nvSpPr>
        <p:spPr>
          <a:xfrm>
            <a:off x="5626579" y="3480445"/>
            <a:ext cx="526728" cy="526728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그림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F1034802-F81C-BF71-B9FD-D72030A968F7}"/>
              </a:ext>
            </a:extLst>
          </p:cNvPr>
          <p:cNvSpPr/>
          <p:nvPr/>
        </p:nvSpPr>
        <p:spPr>
          <a:xfrm>
            <a:off x="6227328" y="3480445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기프트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8DCECD14-E97F-3378-8213-CCD03FD6B529}"/>
              </a:ext>
            </a:extLst>
          </p:cNvPr>
          <p:cNvGrpSpPr/>
          <p:nvPr/>
        </p:nvGrpSpPr>
        <p:grpSpPr>
          <a:xfrm>
            <a:off x="6361094" y="3817326"/>
            <a:ext cx="263900" cy="137151"/>
            <a:chOff x="-1" y="3923016"/>
            <a:chExt cx="415621" cy="216001"/>
          </a:xfrm>
        </p:grpSpPr>
        <p:sp>
          <p:nvSpPr>
            <p:cNvPr id="93" name="사각형: 둥근 모서리 92">
              <a:extLst>
                <a:ext uri="{FF2B5EF4-FFF2-40B4-BE49-F238E27FC236}">
                  <a16:creationId xmlns:a16="http://schemas.microsoft.com/office/drawing/2014/main" id="{014F77C5-2CD8-CF47-443D-1A89A977718D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4" name="타원 93">
              <a:extLst>
                <a:ext uri="{FF2B5EF4-FFF2-40B4-BE49-F238E27FC236}">
                  <a16:creationId xmlns:a16="http://schemas.microsoft.com/office/drawing/2014/main" id="{F9549F67-3253-EA50-AAF8-377AA7764DEF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65DDE82C-D602-517D-629F-1AD4412B3F35}"/>
              </a:ext>
            </a:extLst>
          </p:cNvPr>
          <p:cNvSpPr/>
          <p:nvPr/>
        </p:nvSpPr>
        <p:spPr>
          <a:xfrm>
            <a:off x="6828076" y="3480445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럭키박스</a:t>
            </a:r>
            <a:endParaRPr lang="ko-KR" altLang="en-US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1F7888F6-6712-CD13-8F75-FE71AFE7E1B3}"/>
              </a:ext>
            </a:extLst>
          </p:cNvPr>
          <p:cNvGrpSpPr/>
          <p:nvPr/>
        </p:nvGrpSpPr>
        <p:grpSpPr>
          <a:xfrm>
            <a:off x="6961842" y="3817326"/>
            <a:ext cx="263900" cy="137151"/>
            <a:chOff x="-1" y="3923016"/>
            <a:chExt cx="415621" cy="216001"/>
          </a:xfrm>
        </p:grpSpPr>
        <p:sp>
          <p:nvSpPr>
            <p:cNvPr id="97" name="사각형: 둥근 모서리 96">
              <a:extLst>
                <a:ext uri="{FF2B5EF4-FFF2-40B4-BE49-F238E27FC236}">
                  <a16:creationId xmlns:a16="http://schemas.microsoft.com/office/drawing/2014/main" id="{53C1363E-D021-2D44-6934-8D3B98A4A392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8" name="타원 97">
              <a:extLst>
                <a:ext uri="{FF2B5EF4-FFF2-40B4-BE49-F238E27FC236}">
                  <a16:creationId xmlns:a16="http://schemas.microsoft.com/office/drawing/2014/main" id="{2B0683C7-6425-7C64-D882-77C2E6710E70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659DCE21-807B-4B86-3F66-332CB07B5DEE}"/>
              </a:ext>
            </a:extLst>
          </p:cNvPr>
          <p:cNvSpPr/>
          <p:nvPr/>
        </p:nvSpPr>
        <p:spPr>
          <a:xfrm>
            <a:off x="7431865" y="3480445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플레이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00" name="그룹 99">
            <a:extLst>
              <a:ext uri="{FF2B5EF4-FFF2-40B4-BE49-F238E27FC236}">
                <a16:creationId xmlns:a16="http://schemas.microsoft.com/office/drawing/2014/main" id="{84F14EBC-E7D6-2E42-F784-4431B49AC6B9}"/>
              </a:ext>
            </a:extLst>
          </p:cNvPr>
          <p:cNvGrpSpPr/>
          <p:nvPr/>
        </p:nvGrpSpPr>
        <p:grpSpPr>
          <a:xfrm>
            <a:off x="7565631" y="3817326"/>
            <a:ext cx="263900" cy="137151"/>
            <a:chOff x="-1" y="3923016"/>
            <a:chExt cx="415621" cy="216001"/>
          </a:xfrm>
        </p:grpSpPr>
        <p:sp>
          <p:nvSpPr>
            <p:cNvPr id="101" name="사각형: 둥근 모서리 100">
              <a:extLst>
                <a:ext uri="{FF2B5EF4-FFF2-40B4-BE49-F238E27FC236}">
                  <a16:creationId xmlns:a16="http://schemas.microsoft.com/office/drawing/2014/main" id="{8679E105-544F-136E-F3CC-AF4637AD0EA0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2" name="타원 101">
              <a:extLst>
                <a:ext uri="{FF2B5EF4-FFF2-40B4-BE49-F238E27FC236}">
                  <a16:creationId xmlns:a16="http://schemas.microsoft.com/office/drawing/2014/main" id="{343C9D57-71AA-1CD9-2D07-7BCF27F2A273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4E24AF5C-910E-0ABB-7328-4A3700995220}"/>
              </a:ext>
            </a:extLst>
          </p:cNvPr>
          <p:cNvSpPr/>
          <p:nvPr/>
        </p:nvSpPr>
        <p:spPr>
          <a:xfrm>
            <a:off x="8028364" y="3480445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CD81C446-3605-C84E-BD3F-5494E2CC7872}"/>
              </a:ext>
            </a:extLst>
          </p:cNvPr>
          <p:cNvSpPr/>
          <p:nvPr/>
        </p:nvSpPr>
        <p:spPr>
          <a:xfrm>
            <a:off x="8159778" y="3817326"/>
            <a:ext cx="246686" cy="137151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r>
              <a:rPr lang="en-US" altLang="ko-KR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ON</a:t>
            </a:r>
            <a:endParaRPr lang="ko-KR" altLang="en-US" sz="5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5" name="타원 104">
            <a:extLst>
              <a:ext uri="{FF2B5EF4-FFF2-40B4-BE49-F238E27FC236}">
                <a16:creationId xmlns:a16="http://schemas.microsoft.com/office/drawing/2014/main" id="{550FCBFF-1693-66A6-4440-802ADCF9D91D}"/>
              </a:ext>
            </a:extLst>
          </p:cNvPr>
          <p:cNvSpPr/>
          <p:nvPr/>
        </p:nvSpPr>
        <p:spPr>
          <a:xfrm>
            <a:off x="8286528" y="3817326"/>
            <a:ext cx="137150" cy="137150"/>
          </a:xfrm>
          <a:prstGeom prst="ellipse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pPr algn="ctr"/>
            <a:endParaRPr lang="ko-KR" altLang="en-US" sz="500" dirty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5C7A5900-749A-535D-0582-AE2157124B60}"/>
              </a:ext>
            </a:extLst>
          </p:cNvPr>
          <p:cNvSpPr/>
          <p:nvPr/>
        </p:nvSpPr>
        <p:spPr>
          <a:xfrm>
            <a:off x="8629113" y="3480445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시그니처</a:t>
            </a:r>
            <a:endParaRPr lang="ko-KR" altLang="en-US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79FD1881-3897-C6AD-7258-59B93235629D}"/>
              </a:ext>
            </a:extLst>
          </p:cNvPr>
          <p:cNvGrpSpPr/>
          <p:nvPr/>
        </p:nvGrpSpPr>
        <p:grpSpPr>
          <a:xfrm>
            <a:off x="8762879" y="3817326"/>
            <a:ext cx="263900" cy="137151"/>
            <a:chOff x="-1" y="3923016"/>
            <a:chExt cx="415621" cy="216001"/>
          </a:xfrm>
        </p:grpSpPr>
        <p:sp>
          <p:nvSpPr>
            <p:cNvPr id="108" name="사각형: 둥근 모서리 107">
              <a:extLst>
                <a:ext uri="{FF2B5EF4-FFF2-40B4-BE49-F238E27FC236}">
                  <a16:creationId xmlns:a16="http://schemas.microsoft.com/office/drawing/2014/main" id="{B79231FC-9E36-E17D-AE9A-28C46C5AD5D6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9" name="타원 108">
              <a:extLst>
                <a:ext uri="{FF2B5EF4-FFF2-40B4-BE49-F238E27FC236}">
                  <a16:creationId xmlns:a16="http://schemas.microsoft.com/office/drawing/2014/main" id="{62FCDB5A-313B-3E4C-2296-ACAE5F7BEE88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8D73D1EE-DD59-E349-C814-46C36F8974A2}"/>
              </a:ext>
            </a:extLst>
          </p:cNvPr>
          <p:cNvSpPr/>
          <p:nvPr/>
        </p:nvSpPr>
        <p:spPr>
          <a:xfrm>
            <a:off x="5630786" y="4141963"/>
            <a:ext cx="526728" cy="526728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1" name="사각형: 둥근 모서리 110">
            <a:extLst>
              <a:ext uri="{FF2B5EF4-FFF2-40B4-BE49-F238E27FC236}">
                <a16:creationId xmlns:a16="http://schemas.microsoft.com/office/drawing/2014/main" id="{5AF33FD9-10BD-5BD0-26C4-C1F1DF275FAD}"/>
              </a:ext>
            </a:extLst>
          </p:cNvPr>
          <p:cNvSpPr/>
          <p:nvPr/>
        </p:nvSpPr>
        <p:spPr>
          <a:xfrm>
            <a:off x="6227285" y="4141963"/>
            <a:ext cx="526728" cy="526728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크루</a:t>
            </a:r>
            <a:endParaRPr lang="ko-KR" altLang="en-US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4" name="사각형: 둥근 모서리 113">
            <a:extLst>
              <a:ext uri="{FF2B5EF4-FFF2-40B4-BE49-F238E27FC236}">
                <a16:creationId xmlns:a16="http://schemas.microsoft.com/office/drawing/2014/main" id="{CB7DC0E9-DFCE-2DB2-03D4-F143963DF3AE}"/>
              </a:ext>
            </a:extLst>
          </p:cNvPr>
          <p:cNvSpPr/>
          <p:nvPr/>
        </p:nvSpPr>
        <p:spPr>
          <a:xfrm>
            <a:off x="5626579" y="2011855"/>
            <a:ext cx="3524061" cy="566335"/>
          </a:xfrm>
          <a:prstGeom prst="roundRect">
            <a:avLst>
              <a:gd name="adj" fmla="val 9294"/>
            </a:avLst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0"/>
          <a:lstStyle/>
          <a:p>
            <a:pPr>
              <a:lnSpc>
                <a:spcPct val="120000"/>
              </a:lnSpc>
            </a:pPr>
            <a:endParaRPr lang="ko-KR" altLang="en-US" dirty="0">
              <a:solidFill>
                <a:schemeClr val="bg1"/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4A640828-F414-7A5B-9D04-316F531D5968}"/>
              </a:ext>
            </a:extLst>
          </p:cNvPr>
          <p:cNvGrpSpPr/>
          <p:nvPr/>
        </p:nvGrpSpPr>
        <p:grpSpPr>
          <a:xfrm>
            <a:off x="8678876" y="2205010"/>
            <a:ext cx="346390" cy="180024"/>
            <a:chOff x="-1" y="3923016"/>
            <a:chExt cx="415621" cy="216001"/>
          </a:xfrm>
        </p:grpSpPr>
        <p:sp>
          <p:nvSpPr>
            <p:cNvPr id="117" name="사각형: 둥근 모서리 116">
              <a:extLst>
                <a:ext uri="{FF2B5EF4-FFF2-40B4-BE49-F238E27FC236}">
                  <a16:creationId xmlns:a16="http://schemas.microsoft.com/office/drawing/2014/main" id="{E67D3FA6-6710-E6E8-3764-B32E21FF09F8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8000" tIns="0" rIns="0" bIns="0" rtlCol="0" anchor="ctr"/>
            <a:lstStyle/>
            <a:p>
              <a:r>
                <a:rPr lang="en-US" altLang="ko-KR" sz="6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" name="타원 117">
              <a:extLst>
                <a:ext uri="{FF2B5EF4-FFF2-40B4-BE49-F238E27FC236}">
                  <a16:creationId xmlns:a16="http://schemas.microsoft.com/office/drawing/2014/main" id="{C1F0DFC3-6963-5574-B984-5E17071E5369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B974191E-4494-8D12-A7EF-17838812FAAA}"/>
              </a:ext>
            </a:extLst>
          </p:cNvPr>
          <p:cNvGrpSpPr/>
          <p:nvPr/>
        </p:nvGrpSpPr>
        <p:grpSpPr>
          <a:xfrm>
            <a:off x="5751756" y="3815695"/>
            <a:ext cx="271197" cy="137151"/>
            <a:chOff x="2942105" y="4256955"/>
            <a:chExt cx="271197" cy="137151"/>
          </a:xfrm>
        </p:grpSpPr>
        <p:sp>
          <p:nvSpPr>
            <p:cNvPr id="120" name="사각형: 둥근 모서리 119">
              <a:extLst>
                <a:ext uri="{FF2B5EF4-FFF2-40B4-BE49-F238E27FC236}">
                  <a16:creationId xmlns:a16="http://schemas.microsoft.com/office/drawing/2014/main" id="{4D9F0CC2-C4ED-1EC3-7FEE-609A98DE5AB6}"/>
                </a:ext>
              </a:extLst>
            </p:cNvPr>
            <p:cNvSpPr/>
            <p:nvPr/>
          </p:nvSpPr>
          <p:spPr>
            <a:xfrm>
              <a:off x="2966617" y="4256955"/>
              <a:ext cx="246685" cy="13715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65000"/>
                <a:lumOff val="3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r"/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OFF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" name="타원 120">
              <a:extLst>
                <a:ext uri="{FF2B5EF4-FFF2-40B4-BE49-F238E27FC236}">
                  <a16:creationId xmlns:a16="http://schemas.microsoft.com/office/drawing/2014/main" id="{0A3CCD54-2EF3-94E4-5DF7-0769495C9F9A}"/>
                </a:ext>
              </a:extLst>
            </p:cNvPr>
            <p:cNvSpPr/>
            <p:nvPr/>
          </p:nvSpPr>
          <p:spPr>
            <a:xfrm>
              <a:off x="2942105" y="4256956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2" name="그룹 121">
            <a:extLst>
              <a:ext uri="{FF2B5EF4-FFF2-40B4-BE49-F238E27FC236}">
                <a16:creationId xmlns:a16="http://schemas.microsoft.com/office/drawing/2014/main" id="{2B5F921A-1F39-3A89-E941-CCA2264774D1}"/>
              </a:ext>
            </a:extLst>
          </p:cNvPr>
          <p:cNvGrpSpPr/>
          <p:nvPr/>
        </p:nvGrpSpPr>
        <p:grpSpPr>
          <a:xfrm>
            <a:off x="6359309" y="3158523"/>
            <a:ext cx="271197" cy="137151"/>
            <a:chOff x="2942105" y="4256955"/>
            <a:chExt cx="271197" cy="137151"/>
          </a:xfrm>
        </p:grpSpPr>
        <p:sp>
          <p:nvSpPr>
            <p:cNvPr id="123" name="사각형: 둥근 모서리 122">
              <a:extLst>
                <a:ext uri="{FF2B5EF4-FFF2-40B4-BE49-F238E27FC236}">
                  <a16:creationId xmlns:a16="http://schemas.microsoft.com/office/drawing/2014/main" id="{BF24FE9A-8108-1B02-0F38-F36C2A18C269}"/>
                </a:ext>
              </a:extLst>
            </p:cNvPr>
            <p:cNvSpPr/>
            <p:nvPr/>
          </p:nvSpPr>
          <p:spPr>
            <a:xfrm>
              <a:off x="2966617" y="4256955"/>
              <a:ext cx="246685" cy="13715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65000"/>
                <a:lumOff val="3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r"/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OFF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4" name="타원 123">
              <a:extLst>
                <a:ext uri="{FF2B5EF4-FFF2-40B4-BE49-F238E27FC236}">
                  <a16:creationId xmlns:a16="http://schemas.microsoft.com/office/drawing/2014/main" id="{6D5DDC99-6C2B-F177-9EC5-AB354A1993FF}"/>
                </a:ext>
              </a:extLst>
            </p:cNvPr>
            <p:cNvSpPr/>
            <p:nvPr/>
          </p:nvSpPr>
          <p:spPr>
            <a:xfrm>
              <a:off x="2942105" y="4256956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D91D7423-A3F2-D2A5-825A-D6A79E2D43CC}"/>
              </a:ext>
            </a:extLst>
          </p:cNvPr>
          <p:cNvGrpSpPr/>
          <p:nvPr/>
        </p:nvGrpSpPr>
        <p:grpSpPr>
          <a:xfrm>
            <a:off x="6355050" y="4475898"/>
            <a:ext cx="271197" cy="137151"/>
            <a:chOff x="2942105" y="4256955"/>
            <a:chExt cx="271197" cy="137151"/>
          </a:xfrm>
        </p:grpSpPr>
        <p:sp>
          <p:nvSpPr>
            <p:cNvPr id="126" name="사각형: 둥근 모서리 125">
              <a:extLst>
                <a:ext uri="{FF2B5EF4-FFF2-40B4-BE49-F238E27FC236}">
                  <a16:creationId xmlns:a16="http://schemas.microsoft.com/office/drawing/2014/main" id="{53F9EE76-3A2E-5437-FBEF-5AB90430E0CE}"/>
                </a:ext>
              </a:extLst>
            </p:cNvPr>
            <p:cNvSpPr/>
            <p:nvPr/>
          </p:nvSpPr>
          <p:spPr>
            <a:xfrm>
              <a:off x="2966617" y="4256955"/>
              <a:ext cx="246685" cy="13715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65000"/>
                <a:lumOff val="3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r"/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OFF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7" name="타원 126">
              <a:extLst>
                <a:ext uri="{FF2B5EF4-FFF2-40B4-BE49-F238E27FC236}">
                  <a16:creationId xmlns:a16="http://schemas.microsoft.com/office/drawing/2014/main" id="{CD227B7E-E2B4-714E-29F2-CD0C90EEDC9F}"/>
                </a:ext>
              </a:extLst>
            </p:cNvPr>
            <p:cNvSpPr/>
            <p:nvPr/>
          </p:nvSpPr>
          <p:spPr>
            <a:xfrm>
              <a:off x="2942105" y="4256956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6226470E-4CE9-0AAB-2E9B-08CC6BDCB831}"/>
              </a:ext>
            </a:extLst>
          </p:cNvPr>
          <p:cNvGrpSpPr/>
          <p:nvPr/>
        </p:nvGrpSpPr>
        <p:grpSpPr>
          <a:xfrm>
            <a:off x="5765276" y="4475898"/>
            <a:ext cx="271197" cy="137151"/>
            <a:chOff x="2942105" y="4256955"/>
            <a:chExt cx="271197" cy="137151"/>
          </a:xfrm>
        </p:grpSpPr>
        <p:sp>
          <p:nvSpPr>
            <p:cNvPr id="129" name="사각형: 둥근 모서리 128">
              <a:extLst>
                <a:ext uri="{FF2B5EF4-FFF2-40B4-BE49-F238E27FC236}">
                  <a16:creationId xmlns:a16="http://schemas.microsoft.com/office/drawing/2014/main" id="{B1CAC37F-7034-C317-8F5A-023A20E86C85}"/>
                </a:ext>
              </a:extLst>
            </p:cNvPr>
            <p:cNvSpPr/>
            <p:nvPr/>
          </p:nvSpPr>
          <p:spPr>
            <a:xfrm>
              <a:off x="2966617" y="4256955"/>
              <a:ext cx="246685" cy="13715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65000"/>
                <a:lumOff val="3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r"/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OFF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0" name="타원 129">
              <a:extLst>
                <a:ext uri="{FF2B5EF4-FFF2-40B4-BE49-F238E27FC236}">
                  <a16:creationId xmlns:a16="http://schemas.microsoft.com/office/drawing/2014/main" id="{70262404-54C4-3E80-CB6F-BD498D4C9D13}"/>
                </a:ext>
              </a:extLst>
            </p:cNvPr>
            <p:cNvSpPr/>
            <p:nvPr/>
          </p:nvSpPr>
          <p:spPr>
            <a:xfrm>
              <a:off x="2942105" y="4256956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37" name="TextBox 136">
            <a:extLst>
              <a:ext uri="{FF2B5EF4-FFF2-40B4-BE49-F238E27FC236}">
                <a16:creationId xmlns:a16="http://schemas.microsoft.com/office/drawing/2014/main" id="{BB6146B2-AB2B-6051-D0A9-5B19B5BFF847}"/>
              </a:ext>
            </a:extLst>
          </p:cNvPr>
          <p:cNvSpPr txBox="1"/>
          <p:nvPr/>
        </p:nvSpPr>
        <p:spPr>
          <a:xfrm>
            <a:off x="6504648" y="2090027"/>
            <a:ext cx="1269601" cy="4339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 기능 사용 중</a:t>
            </a:r>
            <a:b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</a:b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사용 중인 후원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: 10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개</a:t>
            </a:r>
            <a:endParaRPr lang="ko-KR" altLang="en-US" dirty="0"/>
          </a:p>
        </p:txBody>
      </p:sp>
      <p:sp>
        <p:nvSpPr>
          <p:cNvPr id="140" name="화살표: 왼쪽/오른쪽 139">
            <a:extLst>
              <a:ext uri="{FF2B5EF4-FFF2-40B4-BE49-F238E27FC236}">
                <a16:creationId xmlns:a16="http://schemas.microsoft.com/office/drawing/2014/main" id="{4AB38EEE-0D30-D39E-CC41-FB1BB050A25A}"/>
              </a:ext>
            </a:extLst>
          </p:cNvPr>
          <p:cNvSpPr/>
          <p:nvPr/>
        </p:nvSpPr>
        <p:spPr>
          <a:xfrm>
            <a:off x="4511116" y="3467173"/>
            <a:ext cx="623826" cy="611321"/>
          </a:xfrm>
          <a:prstGeom prst="leftRightArrow">
            <a:avLst>
              <a:gd name="adj1" fmla="val 50000"/>
              <a:gd name="adj2" fmla="val 32229"/>
            </a:avLst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D6EB3211-3972-D7F9-B552-6204DA70DC9B}"/>
              </a:ext>
            </a:extLst>
          </p:cNvPr>
          <p:cNvGrpSpPr/>
          <p:nvPr/>
        </p:nvGrpSpPr>
        <p:grpSpPr>
          <a:xfrm>
            <a:off x="3716846" y="1685221"/>
            <a:ext cx="387008" cy="118852"/>
            <a:chOff x="8850325" y="2256508"/>
            <a:chExt cx="387008" cy="118852"/>
          </a:xfrm>
        </p:grpSpPr>
        <p:sp>
          <p:nvSpPr>
            <p:cNvPr id="3" name="Google Shape;1200;p27">
              <a:extLst>
                <a:ext uri="{FF2B5EF4-FFF2-40B4-BE49-F238E27FC236}">
                  <a16:creationId xmlns:a16="http://schemas.microsoft.com/office/drawing/2014/main" id="{EB526602-E330-9EE8-C4B2-45893CA3D3B6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7" name="그래픽 66">
              <a:extLst>
                <a:ext uri="{FF2B5EF4-FFF2-40B4-BE49-F238E27FC236}">
                  <a16:creationId xmlns:a16="http://schemas.microsoft.com/office/drawing/2014/main" id="{BD4BD767-4A9F-D085-D49E-BF460FA367B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131" name="Google Shape;1202;p27">
              <a:extLst>
                <a:ext uri="{FF2B5EF4-FFF2-40B4-BE49-F238E27FC236}">
                  <a16:creationId xmlns:a16="http://schemas.microsoft.com/office/drawing/2014/main" id="{7F7361ED-6F55-0968-1C29-AE9B852D5C2F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08CFF809-EA58-EFFC-707C-A3DD995EE907}"/>
              </a:ext>
            </a:extLst>
          </p:cNvPr>
          <p:cNvGrpSpPr/>
          <p:nvPr/>
        </p:nvGrpSpPr>
        <p:grpSpPr>
          <a:xfrm>
            <a:off x="8862587" y="1685221"/>
            <a:ext cx="387008" cy="118852"/>
            <a:chOff x="8850325" y="2256508"/>
            <a:chExt cx="387008" cy="118852"/>
          </a:xfrm>
        </p:grpSpPr>
        <p:sp>
          <p:nvSpPr>
            <p:cNvPr id="134" name="Google Shape;1200;p27">
              <a:extLst>
                <a:ext uri="{FF2B5EF4-FFF2-40B4-BE49-F238E27FC236}">
                  <a16:creationId xmlns:a16="http://schemas.microsoft.com/office/drawing/2014/main" id="{103CFCF1-9BC3-B0DD-0682-18CA5968DE37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5" name="그래픽 134">
              <a:extLst>
                <a:ext uri="{FF2B5EF4-FFF2-40B4-BE49-F238E27FC236}">
                  <a16:creationId xmlns:a16="http://schemas.microsoft.com/office/drawing/2014/main" id="{BCC9E2A1-CF59-DC5C-D61A-BFCE43ED1C6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136" name="Google Shape;1202;p27">
              <a:extLst>
                <a:ext uri="{FF2B5EF4-FFF2-40B4-BE49-F238E27FC236}">
                  <a16:creationId xmlns:a16="http://schemas.microsoft.com/office/drawing/2014/main" id="{9D5AEC15-F373-DCB1-0E80-893C75D98D65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09318130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" name="텍스트 개체 틀 167">
            <a:extLst>
              <a:ext uri="{FF2B5EF4-FFF2-40B4-BE49-F238E27FC236}">
                <a16:creationId xmlns:a16="http://schemas.microsoft.com/office/drawing/2014/main" id="{A13ADE69-7064-E116-0036-5FBF7B634072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/>
              <a:t>후원 사용</a:t>
            </a:r>
          </a:p>
        </p:txBody>
      </p:sp>
      <p:sp>
        <p:nvSpPr>
          <p:cNvPr id="167" name="제목 166">
            <a:extLst>
              <a:ext uri="{FF2B5EF4-FFF2-40B4-BE49-F238E27FC236}">
                <a16:creationId xmlns:a16="http://schemas.microsoft.com/office/drawing/2014/main" id="{18C26C52-CC8C-1CA3-8FBF-38B551D6E37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기타 위젯 </a:t>
            </a:r>
            <a:r>
              <a:rPr lang="en-US" altLang="ko-KR" dirty="0"/>
              <a:t>&gt; </a:t>
            </a:r>
            <a:r>
              <a:rPr lang="ko-KR" altLang="en-US" dirty="0"/>
              <a:t>후원 사용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A2DD6384-1E09-BB01-F319-BD0E49A92AD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55077"/>
          <a:stretch>
            <a:fillRect/>
          </a:stretch>
        </p:blipFill>
        <p:spPr>
          <a:xfrm>
            <a:off x="331546" y="1808554"/>
            <a:ext cx="2993771" cy="4716790"/>
          </a:xfrm>
          <a:prstGeom prst="rect">
            <a:avLst/>
          </a:prstGeom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D8DC8B93-0F2F-C27F-EC9C-65A9B6EF4659}"/>
              </a:ext>
            </a:extLst>
          </p:cNvPr>
          <p:cNvSpPr/>
          <p:nvPr/>
        </p:nvSpPr>
        <p:spPr>
          <a:xfrm>
            <a:off x="1427306" y="2608449"/>
            <a:ext cx="1810693" cy="1748347"/>
          </a:xfrm>
          <a:prstGeom prst="rect">
            <a:avLst/>
          </a:prstGeom>
          <a:solidFill>
            <a:srgbClr val="FF0000">
              <a:alpha val="20000"/>
            </a:srgbClr>
          </a:solidFill>
          <a:ln w="19050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C5EF19EE-027F-F7AF-FCA9-38A2895C734C}"/>
              </a:ext>
            </a:extLst>
          </p:cNvPr>
          <p:cNvSpPr/>
          <p:nvPr/>
        </p:nvSpPr>
        <p:spPr>
          <a:xfrm>
            <a:off x="584061" y="6277092"/>
            <a:ext cx="798491" cy="216322"/>
          </a:xfrm>
          <a:prstGeom prst="rect">
            <a:avLst/>
          </a:prstGeom>
          <a:solidFill>
            <a:srgbClr val="FF0000">
              <a:alpha val="20000"/>
            </a:srgbClr>
          </a:solidFill>
          <a:ln w="19050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Google Shape;1301;p29">
            <a:extLst>
              <a:ext uri="{FF2B5EF4-FFF2-40B4-BE49-F238E27FC236}">
                <a16:creationId xmlns:a16="http://schemas.microsoft.com/office/drawing/2014/main" id="{80CD4AE4-5791-D716-B3FC-A8E5C21B657B}"/>
              </a:ext>
            </a:extLst>
          </p:cNvPr>
          <p:cNvSpPr/>
          <p:nvPr/>
        </p:nvSpPr>
        <p:spPr>
          <a:xfrm>
            <a:off x="3494035" y="2061070"/>
            <a:ext cx="2102012" cy="4263778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후원 사용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11" name="Google Shape;1303;p29">
            <a:extLst>
              <a:ext uri="{FF2B5EF4-FFF2-40B4-BE49-F238E27FC236}">
                <a16:creationId xmlns:a16="http://schemas.microsoft.com/office/drawing/2014/main" id="{A5657BA7-D7E9-EC30-C57B-F9FA727EAAEE}"/>
              </a:ext>
            </a:extLst>
          </p:cNvPr>
          <p:cNvSpPr/>
          <p:nvPr/>
        </p:nvSpPr>
        <p:spPr>
          <a:xfrm>
            <a:off x="3566043" y="2312876"/>
            <a:ext cx="1972854" cy="393356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AC066F50-8EEE-8104-33E0-A2A6BC22A68F}"/>
              </a:ext>
            </a:extLst>
          </p:cNvPr>
          <p:cNvSpPr/>
          <p:nvPr/>
        </p:nvSpPr>
        <p:spPr>
          <a:xfrm>
            <a:off x="3674022" y="3257052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텍스트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0C710295-2AE6-E8B9-F54E-ADCB71C1BFA5}"/>
              </a:ext>
            </a:extLst>
          </p:cNvPr>
          <p:cNvGrpSpPr/>
          <p:nvPr/>
        </p:nvGrpSpPr>
        <p:grpSpPr>
          <a:xfrm>
            <a:off x="3805436" y="3593933"/>
            <a:ext cx="263900" cy="137151"/>
            <a:chOff x="-1" y="3923016"/>
            <a:chExt cx="415621" cy="216001"/>
          </a:xfrm>
        </p:grpSpPr>
        <p:sp>
          <p:nvSpPr>
            <p:cNvPr id="14" name="사각형: 둥근 모서리 13">
              <a:extLst>
                <a:ext uri="{FF2B5EF4-FFF2-40B4-BE49-F238E27FC236}">
                  <a16:creationId xmlns:a16="http://schemas.microsoft.com/office/drawing/2014/main" id="{3A37BF21-826C-6108-E484-CBEC65775B8D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" name="타원 14">
              <a:extLst>
                <a:ext uri="{FF2B5EF4-FFF2-40B4-BE49-F238E27FC236}">
                  <a16:creationId xmlns:a16="http://schemas.microsoft.com/office/drawing/2014/main" id="{7DF27413-C316-0EF8-E041-9BCD653CCCA2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C08EB461-1286-E1E8-A779-3003205EF6B3}"/>
              </a:ext>
            </a:extLst>
          </p:cNvPr>
          <p:cNvSpPr/>
          <p:nvPr/>
        </p:nvSpPr>
        <p:spPr>
          <a:xfrm>
            <a:off x="4274771" y="3257052"/>
            <a:ext cx="526728" cy="526728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미니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27C9729F-ACEE-FBFA-5C2A-743D0B5FEFB9}"/>
              </a:ext>
            </a:extLst>
          </p:cNvPr>
          <p:cNvSpPr/>
          <p:nvPr/>
        </p:nvSpPr>
        <p:spPr>
          <a:xfrm>
            <a:off x="4875519" y="3257052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음성</a:t>
            </a: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2A339529-32C3-74CF-E846-B0A81890749A}"/>
              </a:ext>
            </a:extLst>
          </p:cNvPr>
          <p:cNvGrpSpPr/>
          <p:nvPr/>
        </p:nvGrpSpPr>
        <p:grpSpPr>
          <a:xfrm>
            <a:off x="5009285" y="3593933"/>
            <a:ext cx="263900" cy="137151"/>
            <a:chOff x="-1" y="3923016"/>
            <a:chExt cx="415621" cy="216001"/>
          </a:xfrm>
        </p:grpSpPr>
        <p:sp>
          <p:nvSpPr>
            <p:cNvPr id="19" name="사각형: 둥근 모서리 18">
              <a:extLst>
                <a:ext uri="{FF2B5EF4-FFF2-40B4-BE49-F238E27FC236}">
                  <a16:creationId xmlns:a16="http://schemas.microsoft.com/office/drawing/2014/main" id="{7D9BAEF8-8112-B2A7-A4CB-AE00942F44BC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0" name="타원 19">
              <a:extLst>
                <a:ext uri="{FF2B5EF4-FFF2-40B4-BE49-F238E27FC236}">
                  <a16:creationId xmlns:a16="http://schemas.microsoft.com/office/drawing/2014/main" id="{A96DE51E-A335-EF96-88F1-F05BDF8B8629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AF8DF209-A78F-6D04-CA55-6E3193D39401}"/>
              </a:ext>
            </a:extLst>
          </p:cNvPr>
          <p:cNvSpPr/>
          <p:nvPr/>
        </p:nvSpPr>
        <p:spPr>
          <a:xfrm>
            <a:off x="3678271" y="3859797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영상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3C3C02B1-3212-68F7-77D0-A30645BE36E2}"/>
              </a:ext>
            </a:extLst>
          </p:cNvPr>
          <p:cNvGrpSpPr/>
          <p:nvPr/>
        </p:nvGrpSpPr>
        <p:grpSpPr>
          <a:xfrm>
            <a:off x="3812037" y="4196678"/>
            <a:ext cx="263900" cy="137151"/>
            <a:chOff x="-1" y="3923016"/>
            <a:chExt cx="415621" cy="216001"/>
          </a:xfrm>
        </p:grpSpPr>
        <p:sp>
          <p:nvSpPr>
            <p:cNvPr id="23" name="사각형: 둥근 모서리 22">
              <a:extLst>
                <a:ext uri="{FF2B5EF4-FFF2-40B4-BE49-F238E27FC236}">
                  <a16:creationId xmlns:a16="http://schemas.microsoft.com/office/drawing/2014/main" id="{98011AF9-2035-B78A-89C1-350F44461FB1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" name="타원 23">
              <a:extLst>
                <a:ext uri="{FF2B5EF4-FFF2-40B4-BE49-F238E27FC236}">
                  <a16:creationId xmlns:a16="http://schemas.microsoft.com/office/drawing/2014/main" id="{E7613E73-2215-9766-A2A8-4C309FB95E2B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2EA47545-A48C-4CD8-22C9-9B6CEA80E5AA}"/>
              </a:ext>
            </a:extLst>
          </p:cNvPr>
          <p:cNvSpPr/>
          <p:nvPr/>
        </p:nvSpPr>
        <p:spPr>
          <a:xfrm>
            <a:off x="4274770" y="3859797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룰렛</a:t>
            </a: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3A4BBE28-3EBC-72A2-35C2-9722BC3237FC}"/>
              </a:ext>
            </a:extLst>
          </p:cNvPr>
          <p:cNvSpPr/>
          <p:nvPr/>
        </p:nvSpPr>
        <p:spPr>
          <a:xfrm>
            <a:off x="4406184" y="4196678"/>
            <a:ext cx="246686" cy="137151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r>
              <a:rPr lang="en-US" altLang="ko-KR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ON</a:t>
            </a:r>
            <a:endParaRPr lang="ko-KR" altLang="en-US" sz="5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8046480F-2800-9304-EF2A-CB9E1E8861BF}"/>
              </a:ext>
            </a:extLst>
          </p:cNvPr>
          <p:cNvSpPr/>
          <p:nvPr/>
        </p:nvSpPr>
        <p:spPr>
          <a:xfrm>
            <a:off x="4532934" y="4196678"/>
            <a:ext cx="137150" cy="137150"/>
          </a:xfrm>
          <a:prstGeom prst="ellipse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pPr algn="ctr"/>
            <a:endParaRPr lang="ko-KR" altLang="en-US" sz="500" dirty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05C5DE03-A008-27A1-B424-54787150637D}"/>
              </a:ext>
            </a:extLst>
          </p:cNvPr>
          <p:cNvSpPr/>
          <p:nvPr/>
        </p:nvSpPr>
        <p:spPr>
          <a:xfrm>
            <a:off x="4875519" y="3859797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퀘스트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4B5A48D-AFAC-B817-94A0-DD00D93DF120}"/>
              </a:ext>
            </a:extLst>
          </p:cNvPr>
          <p:cNvGrpSpPr/>
          <p:nvPr/>
        </p:nvGrpSpPr>
        <p:grpSpPr>
          <a:xfrm>
            <a:off x="5009285" y="4196678"/>
            <a:ext cx="263900" cy="137151"/>
            <a:chOff x="-1" y="3923016"/>
            <a:chExt cx="415621" cy="216001"/>
          </a:xfrm>
        </p:grpSpPr>
        <p:sp>
          <p:nvSpPr>
            <p:cNvPr id="30" name="사각형: 둥근 모서리 29">
              <a:extLst>
                <a:ext uri="{FF2B5EF4-FFF2-40B4-BE49-F238E27FC236}">
                  <a16:creationId xmlns:a16="http://schemas.microsoft.com/office/drawing/2014/main" id="{89C0F121-80AB-DAE7-1552-653102A5A7B6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1" name="타원 30">
              <a:extLst>
                <a:ext uri="{FF2B5EF4-FFF2-40B4-BE49-F238E27FC236}">
                  <a16:creationId xmlns:a16="http://schemas.microsoft.com/office/drawing/2014/main" id="{EB2C3F83-5588-4458-2119-18ACF9E9FC6C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5DF53F57-734D-DA4C-FB13-21F95CB88FF2}"/>
              </a:ext>
            </a:extLst>
          </p:cNvPr>
          <p:cNvSpPr/>
          <p:nvPr/>
        </p:nvSpPr>
        <p:spPr>
          <a:xfrm>
            <a:off x="3674022" y="4453094"/>
            <a:ext cx="526728" cy="526728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그림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7280B84E-AB5F-F344-5221-6B17F7F09BD7}"/>
              </a:ext>
            </a:extLst>
          </p:cNvPr>
          <p:cNvSpPr/>
          <p:nvPr/>
        </p:nvSpPr>
        <p:spPr>
          <a:xfrm>
            <a:off x="4274771" y="4453094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기프트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5A347506-7A0F-DFE9-4FB2-5597F2E1DFAF}"/>
              </a:ext>
            </a:extLst>
          </p:cNvPr>
          <p:cNvGrpSpPr/>
          <p:nvPr/>
        </p:nvGrpSpPr>
        <p:grpSpPr>
          <a:xfrm>
            <a:off x="4408537" y="4789975"/>
            <a:ext cx="263900" cy="137151"/>
            <a:chOff x="-1" y="3923016"/>
            <a:chExt cx="415621" cy="216001"/>
          </a:xfrm>
        </p:grpSpPr>
        <p:sp>
          <p:nvSpPr>
            <p:cNvPr id="35" name="사각형: 둥근 모서리 34">
              <a:extLst>
                <a:ext uri="{FF2B5EF4-FFF2-40B4-BE49-F238E27FC236}">
                  <a16:creationId xmlns:a16="http://schemas.microsoft.com/office/drawing/2014/main" id="{4CFBD637-EF5F-4695-DDCA-329E40FB2D17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6" name="타원 35">
              <a:extLst>
                <a:ext uri="{FF2B5EF4-FFF2-40B4-BE49-F238E27FC236}">
                  <a16:creationId xmlns:a16="http://schemas.microsoft.com/office/drawing/2014/main" id="{5B56843B-9363-A8B6-C5E5-9A1B985CEE7A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CF21B67B-CB7A-DD62-C0F4-669803676321}"/>
              </a:ext>
            </a:extLst>
          </p:cNvPr>
          <p:cNvSpPr/>
          <p:nvPr/>
        </p:nvSpPr>
        <p:spPr>
          <a:xfrm>
            <a:off x="4875519" y="4453094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럭키박스</a:t>
            </a:r>
            <a:endParaRPr lang="ko-KR" altLang="en-US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16C54883-CF3A-2342-1648-E7779DD404DD}"/>
              </a:ext>
            </a:extLst>
          </p:cNvPr>
          <p:cNvGrpSpPr/>
          <p:nvPr/>
        </p:nvGrpSpPr>
        <p:grpSpPr>
          <a:xfrm>
            <a:off x="5009285" y="4789975"/>
            <a:ext cx="263900" cy="137151"/>
            <a:chOff x="-1" y="3923016"/>
            <a:chExt cx="415621" cy="216001"/>
          </a:xfrm>
        </p:grpSpPr>
        <p:sp>
          <p:nvSpPr>
            <p:cNvPr id="39" name="사각형: 둥근 모서리 38">
              <a:extLst>
                <a:ext uri="{FF2B5EF4-FFF2-40B4-BE49-F238E27FC236}">
                  <a16:creationId xmlns:a16="http://schemas.microsoft.com/office/drawing/2014/main" id="{586C7284-6AD0-506F-E3AC-1291D2E57EFD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" name="타원 39">
              <a:extLst>
                <a:ext uri="{FF2B5EF4-FFF2-40B4-BE49-F238E27FC236}">
                  <a16:creationId xmlns:a16="http://schemas.microsoft.com/office/drawing/2014/main" id="{64253F1E-CC6F-DABB-2908-6D3CAB7F2A07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D1CC85DC-D2BE-538C-A00C-F80B53CF7CC7}"/>
              </a:ext>
            </a:extLst>
          </p:cNvPr>
          <p:cNvSpPr/>
          <p:nvPr/>
        </p:nvSpPr>
        <p:spPr>
          <a:xfrm>
            <a:off x="3678271" y="5055839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플레이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DFEB6108-26D9-F0DF-86FB-177125130BE2}"/>
              </a:ext>
            </a:extLst>
          </p:cNvPr>
          <p:cNvGrpSpPr/>
          <p:nvPr/>
        </p:nvGrpSpPr>
        <p:grpSpPr>
          <a:xfrm>
            <a:off x="3812037" y="5392720"/>
            <a:ext cx="263900" cy="137151"/>
            <a:chOff x="-1" y="3923016"/>
            <a:chExt cx="415621" cy="216001"/>
          </a:xfrm>
        </p:grpSpPr>
        <p:sp>
          <p:nvSpPr>
            <p:cNvPr id="43" name="사각형: 둥근 모서리 42">
              <a:extLst>
                <a:ext uri="{FF2B5EF4-FFF2-40B4-BE49-F238E27FC236}">
                  <a16:creationId xmlns:a16="http://schemas.microsoft.com/office/drawing/2014/main" id="{76341B4B-8EA0-B7DE-955D-8B1B6D9A0DD0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4" name="타원 43">
              <a:extLst>
                <a:ext uri="{FF2B5EF4-FFF2-40B4-BE49-F238E27FC236}">
                  <a16:creationId xmlns:a16="http://schemas.microsoft.com/office/drawing/2014/main" id="{9FB6CBB1-55C7-41CA-3AEF-FCD13171E51D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B86EF0B4-214D-E620-6144-436932A6957A}"/>
              </a:ext>
            </a:extLst>
          </p:cNvPr>
          <p:cNvSpPr/>
          <p:nvPr/>
        </p:nvSpPr>
        <p:spPr>
          <a:xfrm>
            <a:off x="4274770" y="5055839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7C002A95-58B0-BA1A-AEA6-D0698B813307}"/>
              </a:ext>
            </a:extLst>
          </p:cNvPr>
          <p:cNvSpPr/>
          <p:nvPr/>
        </p:nvSpPr>
        <p:spPr>
          <a:xfrm>
            <a:off x="4406184" y="5392720"/>
            <a:ext cx="246686" cy="137151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r>
              <a:rPr lang="en-US" altLang="ko-KR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ON</a:t>
            </a:r>
            <a:endParaRPr lang="ko-KR" altLang="en-US" sz="5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B1F66FE4-7F71-ECB8-526F-62B17BBBCE20}"/>
              </a:ext>
            </a:extLst>
          </p:cNvPr>
          <p:cNvSpPr/>
          <p:nvPr/>
        </p:nvSpPr>
        <p:spPr>
          <a:xfrm>
            <a:off x="4532934" y="5392720"/>
            <a:ext cx="137150" cy="137150"/>
          </a:xfrm>
          <a:prstGeom prst="ellipse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pPr algn="ctr"/>
            <a:endParaRPr lang="ko-KR" altLang="en-US" sz="500" dirty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EAFFAB92-156A-0B36-DC2A-CD3A37AB023C}"/>
              </a:ext>
            </a:extLst>
          </p:cNvPr>
          <p:cNvSpPr/>
          <p:nvPr/>
        </p:nvSpPr>
        <p:spPr>
          <a:xfrm>
            <a:off x="4875519" y="5055839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시그니처</a:t>
            </a:r>
            <a:endParaRPr lang="ko-KR" altLang="en-US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302E0408-28CF-8155-E565-1EFBCA750971}"/>
              </a:ext>
            </a:extLst>
          </p:cNvPr>
          <p:cNvGrpSpPr/>
          <p:nvPr/>
        </p:nvGrpSpPr>
        <p:grpSpPr>
          <a:xfrm>
            <a:off x="5009285" y="5392720"/>
            <a:ext cx="263900" cy="137151"/>
            <a:chOff x="-1" y="3923016"/>
            <a:chExt cx="415621" cy="216001"/>
          </a:xfrm>
        </p:grpSpPr>
        <p:sp>
          <p:nvSpPr>
            <p:cNvPr id="50" name="사각형: 둥근 모서리 49">
              <a:extLst>
                <a:ext uri="{FF2B5EF4-FFF2-40B4-BE49-F238E27FC236}">
                  <a16:creationId xmlns:a16="http://schemas.microsoft.com/office/drawing/2014/main" id="{A83D5CE9-9817-1722-3017-6516338149F0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1" name="타원 50">
              <a:extLst>
                <a:ext uri="{FF2B5EF4-FFF2-40B4-BE49-F238E27FC236}">
                  <a16:creationId xmlns:a16="http://schemas.microsoft.com/office/drawing/2014/main" id="{DDFA14E0-D0D8-DAFA-0298-BA58FCCB409E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B788C05B-2E7D-87F6-A733-346F3A6EBDB1}"/>
              </a:ext>
            </a:extLst>
          </p:cNvPr>
          <p:cNvSpPr/>
          <p:nvPr/>
        </p:nvSpPr>
        <p:spPr>
          <a:xfrm>
            <a:off x="3678271" y="5651033"/>
            <a:ext cx="526728" cy="526728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B7CCE3F1-99C0-57E2-0D4F-8642100931AB}"/>
              </a:ext>
            </a:extLst>
          </p:cNvPr>
          <p:cNvSpPr/>
          <p:nvPr/>
        </p:nvSpPr>
        <p:spPr>
          <a:xfrm>
            <a:off x="4274770" y="5651033"/>
            <a:ext cx="526728" cy="526728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크루</a:t>
            </a:r>
            <a:endParaRPr lang="ko-KR" altLang="en-US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3945690C-7FBB-8D7D-4D32-D1E17DDAC9AB}"/>
              </a:ext>
            </a:extLst>
          </p:cNvPr>
          <p:cNvSpPr/>
          <p:nvPr/>
        </p:nvSpPr>
        <p:spPr>
          <a:xfrm>
            <a:off x="3668821" y="2443903"/>
            <a:ext cx="1728225" cy="566335"/>
          </a:xfrm>
          <a:prstGeom prst="roundRect">
            <a:avLst>
              <a:gd name="adj" fmla="val 9294"/>
            </a:avLst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0"/>
          <a:lstStyle/>
          <a:p>
            <a:pPr>
              <a:lnSpc>
                <a:spcPct val="120000"/>
              </a:lnSpc>
            </a:pPr>
            <a:r>
              <a:rPr lang="ko-KR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   후원 기능 사용 중</a:t>
            </a:r>
            <a:br>
              <a:rPr lang="en-US" altLang="ko-KR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en-US" altLang="ko-KR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   </a:t>
            </a: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</a:rPr>
              <a:t>사용 중인 후원 </a:t>
            </a:r>
            <a:r>
              <a:rPr lang="en-US" altLang="ko-KR" sz="800" dirty="0">
                <a:solidFill>
                  <a:schemeClr val="bg1"/>
                </a:solidFill>
                <a:latin typeface="맑은 고딕" panose="020B0503020000020004" pitchFamily="50" charset="-127"/>
              </a:rPr>
              <a:t>: 10</a:t>
            </a: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</a:rPr>
              <a:t>개</a:t>
            </a:r>
            <a:endParaRPr lang="ko-KR" altLang="en-US" dirty="0">
              <a:solidFill>
                <a:schemeClr val="bg1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161B641D-44A5-9189-6710-E89CEE20893C}"/>
              </a:ext>
            </a:extLst>
          </p:cNvPr>
          <p:cNvCxnSpPr/>
          <p:nvPr/>
        </p:nvCxnSpPr>
        <p:spPr>
          <a:xfrm>
            <a:off x="3633441" y="3118831"/>
            <a:ext cx="1836488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E39AD737-5AD3-D8FA-EE26-CB6B54ACB304}"/>
              </a:ext>
            </a:extLst>
          </p:cNvPr>
          <p:cNvGrpSpPr/>
          <p:nvPr/>
        </p:nvGrpSpPr>
        <p:grpSpPr>
          <a:xfrm>
            <a:off x="4925282" y="2637058"/>
            <a:ext cx="346390" cy="180024"/>
            <a:chOff x="-1" y="3923016"/>
            <a:chExt cx="415621" cy="216001"/>
          </a:xfrm>
        </p:grpSpPr>
        <p:sp>
          <p:nvSpPr>
            <p:cNvPr id="64" name="사각형: 둥근 모서리 63">
              <a:extLst>
                <a:ext uri="{FF2B5EF4-FFF2-40B4-BE49-F238E27FC236}">
                  <a16:creationId xmlns:a16="http://schemas.microsoft.com/office/drawing/2014/main" id="{BB039283-88B3-DF55-7779-6CC9FE9819B0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8000" tIns="0" rIns="0" bIns="0" rtlCol="0" anchor="ctr"/>
            <a:lstStyle/>
            <a:p>
              <a:r>
                <a:rPr lang="en-US" altLang="ko-KR" sz="6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48DEAC47-93B2-F97F-2348-5549346AA3A2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0B4656EA-5403-2BAD-6B50-8F6B653396C3}"/>
              </a:ext>
            </a:extLst>
          </p:cNvPr>
          <p:cNvGrpSpPr/>
          <p:nvPr/>
        </p:nvGrpSpPr>
        <p:grpSpPr>
          <a:xfrm>
            <a:off x="3799199" y="4788344"/>
            <a:ext cx="271197" cy="137151"/>
            <a:chOff x="2942105" y="4256955"/>
            <a:chExt cx="271197" cy="137151"/>
          </a:xfrm>
        </p:grpSpPr>
        <p:sp>
          <p:nvSpPr>
            <p:cNvPr id="67" name="사각형: 둥근 모서리 66">
              <a:extLst>
                <a:ext uri="{FF2B5EF4-FFF2-40B4-BE49-F238E27FC236}">
                  <a16:creationId xmlns:a16="http://schemas.microsoft.com/office/drawing/2014/main" id="{098DFC05-F8C4-A154-0400-6A4D9A93CB86}"/>
                </a:ext>
              </a:extLst>
            </p:cNvPr>
            <p:cNvSpPr/>
            <p:nvPr/>
          </p:nvSpPr>
          <p:spPr>
            <a:xfrm>
              <a:off x="2966617" y="4256955"/>
              <a:ext cx="246685" cy="13715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65000"/>
                <a:lumOff val="3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r"/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OFF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8" name="타원 67">
              <a:extLst>
                <a:ext uri="{FF2B5EF4-FFF2-40B4-BE49-F238E27FC236}">
                  <a16:creationId xmlns:a16="http://schemas.microsoft.com/office/drawing/2014/main" id="{6CEFFFD2-3239-B711-52F4-DF0AFCC2C6EF}"/>
                </a:ext>
              </a:extLst>
            </p:cNvPr>
            <p:cNvSpPr/>
            <p:nvPr/>
          </p:nvSpPr>
          <p:spPr>
            <a:xfrm>
              <a:off x="2942105" y="4256956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958C2742-4522-1CCB-EB16-B622BC103171}"/>
              </a:ext>
            </a:extLst>
          </p:cNvPr>
          <p:cNvGrpSpPr/>
          <p:nvPr/>
        </p:nvGrpSpPr>
        <p:grpSpPr>
          <a:xfrm>
            <a:off x="4402535" y="3590571"/>
            <a:ext cx="271197" cy="137151"/>
            <a:chOff x="2942105" y="4256955"/>
            <a:chExt cx="271197" cy="137151"/>
          </a:xfrm>
        </p:grpSpPr>
        <p:sp>
          <p:nvSpPr>
            <p:cNvPr id="70" name="사각형: 둥근 모서리 69">
              <a:extLst>
                <a:ext uri="{FF2B5EF4-FFF2-40B4-BE49-F238E27FC236}">
                  <a16:creationId xmlns:a16="http://schemas.microsoft.com/office/drawing/2014/main" id="{6C20E94B-2F11-2AC4-B01B-CA2E9A47FA14}"/>
                </a:ext>
              </a:extLst>
            </p:cNvPr>
            <p:cNvSpPr/>
            <p:nvPr/>
          </p:nvSpPr>
          <p:spPr>
            <a:xfrm>
              <a:off x="2966617" y="4256955"/>
              <a:ext cx="246685" cy="13715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65000"/>
                <a:lumOff val="3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r"/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OFF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D2D4FC34-B3A4-F5E9-726F-EF66C637C965}"/>
                </a:ext>
              </a:extLst>
            </p:cNvPr>
            <p:cNvSpPr/>
            <p:nvPr/>
          </p:nvSpPr>
          <p:spPr>
            <a:xfrm>
              <a:off x="2942105" y="4256956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956E1458-BBD3-12B8-CD12-3DD8DDB48E61}"/>
              </a:ext>
            </a:extLst>
          </p:cNvPr>
          <p:cNvGrpSpPr/>
          <p:nvPr/>
        </p:nvGrpSpPr>
        <p:grpSpPr>
          <a:xfrm>
            <a:off x="4402535" y="5984968"/>
            <a:ext cx="271197" cy="137151"/>
            <a:chOff x="2942105" y="4256955"/>
            <a:chExt cx="271197" cy="137151"/>
          </a:xfrm>
        </p:grpSpPr>
        <p:sp>
          <p:nvSpPr>
            <p:cNvPr id="73" name="사각형: 둥근 모서리 72">
              <a:extLst>
                <a:ext uri="{FF2B5EF4-FFF2-40B4-BE49-F238E27FC236}">
                  <a16:creationId xmlns:a16="http://schemas.microsoft.com/office/drawing/2014/main" id="{8BF22998-40E6-C282-1AF8-1E9506DB37F4}"/>
                </a:ext>
              </a:extLst>
            </p:cNvPr>
            <p:cNvSpPr/>
            <p:nvPr/>
          </p:nvSpPr>
          <p:spPr>
            <a:xfrm>
              <a:off x="2966617" y="4256955"/>
              <a:ext cx="246685" cy="13715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65000"/>
                <a:lumOff val="3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r"/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OFF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4" name="타원 73">
              <a:extLst>
                <a:ext uri="{FF2B5EF4-FFF2-40B4-BE49-F238E27FC236}">
                  <a16:creationId xmlns:a16="http://schemas.microsoft.com/office/drawing/2014/main" id="{780DA980-72AE-E410-2D13-FAC2AEF7B924}"/>
                </a:ext>
              </a:extLst>
            </p:cNvPr>
            <p:cNvSpPr/>
            <p:nvPr/>
          </p:nvSpPr>
          <p:spPr>
            <a:xfrm>
              <a:off x="2942105" y="4256956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87388D44-9275-8361-4ED5-AE9548A0A91C}"/>
              </a:ext>
            </a:extLst>
          </p:cNvPr>
          <p:cNvGrpSpPr/>
          <p:nvPr/>
        </p:nvGrpSpPr>
        <p:grpSpPr>
          <a:xfrm>
            <a:off x="3812761" y="5984968"/>
            <a:ext cx="271197" cy="137151"/>
            <a:chOff x="2942105" y="4256955"/>
            <a:chExt cx="271197" cy="137151"/>
          </a:xfrm>
        </p:grpSpPr>
        <p:sp>
          <p:nvSpPr>
            <p:cNvPr id="76" name="사각형: 둥근 모서리 75">
              <a:extLst>
                <a:ext uri="{FF2B5EF4-FFF2-40B4-BE49-F238E27FC236}">
                  <a16:creationId xmlns:a16="http://schemas.microsoft.com/office/drawing/2014/main" id="{670B2D41-6FAE-C67D-1D0E-9F9A38E4C854}"/>
                </a:ext>
              </a:extLst>
            </p:cNvPr>
            <p:cNvSpPr/>
            <p:nvPr/>
          </p:nvSpPr>
          <p:spPr>
            <a:xfrm>
              <a:off x="2966617" y="4256955"/>
              <a:ext cx="246685" cy="13715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65000"/>
                <a:lumOff val="3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r"/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OFF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7" name="타원 76">
              <a:extLst>
                <a:ext uri="{FF2B5EF4-FFF2-40B4-BE49-F238E27FC236}">
                  <a16:creationId xmlns:a16="http://schemas.microsoft.com/office/drawing/2014/main" id="{A46E5E05-EC89-533C-5F27-FFCE7BEAC977}"/>
                </a:ext>
              </a:extLst>
            </p:cNvPr>
            <p:cNvSpPr/>
            <p:nvPr/>
          </p:nvSpPr>
          <p:spPr>
            <a:xfrm>
              <a:off x="2942105" y="4256956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cxnSp>
        <p:nvCxnSpPr>
          <p:cNvPr id="78" name="연결선: 꺾임 77">
            <a:extLst>
              <a:ext uri="{FF2B5EF4-FFF2-40B4-BE49-F238E27FC236}">
                <a16:creationId xmlns:a16="http://schemas.microsoft.com/office/drawing/2014/main" id="{5FBA0583-88E0-6636-0D7C-87E1DF11D6F7}"/>
              </a:ext>
            </a:extLst>
          </p:cNvPr>
          <p:cNvCxnSpPr>
            <a:cxnSpLocks/>
            <a:stCxn id="5" idx="0"/>
            <a:endCxn id="10" idx="0"/>
          </p:cNvCxnSpPr>
          <p:nvPr/>
        </p:nvCxnSpPr>
        <p:spPr>
          <a:xfrm rot="5400000" flipH="1" flipV="1">
            <a:off x="3165158" y="1228566"/>
            <a:ext cx="547379" cy="2212388"/>
          </a:xfrm>
          <a:prstGeom prst="bentConnector3">
            <a:avLst>
              <a:gd name="adj1" fmla="val 141763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연결선: 꺾임 78">
            <a:extLst>
              <a:ext uri="{FF2B5EF4-FFF2-40B4-BE49-F238E27FC236}">
                <a16:creationId xmlns:a16="http://schemas.microsoft.com/office/drawing/2014/main" id="{3BB994CD-EEB1-02AC-325B-2B7514000A26}"/>
              </a:ext>
            </a:extLst>
          </p:cNvPr>
          <p:cNvCxnSpPr>
            <a:cxnSpLocks/>
            <a:stCxn id="9" idx="3"/>
            <a:endCxn id="56" idx="1"/>
          </p:cNvCxnSpPr>
          <p:nvPr/>
        </p:nvCxnSpPr>
        <p:spPr>
          <a:xfrm flipV="1">
            <a:off x="1382552" y="2727071"/>
            <a:ext cx="2286269" cy="3658182"/>
          </a:xfrm>
          <a:prstGeom prst="bentConnector3">
            <a:avLst>
              <a:gd name="adj1" fmla="val 89995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왼쪽 중괄호 84">
            <a:extLst>
              <a:ext uri="{FF2B5EF4-FFF2-40B4-BE49-F238E27FC236}">
                <a16:creationId xmlns:a16="http://schemas.microsoft.com/office/drawing/2014/main" id="{F422C183-F331-9174-0E71-9F702BB3CE75}"/>
              </a:ext>
            </a:extLst>
          </p:cNvPr>
          <p:cNvSpPr/>
          <p:nvPr/>
        </p:nvSpPr>
        <p:spPr>
          <a:xfrm flipH="1">
            <a:off x="5466604" y="3229162"/>
            <a:ext cx="381080" cy="2978760"/>
          </a:xfrm>
          <a:prstGeom prst="leftBrace">
            <a:avLst>
              <a:gd name="adj1" fmla="val 78182"/>
              <a:gd name="adj2" fmla="val 50000"/>
            </a:avLst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C16C00C7-6046-0E5E-808D-ABBD8F01AE72}"/>
              </a:ext>
            </a:extLst>
          </p:cNvPr>
          <p:cNvSpPr txBox="1"/>
          <p:nvPr/>
        </p:nvSpPr>
        <p:spPr>
          <a:xfrm>
            <a:off x="5752869" y="4567081"/>
            <a:ext cx="77136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각 </a:t>
            </a:r>
            <a:r>
              <a:rPr lang="ko-KR" altLang="en-US" sz="800" b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후원 기능</a:t>
            </a:r>
            <a:endParaRPr lang="en-US" altLang="ko-KR" sz="8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en-US" altLang="ko-KR" sz="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on/off </a:t>
            </a:r>
            <a:r>
              <a:rPr lang="ko-KR" altLang="en-US" sz="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설정</a:t>
            </a:r>
            <a:endParaRPr lang="en-US" altLang="ko-KR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7" name="타원 86">
            <a:extLst>
              <a:ext uri="{FF2B5EF4-FFF2-40B4-BE49-F238E27FC236}">
                <a16:creationId xmlns:a16="http://schemas.microsoft.com/office/drawing/2014/main" id="{3F2A33BD-ABB3-E44D-9821-0C439C429D2D}"/>
              </a:ext>
            </a:extLst>
          </p:cNvPr>
          <p:cNvSpPr/>
          <p:nvPr/>
        </p:nvSpPr>
        <p:spPr>
          <a:xfrm>
            <a:off x="5833851" y="4418082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8" name="타원 87">
            <a:extLst>
              <a:ext uri="{FF2B5EF4-FFF2-40B4-BE49-F238E27FC236}">
                <a16:creationId xmlns:a16="http://schemas.microsoft.com/office/drawing/2014/main" id="{783EFFBA-6154-46F5-203A-7F8D277FB915}"/>
              </a:ext>
            </a:extLst>
          </p:cNvPr>
          <p:cNvSpPr/>
          <p:nvPr/>
        </p:nvSpPr>
        <p:spPr>
          <a:xfrm>
            <a:off x="5239873" y="2495874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9" name="Google Shape;1301;p29">
            <a:extLst>
              <a:ext uri="{FF2B5EF4-FFF2-40B4-BE49-F238E27FC236}">
                <a16:creationId xmlns:a16="http://schemas.microsoft.com/office/drawing/2014/main" id="{4C5EB12D-4C4E-5ABB-F060-59D6FB3D9E4A}"/>
              </a:ext>
            </a:extLst>
          </p:cNvPr>
          <p:cNvSpPr/>
          <p:nvPr/>
        </p:nvSpPr>
        <p:spPr>
          <a:xfrm>
            <a:off x="6478264" y="2061070"/>
            <a:ext cx="2102012" cy="4263778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후원 사용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90" name="Google Shape;1303;p29">
            <a:extLst>
              <a:ext uri="{FF2B5EF4-FFF2-40B4-BE49-F238E27FC236}">
                <a16:creationId xmlns:a16="http://schemas.microsoft.com/office/drawing/2014/main" id="{107CE8B4-1BAF-D38F-31C1-81E4B57D2027}"/>
              </a:ext>
            </a:extLst>
          </p:cNvPr>
          <p:cNvSpPr/>
          <p:nvPr/>
        </p:nvSpPr>
        <p:spPr>
          <a:xfrm>
            <a:off x="6550272" y="2312876"/>
            <a:ext cx="1972854" cy="393356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6B225D4C-FC8A-17F5-ACE2-5A13EE89A57B}"/>
              </a:ext>
            </a:extLst>
          </p:cNvPr>
          <p:cNvSpPr/>
          <p:nvPr/>
        </p:nvSpPr>
        <p:spPr>
          <a:xfrm>
            <a:off x="6658251" y="3267307"/>
            <a:ext cx="526728" cy="526728"/>
          </a:xfrm>
          <a:prstGeom prst="roundRect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텍스트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A4647EF9-CD42-7BDA-CED8-05820FB201BB}"/>
              </a:ext>
            </a:extLst>
          </p:cNvPr>
          <p:cNvGrpSpPr/>
          <p:nvPr/>
        </p:nvGrpSpPr>
        <p:grpSpPr>
          <a:xfrm>
            <a:off x="6789665" y="3604188"/>
            <a:ext cx="263900" cy="137151"/>
            <a:chOff x="-1" y="3923016"/>
            <a:chExt cx="415621" cy="216001"/>
          </a:xfrm>
          <a:solidFill>
            <a:schemeClr val="bg1">
              <a:lumMod val="75000"/>
            </a:schemeClr>
          </a:solidFill>
        </p:grpSpPr>
        <p:sp>
          <p:nvSpPr>
            <p:cNvPr id="93" name="사각형: 둥근 모서리 92">
              <a:extLst>
                <a:ext uri="{FF2B5EF4-FFF2-40B4-BE49-F238E27FC236}">
                  <a16:creationId xmlns:a16="http://schemas.microsoft.com/office/drawing/2014/main" id="{4B78EBFA-DF66-B028-C16E-DBBD70D0F995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grpFill/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4" name="타원 93">
              <a:extLst>
                <a:ext uri="{FF2B5EF4-FFF2-40B4-BE49-F238E27FC236}">
                  <a16:creationId xmlns:a16="http://schemas.microsoft.com/office/drawing/2014/main" id="{23A6618D-3906-0519-39A3-1BCE50C9D689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grpFill/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E916CDF7-D7C1-EFF4-8DA7-5F24FA10B5AD}"/>
              </a:ext>
            </a:extLst>
          </p:cNvPr>
          <p:cNvSpPr/>
          <p:nvPr/>
        </p:nvSpPr>
        <p:spPr>
          <a:xfrm>
            <a:off x="7259000" y="3267307"/>
            <a:ext cx="526728" cy="526728"/>
          </a:xfrm>
          <a:prstGeom prst="roundRect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미니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6" name="사각형: 둥근 모서리 95">
            <a:extLst>
              <a:ext uri="{FF2B5EF4-FFF2-40B4-BE49-F238E27FC236}">
                <a16:creationId xmlns:a16="http://schemas.microsoft.com/office/drawing/2014/main" id="{6579429D-D366-A578-7F8E-189B10106958}"/>
              </a:ext>
            </a:extLst>
          </p:cNvPr>
          <p:cNvSpPr/>
          <p:nvPr/>
        </p:nvSpPr>
        <p:spPr>
          <a:xfrm>
            <a:off x="7859748" y="3267307"/>
            <a:ext cx="526728" cy="526728"/>
          </a:xfrm>
          <a:prstGeom prst="roundRect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음성</a:t>
            </a:r>
          </a:p>
        </p:txBody>
      </p:sp>
      <p:grpSp>
        <p:nvGrpSpPr>
          <p:cNvPr id="97" name="그룹 96">
            <a:extLst>
              <a:ext uri="{FF2B5EF4-FFF2-40B4-BE49-F238E27FC236}">
                <a16:creationId xmlns:a16="http://schemas.microsoft.com/office/drawing/2014/main" id="{834CDAE2-BBB9-8572-53E0-87932F9F94E1}"/>
              </a:ext>
            </a:extLst>
          </p:cNvPr>
          <p:cNvGrpSpPr/>
          <p:nvPr/>
        </p:nvGrpSpPr>
        <p:grpSpPr>
          <a:xfrm>
            <a:off x="7993514" y="3604188"/>
            <a:ext cx="263900" cy="137151"/>
            <a:chOff x="-1" y="3923016"/>
            <a:chExt cx="415621" cy="216001"/>
          </a:xfrm>
          <a:solidFill>
            <a:schemeClr val="bg1">
              <a:lumMod val="75000"/>
            </a:schemeClr>
          </a:solidFill>
        </p:grpSpPr>
        <p:sp>
          <p:nvSpPr>
            <p:cNvPr id="98" name="사각형: 둥근 모서리 97">
              <a:extLst>
                <a:ext uri="{FF2B5EF4-FFF2-40B4-BE49-F238E27FC236}">
                  <a16:creationId xmlns:a16="http://schemas.microsoft.com/office/drawing/2014/main" id="{7503C12A-BEDE-0792-CE28-A66E60017152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grpFill/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9" name="타원 98">
              <a:extLst>
                <a:ext uri="{FF2B5EF4-FFF2-40B4-BE49-F238E27FC236}">
                  <a16:creationId xmlns:a16="http://schemas.microsoft.com/office/drawing/2014/main" id="{F9FFF5B9-1A0F-7EEE-6609-F8F567ADF7A0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grpFill/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A03572C4-7D4E-9413-286F-8B1B6A35F103}"/>
              </a:ext>
            </a:extLst>
          </p:cNvPr>
          <p:cNvSpPr/>
          <p:nvPr/>
        </p:nvSpPr>
        <p:spPr>
          <a:xfrm>
            <a:off x="6662500" y="3870052"/>
            <a:ext cx="526728" cy="526728"/>
          </a:xfrm>
          <a:prstGeom prst="roundRect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영상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01" name="그룹 100">
            <a:extLst>
              <a:ext uri="{FF2B5EF4-FFF2-40B4-BE49-F238E27FC236}">
                <a16:creationId xmlns:a16="http://schemas.microsoft.com/office/drawing/2014/main" id="{586FB840-9C15-332E-31CB-157AA448F196}"/>
              </a:ext>
            </a:extLst>
          </p:cNvPr>
          <p:cNvGrpSpPr/>
          <p:nvPr/>
        </p:nvGrpSpPr>
        <p:grpSpPr>
          <a:xfrm>
            <a:off x="6796266" y="4206933"/>
            <a:ext cx="263900" cy="137151"/>
            <a:chOff x="-1" y="3923016"/>
            <a:chExt cx="415621" cy="216001"/>
          </a:xfrm>
          <a:solidFill>
            <a:schemeClr val="bg1">
              <a:lumMod val="75000"/>
            </a:schemeClr>
          </a:solidFill>
        </p:grpSpPr>
        <p:sp>
          <p:nvSpPr>
            <p:cNvPr id="102" name="사각형: 둥근 모서리 101">
              <a:extLst>
                <a:ext uri="{FF2B5EF4-FFF2-40B4-BE49-F238E27FC236}">
                  <a16:creationId xmlns:a16="http://schemas.microsoft.com/office/drawing/2014/main" id="{15FC67A7-1BFA-700D-E3E9-66BCA7296E23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grpFill/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3" name="타원 102">
              <a:extLst>
                <a:ext uri="{FF2B5EF4-FFF2-40B4-BE49-F238E27FC236}">
                  <a16:creationId xmlns:a16="http://schemas.microsoft.com/office/drawing/2014/main" id="{390AFC52-DFDD-C106-7E75-C86140AAE435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grpFill/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AB775353-35CC-634A-C062-E71CE51F2156}"/>
              </a:ext>
            </a:extLst>
          </p:cNvPr>
          <p:cNvSpPr/>
          <p:nvPr/>
        </p:nvSpPr>
        <p:spPr>
          <a:xfrm>
            <a:off x="7258999" y="3870052"/>
            <a:ext cx="526728" cy="526728"/>
          </a:xfrm>
          <a:prstGeom prst="roundRect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룰렛</a:t>
            </a:r>
          </a:p>
        </p:txBody>
      </p:sp>
      <p:sp>
        <p:nvSpPr>
          <p:cNvPr id="105" name="사각형: 둥근 모서리 104">
            <a:extLst>
              <a:ext uri="{FF2B5EF4-FFF2-40B4-BE49-F238E27FC236}">
                <a16:creationId xmlns:a16="http://schemas.microsoft.com/office/drawing/2014/main" id="{E79A7C2E-4DC9-9B03-7379-9A4789672224}"/>
              </a:ext>
            </a:extLst>
          </p:cNvPr>
          <p:cNvSpPr/>
          <p:nvPr/>
        </p:nvSpPr>
        <p:spPr>
          <a:xfrm>
            <a:off x="7390413" y="4206933"/>
            <a:ext cx="246686" cy="137151"/>
          </a:xfrm>
          <a:prstGeom prst="roundRect">
            <a:avLst>
              <a:gd name="adj" fmla="val 50000"/>
            </a:avLst>
          </a:prstGeom>
          <a:solidFill>
            <a:schemeClr val="bg1">
              <a:lumMod val="7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r>
              <a:rPr lang="en-US" altLang="ko-KR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ON</a:t>
            </a:r>
            <a:endParaRPr lang="ko-KR" altLang="en-US" sz="5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6" name="타원 105">
            <a:extLst>
              <a:ext uri="{FF2B5EF4-FFF2-40B4-BE49-F238E27FC236}">
                <a16:creationId xmlns:a16="http://schemas.microsoft.com/office/drawing/2014/main" id="{11C8447F-48C6-892A-BD5D-5F29E53C7992}"/>
              </a:ext>
            </a:extLst>
          </p:cNvPr>
          <p:cNvSpPr/>
          <p:nvPr/>
        </p:nvSpPr>
        <p:spPr>
          <a:xfrm>
            <a:off x="7517163" y="4206933"/>
            <a:ext cx="137150" cy="137150"/>
          </a:xfrm>
          <a:prstGeom prst="ellips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pPr algn="ctr"/>
            <a:endParaRPr lang="ko-KR" altLang="en-US" sz="500" dirty="0"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7" name="사각형: 둥근 모서리 106">
            <a:extLst>
              <a:ext uri="{FF2B5EF4-FFF2-40B4-BE49-F238E27FC236}">
                <a16:creationId xmlns:a16="http://schemas.microsoft.com/office/drawing/2014/main" id="{14443043-1C59-122F-AA44-1DEC82F58CC2}"/>
              </a:ext>
            </a:extLst>
          </p:cNvPr>
          <p:cNvSpPr/>
          <p:nvPr/>
        </p:nvSpPr>
        <p:spPr>
          <a:xfrm>
            <a:off x="7859748" y="3870052"/>
            <a:ext cx="526728" cy="526728"/>
          </a:xfrm>
          <a:prstGeom prst="roundRect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퀘스트</a:t>
            </a:r>
          </a:p>
        </p:txBody>
      </p:sp>
      <p:grpSp>
        <p:nvGrpSpPr>
          <p:cNvPr id="108" name="그룹 107">
            <a:extLst>
              <a:ext uri="{FF2B5EF4-FFF2-40B4-BE49-F238E27FC236}">
                <a16:creationId xmlns:a16="http://schemas.microsoft.com/office/drawing/2014/main" id="{7D4B9500-96ED-2D92-F9A1-694C23D09896}"/>
              </a:ext>
            </a:extLst>
          </p:cNvPr>
          <p:cNvGrpSpPr/>
          <p:nvPr/>
        </p:nvGrpSpPr>
        <p:grpSpPr>
          <a:xfrm>
            <a:off x="7993514" y="4206933"/>
            <a:ext cx="263900" cy="137151"/>
            <a:chOff x="-1" y="3923016"/>
            <a:chExt cx="415621" cy="216001"/>
          </a:xfrm>
          <a:solidFill>
            <a:schemeClr val="bg1">
              <a:lumMod val="75000"/>
            </a:schemeClr>
          </a:solidFill>
        </p:grpSpPr>
        <p:sp>
          <p:nvSpPr>
            <p:cNvPr id="109" name="사각형: 둥근 모서리 108">
              <a:extLst>
                <a:ext uri="{FF2B5EF4-FFF2-40B4-BE49-F238E27FC236}">
                  <a16:creationId xmlns:a16="http://schemas.microsoft.com/office/drawing/2014/main" id="{4610F3F1-058A-E99E-2C3F-2792C8EE07A8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grpFill/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0" name="타원 109">
              <a:extLst>
                <a:ext uri="{FF2B5EF4-FFF2-40B4-BE49-F238E27FC236}">
                  <a16:creationId xmlns:a16="http://schemas.microsoft.com/office/drawing/2014/main" id="{5AC3B42F-EC5E-46C7-76D1-175EC1EE3236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grpFill/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11" name="사각형: 둥근 모서리 110">
            <a:extLst>
              <a:ext uri="{FF2B5EF4-FFF2-40B4-BE49-F238E27FC236}">
                <a16:creationId xmlns:a16="http://schemas.microsoft.com/office/drawing/2014/main" id="{03DC7501-6480-04F9-3E51-BAB13BFF9ABC}"/>
              </a:ext>
            </a:extLst>
          </p:cNvPr>
          <p:cNvSpPr/>
          <p:nvPr/>
        </p:nvSpPr>
        <p:spPr>
          <a:xfrm>
            <a:off x="6658251" y="4463349"/>
            <a:ext cx="526728" cy="526728"/>
          </a:xfrm>
          <a:prstGeom prst="roundRect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그림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8010DF89-B2D1-8327-0B0C-A02205AA79DA}"/>
              </a:ext>
            </a:extLst>
          </p:cNvPr>
          <p:cNvGrpSpPr/>
          <p:nvPr/>
        </p:nvGrpSpPr>
        <p:grpSpPr>
          <a:xfrm>
            <a:off x="6789665" y="4800230"/>
            <a:ext cx="263900" cy="137151"/>
            <a:chOff x="-1" y="3923016"/>
            <a:chExt cx="415621" cy="216001"/>
          </a:xfrm>
          <a:solidFill>
            <a:schemeClr val="bg1">
              <a:lumMod val="75000"/>
            </a:schemeClr>
          </a:solidFill>
        </p:grpSpPr>
        <p:sp>
          <p:nvSpPr>
            <p:cNvPr id="113" name="사각형: 둥근 모서리 112">
              <a:extLst>
                <a:ext uri="{FF2B5EF4-FFF2-40B4-BE49-F238E27FC236}">
                  <a16:creationId xmlns:a16="http://schemas.microsoft.com/office/drawing/2014/main" id="{F19EFDAF-1782-0B6E-FC9F-69EC9CE9ABC0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grpFill/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4" name="타원 113">
              <a:extLst>
                <a:ext uri="{FF2B5EF4-FFF2-40B4-BE49-F238E27FC236}">
                  <a16:creationId xmlns:a16="http://schemas.microsoft.com/office/drawing/2014/main" id="{60CB07E5-88A1-D743-44C4-071BA00D9B3A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grpFill/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15" name="사각형: 둥근 모서리 114">
            <a:extLst>
              <a:ext uri="{FF2B5EF4-FFF2-40B4-BE49-F238E27FC236}">
                <a16:creationId xmlns:a16="http://schemas.microsoft.com/office/drawing/2014/main" id="{314F7593-7B6C-B442-6E08-495D4B336E64}"/>
              </a:ext>
            </a:extLst>
          </p:cNvPr>
          <p:cNvSpPr/>
          <p:nvPr/>
        </p:nvSpPr>
        <p:spPr>
          <a:xfrm>
            <a:off x="7259000" y="4463349"/>
            <a:ext cx="526728" cy="526728"/>
          </a:xfrm>
          <a:prstGeom prst="roundRect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기프트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478F650D-B5D3-47C9-696E-68F9ADE5FEDA}"/>
              </a:ext>
            </a:extLst>
          </p:cNvPr>
          <p:cNvGrpSpPr/>
          <p:nvPr/>
        </p:nvGrpSpPr>
        <p:grpSpPr>
          <a:xfrm>
            <a:off x="7392766" y="4800230"/>
            <a:ext cx="263900" cy="137151"/>
            <a:chOff x="-1" y="3923016"/>
            <a:chExt cx="415621" cy="216001"/>
          </a:xfrm>
          <a:solidFill>
            <a:schemeClr val="bg1">
              <a:lumMod val="75000"/>
            </a:schemeClr>
          </a:solidFill>
        </p:grpSpPr>
        <p:sp>
          <p:nvSpPr>
            <p:cNvPr id="117" name="사각형: 둥근 모서리 116">
              <a:extLst>
                <a:ext uri="{FF2B5EF4-FFF2-40B4-BE49-F238E27FC236}">
                  <a16:creationId xmlns:a16="http://schemas.microsoft.com/office/drawing/2014/main" id="{35FA1FC1-E675-41D1-FDFC-A13306B70AB9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grpFill/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" name="타원 117">
              <a:extLst>
                <a:ext uri="{FF2B5EF4-FFF2-40B4-BE49-F238E27FC236}">
                  <a16:creationId xmlns:a16="http://schemas.microsoft.com/office/drawing/2014/main" id="{43AD17D7-1AE1-4C60-68EF-74E0C5476FEF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grpFill/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19" name="사각형: 둥근 모서리 118">
            <a:extLst>
              <a:ext uri="{FF2B5EF4-FFF2-40B4-BE49-F238E27FC236}">
                <a16:creationId xmlns:a16="http://schemas.microsoft.com/office/drawing/2014/main" id="{AF3222A4-4886-F2D8-F6DE-B4C569416872}"/>
              </a:ext>
            </a:extLst>
          </p:cNvPr>
          <p:cNvSpPr/>
          <p:nvPr/>
        </p:nvSpPr>
        <p:spPr>
          <a:xfrm>
            <a:off x="7859748" y="4463349"/>
            <a:ext cx="526728" cy="526728"/>
          </a:xfrm>
          <a:prstGeom prst="roundRect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럭키박스</a:t>
            </a:r>
            <a:endParaRPr lang="ko-KR" altLang="en-US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0C7CC5FC-E18E-DAF2-9D43-FFA522B39A46}"/>
              </a:ext>
            </a:extLst>
          </p:cNvPr>
          <p:cNvGrpSpPr/>
          <p:nvPr/>
        </p:nvGrpSpPr>
        <p:grpSpPr>
          <a:xfrm>
            <a:off x="7993514" y="4800230"/>
            <a:ext cx="263900" cy="137151"/>
            <a:chOff x="-1" y="3923016"/>
            <a:chExt cx="415621" cy="216001"/>
          </a:xfrm>
          <a:solidFill>
            <a:schemeClr val="bg1">
              <a:lumMod val="75000"/>
            </a:schemeClr>
          </a:solidFill>
        </p:grpSpPr>
        <p:sp>
          <p:nvSpPr>
            <p:cNvPr id="121" name="사각형: 둥근 모서리 120">
              <a:extLst>
                <a:ext uri="{FF2B5EF4-FFF2-40B4-BE49-F238E27FC236}">
                  <a16:creationId xmlns:a16="http://schemas.microsoft.com/office/drawing/2014/main" id="{D743B431-D7B1-258B-6F13-E7CC96A3277A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grpFill/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1E3EE523-23A1-6616-87BC-E9472AFB4EA7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grpFill/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6F87F130-C2C8-CAFB-332B-1CD98974AF3C}"/>
              </a:ext>
            </a:extLst>
          </p:cNvPr>
          <p:cNvGrpSpPr/>
          <p:nvPr/>
        </p:nvGrpSpPr>
        <p:grpSpPr>
          <a:xfrm>
            <a:off x="6662500" y="5066094"/>
            <a:ext cx="526728" cy="526728"/>
            <a:chOff x="4828545" y="3236135"/>
            <a:chExt cx="526728" cy="526728"/>
          </a:xfrm>
          <a:solidFill>
            <a:schemeClr val="bg1">
              <a:lumMod val="75000"/>
            </a:schemeClr>
          </a:solidFill>
        </p:grpSpPr>
        <p:sp>
          <p:nvSpPr>
            <p:cNvPr id="124" name="사각형: 둥근 모서리 123">
              <a:extLst>
                <a:ext uri="{FF2B5EF4-FFF2-40B4-BE49-F238E27FC236}">
                  <a16:creationId xmlns:a16="http://schemas.microsoft.com/office/drawing/2014/main" id="{25B3E795-23B7-5AA3-6A56-7A5E99A3E812}"/>
                </a:ext>
              </a:extLst>
            </p:cNvPr>
            <p:cNvSpPr/>
            <p:nvPr/>
          </p:nvSpPr>
          <p:spPr>
            <a:xfrm>
              <a:off x="4828545" y="3236135"/>
              <a:ext cx="526728" cy="526728"/>
            </a:xfrm>
            <a:prstGeom prst="roundRect">
              <a:avLst/>
            </a:prstGeom>
            <a:grpFill/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108000" rIns="0" bIns="0" rtlCol="0" anchor="t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플레이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B1568028-7E40-B3BF-93AB-91A214A2D92E}"/>
                </a:ext>
              </a:extLst>
            </p:cNvPr>
            <p:cNvGrpSpPr/>
            <p:nvPr/>
          </p:nvGrpSpPr>
          <p:grpSpPr>
            <a:xfrm>
              <a:off x="4962311" y="3573016"/>
              <a:ext cx="263900" cy="137151"/>
              <a:chOff x="-1" y="3923016"/>
              <a:chExt cx="415621" cy="216001"/>
            </a:xfrm>
            <a:grpFill/>
          </p:grpSpPr>
          <p:sp>
            <p:nvSpPr>
              <p:cNvPr id="126" name="사각형: 둥근 모서리 125">
                <a:extLst>
                  <a:ext uri="{FF2B5EF4-FFF2-40B4-BE49-F238E27FC236}">
                    <a16:creationId xmlns:a16="http://schemas.microsoft.com/office/drawing/2014/main" id="{9D19B023-9FCC-D97B-5DE8-05CBB6B2001A}"/>
                  </a:ext>
                </a:extLst>
              </p:cNvPr>
              <p:cNvSpPr/>
              <p:nvPr/>
            </p:nvSpPr>
            <p:spPr>
              <a:xfrm>
                <a:off x="-1" y="3923016"/>
                <a:ext cx="388510" cy="216001"/>
              </a:xfrm>
              <a:prstGeom prst="roundRect">
                <a:avLst>
                  <a:gd name="adj" fmla="val 50000"/>
                </a:avLst>
              </a:prstGeom>
              <a:grpFill/>
              <a:ln w="1270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7" name="타원 126">
                <a:extLst>
                  <a:ext uri="{FF2B5EF4-FFF2-40B4-BE49-F238E27FC236}">
                    <a16:creationId xmlns:a16="http://schemas.microsoft.com/office/drawing/2014/main" id="{6CC99D24-4366-B4D6-7E1F-9FB6E553E91B}"/>
                  </a:ext>
                </a:extLst>
              </p:cNvPr>
              <p:cNvSpPr/>
              <p:nvPr/>
            </p:nvSpPr>
            <p:spPr>
              <a:xfrm>
                <a:off x="199620" y="3923017"/>
                <a:ext cx="216000" cy="216000"/>
              </a:xfrm>
              <a:prstGeom prst="ellipse">
                <a:avLst/>
              </a:prstGeom>
              <a:grpFill/>
              <a:ln w="1270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BAE4BE15-B89F-BBF1-8C12-FB16192F4252}"/>
              </a:ext>
            </a:extLst>
          </p:cNvPr>
          <p:cNvGrpSpPr/>
          <p:nvPr/>
        </p:nvGrpSpPr>
        <p:grpSpPr>
          <a:xfrm>
            <a:off x="7258999" y="5066094"/>
            <a:ext cx="526728" cy="526728"/>
            <a:chOff x="5425044" y="3236135"/>
            <a:chExt cx="526728" cy="526728"/>
          </a:xfrm>
          <a:solidFill>
            <a:schemeClr val="bg1">
              <a:lumMod val="75000"/>
            </a:schemeClr>
          </a:solidFill>
        </p:grpSpPr>
        <p:sp>
          <p:nvSpPr>
            <p:cNvPr id="129" name="사각형: 둥근 모서리 128">
              <a:extLst>
                <a:ext uri="{FF2B5EF4-FFF2-40B4-BE49-F238E27FC236}">
                  <a16:creationId xmlns:a16="http://schemas.microsoft.com/office/drawing/2014/main" id="{93320954-3A38-E8EF-5284-A7741A6C42D5}"/>
                </a:ext>
              </a:extLst>
            </p:cNvPr>
            <p:cNvSpPr/>
            <p:nvPr/>
          </p:nvSpPr>
          <p:spPr>
            <a:xfrm>
              <a:off x="5425044" y="3236135"/>
              <a:ext cx="526728" cy="526728"/>
            </a:xfrm>
            <a:prstGeom prst="roundRect">
              <a:avLst/>
            </a:prstGeom>
            <a:grpFill/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108000" rIns="0" bIns="0" rtlCol="0" anchor="t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뽑기</a:t>
              </a:r>
            </a:p>
          </p:txBody>
        </p:sp>
        <p:sp>
          <p:nvSpPr>
            <p:cNvPr id="130" name="사각형: 둥근 모서리 129">
              <a:extLst>
                <a:ext uri="{FF2B5EF4-FFF2-40B4-BE49-F238E27FC236}">
                  <a16:creationId xmlns:a16="http://schemas.microsoft.com/office/drawing/2014/main" id="{F778AE0B-C563-65A9-470B-6B62DF777427}"/>
                </a:ext>
              </a:extLst>
            </p:cNvPr>
            <p:cNvSpPr/>
            <p:nvPr/>
          </p:nvSpPr>
          <p:spPr>
            <a:xfrm>
              <a:off x="5556458" y="3573016"/>
              <a:ext cx="246686" cy="137151"/>
            </a:xfrm>
            <a:prstGeom prst="roundRect">
              <a:avLst>
                <a:gd name="adj" fmla="val 50000"/>
              </a:avLst>
            </a:prstGeom>
            <a:grpFill/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1" name="타원 130">
              <a:extLst>
                <a:ext uri="{FF2B5EF4-FFF2-40B4-BE49-F238E27FC236}">
                  <a16:creationId xmlns:a16="http://schemas.microsoft.com/office/drawing/2014/main" id="{94EE4BB6-CB67-EA2D-A680-7F8248CA4524}"/>
                </a:ext>
              </a:extLst>
            </p:cNvPr>
            <p:cNvSpPr/>
            <p:nvPr/>
          </p:nvSpPr>
          <p:spPr>
            <a:xfrm>
              <a:off x="5683208" y="3573016"/>
              <a:ext cx="137150" cy="137150"/>
            </a:xfrm>
            <a:prstGeom prst="ellipse">
              <a:avLst/>
            </a:prstGeom>
            <a:grpFill/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729AEF16-302E-B0D9-9C15-BDCE96108487}"/>
              </a:ext>
            </a:extLst>
          </p:cNvPr>
          <p:cNvGrpSpPr/>
          <p:nvPr/>
        </p:nvGrpSpPr>
        <p:grpSpPr>
          <a:xfrm>
            <a:off x="7859748" y="5066094"/>
            <a:ext cx="526728" cy="526728"/>
            <a:chOff x="6025793" y="3236135"/>
            <a:chExt cx="526728" cy="526728"/>
          </a:xfrm>
          <a:solidFill>
            <a:schemeClr val="bg1">
              <a:lumMod val="75000"/>
            </a:schemeClr>
          </a:solidFill>
        </p:grpSpPr>
        <p:sp>
          <p:nvSpPr>
            <p:cNvPr id="133" name="사각형: 둥근 모서리 132">
              <a:extLst>
                <a:ext uri="{FF2B5EF4-FFF2-40B4-BE49-F238E27FC236}">
                  <a16:creationId xmlns:a16="http://schemas.microsoft.com/office/drawing/2014/main" id="{0E12398E-C134-CF9C-EECF-A9B639E6D4E0}"/>
                </a:ext>
              </a:extLst>
            </p:cNvPr>
            <p:cNvSpPr/>
            <p:nvPr/>
          </p:nvSpPr>
          <p:spPr>
            <a:xfrm>
              <a:off x="6025793" y="3236135"/>
              <a:ext cx="526728" cy="526728"/>
            </a:xfrm>
            <a:prstGeom prst="roundRect">
              <a:avLst/>
            </a:prstGeom>
            <a:grpFill/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108000" rIns="0" bIns="0" rtlCol="0" anchor="t"/>
            <a:lstStyle/>
            <a:p>
              <a:pPr algn="ctr"/>
              <a:r>
                <a:rPr lang="ko-KR" altLang="en-US" sz="800" b="1" dirty="0" err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시그니처</a:t>
              </a:r>
              <a:endPara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34" name="그룹 133">
              <a:extLst>
                <a:ext uri="{FF2B5EF4-FFF2-40B4-BE49-F238E27FC236}">
                  <a16:creationId xmlns:a16="http://schemas.microsoft.com/office/drawing/2014/main" id="{1410DC9C-C7AB-0404-C81F-A955CC38BCD5}"/>
                </a:ext>
              </a:extLst>
            </p:cNvPr>
            <p:cNvGrpSpPr/>
            <p:nvPr/>
          </p:nvGrpSpPr>
          <p:grpSpPr>
            <a:xfrm>
              <a:off x="6159559" y="3573016"/>
              <a:ext cx="263900" cy="137151"/>
              <a:chOff x="-1" y="3923016"/>
              <a:chExt cx="415621" cy="216001"/>
            </a:xfrm>
            <a:grpFill/>
          </p:grpSpPr>
          <p:sp>
            <p:nvSpPr>
              <p:cNvPr id="135" name="사각형: 둥근 모서리 134">
                <a:extLst>
                  <a:ext uri="{FF2B5EF4-FFF2-40B4-BE49-F238E27FC236}">
                    <a16:creationId xmlns:a16="http://schemas.microsoft.com/office/drawing/2014/main" id="{652E7934-541E-4B5A-4F1B-B9534ACD3EFF}"/>
                  </a:ext>
                </a:extLst>
              </p:cNvPr>
              <p:cNvSpPr/>
              <p:nvPr/>
            </p:nvSpPr>
            <p:spPr>
              <a:xfrm>
                <a:off x="-1" y="3923016"/>
                <a:ext cx="388510" cy="216001"/>
              </a:xfrm>
              <a:prstGeom prst="roundRect">
                <a:avLst>
                  <a:gd name="adj" fmla="val 50000"/>
                </a:avLst>
              </a:prstGeom>
              <a:grpFill/>
              <a:ln w="1270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6" name="타원 135">
                <a:extLst>
                  <a:ext uri="{FF2B5EF4-FFF2-40B4-BE49-F238E27FC236}">
                    <a16:creationId xmlns:a16="http://schemas.microsoft.com/office/drawing/2014/main" id="{79F00843-4CA5-9138-EEE8-9CAB0FF7A38E}"/>
                  </a:ext>
                </a:extLst>
              </p:cNvPr>
              <p:cNvSpPr/>
              <p:nvPr/>
            </p:nvSpPr>
            <p:spPr>
              <a:xfrm>
                <a:off x="199620" y="3923017"/>
                <a:ext cx="216000" cy="216000"/>
              </a:xfrm>
              <a:prstGeom prst="ellipse">
                <a:avLst/>
              </a:prstGeom>
              <a:grpFill/>
              <a:ln w="1270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137" name="그룹 136">
            <a:extLst>
              <a:ext uri="{FF2B5EF4-FFF2-40B4-BE49-F238E27FC236}">
                <a16:creationId xmlns:a16="http://schemas.microsoft.com/office/drawing/2014/main" id="{477FFD7B-ABA2-F0ED-1C08-6E4781D05673}"/>
              </a:ext>
            </a:extLst>
          </p:cNvPr>
          <p:cNvGrpSpPr/>
          <p:nvPr/>
        </p:nvGrpSpPr>
        <p:grpSpPr>
          <a:xfrm>
            <a:off x="6662500" y="5661288"/>
            <a:ext cx="526728" cy="526728"/>
            <a:chOff x="4828545" y="3236135"/>
            <a:chExt cx="526728" cy="526728"/>
          </a:xfrm>
          <a:solidFill>
            <a:schemeClr val="bg1">
              <a:lumMod val="75000"/>
            </a:schemeClr>
          </a:solidFill>
        </p:grpSpPr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155C7FBF-DFDF-43AC-7643-693AD6FD7B1F}"/>
                </a:ext>
              </a:extLst>
            </p:cNvPr>
            <p:cNvSpPr/>
            <p:nvPr/>
          </p:nvSpPr>
          <p:spPr>
            <a:xfrm>
              <a:off x="4828545" y="3236135"/>
              <a:ext cx="526728" cy="526728"/>
            </a:xfrm>
            <a:prstGeom prst="roundRect">
              <a:avLst/>
            </a:prstGeom>
            <a:grpFill/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108000" rIns="0" bIns="0" rtlCol="0" anchor="t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게임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39" name="그룹 138">
              <a:extLst>
                <a:ext uri="{FF2B5EF4-FFF2-40B4-BE49-F238E27FC236}">
                  <a16:creationId xmlns:a16="http://schemas.microsoft.com/office/drawing/2014/main" id="{F4A232A9-E327-53E4-D6C5-33CCEDB96B99}"/>
                </a:ext>
              </a:extLst>
            </p:cNvPr>
            <p:cNvGrpSpPr/>
            <p:nvPr/>
          </p:nvGrpSpPr>
          <p:grpSpPr>
            <a:xfrm>
              <a:off x="4962311" y="3573016"/>
              <a:ext cx="263900" cy="137151"/>
              <a:chOff x="-1" y="3923016"/>
              <a:chExt cx="415621" cy="216001"/>
            </a:xfrm>
            <a:grpFill/>
          </p:grpSpPr>
          <p:sp>
            <p:nvSpPr>
              <p:cNvPr id="140" name="사각형: 둥근 모서리 139">
                <a:extLst>
                  <a:ext uri="{FF2B5EF4-FFF2-40B4-BE49-F238E27FC236}">
                    <a16:creationId xmlns:a16="http://schemas.microsoft.com/office/drawing/2014/main" id="{76361E75-A830-5883-58E4-4DE7DD08B7D7}"/>
                  </a:ext>
                </a:extLst>
              </p:cNvPr>
              <p:cNvSpPr/>
              <p:nvPr/>
            </p:nvSpPr>
            <p:spPr>
              <a:xfrm>
                <a:off x="-1" y="3923016"/>
                <a:ext cx="388510" cy="216001"/>
              </a:xfrm>
              <a:prstGeom prst="roundRect">
                <a:avLst>
                  <a:gd name="adj" fmla="val 50000"/>
                </a:avLst>
              </a:prstGeom>
              <a:grpFill/>
              <a:ln w="1270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41" name="타원 140">
                <a:extLst>
                  <a:ext uri="{FF2B5EF4-FFF2-40B4-BE49-F238E27FC236}">
                    <a16:creationId xmlns:a16="http://schemas.microsoft.com/office/drawing/2014/main" id="{FFBD29C7-D3FE-34A6-A7FF-EFE6169A4EB4}"/>
                  </a:ext>
                </a:extLst>
              </p:cNvPr>
              <p:cNvSpPr/>
              <p:nvPr/>
            </p:nvSpPr>
            <p:spPr>
              <a:xfrm>
                <a:off x="199620" y="3923017"/>
                <a:ext cx="216000" cy="216000"/>
              </a:xfrm>
              <a:prstGeom prst="ellipse">
                <a:avLst/>
              </a:prstGeom>
              <a:grpFill/>
              <a:ln w="1270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142" name="그룹 141">
            <a:extLst>
              <a:ext uri="{FF2B5EF4-FFF2-40B4-BE49-F238E27FC236}">
                <a16:creationId xmlns:a16="http://schemas.microsoft.com/office/drawing/2014/main" id="{6636CEA7-72CF-68DB-C9D9-C8C01EEC2C9C}"/>
              </a:ext>
            </a:extLst>
          </p:cNvPr>
          <p:cNvGrpSpPr/>
          <p:nvPr/>
        </p:nvGrpSpPr>
        <p:grpSpPr>
          <a:xfrm>
            <a:off x="7258999" y="5661288"/>
            <a:ext cx="526728" cy="526728"/>
            <a:chOff x="5425044" y="3236135"/>
            <a:chExt cx="526728" cy="526728"/>
          </a:xfrm>
          <a:solidFill>
            <a:schemeClr val="bg1">
              <a:lumMod val="75000"/>
            </a:schemeClr>
          </a:solidFill>
        </p:grpSpPr>
        <p:sp>
          <p:nvSpPr>
            <p:cNvPr id="143" name="사각형: 둥근 모서리 142">
              <a:extLst>
                <a:ext uri="{FF2B5EF4-FFF2-40B4-BE49-F238E27FC236}">
                  <a16:creationId xmlns:a16="http://schemas.microsoft.com/office/drawing/2014/main" id="{370A2A44-B37C-88C7-90B6-AE138E152100}"/>
                </a:ext>
              </a:extLst>
            </p:cNvPr>
            <p:cNvSpPr/>
            <p:nvPr/>
          </p:nvSpPr>
          <p:spPr>
            <a:xfrm>
              <a:off x="5425044" y="3236135"/>
              <a:ext cx="526728" cy="526728"/>
            </a:xfrm>
            <a:prstGeom prst="roundRect">
              <a:avLst/>
            </a:prstGeom>
            <a:grpFill/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108000" rIns="0" bIns="0" rtlCol="0" anchor="t"/>
            <a:lstStyle/>
            <a:p>
              <a:pPr algn="ctr"/>
              <a:r>
                <a:rPr lang="ko-KR" altLang="en-US" sz="800" b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크루</a:t>
              </a:r>
              <a:endPara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4" name="사각형: 둥근 모서리 143">
              <a:extLst>
                <a:ext uri="{FF2B5EF4-FFF2-40B4-BE49-F238E27FC236}">
                  <a16:creationId xmlns:a16="http://schemas.microsoft.com/office/drawing/2014/main" id="{BE910337-299E-0055-B83C-CC4B36EB0494}"/>
                </a:ext>
              </a:extLst>
            </p:cNvPr>
            <p:cNvSpPr/>
            <p:nvPr/>
          </p:nvSpPr>
          <p:spPr>
            <a:xfrm>
              <a:off x="5556458" y="3573016"/>
              <a:ext cx="246686" cy="137151"/>
            </a:xfrm>
            <a:prstGeom prst="roundRect">
              <a:avLst>
                <a:gd name="adj" fmla="val 50000"/>
              </a:avLst>
            </a:prstGeom>
            <a:grpFill/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5" name="타원 144">
              <a:extLst>
                <a:ext uri="{FF2B5EF4-FFF2-40B4-BE49-F238E27FC236}">
                  <a16:creationId xmlns:a16="http://schemas.microsoft.com/office/drawing/2014/main" id="{15D5A09F-48D1-0548-B5DE-C2BAEF6EADAB}"/>
                </a:ext>
              </a:extLst>
            </p:cNvPr>
            <p:cNvSpPr/>
            <p:nvPr/>
          </p:nvSpPr>
          <p:spPr>
            <a:xfrm>
              <a:off x="5683208" y="3573016"/>
              <a:ext cx="137150" cy="137150"/>
            </a:xfrm>
            <a:prstGeom prst="ellipse">
              <a:avLst/>
            </a:prstGeom>
            <a:grpFill/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46" name="사각형: 둥근 모서리 145">
            <a:extLst>
              <a:ext uri="{FF2B5EF4-FFF2-40B4-BE49-F238E27FC236}">
                <a16:creationId xmlns:a16="http://schemas.microsoft.com/office/drawing/2014/main" id="{82FD0BE0-4052-44DC-2217-FD5BFFCA6FC1}"/>
              </a:ext>
            </a:extLst>
          </p:cNvPr>
          <p:cNvSpPr/>
          <p:nvPr/>
        </p:nvSpPr>
        <p:spPr>
          <a:xfrm>
            <a:off x="7390413" y="3601620"/>
            <a:ext cx="246686" cy="137151"/>
          </a:xfrm>
          <a:prstGeom prst="roundRect">
            <a:avLst>
              <a:gd name="adj" fmla="val 50000"/>
            </a:avLst>
          </a:prstGeom>
          <a:solidFill>
            <a:schemeClr val="bg1">
              <a:lumMod val="7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r>
              <a:rPr lang="en-US" altLang="ko-KR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ON</a:t>
            </a:r>
            <a:endParaRPr lang="ko-KR" altLang="en-US" sz="5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7" name="타원 146">
            <a:extLst>
              <a:ext uri="{FF2B5EF4-FFF2-40B4-BE49-F238E27FC236}">
                <a16:creationId xmlns:a16="http://schemas.microsoft.com/office/drawing/2014/main" id="{C00290E6-F6C0-37ED-2FDB-E7E3787C6BFA}"/>
              </a:ext>
            </a:extLst>
          </p:cNvPr>
          <p:cNvSpPr/>
          <p:nvPr/>
        </p:nvSpPr>
        <p:spPr>
          <a:xfrm>
            <a:off x="7517163" y="3601620"/>
            <a:ext cx="137150" cy="137150"/>
          </a:xfrm>
          <a:prstGeom prst="ellips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pPr algn="ctr"/>
            <a:endParaRPr lang="ko-KR" altLang="en-US" sz="500" dirty="0"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BA5A0E9A-9F37-E87A-23B3-820E411D92A5}"/>
              </a:ext>
            </a:extLst>
          </p:cNvPr>
          <p:cNvCxnSpPr/>
          <p:nvPr/>
        </p:nvCxnSpPr>
        <p:spPr>
          <a:xfrm>
            <a:off x="6617670" y="3130241"/>
            <a:ext cx="1836488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사각형: 둥근 모서리 155">
            <a:extLst>
              <a:ext uri="{FF2B5EF4-FFF2-40B4-BE49-F238E27FC236}">
                <a16:creationId xmlns:a16="http://schemas.microsoft.com/office/drawing/2014/main" id="{65BCC6D8-101F-812B-F350-4B34F5BF5037}"/>
              </a:ext>
            </a:extLst>
          </p:cNvPr>
          <p:cNvSpPr/>
          <p:nvPr/>
        </p:nvSpPr>
        <p:spPr>
          <a:xfrm>
            <a:off x="6662251" y="2443903"/>
            <a:ext cx="1728225" cy="566335"/>
          </a:xfrm>
          <a:prstGeom prst="roundRect">
            <a:avLst>
              <a:gd name="adj" fmla="val 9294"/>
            </a:avLst>
          </a:prstGeom>
          <a:solidFill>
            <a:srgbClr val="C00000"/>
          </a:solidFill>
          <a:ln w="127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0"/>
          <a:lstStyle/>
          <a:p>
            <a:pPr>
              <a:lnSpc>
                <a:spcPct val="120000"/>
              </a:lnSpc>
            </a:pPr>
            <a:r>
              <a:rPr lang="ko-KR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     </a:t>
            </a:r>
            <a:endParaRPr lang="ko-KR" altLang="en-US" dirty="0">
              <a:solidFill>
                <a:schemeClr val="bg1"/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300F2645-A659-F6A8-0E88-A6CDBE7AFF61}"/>
              </a:ext>
            </a:extLst>
          </p:cNvPr>
          <p:cNvGrpSpPr/>
          <p:nvPr/>
        </p:nvGrpSpPr>
        <p:grpSpPr>
          <a:xfrm>
            <a:off x="7875251" y="2637058"/>
            <a:ext cx="367256" cy="180024"/>
            <a:chOff x="-52147" y="3923016"/>
            <a:chExt cx="440656" cy="216001"/>
          </a:xfrm>
        </p:grpSpPr>
        <p:sp>
          <p:nvSpPr>
            <p:cNvPr id="158" name="사각형: 둥근 모서리 157">
              <a:extLst>
                <a:ext uri="{FF2B5EF4-FFF2-40B4-BE49-F238E27FC236}">
                  <a16:creationId xmlns:a16="http://schemas.microsoft.com/office/drawing/2014/main" id="{431CB830-1BD0-6BD0-80FA-421CF15C2259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65000"/>
                <a:lumOff val="3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8000" tIns="0" rIns="0" bIns="0" rtlCol="0" anchor="ctr"/>
            <a:lstStyle/>
            <a:p>
              <a:pPr algn="r"/>
              <a:r>
                <a:rPr lang="en-US" altLang="ko-KR" sz="6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OFF</a:t>
              </a:r>
              <a:endParaRPr lang="ko-KR" altLang="en-US" sz="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C0B26F13-7804-8125-A2EC-ED3A1C134684}"/>
                </a:ext>
              </a:extLst>
            </p:cNvPr>
            <p:cNvSpPr/>
            <p:nvPr/>
          </p:nvSpPr>
          <p:spPr>
            <a:xfrm>
              <a:off x="-52147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60" name="&quot;허용 안 됨&quot; 기호 159">
            <a:extLst>
              <a:ext uri="{FF2B5EF4-FFF2-40B4-BE49-F238E27FC236}">
                <a16:creationId xmlns:a16="http://schemas.microsoft.com/office/drawing/2014/main" id="{3C2239A0-AC77-BA82-1C0D-26A3B521661E}"/>
              </a:ext>
            </a:extLst>
          </p:cNvPr>
          <p:cNvSpPr/>
          <p:nvPr/>
        </p:nvSpPr>
        <p:spPr>
          <a:xfrm>
            <a:off x="7052454" y="2506590"/>
            <a:ext cx="459074" cy="459074"/>
          </a:xfrm>
          <a:prstGeom prst="noSmoking">
            <a:avLst/>
          </a:prstGeom>
          <a:solidFill>
            <a:srgbClr val="FF090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>
              <a:lnSpc>
                <a:spcPct val="120000"/>
              </a:lnSpc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 기능 사용 중지</a:t>
            </a:r>
            <a:endParaRPr lang="en-US" altLang="ko-KR" b="1" noProof="0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>
              <a:lnSpc>
                <a:spcPct val="120000"/>
              </a:lnSpc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사용 중인 후원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: 0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개</a:t>
            </a:r>
            <a:endParaRPr lang="ko-KR" altLang="en-US" dirty="0">
              <a:solidFill>
                <a:schemeClr val="tx1"/>
              </a:solidFill>
            </a:endParaRPr>
          </a:p>
        </p:txBody>
      </p:sp>
      <p:pic>
        <p:nvPicPr>
          <p:cNvPr id="161" name="그림 160">
            <a:extLst>
              <a:ext uri="{FF2B5EF4-FFF2-40B4-BE49-F238E27FC236}">
                <a16:creationId xmlns:a16="http://schemas.microsoft.com/office/drawing/2014/main" id="{BDCBDE7C-573E-6DBF-E8DD-AD70BF8E68D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99387" y="5323264"/>
            <a:ext cx="3348372" cy="1270279"/>
          </a:xfrm>
          <a:prstGeom prst="rect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</p:pic>
      <p:cxnSp>
        <p:nvCxnSpPr>
          <p:cNvPr id="164" name="연결선: 꺾임 163">
            <a:extLst>
              <a:ext uri="{FF2B5EF4-FFF2-40B4-BE49-F238E27FC236}">
                <a16:creationId xmlns:a16="http://schemas.microsoft.com/office/drawing/2014/main" id="{84B73FBC-C636-527D-491C-97090049946A}"/>
              </a:ext>
            </a:extLst>
          </p:cNvPr>
          <p:cNvCxnSpPr>
            <a:cxnSpLocks/>
            <a:stCxn id="158" idx="3"/>
            <a:endCxn id="161" idx="0"/>
          </p:cNvCxnSpPr>
          <p:nvPr/>
        </p:nvCxnSpPr>
        <p:spPr>
          <a:xfrm>
            <a:off x="8242507" y="2727070"/>
            <a:ext cx="2131066" cy="2596194"/>
          </a:xfrm>
          <a:prstGeom prst="bentConnector2">
            <a:avLst/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69" name="Group 323">
            <a:extLst>
              <a:ext uri="{FF2B5EF4-FFF2-40B4-BE49-F238E27FC236}">
                <a16:creationId xmlns:a16="http://schemas.microsoft.com/office/drawing/2014/main" id="{A52615B7-CE92-8613-3D0C-068F343865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480890"/>
              </p:ext>
            </p:extLst>
          </p:nvPr>
        </p:nvGraphicFramePr>
        <p:xfrm>
          <a:off x="9625013" y="575703"/>
          <a:ext cx="2519969" cy="1595889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후원 기능 사용 중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ON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으로된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후원 개수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1-1  OFF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로 설정 시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도네이터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페이지의 모든 후원 메뉴 비활성화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각 후원 기능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on/off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각 항목의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on/off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설정에 따라 후원페이지의 후원 탭 메뉴 노출 또는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비노출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크리에이터 페이지의 설정과 연동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4805243"/>
                  </a:ext>
                </a:extLst>
              </a:tr>
            </a:tbl>
          </a:graphicData>
        </a:graphic>
      </p:graphicFrame>
      <p:sp>
        <p:nvSpPr>
          <p:cNvPr id="170" name="타원 169">
            <a:extLst>
              <a:ext uri="{FF2B5EF4-FFF2-40B4-BE49-F238E27FC236}">
                <a16:creationId xmlns:a16="http://schemas.microsoft.com/office/drawing/2014/main" id="{D250EDC3-35DE-FC45-397E-5459382939A5}"/>
              </a:ext>
            </a:extLst>
          </p:cNvPr>
          <p:cNvSpPr/>
          <p:nvPr/>
        </p:nvSpPr>
        <p:spPr>
          <a:xfrm>
            <a:off x="8474664" y="2797006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1-1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39005680-F7CD-4D42-E4A8-2ABC661F33FB}"/>
              </a:ext>
            </a:extLst>
          </p:cNvPr>
          <p:cNvGrpSpPr/>
          <p:nvPr/>
        </p:nvGrpSpPr>
        <p:grpSpPr>
          <a:xfrm>
            <a:off x="5097411" y="2124492"/>
            <a:ext cx="387008" cy="118852"/>
            <a:chOff x="8850325" y="2256508"/>
            <a:chExt cx="387008" cy="118852"/>
          </a:xfrm>
        </p:grpSpPr>
        <p:sp>
          <p:nvSpPr>
            <p:cNvPr id="3" name="Google Shape;1200;p27">
              <a:extLst>
                <a:ext uri="{FF2B5EF4-FFF2-40B4-BE49-F238E27FC236}">
                  <a16:creationId xmlns:a16="http://schemas.microsoft.com/office/drawing/2014/main" id="{4281A4B0-6D85-8BE1-ED4D-A5E8971ECFA5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" name="그래픽 5">
              <a:extLst>
                <a:ext uri="{FF2B5EF4-FFF2-40B4-BE49-F238E27FC236}">
                  <a16:creationId xmlns:a16="http://schemas.microsoft.com/office/drawing/2014/main" id="{CFEAF8E9-2A00-AFC8-FD03-37A251C3269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7" name="Google Shape;1202;p27">
              <a:extLst>
                <a:ext uri="{FF2B5EF4-FFF2-40B4-BE49-F238E27FC236}">
                  <a16:creationId xmlns:a16="http://schemas.microsoft.com/office/drawing/2014/main" id="{E74ADB92-69E1-57D5-9979-52999AE15BF6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955E9698-16E2-E6B6-FE51-D5A2E53B521A}"/>
              </a:ext>
            </a:extLst>
          </p:cNvPr>
          <p:cNvGrpSpPr/>
          <p:nvPr/>
        </p:nvGrpSpPr>
        <p:grpSpPr>
          <a:xfrm>
            <a:off x="8109552" y="2124492"/>
            <a:ext cx="387008" cy="118852"/>
            <a:chOff x="8850325" y="2256508"/>
            <a:chExt cx="387008" cy="118852"/>
          </a:xfrm>
        </p:grpSpPr>
        <p:sp>
          <p:nvSpPr>
            <p:cNvPr id="57" name="Google Shape;1200;p27">
              <a:extLst>
                <a:ext uri="{FF2B5EF4-FFF2-40B4-BE49-F238E27FC236}">
                  <a16:creationId xmlns:a16="http://schemas.microsoft.com/office/drawing/2014/main" id="{AB2067C3-33F2-73CC-C2D1-B973626446B8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8" name="그래픽 57">
              <a:extLst>
                <a:ext uri="{FF2B5EF4-FFF2-40B4-BE49-F238E27FC236}">
                  <a16:creationId xmlns:a16="http://schemas.microsoft.com/office/drawing/2014/main" id="{0CB635CA-A351-8C89-DDAF-35F2398076A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59" name="Google Shape;1202;p27">
              <a:extLst>
                <a:ext uri="{FF2B5EF4-FFF2-40B4-BE49-F238E27FC236}">
                  <a16:creationId xmlns:a16="http://schemas.microsoft.com/office/drawing/2014/main" id="{4436BC0D-C5AD-BDA3-8550-B33159AB0C5A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4353318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텍스트 개체 틀 135">
            <a:extLst>
              <a:ext uri="{FF2B5EF4-FFF2-40B4-BE49-F238E27FC236}">
                <a16:creationId xmlns:a16="http://schemas.microsoft.com/office/drawing/2014/main" id="{227C2B9F-E6EE-541E-8C6D-C40FBB6D1C83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prstGeom prst="rect">
            <a:avLst/>
          </a:prstGeom>
        </p:spPr>
        <p:txBody>
          <a:bodyPr/>
          <a:lstStyle/>
          <a:p>
            <a:pPr marL="0" indent="0">
              <a:buNone/>
            </a:pPr>
            <a:r>
              <a:rPr lang="ko-KR" altLang="en-US" dirty="0"/>
              <a:t>후원 알림</a:t>
            </a:r>
          </a:p>
        </p:txBody>
      </p:sp>
      <p:sp>
        <p:nvSpPr>
          <p:cNvPr id="135" name="제목 134">
            <a:extLst>
              <a:ext uri="{FF2B5EF4-FFF2-40B4-BE49-F238E27FC236}">
                <a16:creationId xmlns:a16="http://schemas.microsoft.com/office/drawing/2014/main" id="{E16D92B1-C427-FCD2-692C-2C9B3AD8A2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기타 위젯 </a:t>
            </a:r>
            <a:r>
              <a:rPr lang="en-US" altLang="ko-KR" dirty="0"/>
              <a:t>&gt; </a:t>
            </a:r>
            <a:r>
              <a:rPr lang="ko-KR" altLang="en-US" dirty="0"/>
              <a:t>후원 알림</a:t>
            </a:r>
          </a:p>
        </p:txBody>
      </p:sp>
      <p:sp>
        <p:nvSpPr>
          <p:cNvPr id="168" name="Google Shape;1301;p29">
            <a:extLst>
              <a:ext uri="{FF2B5EF4-FFF2-40B4-BE49-F238E27FC236}">
                <a16:creationId xmlns:a16="http://schemas.microsoft.com/office/drawing/2014/main" id="{19C5D4EF-960B-FC07-2007-CA948266FD0B}"/>
              </a:ext>
            </a:extLst>
          </p:cNvPr>
          <p:cNvSpPr/>
          <p:nvPr/>
        </p:nvSpPr>
        <p:spPr>
          <a:xfrm>
            <a:off x="3287688" y="1525198"/>
            <a:ext cx="2061102" cy="4928868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후원 알림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169" name="Google Shape;1303;p29">
            <a:extLst>
              <a:ext uri="{FF2B5EF4-FFF2-40B4-BE49-F238E27FC236}">
                <a16:creationId xmlns:a16="http://schemas.microsoft.com/office/drawing/2014/main" id="{F50C64CB-831B-4816-A5B9-8296A253C185}"/>
              </a:ext>
            </a:extLst>
          </p:cNvPr>
          <p:cNvSpPr/>
          <p:nvPr/>
        </p:nvSpPr>
        <p:spPr>
          <a:xfrm>
            <a:off x="3327664" y="1772816"/>
            <a:ext cx="1972854" cy="4627037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3A7517FD-FD32-BA17-4643-6EDA12C3997C}"/>
              </a:ext>
            </a:extLst>
          </p:cNvPr>
          <p:cNvSpPr txBox="1"/>
          <p:nvPr/>
        </p:nvSpPr>
        <p:spPr>
          <a:xfrm>
            <a:off x="3344909" y="5603778"/>
            <a:ext cx="96256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 </a:t>
            </a:r>
            <a:r>
              <a:rPr lang="ko-KR" altLang="en-US" sz="800" b="1" dirty="0" err="1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투네</a:t>
            </a:r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 </a:t>
            </a:r>
            <a:r>
              <a:rPr lang="ko-KR" altLang="en-US" sz="800" b="1" dirty="0" err="1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애드</a:t>
            </a:r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 알림</a:t>
            </a:r>
            <a:endParaRPr lang="en-US" altLang="ko-KR" sz="800" b="1" dirty="0">
              <a:solidFill>
                <a:schemeClr val="tx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6" name="사각형: 둥근 모서리 175">
            <a:extLst>
              <a:ext uri="{FF2B5EF4-FFF2-40B4-BE49-F238E27FC236}">
                <a16:creationId xmlns:a16="http://schemas.microsoft.com/office/drawing/2014/main" id="{AAA30B2F-782E-5449-15DB-E9BE7027A263}"/>
              </a:ext>
            </a:extLst>
          </p:cNvPr>
          <p:cNvSpPr/>
          <p:nvPr/>
        </p:nvSpPr>
        <p:spPr>
          <a:xfrm>
            <a:off x="3443678" y="5819222"/>
            <a:ext cx="526728" cy="526729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t"/>
          <a:lstStyle/>
          <a:p>
            <a:pPr algn="ctr">
              <a:lnSpc>
                <a:spcPct val="150000"/>
              </a:lnSpc>
            </a:pPr>
            <a:r>
              <a:rPr lang="ko-KR" altLang="en-US" sz="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투네</a:t>
            </a:r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애드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77" name="그룹 176">
            <a:extLst>
              <a:ext uri="{FF2B5EF4-FFF2-40B4-BE49-F238E27FC236}">
                <a16:creationId xmlns:a16="http://schemas.microsoft.com/office/drawing/2014/main" id="{2DA061B6-EED1-5D4C-B61E-C5B33CA810F0}"/>
              </a:ext>
            </a:extLst>
          </p:cNvPr>
          <p:cNvGrpSpPr/>
          <p:nvPr/>
        </p:nvGrpSpPr>
        <p:grpSpPr>
          <a:xfrm>
            <a:off x="3572596" y="6157765"/>
            <a:ext cx="263900" cy="137151"/>
            <a:chOff x="5076600" y="4222384"/>
            <a:chExt cx="263900" cy="137151"/>
          </a:xfrm>
        </p:grpSpPr>
        <p:sp>
          <p:nvSpPr>
            <p:cNvPr id="178" name="사각형: 둥근 모서리 177">
              <a:extLst>
                <a:ext uri="{FF2B5EF4-FFF2-40B4-BE49-F238E27FC236}">
                  <a16:creationId xmlns:a16="http://schemas.microsoft.com/office/drawing/2014/main" id="{A29FF63F-B964-B186-92A6-666BE6F3F8B5}"/>
                </a:ext>
              </a:extLst>
            </p:cNvPr>
            <p:cNvSpPr/>
            <p:nvPr/>
          </p:nvSpPr>
          <p:spPr>
            <a:xfrm>
              <a:off x="5076600" y="4222384"/>
              <a:ext cx="246686" cy="13715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2F7CA0E8-220B-7D8F-AD1D-FF362994921F}"/>
                </a:ext>
              </a:extLst>
            </p:cNvPr>
            <p:cNvSpPr/>
            <p:nvPr/>
          </p:nvSpPr>
          <p:spPr>
            <a:xfrm>
              <a:off x="5203350" y="4222385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pic>
        <p:nvPicPr>
          <p:cNvPr id="182" name="그림 181">
            <a:extLst>
              <a:ext uri="{FF2B5EF4-FFF2-40B4-BE49-F238E27FC236}">
                <a16:creationId xmlns:a16="http://schemas.microsoft.com/office/drawing/2014/main" id="{3A944DA8-ACBB-10D6-9009-24BFED04621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3591"/>
          <a:stretch>
            <a:fillRect/>
          </a:stretch>
        </p:blipFill>
        <p:spPr>
          <a:xfrm>
            <a:off x="407368" y="1520522"/>
            <a:ext cx="2426390" cy="4716790"/>
          </a:xfrm>
          <a:prstGeom prst="rect">
            <a:avLst/>
          </a:prstGeom>
        </p:spPr>
      </p:pic>
      <p:sp>
        <p:nvSpPr>
          <p:cNvPr id="183" name="TextBox 182">
            <a:extLst>
              <a:ext uri="{FF2B5EF4-FFF2-40B4-BE49-F238E27FC236}">
                <a16:creationId xmlns:a16="http://schemas.microsoft.com/office/drawing/2014/main" id="{95FA1FAC-3FCA-D4F3-7CF6-651C772B0F24}"/>
              </a:ext>
            </a:extLst>
          </p:cNvPr>
          <p:cNvSpPr txBox="1"/>
          <p:nvPr/>
        </p:nvSpPr>
        <p:spPr>
          <a:xfrm>
            <a:off x="3345486" y="2610321"/>
            <a:ext cx="96256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 </a:t>
            </a:r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유튜브 알림</a:t>
            </a:r>
            <a:endParaRPr lang="en-US" altLang="ko-KR" sz="800" b="1" dirty="0">
              <a:solidFill>
                <a:schemeClr val="tx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8A82C5C2-1EB2-3619-34BD-FB408B92F19C}"/>
              </a:ext>
            </a:extLst>
          </p:cNvPr>
          <p:cNvGrpSpPr/>
          <p:nvPr/>
        </p:nvGrpSpPr>
        <p:grpSpPr>
          <a:xfrm>
            <a:off x="3454681" y="2819485"/>
            <a:ext cx="1158101" cy="526729"/>
            <a:chOff x="2664871" y="3229852"/>
            <a:chExt cx="1158101" cy="526729"/>
          </a:xfrm>
        </p:grpSpPr>
        <p:sp>
          <p:nvSpPr>
            <p:cNvPr id="185" name="사각형: 둥근 모서리 184">
              <a:extLst>
                <a:ext uri="{FF2B5EF4-FFF2-40B4-BE49-F238E27FC236}">
                  <a16:creationId xmlns:a16="http://schemas.microsoft.com/office/drawing/2014/main" id="{0B0BD2A8-0FE0-853D-C345-E753F84CCFFF}"/>
                </a:ext>
              </a:extLst>
            </p:cNvPr>
            <p:cNvSpPr/>
            <p:nvPr/>
          </p:nvSpPr>
          <p:spPr>
            <a:xfrm>
              <a:off x="2664871" y="3229852"/>
              <a:ext cx="526728" cy="526729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>
                <a:lnSpc>
                  <a:spcPct val="150000"/>
                </a:lnSpc>
              </a:pPr>
              <a:r>
                <a:rPr lang="ko-KR" altLang="en-US" sz="800" b="1" dirty="0" err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슈퍼쳇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4F192858-42D5-92D0-B2F4-952948064F37}"/>
                </a:ext>
              </a:extLst>
            </p:cNvPr>
            <p:cNvGrpSpPr/>
            <p:nvPr/>
          </p:nvGrpSpPr>
          <p:grpSpPr>
            <a:xfrm>
              <a:off x="2796284" y="3566733"/>
              <a:ext cx="263900" cy="137151"/>
              <a:chOff x="-1" y="3923016"/>
              <a:chExt cx="415621" cy="216001"/>
            </a:xfrm>
          </p:grpSpPr>
          <p:sp>
            <p:nvSpPr>
              <p:cNvPr id="191" name="사각형: 둥근 모서리 190">
                <a:extLst>
                  <a:ext uri="{FF2B5EF4-FFF2-40B4-BE49-F238E27FC236}">
                    <a16:creationId xmlns:a16="http://schemas.microsoft.com/office/drawing/2014/main" id="{BB777D8B-C49E-116B-04BC-FFBCC44B5658}"/>
                  </a:ext>
                </a:extLst>
              </p:cNvPr>
              <p:cNvSpPr/>
              <p:nvPr/>
            </p:nvSpPr>
            <p:spPr>
              <a:xfrm>
                <a:off x="-1" y="3923016"/>
                <a:ext cx="388510" cy="21600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92" name="타원 191">
                <a:extLst>
                  <a:ext uri="{FF2B5EF4-FFF2-40B4-BE49-F238E27FC236}">
                    <a16:creationId xmlns:a16="http://schemas.microsoft.com/office/drawing/2014/main" id="{30A2AE29-DF0F-BADB-6EFE-B775D2F14686}"/>
                  </a:ext>
                </a:extLst>
              </p:cNvPr>
              <p:cNvSpPr/>
              <p:nvPr/>
            </p:nvSpPr>
            <p:spPr>
              <a:xfrm>
                <a:off x="199620" y="3923017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87" name="사각형: 둥근 모서리 186">
              <a:extLst>
                <a:ext uri="{FF2B5EF4-FFF2-40B4-BE49-F238E27FC236}">
                  <a16:creationId xmlns:a16="http://schemas.microsoft.com/office/drawing/2014/main" id="{AFD4FF14-18DC-3354-6A49-78DE3363EDF4}"/>
                </a:ext>
              </a:extLst>
            </p:cNvPr>
            <p:cNvSpPr/>
            <p:nvPr/>
          </p:nvSpPr>
          <p:spPr>
            <a:xfrm>
              <a:off x="3296244" y="3229852"/>
              <a:ext cx="526728" cy="526729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멤버십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88" name="그룹 187">
              <a:extLst>
                <a:ext uri="{FF2B5EF4-FFF2-40B4-BE49-F238E27FC236}">
                  <a16:creationId xmlns:a16="http://schemas.microsoft.com/office/drawing/2014/main" id="{28285678-2DBC-B649-693C-7B96E11157E3}"/>
                </a:ext>
              </a:extLst>
            </p:cNvPr>
            <p:cNvGrpSpPr/>
            <p:nvPr/>
          </p:nvGrpSpPr>
          <p:grpSpPr>
            <a:xfrm>
              <a:off x="3430010" y="3566733"/>
              <a:ext cx="263900" cy="137151"/>
              <a:chOff x="-1" y="3923016"/>
              <a:chExt cx="415621" cy="216001"/>
            </a:xfrm>
          </p:grpSpPr>
          <p:sp>
            <p:nvSpPr>
              <p:cNvPr id="189" name="사각형: 둥근 모서리 188">
                <a:extLst>
                  <a:ext uri="{FF2B5EF4-FFF2-40B4-BE49-F238E27FC236}">
                    <a16:creationId xmlns:a16="http://schemas.microsoft.com/office/drawing/2014/main" id="{58B0F0EC-EAD6-02C7-7B19-11A7AAD09223}"/>
                  </a:ext>
                </a:extLst>
              </p:cNvPr>
              <p:cNvSpPr/>
              <p:nvPr/>
            </p:nvSpPr>
            <p:spPr>
              <a:xfrm>
                <a:off x="-1" y="3923016"/>
                <a:ext cx="388510" cy="21600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90" name="타원 189">
                <a:extLst>
                  <a:ext uri="{FF2B5EF4-FFF2-40B4-BE49-F238E27FC236}">
                    <a16:creationId xmlns:a16="http://schemas.microsoft.com/office/drawing/2014/main" id="{DD1C6094-AB78-4C51-63FD-66EEC7A38E25}"/>
                  </a:ext>
                </a:extLst>
              </p:cNvPr>
              <p:cNvSpPr/>
              <p:nvPr/>
            </p:nvSpPr>
            <p:spPr>
              <a:xfrm>
                <a:off x="199620" y="3923017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193" name="TextBox 192">
            <a:extLst>
              <a:ext uri="{FF2B5EF4-FFF2-40B4-BE49-F238E27FC236}">
                <a16:creationId xmlns:a16="http://schemas.microsoft.com/office/drawing/2014/main" id="{4086DCE8-15D8-EAF1-51B3-98B354F64049}"/>
              </a:ext>
            </a:extLst>
          </p:cNvPr>
          <p:cNvSpPr txBox="1"/>
          <p:nvPr/>
        </p:nvSpPr>
        <p:spPr>
          <a:xfrm>
            <a:off x="3345486" y="3402201"/>
            <a:ext cx="96256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 </a:t>
            </a:r>
            <a:r>
              <a:rPr lang="ko-KR" altLang="en-US" sz="800" b="1" dirty="0" err="1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치지직</a:t>
            </a:r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 알림</a:t>
            </a:r>
            <a:endParaRPr lang="en-US" altLang="ko-KR" sz="800" b="1" dirty="0">
              <a:solidFill>
                <a:schemeClr val="tx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3DD51176-0E13-073C-7CE3-F883F0D71E08}"/>
              </a:ext>
            </a:extLst>
          </p:cNvPr>
          <p:cNvGrpSpPr/>
          <p:nvPr/>
        </p:nvGrpSpPr>
        <p:grpSpPr>
          <a:xfrm>
            <a:off x="3459880" y="3612625"/>
            <a:ext cx="526728" cy="526728"/>
            <a:chOff x="4828545" y="3236135"/>
            <a:chExt cx="526728" cy="526728"/>
          </a:xfrm>
        </p:grpSpPr>
        <p:sp>
          <p:nvSpPr>
            <p:cNvPr id="195" name="사각형: 둥근 모서리 194">
              <a:extLst>
                <a:ext uri="{FF2B5EF4-FFF2-40B4-BE49-F238E27FC236}">
                  <a16:creationId xmlns:a16="http://schemas.microsoft.com/office/drawing/2014/main" id="{86C3D9EC-EDC5-DEC8-865D-267721AF0C0D}"/>
                </a:ext>
              </a:extLst>
            </p:cNvPr>
            <p:cNvSpPr/>
            <p:nvPr/>
          </p:nvSpPr>
          <p:spPr>
            <a:xfrm>
              <a:off x="4828545" y="3236135"/>
              <a:ext cx="526728" cy="526728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치즈 후원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96" name="그룹 195">
              <a:extLst>
                <a:ext uri="{FF2B5EF4-FFF2-40B4-BE49-F238E27FC236}">
                  <a16:creationId xmlns:a16="http://schemas.microsoft.com/office/drawing/2014/main" id="{E297E576-8DC8-3D0B-8879-E8238FBA4BD1}"/>
                </a:ext>
              </a:extLst>
            </p:cNvPr>
            <p:cNvGrpSpPr/>
            <p:nvPr/>
          </p:nvGrpSpPr>
          <p:grpSpPr>
            <a:xfrm>
              <a:off x="4962311" y="3573016"/>
              <a:ext cx="263900" cy="137151"/>
              <a:chOff x="-1" y="3923016"/>
              <a:chExt cx="415621" cy="216001"/>
            </a:xfrm>
          </p:grpSpPr>
          <p:sp>
            <p:nvSpPr>
              <p:cNvPr id="197" name="사각형: 둥근 모서리 196">
                <a:extLst>
                  <a:ext uri="{FF2B5EF4-FFF2-40B4-BE49-F238E27FC236}">
                    <a16:creationId xmlns:a16="http://schemas.microsoft.com/office/drawing/2014/main" id="{468D088E-0098-984D-0954-EEF0F57CDF35}"/>
                  </a:ext>
                </a:extLst>
              </p:cNvPr>
              <p:cNvSpPr/>
              <p:nvPr/>
            </p:nvSpPr>
            <p:spPr>
              <a:xfrm>
                <a:off x="-1" y="3923016"/>
                <a:ext cx="388510" cy="21600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98" name="타원 197">
                <a:extLst>
                  <a:ext uri="{FF2B5EF4-FFF2-40B4-BE49-F238E27FC236}">
                    <a16:creationId xmlns:a16="http://schemas.microsoft.com/office/drawing/2014/main" id="{B3A9DD4E-F4D2-2DF4-84FA-09ABFAAF1CAA}"/>
                  </a:ext>
                </a:extLst>
              </p:cNvPr>
              <p:cNvSpPr/>
              <p:nvPr/>
            </p:nvSpPr>
            <p:spPr>
              <a:xfrm>
                <a:off x="199620" y="3923017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199" name="사각형: 둥근 모서리 198">
            <a:extLst>
              <a:ext uri="{FF2B5EF4-FFF2-40B4-BE49-F238E27FC236}">
                <a16:creationId xmlns:a16="http://schemas.microsoft.com/office/drawing/2014/main" id="{B829BD03-8E7A-1F66-615D-A3950A0D5CC3}"/>
              </a:ext>
            </a:extLst>
          </p:cNvPr>
          <p:cNvSpPr/>
          <p:nvPr/>
        </p:nvSpPr>
        <p:spPr>
          <a:xfrm>
            <a:off x="4088407" y="3608158"/>
            <a:ext cx="526728" cy="526729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t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치지직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구독</a:t>
            </a:r>
          </a:p>
        </p:txBody>
      </p:sp>
      <p:grpSp>
        <p:nvGrpSpPr>
          <p:cNvPr id="200" name="그룹 199">
            <a:extLst>
              <a:ext uri="{FF2B5EF4-FFF2-40B4-BE49-F238E27FC236}">
                <a16:creationId xmlns:a16="http://schemas.microsoft.com/office/drawing/2014/main" id="{3AE2A101-9FDE-FB90-F7A6-ADCFC16FE9CF}"/>
              </a:ext>
            </a:extLst>
          </p:cNvPr>
          <p:cNvGrpSpPr/>
          <p:nvPr/>
        </p:nvGrpSpPr>
        <p:grpSpPr>
          <a:xfrm>
            <a:off x="4217325" y="3946701"/>
            <a:ext cx="263900" cy="137151"/>
            <a:chOff x="5076600" y="4222384"/>
            <a:chExt cx="263900" cy="137151"/>
          </a:xfrm>
        </p:grpSpPr>
        <p:sp>
          <p:nvSpPr>
            <p:cNvPr id="201" name="사각형: 둥근 모서리 200">
              <a:extLst>
                <a:ext uri="{FF2B5EF4-FFF2-40B4-BE49-F238E27FC236}">
                  <a16:creationId xmlns:a16="http://schemas.microsoft.com/office/drawing/2014/main" id="{FEAD1713-69DC-B4AA-B3B7-D29E0B1855FF}"/>
                </a:ext>
              </a:extLst>
            </p:cNvPr>
            <p:cNvSpPr/>
            <p:nvPr/>
          </p:nvSpPr>
          <p:spPr>
            <a:xfrm>
              <a:off x="5076600" y="4222384"/>
              <a:ext cx="246686" cy="13715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02" name="타원 201">
              <a:extLst>
                <a:ext uri="{FF2B5EF4-FFF2-40B4-BE49-F238E27FC236}">
                  <a16:creationId xmlns:a16="http://schemas.microsoft.com/office/drawing/2014/main" id="{7EBC0116-61F0-2B29-CEB1-241884EC6693}"/>
                </a:ext>
              </a:extLst>
            </p:cNvPr>
            <p:cNvSpPr/>
            <p:nvPr/>
          </p:nvSpPr>
          <p:spPr>
            <a:xfrm>
              <a:off x="5203350" y="4222385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03" name="그룹 202">
            <a:extLst>
              <a:ext uri="{FF2B5EF4-FFF2-40B4-BE49-F238E27FC236}">
                <a16:creationId xmlns:a16="http://schemas.microsoft.com/office/drawing/2014/main" id="{96E3823D-655E-76FE-FE53-0A6896A7481C}"/>
              </a:ext>
            </a:extLst>
          </p:cNvPr>
          <p:cNvGrpSpPr/>
          <p:nvPr/>
        </p:nvGrpSpPr>
        <p:grpSpPr>
          <a:xfrm>
            <a:off x="3458930" y="4418950"/>
            <a:ext cx="526728" cy="526728"/>
            <a:chOff x="4828545" y="3236135"/>
            <a:chExt cx="526728" cy="526728"/>
          </a:xfrm>
        </p:grpSpPr>
        <p:sp>
          <p:nvSpPr>
            <p:cNvPr id="204" name="사각형: 둥근 모서리 203">
              <a:extLst>
                <a:ext uri="{FF2B5EF4-FFF2-40B4-BE49-F238E27FC236}">
                  <a16:creationId xmlns:a16="http://schemas.microsoft.com/office/drawing/2014/main" id="{E423078B-E676-BBBF-1EB6-EAA2B46E99B8}"/>
                </a:ext>
              </a:extLst>
            </p:cNvPr>
            <p:cNvSpPr/>
            <p:nvPr/>
          </p:nvSpPr>
          <p:spPr>
            <a:xfrm>
              <a:off x="4828545" y="3236135"/>
              <a:ext cx="526728" cy="526728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비트 후원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205" name="그룹 204">
              <a:extLst>
                <a:ext uri="{FF2B5EF4-FFF2-40B4-BE49-F238E27FC236}">
                  <a16:creationId xmlns:a16="http://schemas.microsoft.com/office/drawing/2014/main" id="{DB8289DD-E569-897E-CBE9-463F7EC6130C}"/>
                </a:ext>
              </a:extLst>
            </p:cNvPr>
            <p:cNvGrpSpPr/>
            <p:nvPr/>
          </p:nvGrpSpPr>
          <p:grpSpPr>
            <a:xfrm>
              <a:off x="4962311" y="3573016"/>
              <a:ext cx="263900" cy="137151"/>
              <a:chOff x="-1" y="3923016"/>
              <a:chExt cx="415621" cy="216001"/>
            </a:xfrm>
          </p:grpSpPr>
          <p:sp>
            <p:nvSpPr>
              <p:cNvPr id="206" name="사각형: 둥근 모서리 205">
                <a:extLst>
                  <a:ext uri="{FF2B5EF4-FFF2-40B4-BE49-F238E27FC236}">
                    <a16:creationId xmlns:a16="http://schemas.microsoft.com/office/drawing/2014/main" id="{C16B44CB-8E99-F2C4-DDBA-B17EB1D82979}"/>
                  </a:ext>
                </a:extLst>
              </p:cNvPr>
              <p:cNvSpPr/>
              <p:nvPr/>
            </p:nvSpPr>
            <p:spPr>
              <a:xfrm>
                <a:off x="-1" y="3923016"/>
                <a:ext cx="388510" cy="21600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7" name="타원 206">
                <a:extLst>
                  <a:ext uri="{FF2B5EF4-FFF2-40B4-BE49-F238E27FC236}">
                    <a16:creationId xmlns:a16="http://schemas.microsoft.com/office/drawing/2014/main" id="{35845BF7-667E-5EDF-353E-B66F59BD25D6}"/>
                  </a:ext>
                </a:extLst>
              </p:cNvPr>
              <p:cNvSpPr/>
              <p:nvPr/>
            </p:nvSpPr>
            <p:spPr>
              <a:xfrm>
                <a:off x="199620" y="3923017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208" name="그룹 207">
            <a:extLst>
              <a:ext uri="{FF2B5EF4-FFF2-40B4-BE49-F238E27FC236}">
                <a16:creationId xmlns:a16="http://schemas.microsoft.com/office/drawing/2014/main" id="{394B7AA7-868D-B1E8-4E97-EBC9653D12B3}"/>
              </a:ext>
            </a:extLst>
          </p:cNvPr>
          <p:cNvGrpSpPr/>
          <p:nvPr/>
        </p:nvGrpSpPr>
        <p:grpSpPr>
          <a:xfrm>
            <a:off x="4055429" y="4418950"/>
            <a:ext cx="526728" cy="526728"/>
            <a:chOff x="5425044" y="3236135"/>
            <a:chExt cx="526728" cy="526728"/>
          </a:xfrm>
        </p:grpSpPr>
        <p:sp>
          <p:nvSpPr>
            <p:cNvPr id="209" name="사각형: 둥근 모서리 208">
              <a:extLst>
                <a:ext uri="{FF2B5EF4-FFF2-40B4-BE49-F238E27FC236}">
                  <a16:creationId xmlns:a16="http://schemas.microsoft.com/office/drawing/2014/main" id="{FFE7E5D2-6705-7589-E20F-7368BCAB4EC1}"/>
                </a:ext>
              </a:extLst>
            </p:cNvPr>
            <p:cNvSpPr/>
            <p:nvPr/>
          </p:nvSpPr>
          <p:spPr>
            <a:xfrm>
              <a:off x="5425044" y="3236135"/>
              <a:ext cx="526728" cy="526728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/>
              <a:r>
                <a:rPr lang="ko-KR" altLang="en-US" sz="800" b="1" dirty="0" err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트위치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구독</a:t>
              </a:r>
            </a:p>
          </p:txBody>
        </p:sp>
        <p:sp>
          <p:nvSpPr>
            <p:cNvPr id="210" name="사각형: 둥근 모서리 209">
              <a:extLst>
                <a:ext uri="{FF2B5EF4-FFF2-40B4-BE49-F238E27FC236}">
                  <a16:creationId xmlns:a16="http://schemas.microsoft.com/office/drawing/2014/main" id="{E20E2039-7B90-53CF-4BF8-DA27A22FA8EA}"/>
                </a:ext>
              </a:extLst>
            </p:cNvPr>
            <p:cNvSpPr/>
            <p:nvPr/>
          </p:nvSpPr>
          <p:spPr>
            <a:xfrm>
              <a:off x="5556458" y="3573016"/>
              <a:ext cx="246686" cy="13715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1" name="타원 210">
              <a:extLst>
                <a:ext uri="{FF2B5EF4-FFF2-40B4-BE49-F238E27FC236}">
                  <a16:creationId xmlns:a16="http://schemas.microsoft.com/office/drawing/2014/main" id="{D3EEA047-7E99-5BFB-C5E4-D8E72D8960F5}"/>
                </a:ext>
              </a:extLst>
            </p:cNvPr>
            <p:cNvSpPr/>
            <p:nvPr/>
          </p:nvSpPr>
          <p:spPr>
            <a:xfrm>
              <a:off x="5683208" y="3573016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12" name="그룹 211">
            <a:extLst>
              <a:ext uri="{FF2B5EF4-FFF2-40B4-BE49-F238E27FC236}">
                <a16:creationId xmlns:a16="http://schemas.microsoft.com/office/drawing/2014/main" id="{B43F8536-E778-7AD6-F848-0C7DE5A36D4A}"/>
              </a:ext>
            </a:extLst>
          </p:cNvPr>
          <p:cNvGrpSpPr/>
          <p:nvPr/>
        </p:nvGrpSpPr>
        <p:grpSpPr>
          <a:xfrm>
            <a:off x="4656178" y="4418950"/>
            <a:ext cx="526728" cy="526728"/>
            <a:chOff x="6025793" y="3236135"/>
            <a:chExt cx="526728" cy="526728"/>
          </a:xfrm>
        </p:grpSpPr>
        <p:sp>
          <p:nvSpPr>
            <p:cNvPr id="213" name="사각형: 둥근 모서리 212">
              <a:extLst>
                <a:ext uri="{FF2B5EF4-FFF2-40B4-BE49-F238E27FC236}">
                  <a16:creationId xmlns:a16="http://schemas.microsoft.com/office/drawing/2014/main" id="{17054B48-CE91-D41A-B24D-DD92545B2232}"/>
                </a:ext>
              </a:extLst>
            </p:cNvPr>
            <p:cNvSpPr/>
            <p:nvPr/>
          </p:nvSpPr>
          <p:spPr>
            <a:xfrm>
              <a:off x="6025793" y="3236135"/>
              <a:ext cx="526728" cy="526728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구독 선물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214" name="그룹 213">
              <a:extLst>
                <a:ext uri="{FF2B5EF4-FFF2-40B4-BE49-F238E27FC236}">
                  <a16:creationId xmlns:a16="http://schemas.microsoft.com/office/drawing/2014/main" id="{5A16EB2E-F8DF-FFEB-3733-4411EADFB611}"/>
                </a:ext>
              </a:extLst>
            </p:cNvPr>
            <p:cNvGrpSpPr/>
            <p:nvPr/>
          </p:nvGrpSpPr>
          <p:grpSpPr>
            <a:xfrm>
              <a:off x="6159559" y="3573016"/>
              <a:ext cx="263900" cy="137151"/>
              <a:chOff x="-1" y="3923016"/>
              <a:chExt cx="415621" cy="216001"/>
            </a:xfrm>
          </p:grpSpPr>
          <p:sp>
            <p:nvSpPr>
              <p:cNvPr id="215" name="사각형: 둥근 모서리 214">
                <a:extLst>
                  <a:ext uri="{FF2B5EF4-FFF2-40B4-BE49-F238E27FC236}">
                    <a16:creationId xmlns:a16="http://schemas.microsoft.com/office/drawing/2014/main" id="{B3846292-225A-9780-91D6-82EF2B3710B4}"/>
                  </a:ext>
                </a:extLst>
              </p:cNvPr>
              <p:cNvSpPr/>
              <p:nvPr/>
            </p:nvSpPr>
            <p:spPr>
              <a:xfrm>
                <a:off x="-1" y="3923016"/>
                <a:ext cx="388510" cy="21600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16" name="타원 215">
                <a:extLst>
                  <a:ext uri="{FF2B5EF4-FFF2-40B4-BE49-F238E27FC236}">
                    <a16:creationId xmlns:a16="http://schemas.microsoft.com/office/drawing/2014/main" id="{3088AA9E-A81F-BEFE-9019-F7E8E069EB84}"/>
                  </a:ext>
                </a:extLst>
              </p:cNvPr>
              <p:cNvSpPr/>
              <p:nvPr/>
            </p:nvSpPr>
            <p:spPr>
              <a:xfrm>
                <a:off x="199620" y="3923017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217" name="TextBox 216">
            <a:extLst>
              <a:ext uri="{FF2B5EF4-FFF2-40B4-BE49-F238E27FC236}">
                <a16:creationId xmlns:a16="http://schemas.microsoft.com/office/drawing/2014/main" id="{49E8B168-42AC-58FC-B35F-2F6B15674C0B}"/>
              </a:ext>
            </a:extLst>
          </p:cNvPr>
          <p:cNvSpPr txBox="1"/>
          <p:nvPr/>
        </p:nvSpPr>
        <p:spPr>
          <a:xfrm>
            <a:off x="3345486" y="4203506"/>
            <a:ext cx="96256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 </a:t>
            </a:r>
            <a:r>
              <a:rPr lang="ko-KR" altLang="en-US" sz="800" b="1" dirty="0" err="1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트위치</a:t>
            </a:r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 알림</a:t>
            </a:r>
            <a:endParaRPr lang="en-US" altLang="ko-KR" sz="800" b="1" dirty="0">
              <a:solidFill>
                <a:schemeClr val="tx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18" name="그룹 217">
            <a:extLst>
              <a:ext uri="{FF2B5EF4-FFF2-40B4-BE49-F238E27FC236}">
                <a16:creationId xmlns:a16="http://schemas.microsoft.com/office/drawing/2014/main" id="{EE97B140-A4DE-28DB-DF93-E24ED7F189CB}"/>
              </a:ext>
            </a:extLst>
          </p:cNvPr>
          <p:cNvGrpSpPr/>
          <p:nvPr/>
        </p:nvGrpSpPr>
        <p:grpSpPr>
          <a:xfrm>
            <a:off x="3458930" y="5023356"/>
            <a:ext cx="526728" cy="526728"/>
            <a:chOff x="4828545" y="3236135"/>
            <a:chExt cx="526728" cy="526728"/>
          </a:xfrm>
        </p:grpSpPr>
        <p:sp>
          <p:nvSpPr>
            <p:cNvPr id="219" name="사각형: 둥근 모서리 218">
              <a:extLst>
                <a:ext uri="{FF2B5EF4-FFF2-40B4-BE49-F238E27FC236}">
                  <a16:creationId xmlns:a16="http://schemas.microsoft.com/office/drawing/2014/main" id="{493576B3-4164-A970-6C68-C5A7CEEED254}"/>
                </a:ext>
              </a:extLst>
            </p:cNvPr>
            <p:cNvSpPr/>
            <p:nvPr/>
          </p:nvSpPr>
          <p:spPr>
            <a:xfrm>
              <a:off x="4828545" y="3236135"/>
              <a:ext cx="526728" cy="526728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구독 선물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개수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233EC87C-B1DE-9C5A-0578-362BBB7EABA5}"/>
                </a:ext>
              </a:extLst>
            </p:cNvPr>
            <p:cNvGrpSpPr/>
            <p:nvPr/>
          </p:nvGrpSpPr>
          <p:grpSpPr>
            <a:xfrm>
              <a:off x="4962311" y="3573016"/>
              <a:ext cx="263900" cy="137151"/>
              <a:chOff x="-1" y="3923016"/>
              <a:chExt cx="415621" cy="216001"/>
            </a:xfrm>
          </p:grpSpPr>
          <p:sp>
            <p:nvSpPr>
              <p:cNvPr id="221" name="사각형: 둥근 모서리 220">
                <a:extLst>
                  <a:ext uri="{FF2B5EF4-FFF2-40B4-BE49-F238E27FC236}">
                    <a16:creationId xmlns:a16="http://schemas.microsoft.com/office/drawing/2014/main" id="{E326226D-0EA7-3184-870B-91FE6C62485A}"/>
                  </a:ext>
                </a:extLst>
              </p:cNvPr>
              <p:cNvSpPr/>
              <p:nvPr/>
            </p:nvSpPr>
            <p:spPr>
              <a:xfrm>
                <a:off x="-1" y="3923016"/>
                <a:ext cx="388510" cy="21600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22" name="타원 221">
                <a:extLst>
                  <a:ext uri="{FF2B5EF4-FFF2-40B4-BE49-F238E27FC236}">
                    <a16:creationId xmlns:a16="http://schemas.microsoft.com/office/drawing/2014/main" id="{8BAF3EC6-6965-8735-D76C-1AA556CBE39D}"/>
                  </a:ext>
                </a:extLst>
              </p:cNvPr>
              <p:cNvSpPr/>
              <p:nvPr/>
            </p:nvSpPr>
            <p:spPr>
              <a:xfrm>
                <a:off x="199620" y="3923017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07BF347F-40A2-E80B-8A1F-0772CB75E1E9}"/>
              </a:ext>
            </a:extLst>
          </p:cNvPr>
          <p:cNvGrpSpPr/>
          <p:nvPr/>
        </p:nvGrpSpPr>
        <p:grpSpPr>
          <a:xfrm>
            <a:off x="4055429" y="5023356"/>
            <a:ext cx="526728" cy="526728"/>
            <a:chOff x="5425044" y="3236135"/>
            <a:chExt cx="526728" cy="526728"/>
          </a:xfrm>
        </p:grpSpPr>
        <p:sp>
          <p:nvSpPr>
            <p:cNvPr id="224" name="사각형: 둥근 모서리 223">
              <a:extLst>
                <a:ext uri="{FF2B5EF4-FFF2-40B4-BE49-F238E27FC236}">
                  <a16:creationId xmlns:a16="http://schemas.microsoft.com/office/drawing/2014/main" id="{1FC74FCC-E123-8795-FA67-4BD4E8250C1A}"/>
                </a:ext>
              </a:extLst>
            </p:cNvPr>
            <p:cNvSpPr/>
            <p:nvPr/>
          </p:nvSpPr>
          <p:spPr>
            <a:xfrm>
              <a:off x="5425044" y="3236135"/>
              <a:ext cx="526728" cy="526728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레이드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25" name="사각형: 둥근 모서리 224">
              <a:extLst>
                <a:ext uri="{FF2B5EF4-FFF2-40B4-BE49-F238E27FC236}">
                  <a16:creationId xmlns:a16="http://schemas.microsoft.com/office/drawing/2014/main" id="{8084C326-872A-4046-DB16-BBA4DF95D409}"/>
                </a:ext>
              </a:extLst>
            </p:cNvPr>
            <p:cNvSpPr/>
            <p:nvPr/>
          </p:nvSpPr>
          <p:spPr>
            <a:xfrm>
              <a:off x="5556458" y="3573016"/>
              <a:ext cx="246686" cy="13715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26" name="타원 225">
              <a:extLst>
                <a:ext uri="{FF2B5EF4-FFF2-40B4-BE49-F238E27FC236}">
                  <a16:creationId xmlns:a16="http://schemas.microsoft.com/office/drawing/2014/main" id="{2E3DF0BA-E4E3-C7AC-1037-7E6AA362DA08}"/>
                </a:ext>
              </a:extLst>
            </p:cNvPr>
            <p:cNvSpPr/>
            <p:nvPr/>
          </p:nvSpPr>
          <p:spPr>
            <a:xfrm>
              <a:off x="5683208" y="3573016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27" name="사각형: 둥근 모서리 226">
            <a:extLst>
              <a:ext uri="{FF2B5EF4-FFF2-40B4-BE49-F238E27FC236}">
                <a16:creationId xmlns:a16="http://schemas.microsoft.com/office/drawing/2014/main" id="{F999E715-39FF-7388-B922-2533B627FEE8}"/>
              </a:ext>
            </a:extLst>
          </p:cNvPr>
          <p:cNvSpPr/>
          <p:nvPr/>
        </p:nvSpPr>
        <p:spPr>
          <a:xfrm>
            <a:off x="870531" y="4270075"/>
            <a:ext cx="1865047" cy="1596571"/>
          </a:xfrm>
          <a:prstGeom prst="roundRect">
            <a:avLst>
              <a:gd name="adj" fmla="val 4377"/>
            </a:avLst>
          </a:prstGeom>
          <a:noFill/>
          <a:ln w="28575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228" name="연결선: 꺾임 227">
            <a:extLst>
              <a:ext uri="{FF2B5EF4-FFF2-40B4-BE49-F238E27FC236}">
                <a16:creationId xmlns:a16="http://schemas.microsoft.com/office/drawing/2014/main" id="{01D6EC1B-62E7-8587-CADB-6B5A8F2494BD}"/>
              </a:ext>
            </a:extLst>
          </p:cNvPr>
          <p:cNvCxnSpPr>
            <a:cxnSpLocks/>
            <a:stCxn id="227" idx="3"/>
            <a:endCxn id="168" idx="1"/>
          </p:cNvCxnSpPr>
          <p:nvPr/>
        </p:nvCxnSpPr>
        <p:spPr>
          <a:xfrm flipV="1">
            <a:off x="2735578" y="3989632"/>
            <a:ext cx="552110" cy="1078729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사각형: 둥근 모서리 228">
            <a:extLst>
              <a:ext uri="{FF2B5EF4-FFF2-40B4-BE49-F238E27FC236}">
                <a16:creationId xmlns:a16="http://schemas.microsoft.com/office/drawing/2014/main" id="{439779B0-1491-6189-C9E0-5ECB3321AE3B}"/>
              </a:ext>
            </a:extLst>
          </p:cNvPr>
          <p:cNvSpPr/>
          <p:nvPr/>
        </p:nvSpPr>
        <p:spPr>
          <a:xfrm>
            <a:off x="924886" y="4553894"/>
            <a:ext cx="869132" cy="199176"/>
          </a:xfrm>
          <a:prstGeom prst="round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230" name="연결선: 꺾임 229">
            <a:extLst>
              <a:ext uri="{FF2B5EF4-FFF2-40B4-BE49-F238E27FC236}">
                <a16:creationId xmlns:a16="http://schemas.microsoft.com/office/drawing/2014/main" id="{19FA8617-F7C9-8C21-4831-6603FBFA708F}"/>
              </a:ext>
            </a:extLst>
          </p:cNvPr>
          <p:cNvCxnSpPr>
            <a:cxnSpLocks/>
            <a:stCxn id="229" idx="0"/>
            <a:endCxn id="236" idx="1"/>
          </p:cNvCxnSpPr>
          <p:nvPr/>
        </p:nvCxnSpPr>
        <p:spPr>
          <a:xfrm rot="5400000" flipH="1" flipV="1">
            <a:off x="1267424" y="2366638"/>
            <a:ext cx="2279284" cy="2095229"/>
          </a:xfrm>
          <a:prstGeom prst="bentConnector2">
            <a:avLst/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타원 230">
            <a:extLst>
              <a:ext uri="{FF2B5EF4-FFF2-40B4-BE49-F238E27FC236}">
                <a16:creationId xmlns:a16="http://schemas.microsoft.com/office/drawing/2014/main" id="{3D60CA96-3556-2E26-C946-106812158AE1}"/>
              </a:ext>
            </a:extLst>
          </p:cNvPr>
          <p:cNvSpPr/>
          <p:nvPr/>
        </p:nvSpPr>
        <p:spPr>
          <a:xfrm>
            <a:off x="1428410" y="4347715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24604423-02B0-9888-7AE9-F449E431E9DF}"/>
              </a:ext>
            </a:extLst>
          </p:cNvPr>
          <p:cNvSpPr txBox="1"/>
          <p:nvPr/>
        </p:nvSpPr>
        <p:spPr>
          <a:xfrm>
            <a:off x="3345485" y="1802081"/>
            <a:ext cx="1444227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 투네이션 후원</a:t>
            </a:r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 알림</a:t>
            </a:r>
            <a:endParaRPr lang="en-US" altLang="ko-KR" sz="800" b="1" dirty="0">
              <a:solidFill>
                <a:schemeClr val="tx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35" name="그룹 234">
            <a:extLst>
              <a:ext uri="{FF2B5EF4-FFF2-40B4-BE49-F238E27FC236}">
                <a16:creationId xmlns:a16="http://schemas.microsoft.com/office/drawing/2014/main" id="{EEF6D8F0-9EBF-EE12-083D-FD77523F014A}"/>
              </a:ext>
            </a:extLst>
          </p:cNvPr>
          <p:cNvGrpSpPr/>
          <p:nvPr/>
        </p:nvGrpSpPr>
        <p:grpSpPr>
          <a:xfrm>
            <a:off x="3454681" y="2011245"/>
            <a:ext cx="526728" cy="526729"/>
            <a:chOff x="2664871" y="3229852"/>
            <a:chExt cx="526728" cy="526729"/>
          </a:xfrm>
        </p:grpSpPr>
        <p:sp>
          <p:nvSpPr>
            <p:cNvPr id="236" name="사각형: 둥근 모서리 235">
              <a:extLst>
                <a:ext uri="{FF2B5EF4-FFF2-40B4-BE49-F238E27FC236}">
                  <a16:creationId xmlns:a16="http://schemas.microsoft.com/office/drawing/2014/main" id="{8633272B-5EB6-B4F6-5648-CC46DE85B7EE}"/>
                </a:ext>
              </a:extLst>
            </p:cNvPr>
            <p:cNvSpPr/>
            <p:nvPr/>
          </p:nvSpPr>
          <p:spPr>
            <a:xfrm>
              <a:off x="2664871" y="3229852"/>
              <a:ext cx="526728" cy="526729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투네이션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후원</a:t>
              </a:r>
            </a:p>
          </p:txBody>
        </p:sp>
        <p:grpSp>
          <p:nvGrpSpPr>
            <p:cNvPr id="237" name="그룹 236">
              <a:extLst>
                <a:ext uri="{FF2B5EF4-FFF2-40B4-BE49-F238E27FC236}">
                  <a16:creationId xmlns:a16="http://schemas.microsoft.com/office/drawing/2014/main" id="{3604728A-40D7-B304-7520-41F4C95FE554}"/>
                </a:ext>
              </a:extLst>
            </p:cNvPr>
            <p:cNvGrpSpPr/>
            <p:nvPr/>
          </p:nvGrpSpPr>
          <p:grpSpPr>
            <a:xfrm>
              <a:off x="2796284" y="3566733"/>
              <a:ext cx="263900" cy="137151"/>
              <a:chOff x="-1" y="3923016"/>
              <a:chExt cx="415621" cy="216001"/>
            </a:xfrm>
          </p:grpSpPr>
          <p:sp>
            <p:nvSpPr>
              <p:cNvPr id="238" name="사각형: 둥근 모서리 237">
                <a:extLst>
                  <a:ext uri="{FF2B5EF4-FFF2-40B4-BE49-F238E27FC236}">
                    <a16:creationId xmlns:a16="http://schemas.microsoft.com/office/drawing/2014/main" id="{2AC805EC-4805-8451-35CA-24FAD990B061}"/>
                  </a:ext>
                </a:extLst>
              </p:cNvPr>
              <p:cNvSpPr/>
              <p:nvPr/>
            </p:nvSpPr>
            <p:spPr>
              <a:xfrm>
                <a:off x="-1" y="3923016"/>
                <a:ext cx="388510" cy="21600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39" name="타원 238">
                <a:extLst>
                  <a:ext uri="{FF2B5EF4-FFF2-40B4-BE49-F238E27FC236}">
                    <a16:creationId xmlns:a16="http://schemas.microsoft.com/office/drawing/2014/main" id="{8F3C478A-C517-208D-A575-3A48E8EF817A}"/>
                  </a:ext>
                </a:extLst>
              </p:cNvPr>
              <p:cNvSpPr/>
              <p:nvPr/>
            </p:nvSpPr>
            <p:spPr>
              <a:xfrm>
                <a:off x="199620" y="3923017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291" name="Google Shape;1301;p29">
            <a:extLst>
              <a:ext uri="{FF2B5EF4-FFF2-40B4-BE49-F238E27FC236}">
                <a16:creationId xmlns:a16="http://schemas.microsoft.com/office/drawing/2014/main" id="{F04B4279-F263-5A57-E3BC-A923FC06ADC2}"/>
              </a:ext>
            </a:extLst>
          </p:cNvPr>
          <p:cNvSpPr/>
          <p:nvPr/>
        </p:nvSpPr>
        <p:spPr>
          <a:xfrm>
            <a:off x="5968387" y="1525198"/>
            <a:ext cx="3246259" cy="4014468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후원 알림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292" name="Google Shape;1303;p29">
            <a:extLst>
              <a:ext uri="{FF2B5EF4-FFF2-40B4-BE49-F238E27FC236}">
                <a16:creationId xmlns:a16="http://schemas.microsoft.com/office/drawing/2014/main" id="{DA7B45AE-56A6-CB7F-8DFC-6C3898E6AB6E}"/>
              </a:ext>
            </a:extLst>
          </p:cNvPr>
          <p:cNvSpPr/>
          <p:nvPr/>
        </p:nvSpPr>
        <p:spPr>
          <a:xfrm>
            <a:off x="6011923" y="1772816"/>
            <a:ext cx="3164937" cy="3724571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3" name="TextBox 292">
            <a:extLst>
              <a:ext uri="{FF2B5EF4-FFF2-40B4-BE49-F238E27FC236}">
                <a16:creationId xmlns:a16="http://schemas.microsoft.com/office/drawing/2014/main" id="{FAD58963-3C20-5398-F5EF-4588483B3FEF}"/>
              </a:ext>
            </a:extLst>
          </p:cNvPr>
          <p:cNvSpPr txBox="1"/>
          <p:nvPr/>
        </p:nvSpPr>
        <p:spPr>
          <a:xfrm>
            <a:off x="5983372" y="5034382"/>
            <a:ext cx="96256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 </a:t>
            </a:r>
            <a:r>
              <a:rPr lang="ko-KR" altLang="en-US" sz="800" b="1" dirty="0" err="1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투네</a:t>
            </a:r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 </a:t>
            </a:r>
            <a:r>
              <a:rPr lang="ko-KR" altLang="en-US" sz="800" b="1" dirty="0" err="1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애드</a:t>
            </a:r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 알림</a:t>
            </a:r>
            <a:endParaRPr lang="en-US" altLang="ko-KR" sz="800" b="1" dirty="0">
              <a:solidFill>
                <a:schemeClr val="tx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192372E9-81C0-4A0C-413C-CF4ADC30C217}"/>
              </a:ext>
            </a:extLst>
          </p:cNvPr>
          <p:cNvSpPr txBox="1"/>
          <p:nvPr/>
        </p:nvSpPr>
        <p:spPr>
          <a:xfrm>
            <a:off x="5983949" y="2610321"/>
            <a:ext cx="96256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 </a:t>
            </a:r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유튜브 알림</a:t>
            </a:r>
            <a:endParaRPr lang="en-US" altLang="ko-KR" sz="800" b="1" dirty="0">
              <a:solidFill>
                <a:schemeClr val="tx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E7116E9F-AC72-0342-9BC9-C66AAF50D678}"/>
              </a:ext>
            </a:extLst>
          </p:cNvPr>
          <p:cNvGrpSpPr/>
          <p:nvPr/>
        </p:nvGrpSpPr>
        <p:grpSpPr>
          <a:xfrm>
            <a:off x="6093144" y="2819485"/>
            <a:ext cx="1158101" cy="526729"/>
            <a:chOff x="2664871" y="3229852"/>
            <a:chExt cx="1158101" cy="526729"/>
          </a:xfrm>
        </p:grpSpPr>
        <p:sp>
          <p:nvSpPr>
            <p:cNvPr id="302" name="사각형: 둥근 모서리 301">
              <a:extLst>
                <a:ext uri="{FF2B5EF4-FFF2-40B4-BE49-F238E27FC236}">
                  <a16:creationId xmlns:a16="http://schemas.microsoft.com/office/drawing/2014/main" id="{B75DB591-95CF-6C8A-A367-E704CAF3A7C3}"/>
                </a:ext>
              </a:extLst>
            </p:cNvPr>
            <p:cNvSpPr/>
            <p:nvPr/>
          </p:nvSpPr>
          <p:spPr>
            <a:xfrm>
              <a:off x="2664871" y="3229852"/>
              <a:ext cx="526728" cy="526729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>
                <a:lnSpc>
                  <a:spcPct val="150000"/>
                </a:lnSpc>
              </a:pPr>
              <a:r>
                <a:rPr lang="ko-KR" altLang="en-US" sz="800" b="1" dirty="0" err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슈퍼쳇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303" name="그룹 302">
              <a:extLst>
                <a:ext uri="{FF2B5EF4-FFF2-40B4-BE49-F238E27FC236}">
                  <a16:creationId xmlns:a16="http://schemas.microsoft.com/office/drawing/2014/main" id="{C8064247-8120-A937-F8DD-564FD28AA25C}"/>
                </a:ext>
              </a:extLst>
            </p:cNvPr>
            <p:cNvGrpSpPr/>
            <p:nvPr/>
          </p:nvGrpSpPr>
          <p:grpSpPr>
            <a:xfrm>
              <a:off x="2796284" y="3566733"/>
              <a:ext cx="263900" cy="137151"/>
              <a:chOff x="-1" y="3923016"/>
              <a:chExt cx="415621" cy="216001"/>
            </a:xfrm>
          </p:grpSpPr>
          <p:sp>
            <p:nvSpPr>
              <p:cNvPr id="308" name="사각형: 둥근 모서리 307">
                <a:extLst>
                  <a:ext uri="{FF2B5EF4-FFF2-40B4-BE49-F238E27FC236}">
                    <a16:creationId xmlns:a16="http://schemas.microsoft.com/office/drawing/2014/main" id="{BAAC8298-19F8-7377-B403-AD5E93D3F2A7}"/>
                  </a:ext>
                </a:extLst>
              </p:cNvPr>
              <p:cNvSpPr/>
              <p:nvPr/>
            </p:nvSpPr>
            <p:spPr>
              <a:xfrm>
                <a:off x="-1" y="3923016"/>
                <a:ext cx="388510" cy="21600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09" name="타원 308">
                <a:extLst>
                  <a:ext uri="{FF2B5EF4-FFF2-40B4-BE49-F238E27FC236}">
                    <a16:creationId xmlns:a16="http://schemas.microsoft.com/office/drawing/2014/main" id="{65E3FC18-3F63-876A-F575-8134A32C5E40}"/>
                  </a:ext>
                </a:extLst>
              </p:cNvPr>
              <p:cNvSpPr/>
              <p:nvPr/>
            </p:nvSpPr>
            <p:spPr>
              <a:xfrm>
                <a:off x="199620" y="3923017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04" name="사각형: 둥근 모서리 303">
              <a:extLst>
                <a:ext uri="{FF2B5EF4-FFF2-40B4-BE49-F238E27FC236}">
                  <a16:creationId xmlns:a16="http://schemas.microsoft.com/office/drawing/2014/main" id="{D2BD928C-E9EE-8DC0-4523-B5CF9A8BF69E}"/>
                </a:ext>
              </a:extLst>
            </p:cNvPr>
            <p:cNvSpPr/>
            <p:nvPr/>
          </p:nvSpPr>
          <p:spPr>
            <a:xfrm>
              <a:off x="3296244" y="3229852"/>
              <a:ext cx="526728" cy="526729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멤버십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305" name="그룹 304">
              <a:extLst>
                <a:ext uri="{FF2B5EF4-FFF2-40B4-BE49-F238E27FC236}">
                  <a16:creationId xmlns:a16="http://schemas.microsoft.com/office/drawing/2014/main" id="{3BBCE775-06F2-8E15-B8FF-85F53743FD56}"/>
                </a:ext>
              </a:extLst>
            </p:cNvPr>
            <p:cNvGrpSpPr/>
            <p:nvPr/>
          </p:nvGrpSpPr>
          <p:grpSpPr>
            <a:xfrm>
              <a:off x="3430010" y="3566733"/>
              <a:ext cx="263900" cy="137151"/>
              <a:chOff x="-1" y="3923016"/>
              <a:chExt cx="415621" cy="216001"/>
            </a:xfrm>
          </p:grpSpPr>
          <p:sp>
            <p:nvSpPr>
              <p:cNvPr id="306" name="사각형: 둥근 모서리 305">
                <a:extLst>
                  <a:ext uri="{FF2B5EF4-FFF2-40B4-BE49-F238E27FC236}">
                    <a16:creationId xmlns:a16="http://schemas.microsoft.com/office/drawing/2014/main" id="{25D38451-2AC1-3591-FA23-311E50B50F84}"/>
                  </a:ext>
                </a:extLst>
              </p:cNvPr>
              <p:cNvSpPr/>
              <p:nvPr/>
            </p:nvSpPr>
            <p:spPr>
              <a:xfrm>
                <a:off x="-1" y="3923016"/>
                <a:ext cx="388510" cy="21600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07" name="타원 306">
                <a:extLst>
                  <a:ext uri="{FF2B5EF4-FFF2-40B4-BE49-F238E27FC236}">
                    <a16:creationId xmlns:a16="http://schemas.microsoft.com/office/drawing/2014/main" id="{395E84F9-DAAE-99BA-F84D-28ADE592F57D}"/>
                  </a:ext>
                </a:extLst>
              </p:cNvPr>
              <p:cNvSpPr/>
              <p:nvPr/>
            </p:nvSpPr>
            <p:spPr>
              <a:xfrm>
                <a:off x="199620" y="3923017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310" name="TextBox 309">
            <a:extLst>
              <a:ext uri="{FF2B5EF4-FFF2-40B4-BE49-F238E27FC236}">
                <a16:creationId xmlns:a16="http://schemas.microsoft.com/office/drawing/2014/main" id="{0400B32A-23D6-C37E-766D-5245C1A15051}"/>
              </a:ext>
            </a:extLst>
          </p:cNvPr>
          <p:cNvSpPr txBox="1"/>
          <p:nvPr/>
        </p:nvSpPr>
        <p:spPr>
          <a:xfrm>
            <a:off x="5983949" y="3402201"/>
            <a:ext cx="96256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 </a:t>
            </a:r>
            <a:r>
              <a:rPr lang="ko-KR" altLang="en-US" sz="800" b="1" dirty="0" err="1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치지직</a:t>
            </a:r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 알림</a:t>
            </a:r>
            <a:endParaRPr lang="en-US" altLang="ko-KR" sz="800" b="1" dirty="0">
              <a:solidFill>
                <a:schemeClr val="tx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11" name="그룹 310">
            <a:extLst>
              <a:ext uri="{FF2B5EF4-FFF2-40B4-BE49-F238E27FC236}">
                <a16:creationId xmlns:a16="http://schemas.microsoft.com/office/drawing/2014/main" id="{B4571A44-41D3-267F-1CBF-6118B1930004}"/>
              </a:ext>
            </a:extLst>
          </p:cNvPr>
          <p:cNvGrpSpPr/>
          <p:nvPr/>
        </p:nvGrpSpPr>
        <p:grpSpPr>
          <a:xfrm>
            <a:off x="6098343" y="3612625"/>
            <a:ext cx="526728" cy="526728"/>
            <a:chOff x="4828545" y="3236135"/>
            <a:chExt cx="526728" cy="526728"/>
          </a:xfrm>
        </p:grpSpPr>
        <p:sp>
          <p:nvSpPr>
            <p:cNvPr id="312" name="사각형: 둥근 모서리 311">
              <a:extLst>
                <a:ext uri="{FF2B5EF4-FFF2-40B4-BE49-F238E27FC236}">
                  <a16:creationId xmlns:a16="http://schemas.microsoft.com/office/drawing/2014/main" id="{9D9E1EDB-A7E7-4DD7-D9CD-84B0FCCA7AC6}"/>
                </a:ext>
              </a:extLst>
            </p:cNvPr>
            <p:cNvSpPr/>
            <p:nvPr/>
          </p:nvSpPr>
          <p:spPr>
            <a:xfrm>
              <a:off x="4828545" y="3236135"/>
              <a:ext cx="526728" cy="526728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치즈 후원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18A24A2D-9CC7-22A4-546F-3D8822693233}"/>
                </a:ext>
              </a:extLst>
            </p:cNvPr>
            <p:cNvGrpSpPr/>
            <p:nvPr/>
          </p:nvGrpSpPr>
          <p:grpSpPr>
            <a:xfrm>
              <a:off x="4962311" y="3573016"/>
              <a:ext cx="263900" cy="137151"/>
              <a:chOff x="-1" y="3923016"/>
              <a:chExt cx="415621" cy="216001"/>
            </a:xfrm>
          </p:grpSpPr>
          <p:sp>
            <p:nvSpPr>
              <p:cNvPr id="314" name="사각형: 둥근 모서리 313">
                <a:extLst>
                  <a:ext uri="{FF2B5EF4-FFF2-40B4-BE49-F238E27FC236}">
                    <a16:creationId xmlns:a16="http://schemas.microsoft.com/office/drawing/2014/main" id="{69E30A1D-36A6-F4F0-0701-85BB7ABD3C0F}"/>
                  </a:ext>
                </a:extLst>
              </p:cNvPr>
              <p:cNvSpPr/>
              <p:nvPr/>
            </p:nvSpPr>
            <p:spPr>
              <a:xfrm>
                <a:off x="-1" y="3923016"/>
                <a:ext cx="388510" cy="21600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15" name="타원 314">
                <a:extLst>
                  <a:ext uri="{FF2B5EF4-FFF2-40B4-BE49-F238E27FC236}">
                    <a16:creationId xmlns:a16="http://schemas.microsoft.com/office/drawing/2014/main" id="{B1452FB8-8F72-9757-AB35-F31F33D1B5AE}"/>
                  </a:ext>
                </a:extLst>
              </p:cNvPr>
              <p:cNvSpPr/>
              <p:nvPr/>
            </p:nvSpPr>
            <p:spPr>
              <a:xfrm>
                <a:off x="199620" y="3923017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316" name="사각형: 둥근 모서리 315">
            <a:extLst>
              <a:ext uri="{FF2B5EF4-FFF2-40B4-BE49-F238E27FC236}">
                <a16:creationId xmlns:a16="http://schemas.microsoft.com/office/drawing/2014/main" id="{EDEB61AC-FFDE-9F89-E4C5-0A3527CA89EF}"/>
              </a:ext>
            </a:extLst>
          </p:cNvPr>
          <p:cNvSpPr/>
          <p:nvPr/>
        </p:nvSpPr>
        <p:spPr>
          <a:xfrm>
            <a:off x="6726870" y="3608158"/>
            <a:ext cx="526728" cy="526729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t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치지직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구독</a:t>
            </a:r>
          </a:p>
        </p:txBody>
      </p:sp>
      <p:grpSp>
        <p:nvGrpSpPr>
          <p:cNvPr id="317" name="그룹 316">
            <a:extLst>
              <a:ext uri="{FF2B5EF4-FFF2-40B4-BE49-F238E27FC236}">
                <a16:creationId xmlns:a16="http://schemas.microsoft.com/office/drawing/2014/main" id="{F3F5CA75-5C53-DCF6-DD77-36AF857545D4}"/>
              </a:ext>
            </a:extLst>
          </p:cNvPr>
          <p:cNvGrpSpPr/>
          <p:nvPr/>
        </p:nvGrpSpPr>
        <p:grpSpPr>
          <a:xfrm>
            <a:off x="6855788" y="3946701"/>
            <a:ext cx="263900" cy="137151"/>
            <a:chOff x="5076600" y="4222384"/>
            <a:chExt cx="263900" cy="137151"/>
          </a:xfrm>
        </p:grpSpPr>
        <p:sp>
          <p:nvSpPr>
            <p:cNvPr id="318" name="사각형: 둥근 모서리 317">
              <a:extLst>
                <a:ext uri="{FF2B5EF4-FFF2-40B4-BE49-F238E27FC236}">
                  <a16:creationId xmlns:a16="http://schemas.microsoft.com/office/drawing/2014/main" id="{E4A5FD47-E417-6172-A185-18E544B96936}"/>
                </a:ext>
              </a:extLst>
            </p:cNvPr>
            <p:cNvSpPr/>
            <p:nvPr/>
          </p:nvSpPr>
          <p:spPr>
            <a:xfrm>
              <a:off x="5076600" y="4222384"/>
              <a:ext cx="246686" cy="13715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19" name="타원 318">
              <a:extLst>
                <a:ext uri="{FF2B5EF4-FFF2-40B4-BE49-F238E27FC236}">
                  <a16:creationId xmlns:a16="http://schemas.microsoft.com/office/drawing/2014/main" id="{3DA966CE-8841-5FAE-3B12-B8340ABA94B5}"/>
                </a:ext>
              </a:extLst>
            </p:cNvPr>
            <p:cNvSpPr/>
            <p:nvPr/>
          </p:nvSpPr>
          <p:spPr>
            <a:xfrm>
              <a:off x="5203350" y="4222385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20" name="그룹 319">
            <a:extLst>
              <a:ext uri="{FF2B5EF4-FFF2-40B4-BE49-F238E27FC236}">
                <a16:creationId xmlns:a16="http://schemas.microsoft.com/office/drawing/2014/main" id="{0D504B86-2935-BFE3-1BAF-9BDA176E8525}"/>
              </a:ext>
            </a:extLst>
          </p:cNvPr>
          <p:cNvGrpSpPr/>
          <p:nvPr/>
        </p:nvGrpSpPr>
        <p:grpSpPr>
          <a:xfrm>
            <a:off x="6097393" y="4418950"/>
            <a:ext cx="526728" cy="526728"/>
            <a:chOff x="4828545" y="3236135"/>
            <a:chExt cx="526728" cy="526728"/>
          </a:xfrm>
        </p:grpSpPr>
        <p:sp>
          <p:nvSpPr>
            <p:cNvPr id="321" name="사각형: 둥근 모서리 320">
              <a:extLst>
                <a:ext uri="{FF2B5EF4-FFF2-40B4-BE49-F238E27FC236}">
                  <a16:creationId xmlns:a16="http://schemas.microsoft.com/office/drawing/2014/main" id="{CF9790BF-86AC-EA40-B351-5162AD986B98}"/>
                </a:ext>
              </a:extLst>
            </p:cNvPr>
            <p:cNvSpPr/>
            <p:nvPr/>
          </p:nvSpPr>
          <p:spPr>
            <a:xfrm>
              <a:off x="4828545" y="3236135"/>
              <a:ext cx="526728" cy="526728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비트 후원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322" name="그룹 321">
              <a:extLst>
                <a:ext uri="{FF2B5EF4-FFF2-40B4-BE49-F238E27FC236}">
                  <a16:creationId xmlns:a16="http://schemas.microsoft.com/office/drawing/2014/main" id="{828DC738-5769-C2DB-5445-5E4354DA383A}"/>
                </a:ext>
              </a:extLst>
            </p:cNvPr>
            <p:cNvGrpSpPr/>
            <p:nvPr/>
          </p:nvGrpSpPr>
          <p:grpSpPr>
            <a:xfrm>
              <a:off x="4962311" y="3573016"/>
              <a:ext cx="263900" cy="137151"/>
              <a:chOff x="-1" y="3923016"/>
              <a:chExt cx="415621" cy="216001"/>
            </a:xfrm>
          </p:grpSpPr>
          <p:sp>
            <p:nvSpPr>
              <p:cNvPr id="323" name="사각형: 둥근 모서리 322">
                <a:extLst>
                  <a:ext uri="{FF2B5EF4-FFF2-40B4-BE49-F238E27FC236}">
                    <a16:creationId xmlns:a16="http://schemas.microsoft.com/office/drawing/2014/main" id="{C77FC25F-BE43-3DB6-BA25-D60ED046C1B2}"/>
                  </a:ext>
                </a:extLst>
              </p:cNvPr>
              <p:cNvSpPr/>
              <p:nvPr/>
            </p:nvSpPr>
            <p:spPr>
              <a:xfrm>
                <a:off x="-1" y="3923016"/>
                <a:ext cx="388510" cy="21600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24" name="타원 323">
                <a:extLst>
                  <a:ext uri="{FF2B5EF4-FFF2-40B4-BE49-F238E27FC236}">
                    <a16:creationId xmlns:a16="http://schemas.microsoft.com/office/drawing/2014/main" id="{44961F00-547D-C066-590A-747223D329F4}"/>
                  </a:ext>
                </a:extLst>
              </p:cNvPr>
              <p:cNvSpPr/>
              <p:nvPr/>
            </p:nvSpPr>
            <p:spPr>
              <a:xfrm>
                <a:off x="199620" y="3923017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325" name="그룹 324">
            <a:extLst>
              <a:ext uri="{FF2B5EF4-FFF2-40B4-BE49-F238E27FC236}">
                <a16:creationId xmlns:a16="http://schemas.microsoft.com/office/drawing/2014/main" id="{8C5B2E94-2B90-41E7-860B-1C144D332C76}"/>
              </a:ext>
            </a:extLst>
          </p:cNvPr>
          <p:cNvGrpSpPr/>
          <p:nvPr/>
        </p:nvGrpSpPr>
        <p:grpSpPr>
          <a:xfrm>
            <a:off x="6693892" y="4418950"/>
            <a:ext cx="526728" cy="526728"/>
            <a:chOff x="5425044" y="3236135"/>
            <a:chExt cx="526728" cy="526728"/>
          </a:xfrm>
        </p:grpSpPr>
        <p:sp>
          <p:nvSpPr>
            <p:cNvPr id="326" name="사각형: 둥근 모서리 325">
              <a:extLst>
                <a:ext uri="{FF2B5EF4-FFF2-40B4-BE49-F238E27FC236}">
                  <a16:creationId xmlns:a16="http://schemas.microsoft.com/office/drawing/2014/main" id="{F2E37F12-56C5-39BE-6027-991308980383}"/>
                </a:ext>
              </a:extLst>
            </p:cNvPr>
            <p:cNvSpPr/>
            <p:nvPr/>
          </p:nvSpPr>
          <p:spPr>
            <a:xfrm>
              <a:off x="5425044" y="3236135"/>
              <a:ext cx="526728" cy="526728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/>
              <a:r>
                <a:rPr lang="ko-KR" altLang="en-US" sz="800" b="1" dirty="0" err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트위치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구독</a:t>
              </a:r>
            </a:p>
          </p:txBody>
        </p:sp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4F1093AC-D763-EAD9-9781-9C36AACD8B0A}"/>
                </a:ext>
              </a:extLst>
            </p:cNvPr>
            <p:cNvSpPr/>
            <p:nvPr/>
          </p:nvSpPr>
          <p:spPr>
            <a:xfrm>
              <a:off x="5556458" y="3573016"/>
              <a:ext cx="246686" cy="13715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8" name="타원 327">
              <a:extLst>
                <a:ext uri="{FF2B5EF4-FFF2-40B4-BE49-F238E27FC236}">
                  <a16:creationId xmlns:a16="http://schemas.microsoft.com/office/drawing/2014/main" id="{113834C6-682B-E667-2C96-637A12BE7640}"/>
                </a:ext>
              </a:extLst>
            </p:cNvPr>
            <p:cNvSpPr/>
            <p:nvPr/>
          </p:nvSpPr>
          <p:spPr>
            <a:xfrm>
              <a:off x="5683208" y="3573016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61401C83-3044-1ABE-CB72-6BEB8EBB186D}"/>
              </a:ext>
            </a:extLst>
          </p:cNvPr>
          <p:cNvGrpSpPr/>
          <p:nvPr/>
        </p:nvGrpSpPr>
        <p:grpSpPr>
          <a:xfrm>
            <a:off x="7294641" y="4418950"/>
            <a:ext cx="526728" cy="526728"/>
            <a:chOff x="6025793" y="3236135"/>
            <a:chExt cx="526728" cy="526728"/>
          </a:xfrm>
        </p:grpSpPr>
        <p:sp>
          <p:nvSpPr>
            <p:cNvPr id="330" name="사각형: 둥근 모서리 329">
              <a:extLst>
                <a:ext uri="{FF2B5EF4-FFF2-40B4-BE49-F238E27FC236}">
                  <a16:creationId xmlns:a16="http://schemas.microsoft.com/office/drawing/2014/main" id="{EC509757-A92D-9BFE-579A-784D31F36654}"/>
                </a:ext>
              </a:extLst>
            </p:cNvPr>
            <p:cNvSpPr/>
            <p:nvPr/>
          </p:nvSpPr>
          <p:spPr>
            <a:xfrm>
              <a:off x="6025793" y="3236135"/>
              <a:ext cx="526728" cy="526728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구독 선물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331" name="그룹 330">
              <a:extLst>
                <a:ext uri="{FF2B5EF4-FFF2-40B4-BE49-F238E27FC236}">
                  <a16:creationId xmlns:a16="http://schemas.microsoft.com/office/drawing/2014/main" id="{515ADC8F-6F04-3821-7740-D1C9CE3E837D}"/>
                </a:ext>
              </a:extLst>
            </p:cNvPr>
            <p:cNvGrpSpPr/>
            <p:nvPr/>
          </p:nvGrpSpPr>
          <p:grpSpPr>
            <a:xfrm>
              <a:off x="6159559" y="3573016"/>
              <a:ext cx="263900" cy="137151"/>
              <a:chOff x="-1" y="3923016"/>
              <a:chExt cx="415621" cy="216001"/>
            </a:xfrm>
          </p:grpSpPr>
          <p:sp>
            <p:nvSpPr>
              <p:cNvPr id="332" name="사각형: 둥근 모서리 331">
                <a:extLst>
                  <a:ext uri="{FF2B5EF4-FFF2-40B4-BE49-F238E27FC236}">
                    <a16:creationId xmlns:a16="http://schemas.microsoft.com/office/drawing/2014/main" id="{8E0C1C5C-8916-C35C-0E35-7E5D9EA26CCE}"/>
                  </a:ext>
                </a:extLst>
              </p:cNvPr>
              <p:cNvSpPr/>
              <p:nvPr/>
            </p:nvSpPr>
            <p:spPr>
              <a:xfrm>
                <a:off x="-1" y="3923016"/>
                <a:ext cx="388510" cy="21600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33" name="타원 332">
                <a:extLst>
                  <a:ext uri="{FF2B5EF4-FFF2-40B4-BE49-F238E27FC236}">
                    <a16:creationId xmlns:a16="http://schemas.microsoft.com/office/drawing/2014/main" id="{BFABFDFD-2F71-B15E-D1F5-30167A53B8A5}"/>
                  </a:ext>
                </a:extLst>
              </p:cNvPr>
              <p:cNvSpPr/>
              <p:nvPr/>
            </p:nvSpPr>
            <p:spPr>
              <a:xfrm>
                <a:off x="199620" y="3923017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334" name="TextBox 333">
            <a:extLst>
              <a:ext uri="{FF2B5EF4-FFF2-40B4-BE49-F238E27FC236}">
                <a16:creationId xmlns:a16="http://schemas.microsoft.com/office/drawing/2014/main" id="{A36F3978-23D5-34D8-16E8-507FF680AA8F}"/>
              </a:ext>
            </a:extLst>
          </p:cNvPr>
          <p:cNvSpPr txBox="1"/>
          <p:nvPr/>
        </p:nvSpPr>
        <p:spPr>
          <a:xfrm>
            <a:off x="5983949" y="4203506"/>
            <a:ext cx="96256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 </a:t>
            </a:r>
            <a:r>
              <a:rPr lang="ko-KR" altLang="en-US" sz="800" b="1" dirty="0" err="1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트위치</a:t>
            </a:r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 알림</a:t>
            </a:r>
            <a:endParaRPr lang="en-US" altLang="ko-KR" sz="800" b="1" dirty="0">
              <a:solidFill>
                <a:schemeClr val="tx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35" name="그룹 334">
            <a:extLst>
              <a:ext uri="{FF2B5EF4-FFF2-40B4-BE49-F238E27FC236}">
                <a16:creationId xmlns:a16="http://schemas.microsoft.com/office/drawing/2014/main" id="{F54B5ACD-C761-2BD0-7E4C-E1349670F7D3}"/>
              </a:ext>
            </a:extLst>
          </p:cNvPr>
          <p:cNvGrpSpPr/>
          <p:nvPr/>
        </p:nvGrpSpPr>
        <p:grpSpPr>
          <a:xfrm>
            <a:off x="7895390" y="4418950"/>
            <a:ext cx="526728" cy="526728"/>
            <a:chOff x="4828545" y="3236135"/>
            <a:chExt cx="526728" cy="526728"/>
          </a:xfrm>
        </p:grpSpPr>
        <p:sp>
          <p:nvSpPr>
            <p:cNvPr id="336" name="사각형: 둥근 모서리 335">
              <a:extLst>
                <a:ext uri="{FF2B5EF4-FFF2-40B4-BE49-F238E27FC236}">
                  <a16:creationId xmlns:a16="http://schemas.microsoft.com/office/drawing/2014/main" id="{91CD896C-AE70-EA54-45ED-47B2A8399D0A}"/>
                </a:ext>
              </a:extLst>
            </p:cNvPr>
            <p:cNvSpPr/>
            <p:nvPr/>
          </p:nvSpPr>
          <p:spPr>
            <a:xfrm>
              <a:off x="4828545" y="3236135"/>
              <a:ext cx="526728" cy="526728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구독 선물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개수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337" name="그룹 336">
              <a:extLst>
                <a:ext uri="{FF2B5EF4-FFF2-40B4-BE49-F238E27FC236}">
                  <a16:creationId xmlns:a16="http://schemas.microsoft.com/office/drawing/2014/main" id="{BF994B8B-711B-25E5-B666-5AE8C8DA370E}"/>
                </a:ext>
              </a:extLst>
            </p:cNvPr>
            <p:cNvGrpSpPr/>
            <p:nvPr/>
          </p:nvGrpSpPr>
          <p:grpSpPr>
            <a:xfrm>
              <a:off x="4962311" y="3573016"/>
              <a:ext cx="263900" cy="137151"/>
              <a:chOff x="-1" y="3923016"/>
              <a:chExt cx="415621" cy="216001"/>
            </a:xfrm>
          </p:grpSpPr>
          <p:sp>
            <p:nvSpPr>
              <p:cNvPr id="338" name="사각형: 둥근 모서리 337">
                <a:extLst>
                  <a:ext uri="{FF2B5EF4-FFF2-40B4-BE49-F238E27FC236}">
                    <a16:creationId xmlns:a16="http://schemas.microsoft.com/office/drawing/2014/main" id="{4B11C749-0E2E-1571-75D3-B5C4B9661CAD}"/>
                  </a:ext>
                </a:extLst>
              </p:cNvPr>
              <p:cNvSpPr/>
              <p:nvPr/>
            </p:nvSpPr>
            <p:spPr>
              <a:xfrm>
                <a:off x="-1" y="3923016"/>
                <a:ext cx="388510" cy="21600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39" name="타원 338">
                <a:extLst>
                  <a:ext uri="{FF2B5EF4-FFF2-40B4-BE49-F238E27FC236}">
                    <a16:creationId xmlns:a16="http://schemas.microsoft.com/office/drawing/2014/main" id="{78F19096-AD66-92F4-8EB1-D86128CAADEB}"/>
                  </a:ext>
                </a:extLst>
              </p:cNvPr>
              <p:cNvSpPr/>
              <p:nvPr/>
            </p:nvSpPr>
            <p:spPr>
              <a:xfrm>
                <a:off x="199620" y="3923017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340" name="그룹 339">
            <a:extLst>
              <a:ext uri="{FF2B5EF4-FFF2-40B4-BE49-F238E27FC236}">
                <a16:creationId xmlns:a16="http://schemas.microsoft.com/office/drawing/2014/main" id="{AE19B286-9247-61C8-0235-5F91C5F78DCD}"/>
              </a:ext>
            </a:extLst>
          </p:cNvPr>
          <p:cNvGrpSpPr/>
          <p:nvPr/>
        </p:nvGrpSpPr>
        <p:grpSpPr>
          <a:xfrm>
            <a:off x="8491889" y="4418950"/>
            <a:ext cx="526728" cy="526728"/>
            <a:chOff x="5425044" y="3236135"/>
            <a:chExt cx="526728" cy="526728"/>
          </a:xfrm>
        </p:grpSpPr>
        <p:sp>
          <p:nvSpPr>
            <p:cNvPr id="341" name="사각형: 둥근 모서리 340">
              <a:extLst>
                <a:ext uri="{FF2B5EF4-FFF2-40B4-BE49-F238E27FC236}">
                  <a16:creationId xmlns:a16="http://schemas.microsoft.com/office/drawing/2014/main" id="{35808F6E-36AE-81B4-7D6D-BC6D47A2C487}"/>
                </a:ext>
              </a:extLst>
            </p:cNvPr>
            <p:cNvSpPr/>
            <p:nvPr/>
          </p:nvSpPr>
          <p:spPr>
            <a:xfrm>
              <a:off x="5425044" y="3236135"/>
              <a:ext cx="526728" cy="526728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레이드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2" name="사각형: 둥근 모서리 341">
              <a:extLst>
                <a:ext uri="{FF2B5EF4-FFF2-40B4-BE49-F238E27FC236}">
                  <a16:creationId xmlns:a16="http://schemas.microsoft.com/office/drawing/2014/main" id="{4E79F449-C6DF-09D4-46BD-18070D85911A}"/>
                </a:ext>
              </a:extLst>
            </p:cNvPr>
            <p:cNvSpPr/>
            <p:nvPr/>
          </p:nvSpPr>
          <p:spPr>
            <a:xfrm>
              <a:off x="5556458" y="3573016"/>
              <a:ext cx="246686" cy="13715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3" name="타원 342">
              <a:extLst>
                <a:ext uri="{FF2B5EF4-FFF2-40B4-BE49-F238E27FC236}">
                  <a16:creationId xmlns:a16="http://schemas.microsoft.com/office/drawing/2014/main" id="{D0961D5E-964E-C521-4D30-F3225C8D432F}"/>
                </a:ext>
              </a:extLst>
            </p:cNvPr>
            <p:cNvSpPr/>
            <p:nvPr/>
          </p:nvSpPr>
          <p:spPr>
            <a:xfrm>
              <a:off x="5683208" y="3573016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344" name="TextBox 343">
            <a:extLst>
              <a:ext uri="{FF2B5EF4-FFF2-40B4-BE49-F238E27FC236}">
                <a16:creationId xmlns:a16="http://schemas.microsoft.com/office/drawing/2014/main" id="{79FFD441-35A0-B1EC-56E8-08119F0360AF}"/>
              </a:ext>
            </a:extLst>
          </p:cNvPr>
          <p:cNvSpPr txBox="1"/>
          <p:nvPr/>
        </p:nvSpPr>
        <p:spPr>
          <a:xfrm>
            <a:off x="5983948" y="1802081"/>
            <a:ext cx="1444227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 투네이션 후원</a:t>
            </a:r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 알림</a:t>
            </a:r>
            <a:endParaRPr lang="en-US" altLang="ko-KR" sz="800" b="1" dirty="0">
              <a:solidFill>
                <a:schemeClr val="tx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45" name="그룹 344">
            <a:extLst>
              <a:ext uri="{FF2B5EF4-FFF2-40B4-BE49-F238E27FC236}">
                <a16:creationId xmlns:a16="http://schemas.microsoft.com/office/drawing/2014/main" id="{2A74D963-18FE-706A-CEE8-9D1B48EDAE7A}"/>
              </a:ext>
            </a:extLst>
          </p:cNvPr>
          <p:cNvGrpSpPr/>
          <p:nvPr/>
        </p:nvGrpSpPr>
        <p:grpSpPr>
          <a:xfrm>
            <a:off x="6093144" y="2011245"/>
            <a:ext cx="526728" cy="526729"/>
            <a:chOff x="2664871" y="3229852"/>
            <a:chExt cx="526728" cy="526729"/>
          </a:xfrm>
        </p:grpSpPr>
        <p:sp>
          <p:nvSpPr>
            <p:cNvPr id="346" name="사각형: 둥근 모서리 345">
              <a:extLst>
                <a:ext uri="{FF2B5EF4-FFF2-40B4-BE49-F238E27FC236}">
                  <a16:creationId xmlns:a16="http://schemas.microsoft.com/office/drawing/2014/main" id="{1F14763F-6D22-DC58-BCB6-0582E7E20F43}"/>
                </a:ext>
              </a:extLst>
            </p:cNvPr>
            <p:cNvSpPr/>
            <p:nvPr/>
          </p:nvSpPr>
          <p:spPr>
            <a:xfrm>
              <a:off x="2664871" y="3229852"/>
              <a:ext cx="526728" cy="526729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투네이션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후원</a:t>
              </a:r>
            </a:p>
          </p:txBody>
        </p:sp>
        <p:grpSp>
          <p:nvGrpSpPr>
            <p:cNvPr id="347" name="그룹 346">
              <a:extLst>
                <a:ext uri="{FF2B5EF4-FFF2-40B4-BE49-F238E27FC236}">
                  <a16:creationId xmlns:a16="http://schemas.microsoft.com/office/drawing/2014/main" id="{677E1FEF-6C6C-4B76-2110-ED4FD9E0CB09}"/>
                </a:ext>
              </a:extLst>
            </p:cNvPr>
            <p:cNvGrpSpPr/>
            <p:nvPr/>
          </p:nvGrpSpPr>
          <p:grpSpPr>
            <a:xfrm>
              <a:off x="2796284" y="3566733"/>
              <a:ext cx="263900" cy="137151"/>
              <a:chOff x="-1" y="3923016"/>
              <a:chExt cx="415621" cy="216001"/>
            </a:xfrm>
          </p:grpSpPr>
          <p:sp>
            <p:nvSpPr>
              <p:cNvPr id="348" name="사각형: 둥근 모서리 347">
                <a:extLst>
                  <a:ext uri="{FF2B5EF4-FFF2-40B4-BE49-F238E27FC236}">
                    <a16:creationId xmlns:a16="http://schemas.microsoft.com/office/drawing/2014/main" id="{253B1715-0232-87D7-AC46-083692826FBE}"/>
                  </a:ext>
                </a:extLst>
              </p:cNvPr>
              <p:cNvSpPr/>
              <p:nvPr/>
            </p:nvSpPr>
            <p:spPr>
              <a:xfrm>
                <a:off x="-1" y="3923016"/>
                <a:ext cx="388510" cy="21600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49" name="타원 348">
                <a:extLst>
                  <a:ext uri="{FF2B5EF4-FFF2-40B4-BE49-F238E27FC236}">
                    <a16:creationId xmlns:a16="http://schemas.microsoft.com/office/drawing/2014/main" id="{3E0DF3A0-C259-5DF6-1D2D-23B335F91258}"/>
                  </a:ext>
                </a:extLst>
              </p:cNvPr>
              <p:cNvSpPr/>
              <p:nvPr/>
            </p:nvSpPr>
            <p:spPr>
              <a:xfrm>
                <a:off x="199620" y="3923017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pic>
        <p:nvPicPr>
          <p:cNvPr id="354" name="그림 353">
            <a:extLst>
              <a:ext uri="{FF2B5EF4-FFF2-40B4-BE49-F238E27FC236}">
                <a16:creationId xmlns:a16="http://schemas.microsoft.com/office/drawing/2014/main" id="{316EB403-1B9A-0E07-9DFA-B39544E0546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b="52012"/>
          <a:stretch>
            <a:fillRect/>
          </a:stretch>
        </p:blipFill>
        <p:spPr>
          <a:xfrm>
            <a:off x="6046775" y="5241896"/>
            <a:ext cx="597460" cy="260380"/>
          </a:xfrm>
          <a:prstGeom prst="rect">
            <a:avLst/>
          </a:prstGeom>
        </p:spPr>
      </p:pic>
      <p:grpSp>
        <p:nvGrpSpPr>
          <p:cNvPr id="355" name="그룹 354">
            <a:extLst>
              <a:ext uri="{FF2B5EF4-FFF2-40B4-BE49-F238E27FC236}">
                <a16:creationId xmlns:a16="http://schemas.microsoft.com/office/drawing/2014/main" id="{4EF54912-3E15-4FEE-E275-0E1CC3EEE01E}"/>
              </a:ext>
            </a:extLst>
          </p:cNvPr>
          <p:cNvGrpSpPr/>
          <p:nvPr/>
        </p:nvGrpSpPr>
        <p:grpSpPr>
          <a:xfrm>
            <a:off x="9128517" y="1792930"/>
            <a:ext cx="31445" cy="3684592"/>
            <a:chOff x="7057936" y="1944130"/>
            <a:chExt cx="31445" cy="3684592"/>
          </a:xfrm>
        </p:grpSpPr>
        <p:cxnSp>
          <p:nvCxnSpPr>
            <p:cNvPr id="356" name="직선 연결선 355">
              <a:extLst>
                <a:ext uri="{FF2B5EF4-FFF2-40B4-BE49-F238E27FC236}">
                  <a16:creationId xmlns:a16="http://schemas.microsoft.com/office/drawing/2014/main" id="{2C2F9D08-FD20-7219-B547-EA603E39ADE3}"/>
                </a:ext>
              </a:extLst>
            </p:cNvPr>
            <p:cNvCxnSpPr>
              <a:cxnSpLocks/>
            </p:cNvCxnSpPr>
            <p:nvPr/>
          </p:nvCxnSpPr>
          <p:spPr>
            <a:xfrm>
              <a:off x="7068108" y="1944130"/>
              <a:ext cx="21273" cy="3684592"/>
            </a:xfrm>
            <a:prstGeom prst="line">
              <a:avLst/>
            </a:prstGeom>
            <a:noFill/>
            <a:ln w="38100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</p:cxnSp>
        <p:cxnSp>
          <p:nvCxnSpPr>
            <p:cNvPr id="357" name="직선 연결선 356">
              <a:extLst>
                <a:ext uri="{FF2B5EF4-FFF2-40B4-BE49-F238E27FC236}">
                  <a16:creationId xmlns:a16="http://schemas.microsoft.com/office/drawing/2014/main" id="{9D25F26E-CCCB-24BE-9FCE-DF8C0EF6A5F8}"/>
                </a:ext>
              </a:extLst>
            </p:cNvPr>
            <p:cNvCxnSpPr>
              <a:cxnSpLocks/>
            </p:cNvCxnSpPr>
            <p:nvPr/>
          </p:nvCxnSpPr>
          <p:spPr>
            <a:xfrm>
              <a:off x="7057936" y="1951628"/>
              <a:ext cx="0" cy="1901182"/>
            </a:xfrm>
            <a:prstGeom prst="line">
              <a:avLst/>
            </a:prstGeom>
            <a:noFill/>
            <a:ln w="285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</p:cxnSp>
      </p:grpSp>
      <p:graphicFrame>
        <p:nvGraphicFramePr>
          <p:cNvPr id="359" name="Group 323">
            <a:extLst>
              <a:ext uri="{FF2B5EF4-FFF2-40B4-BE49-F238E27FC236}">
                <a16:creationId xmlns:a16="http://schemas.microsoft.com/office/drawing/2014/main" id="{8C124BBF-AC8C-2A9D-B897-07885D99A8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3955888"/>
              </p:ext>
            </p:extLst>
          </p:nvPr>
        </p:nvGraphicFramePr>
        <p:xfrm>
          <a:off x="9625013" y="575703"/>
          <a:ext cx="2519969" cy="942354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후원 알림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각 후원 종류별 알림 노출 여부 설정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4805243"/>
                  </a:ext>
                </a:extLst>
              </a:tr>
            </a:tbl>
          </a:graphicData>
        </a:graphic>
      </p:graphicFrame>
      <p:sp>
        <p:nvSpPr>
          <p:cNvPr id="360" name="화살표: 왼쪽/오른쪽 359">
            <a:extLst>
              <a:ext uri="{FF2B5EF4-FFF2-40B4-BE49-F238E27FC236}">
                <a16:creationId xmlns:a16="http://schemas.microsoft.com/office/drawing/2014/main" id="{1B770A0C-ADDD-0AAD-60AC-D4E728CE5BD6}"/>
              </a:ext>
            </a:extLst>
          </p:cNvPr>
          <p:cNvSpPr/>
          <p:nvPr/>
        </p:nvSpPr>
        <p:spPr>
          <a:xfrm>
            <a:off x="5436170" y="3226771"/>
            <a:ext cx="491296" cy="611321"/>
          </a:xfrm>
          <a:prstGeom prst="leftRightArrow">
            <a:avLst>
              <a:gd name="adj1" fmla="val 50000"/>
              <a:gd name="adj2" fmla="val 32229"/>
            </a:avLst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A265C4EF-E348-A847-0AC3-CC2CAF3AE867}"/>
              </a:ext>
            </a:extLst>
          </p:cNvPr>
          <p:cNvGrpSpPr/>
          <p:nvPr/>
        </p:nvGrpSpPr>
        <p:grpSpPr>
          <a:xfrm>
            <a:off x="4900187" y="1577645"/>
            <a:ext cx="387008" cy="118852"/>
            <a:chOff x="8850325" y="2256508"/>
            <a:chExt cx="387008" cy="118852"/>
          </a:xfrm>
        </p:grpSpPr>
        <p:sp>
          <p:nvSpPr>
            <p:cNvPr id="3" name="Google Shape;1200;p27">
              <a:extLst>
                <a:ext uri="{FF2B5EF4-FFF2-40B4-BE49-F238E27FC236}">
                  <a16:creationId xmlns:a16="http://schemas.microsoft.com/office/drawing/2014/main" id="{EF46F3C2-48F9-4A1A-F73E-6CC6FF3C7EB2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" name="그래픽 3">
              <a:extLst>
                <a:ext uri="{FF2B5EF4-FFF2-40B4-BE49-F238E27FC236}">
                  <a16:creationId xmlns:a16="http://schemas.microsoft.com/office/drawing/2014/main" id="{ED5C829C-207B-825B-236F-E86C2308EC1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5" name="Google Shape;1202;p27">
              <a:extLst>
                <a:ext uri="{FF2B5EF4-FFF2-40B4-BE49-F238E27FC236}">
                  <a16:creationId xmlns:a16="http://schemas.microsoft.com/office/drawing/2014/main" id="{031F431B-2314-05ED-FF1B-0D7687D20B52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326692B6-FB3F-E381-6C71-735A68E41688}"/>
              </a:ext>
            </a:extLst>
          </p:cNvPr>
          <p:cNvGrpSpPr/>
          <p:nvPr/>
        </p:nvGrpSpPr>
        <p:grpSpPr>
          <a:xfrm>
            <a:off x="8764242" y="1577645"/>
            <a:ext cx="387008" cy="118852"/>
            <a:chOff x="8850325" y="2256508"/>
            <a:chExt cx="387008" cy="118852"/>
          </a:xfrm>
        </p:grpSpPr>
        <p:sp>
          <p:nvSpPr>
            <p:cNvPr id="7" name="Google Shape;1200;p27">
              <a:extLst>
                <a:ext uri="{FF2B5EF4-FFF2-40B4-BE49-F238E27FC236}">
                  <a16:creationId xmlns:a16="http://schemas.microsoft.com/office/drawing/2014/main" id="{7C5F711B-088C-FA16-8C1C-476BC66EEEB7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" name="그래픽 7">
              <a:extLst>
                <a:ext uri="{FF2B5EF4-FFF2-40B4-BE49-F238E27FC236}">
                  <a16:creationId xmlns:a16="http://schemas.microsoft.com/office/drawing/2014/main" id="{63B203F7-1011-3BAF-2CC7-9D5B5223FF4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9" name="Google Shape;1202;p27">
              <a:extLst>
                <a:ext uri="{FF2B5EF4-FFF2-40B4-BE49-F238E27FC236}">
                  <a16:creationId xmlns:a16="http://schemas.microsoft.com/office/drawing/2014/main" id="{78818C3C-3B6A-7FCD-1FEB-59E41F602332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07353527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691E5481-C8B4-E037-EAFB-1C2901D22871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/>
              <a:t>영상 후원 제어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12CC4DB0-DE49-9729-CD37-A99511017B3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기타 위젯 </a:t>
            </a:r>
            <a:r>
              <a:rPr lang="en-US" altLang="ko-KR" dirty="0"/>
              <a:t>&gt; </a:t>
            </a:r>
            <a:r>
              <a:rPr lang="ko-KR" altLang="en-US" dirty="0"/>
              <a:t>영상 후원 제어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A3744338-7849-66A4-C646-BB0B23C04AF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43119"/>
          <a:stretch>
            <a:fillRect/>
          </a:stretch>
        </p:blipFill>
        <p:spPr>
          <a:xfrm>
            <a:off x="1608101" y="1232756"/>
            <a:ext cx="3790643" cy="4716790"/>
          </a:xfrm>
          <a:prstGeom prst="rect">
            <a:avLst/>
          </a:prstGeom>
        </p:spPr>
      </p:pic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22B5F540-1805-2687-32B2-3407CDFA0850}"/>
              </a:ext>
            </a:extLst>
          </p:cNvPr>
          <p:cNvSpPr/>
          <p:nvPr/>
        </p:nvSpPr>
        <p:spPr>
          <a:xfrm>
            <a:off x="1614262" y="5669414"/>
            <a:ext cx="965361" cy="288203"/>
          </a:xfrm>
          <a:prstGeom prst="roundRect">
            <a:avLst>
              <a:gd name="adj" fmla="val 4377"/>
            </a:avLst>
          </a:prstGeom>
          <a:noFill/>
          <a:ln w="28575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834F5EBC-6BF3-CB25-0DEC-10732E81B2B7}"/>
              </a:ext>
            </a:extLst>
          </p:cNvPr>
          <p:cNvSpPr/>
          <p:nvPr/>
        </p:nvSpPr>
        <p:spPr>
          <a:xfrm>
            <a:off x="3475864" y="5669414"/>
            <a:ext cx="906889" cy="288203"/>
          </a:xfrm>
          <a:prstGeom prst="roundRect">
            <a:avLst>
              <a:gd name="adj" fmla="val 4377"/>
            </a:avLst>
          </a:prstGeom>
          <a:noFill/>
          <a:ln w="28575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8" name="연결선: 꺾임 7">
            <a:extLst>
              <a:ext uri="{FF2B5EF4-FFF2-40B4-BE49-F238E27FC236}">
                <a16:creationId xmlns:a16="http://schemas.microsoft.com/office/drawing/2014/main" id="{F3A82412-001E-78A6-2E36-872C977860F4}"/>
              </a:ext>
            </a:extLst>
          </p:cNvPr>
          <p:cNvCxnSpPr>
            <a:cxnSpLocks/>
            <a:stCxn id="7" idx="2"/>
            <a:endCxn id="10" idx="2"/>
          </p:cNvCxnSpPr>
          <p:nvPr/>
        </p:nvCxnSpPr>
        <p:spPr>
          <a:xfrm rot="5400000" flipH="1" flipV="1">
            <a:off x="5162457" y="4716397"/>
            <a:ext cx="8071" cy="2474369"/>
          </a:xfrm>
          <a:prstGeom prst="bentConnector3">
            <a:avLst>
              <a:gd name="adj1" fmla="val -2832363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연결선: 꺾임 8">
            <a:extLst>
              <a:ext uri="{FF2B5EF4-FFF2-40B4-BE49-F238E27FC236}">
                <a16:creationId xmlns:a16="http://schemas.microsoft.com/office/drawing/2014/main" id="{FE2388FB-0A78-85C8-95CE-8C6E4B4DEE93}"/>
              </a:ext>
            </a:extLst>
          </p:cNvPr>
          <p:cNvCxnSpPr>
            <a:cxnSpLocks/>
            <a:stCxn id="6" idx="2"/>
            <a:endCxn id="10" idx="2"/>
          </p:cNvCxnSpPr>
          <p:nvPr/>
        </p:nvCxnSpPr>
        <p:spPr>
          <a:xfrm rot="5400000" flipH="1" flipV="1">
            <a:off x="4246274" y="3800214"/>
            <a:ext cx="8071" cy="4306735"/>
          </a:xfrm>
          <a:prstGeom prst="bentConnector3">
            <a:avLst>
              <a:gd name="adj1" fmla="val -2832363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Google Shape;1301;p29">
            <a:extLst>
              <a:ext uri="{FF2B5EF4-FFF2-40B4-BE49-F238E27FC236}">
                <a16:creationId xmlns:a16="http://schemas.microsoft.com/office/drawing/2014/main" id="{45A8A596-EA41-48FC-C64A-FAD19C5B55A8}"/>
              </a:ext>
            </a:extLst>
          </p:cNvPr>
          <p:cNvSpPr/>
          <p:nvPr/>
        </p:nvSpPr>
        <p:spPr>
          <a:xfrm>
            <a:off x="5678897" y="4903930"/>
            <a:ext cx="1449562" cy="1045616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영상 후원 제어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13" name="Google Shape;1303;p29">
            <a:extLst>
              <a:ext uri="{FF2B5EF4-FFF2-40B4-BE49-F238E27FC236}">
                <a16:creationId xmlns:a16="http://schemas.microsoft.com/office/drawing/2014/main" id="{482B2EE0-D298-A0D9-487F-0AECF426616A}"/>
              </a:ext>
            </a:extLst>
          </p:cNvPr>
          <p:cNvSpPr/>
          <p:nvPr/>
        </p:nvSpPr>
        <p:spPr>
          <a:xfrm>
            <a:off x="5726521" y="5156257"/>
            <a:ext cx="1344787" cy="726614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 dirty="0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2B9E23A6-F680-ED9E-1623-08AB54F0E5E1}"/>
              </a:ext>
            </a:extLst>
          </p:cNvPr>
          <p:cNvGrpSpPr/>
          <p:nvPr/>
        </p:nvGrpSpPr>
        <p:grpSpPr>
          <a:xfrm>
            <a:off x="5826280" y="5245477"/>
            <a:ext cx="1170862" cy="526728"/>
            <a:chOff x="1710789" y="4774480"/>
            <a:chExt cx="1170862" cy="526728"/>
          </a:xfrm>
        </p:grpSpPr>
        <p:grpSp>
          <p:nvGrpSpPr>
            <p:cNvPr id="20" name="그룹 19">
              <a:extLst>
                <a:ext uri="{FF2B5EF4-FFF2-40B4-BE49-F238E27FC236}">
                  <a16:creationId xmlns:a16="http://schemas.microsoft.com/office/drawing/2014/main" id="{887F9761-C87A-C859-2987-E2C745E00369}"/>
                </a:ext>
              </a:extLst>
            </p:cNvPr>
            <p:cNvGrpSpPr/>
            <p:nvPr/>
          </p:nvGrpSpPr>
          <p:grpSpPr>
            <a:xfrm>
              <a:off x="1710789" y="4774480"/>
              <a:ext cx="526728" cy="526728"/>
              <a:chOff x="3786892" y="1912105"/>
              <a:chExt cx="526728" cy="526728"/>
            </a:xfrm>
          </p:grpSpPr>
          <p:sp>
            <p:nvSpPr>
              <p:cNvPr id="22" name="사각형: 둥근 모서리 21">
                <a:extLst>
                  <a:ext uri="{FF2B5EF4-FFF2-40B4-BE49-F238E27FC236}">
                    <a16:creationId xmlns:a16="http://schemas.microsoft.com/office/drawing/2014/main" id="{9D459013-4ECD-3020-6642-4E351BDF78A2}"/>
                  </a:ext>
                </a:extLst>
              </p:cNvPr>
              <p:cNvSpPr/>
              <p:nvPr/>
            </p:nvSpPr>
            <p:spPr>
              <a:xfrm>
                <a:off x="3786892" y="1912105"/>
                <a:ext cx="526728" cy="526728"/>
              </a:xfrm>
              <a:prstGeom prst="round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36000" rIns="0" bIns="0" rtlCol="0" anchor="t"/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8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자동 재생</a:t>
                </a:r>
              </a:p>
            </p:txBody>
          </p:sp>
          <p:grpSp>
            <p:nvGrpSpPr>
              <p:cNvPr id="23" name="그룹 22">
                <a:extLst>
                  <a:ext uri="{FF2B5EF4-FFF2-40B4-BE49-F238E27FC236}">
                    <a16:creationId xmlns:a16="http://schemas.microsoft.com/office/drawing/2014/main" id="{0C4293D3-B030-CB1A-DDF0-B576F195F031}"/>
                  </a:ext>
                </a:extLst>
              </p:cNvPr>
              <p:cNvGrpSpPr/>
              <p:nvPr/>
            </p:nvGrpSpPr>
            <p:grpSpPr>
              <a:xfrm>
                <a:off x="3920658" y="2248986"/>
                <a:ext cx="263900" cy="137151"/>
                <a:chOff x="-1" y="3923016"/>
                <a:chExt cx="415621" cy="216001"/>
              </a:xfrm>
            </p:grpSpPr>
            <p:sp>
              <p:nvSpPr>
                <p:cNvPr id="24" name="사각형: 둥근 모서리 23">
                  <a:extLst>
                    <a:ext uri="{FF2B5EF4-FFF2-40B4-BE49-F238E27FC236}">
                      <a16:creationId xmlns:a16="http://schemas.microsoft.com/office/drawing/2014/main" id="{81B21687-825F-8579-CCF4-EB7FA5F71F1A}"/>
                    </a:ext>
                  </a:extLst>
                </p:cNvPr>
                <p:cNvSpPr/>
                <p:nvPr/>
              </p:nvSpPr>
              <p:spPr>
                <a:xfrm>
                  <a:off x="-1" y="3923016"/>
                  <a:ext cx="388510" cy="216001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/>
                <a:lstStyle/>
                <a:p>
                  <a:r>
                    <a:rPr lang="en-US" altLang="ko-KR" sz="500" b="1" dirty="0">
                      <a:solidFill>
                        <a:schemeClr val="bg1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ON</a:t>
                  </a:r>
                  <a:endParaRPr lang="ko-KR" altLang="en-US" sz="5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5" name="타원 24">
                  <a:extLst>
                    <a:ext uri="{FF2B5EF4-FFF2-40B4-BE49-F238E27FC236}">
                      <a16:creationId xmlns:a16="http://schemas.microsoft.com/office/drawing/2014/main" id="{9F88055D-5548-2A4E-C7AB-74D6625DFFCF}"/>
                    </a:ext>
                  </a:extLst>
                </p:cNvPr>
                <p:cNvSpPr/>
                <p:nvPr/>
              </p:nvSpPr>
              <p:spPr>
                <a:xfrm>
                  <a:off x="199620" y="3923017"/>
                  <a:ext cx="216000" cy="216000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rtlCol="0" anchor="ctr"/>
                <a:lstStyle/>
                <a:p>
                  <a:pPr algn="ctr"/>
                  <a:endParaRPr lang="ko-KR" altLang="en-US" sz="5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sp>
          <p:nvSpPr>
            <p:cNvPr id="21" name="사각형: 둥근 모서리 20">
              <a:extLst>
                <a:ext uri="{FF2B5EF4-FFF2-40B4-BE49-F238E27FC236}">
                  <a16:creationId xmlns:a16="http://schemas.microsoft.com/office/drawing/2014/main" id="{8EDC80AE-B80A-FBD4-433A-75836B35993A}"/>
                </a:ext>
              </a:extLst>
            </p:cNvPr>
            <p:cNvSpPr/>
            <p:nvPr/>
          </p:nvSpPr>
          <p:spPr>
            <a:xfrm>
              <a:off x="2354923" y="4774480"/>
              <a:ext cx="526728" cy="526728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음성만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재생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45C778CA-5C8D-B64F-9812-1D17FFC6D45D}"/>
              </a:ext>
            </a:extLst>
          </p:cNvPr>
          <p:cNvGrpSpPr/>
          <p:nvPr/>
        </p:nvGrpSpPr>
        <p:grpSpPr>
          <a:xfrm>
            <a:off x="6601889" y="5582358"/>
            <a:ext cx="271197" cy="137151"/>
            <a:chOff x="2942105" y="4256955"/>
            <a:chExt cx="271197" cy="137151"/>
          </a:xfrm>
        </p:grpSpPr>
        <p:sp>
          <p:nvSpPr>
            <p:cNvPr id="27" name="사각형: 둥근 모서리 26">
              <a:extLst>
                <a:ext uri="{FF2B5EF4-FFF2-40B4-BE49-F238E27FC236}">
                  <a16:creationId xmlns:a16="http://schemas.microsoft.com/office/drawing/2014/main" id="{7D32AC1B-BDD4-42E8-E484-00FB9B1F3B40}"/>
                </a:ext>
              </a:extLst>
            </p:cNvPr>
            <p:cNvSpPr/>
            <p:nvPr/>
          </p:nvSpPr>
          <p:spPr>
            <a:xfrm>
              <a:off x="2966617" y="4256955"/>
              <a:ext cx="246685" cy="13715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r"/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OFF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8" name="타원 27">
              <a:extLst>
                <a:ext uri="{FF2B5EF4-FFF2-40B4-BE49-F238E27FC236}">
                  <a16:creationId xmlns:a16="http://schemas.microsoft.com/office/drawing/2014/main" id="{61CA87F9-97CD-6B30-A5C5-93C9B812A43E}"/>
                </a:ext>
              </a:extLst>
            </p:cNvPr>
            <p:cNvSpPr/>
            <p:nvPr/>
          </p:nvSpPr>
          <p:spPr>
            <a:xfrm>
              <a:off x="2942105" y="4256956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47" name="Group 323">
            <a:extLst>
              <a:ext uri="{FF2B5EF4-FFF2-40B4-BE49-F238E27FC236}">
                <a16:creationId xmlns:a16="http://schemas.microsoft.com/office/drawing/2014/main" id="{810BD3AD-DEAF-4C66-46C9-BDC4116B7B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1959368"/>
              </p:ext>
            </p:extLst>
          </p:nvPr>
        </p:nvGraphicFramePr>
        <p:xfrm>
          <a:off x="9625013" y="575703"/>
          <a:ext cx="2519969" cy="1303281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자동 재생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영상 후원을 받았을 경우 자동 재생 또는 대기 중인 후원에서 확인 후 수락할지에 대한 선택 옵션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음성만 노출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영상 후원 재생 시 영상은 노출되지 않고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음상만 노출할 수 있는 옵션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4805243"/>
                  </a:ext>
                </a:extLst>
              </a:tr>
            </a:tbl>
          </a:graphicData>
        </a:graphic>
      </p:graphicFrame>
      <p:sp>
        <p:nvSpPr>
          <p:cNvPr id="48" name="타원 47">
            <a:extLst>
              <a:ext uri="{FF2B5EF4-FFF2-40B4-BE49-F238E27FC236}">
                <a16:creationId xmlns:a16="http://schemas.microsoft.com/office/drawing/2014/main" id="{E65F3D94-62EA-6A0D-7F55-2EF6208CE40A}"/>
              </a:ext>
            </a:extLst>
          </p:cNvPr>
          <p:cNvSpPr/>
          <p:nvPr/>
        </p:nvSpPr>
        <p:spPr>
          <a:xfrm>
            <a:off x="1895135" y="6024115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95A4E110-55A5-A4DE-5B51-70EAC3824180}"/>
              </a:ext>
            </a:extLst>
          </p:cNvPr>
          <p:cNvSpPr/>
          <p:nvPr/>
        </p:nvSpPr>
        <p:spPr>
          <a:xfrm>
            <a:off x="3683732" y="5985284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409FE22D-DA51-FF7A-1382-982564CDE703}"/>
              </a:ext>
            </a:extLst>
          </p:cNvPr>
          <p:cNvGrpSpPr/>
          <p:nvPr/>
        </p:nvGrpSpPr>
        <p:grpSpPr>
          <a:xfrm>
            <a:off x="6679582" y="4966103"/>
            <a:ext cx="387008" cy="118852"/>
            <a:chOff x="8850325" y="2256508"/>
            <a:chExt cx="387008" cy="118852"/>
          </a:xfrm>
        </p:grpSpPr>
        <p:sp>
          <p:nvSpPr>
            <p:cNvPr id="14" name="Google Shape;1200;p27">
              <a:extLst>
                <a:ext uri="{FF2B5EF4-FFF2-40B4-BE49-F238E27FC236}">
                  <a16:creationId xmlns:a16="http://schemas.microsoft.com/office/drawing/2014/main" id="{1F84273D-7333-2F60-A6F3-730B583F03CB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" name="그래픽 14">
              <a:extLst>
                <a:ext uri="{FF2B5EF4-FFF2-40B4-BE49-F238E27FC236}">
                  <a16:creationId xmlns:a16="http://schemas.microsoft.com/office/drawing/2014/main" id="{A48FC528-435E-4036-6CFE-48EA388422A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16" name="Google Shape;1202;p27">
              <a:extLst>
                <a:ext uri="{FF2B5EF4-FFF2-40B4-BE49-F238E27FC236}">
                  <a16:creationId xmlns:a16="http://schemas.microsoft.com/office/drawing/2014/main" id="{8BC3BBA5-AE1D-6F54-94ED-969145EF4808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8710492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E96CF46B-A2A0-4467-2ABB-434108C2953F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뽑기 잔여 수량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6A83A332-FE84-A266-7524-7F0177A2B28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기타 위젯 </a:t>
            </a:r>
            <a:r>
              <a:rPr lang="en-US" altLang="ko-KR" dirty="0"/>
              <a:t>&gt; </a:t>
            </a:r>
            <a:r>
              <a:rPr lang="ko-KR" altLang="en-US" dirty="0"/>
              <a:t>뽑기 잔여 수량</a:t>
            </a:r>
          </a:p>
        </p:txBody>
      </p:sp>
      <p:sp>
        <p:nvSpPr>
          <p:cNvPr id="4" name="Google Shape;1301;p29">
            <a:extLst>
              <a:ext uri="{FF2B5EF4-FFF2-40B4-BE49-F238E27FC236}">
                <a16:creationId xmlns:a16="http://schemas.microsoft.com/office/drawing/2014/main" id="{83FF8D25-9A2B-4EE0-0BA7-5D2CC07AA9CC}"/>
              </a:ext>
            </a:extLst>
          </p:cNvPr>
          <p:cNvSpPr/>
          <p:nvPr/>
        </p:nvSpPr>
        <p:spPr>
          <a:xfrm>
            <a:off x="7320136" y="3863541"/>
            <a:ext cx="2102012" cy="2509132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뽑기 잔여 수량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5" name="Google Shape;1303;p29">
            <a:extLst>
              <a:ext uri="{FF2B5EF4-FFF2-40B4-BE49-F238E27FC236}">
                <a16:creationId xmlns:a16="http://schemas.microsoft.com/office/drawing/2014/main" id="{3EA1C583-9745-B145-FED2-4564272656FE}"/>
              </a:ext>
            </a:extLst>
          </p:cNvPr>
          <p:cNvSpPr/>
          <p:nvPr/>
        </p:nvSpPr>
        <p:spPr>
          <a:xfrm>
            <a:off x="7364510" y="4171973"/>
            <a:ext cx="2018456" cy="2141697"/>
          </a:xfrm>
          <a:prstGeom prst="rect">
            <a:avLst/>
          </a:prstGeom>
          <a:solidFill>
            <a:schemeClr val="bg1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771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2288A0A5-222D-D8C2-168F-8CA192F3FE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791526"/>
              </p:ext>
            </p:extLst>
          </p:nvPr>
        </p:nvGraphicFramePr>
        <p:xfrm>
          <a:off x="7427418" y="4260236"/>
          <a:ext cx="1922352" cy="1965355"/>
        </p:xfrm>
        <a:graphic>
          <a:graphicData uri="http://schemas.openxmlformats.org/drawingml/2006/table">
            <a:tbl>
              <a:tblPr firstRow="1" bandRow="1">
                <a:tableStyleId>{9D7B26C5-4107-4FEC-AEDC-1716B250A1EF}</a:tableStyleId>
              </a:tblPr>
              <a:tblGrid>
                <a:gridCol w="867403">
                  <a:extLst>
                    <a:ext uri="{9D8B030D-6E8A-4147-A177-3AD203B41FA5}">
                      <a16:colId xmlns:a16="http://schemas.microsoft.com/office/drawing/2014/main" val="1259411917"/>
                    </a:ext>
                  </a:extLst>
                </a:gridCol>
                <a:gridCol w="1054949">
                  <a:extLst>
                    <a:ext uri="{9D8B030D-6E8A-4147-A177-3AD203B41FA5}">
                      <a16:colId xmlns:a16="http://schemas.microsoft.com/office/drawing/2014/main" val="1288418010"/>
                    </a:ext>
                  </a:extLst>
                </a:gridCol>
              </a:tblGrid>
              <a:tr h="280765">
                <a:tc gridSpan="2"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2154936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상품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잔여 수량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9677896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빼빼로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1/10</a:t>
                      </a:r>
                      <a:endParaRPr lang="ko-KR" altLang="en-US" sz="8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5791620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초콜릿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1/10</a:t>
                      </a:r>
                      <a:endParaRPr lang="ko-KR" altLang="en-US" sz="8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2824745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리액션</a:t>
                      </a:r>
                      <a:endParaRPr lang="ko-KR" altLang="en-US" sz="8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1/10</a:t>
                      </a:r>
                      <a:endParaRPr lang="ko-KR" altLang="en-US" sz="8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6546815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꽝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1/10</a:t>
                      </a:r>
                      <a:endParaRPr lang="ko-KR" altLang="en-US" sz="8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5860236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 수량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 / 40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757880"/>
                  </a:ext>
                </a:extLst>
              </a:tr>
            </a:tbl>
          </a:graphicData>
        </a:graphic>
      </p:graphicFrame>
      <p:sp>
        <p:nvSpPr>
          <p:cNvPr id="9" name="Button">
            <a:extLst>
              <a:ext uri="{FF2B5EF4-FFF2-40B4-BE49-F238E27FC236}">
                <a16:creationId xmlns:a16="http://schemas.microsoft.com/office/drawing/2014/main" id="{6CF8E51C-628D-74EC-E8CC-CDB50859C019}"/>
              </a:ext>
            </a:extLst>
          </p:cNvPr>
          <p:cNvSpPr>
            <a:spLocks/>
          </p:cNvSpPr>
          <p:nvPr/>
        </p:nvSpPr>
        <p:spPr bwMode="auto">
          <a:xfrm>
            <a:off x="7485086" y="4289443"/>
            <a:ext cx="1827528" cy="2160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크리스마스 </a:t>
            </a:r>
            <a:r>
              <a:rPr lang="ko-KR" altLang="en-US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                    ▼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309B176E-A4AB-A217-412E-259451B17493}"/>
              </a:ext>
            </a:extLst>
          </p:cNvPr>
          <p:cNvGrpSpPr/>
          <p:nvPr/>
        </p:nvGrpSpPr>
        <p:grpSpPr>
          <a:xfrm>
            <a:off x="9311670" y="4548037"/>
            <a:ext cx="19050" cy="1677554"/>
            <a:chOff x="7049058" y="1941302"/>
            <a:chExt cx="19050" cy="1677554"/>
          </a:xfrm>
        </p:grpSpPr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0E0AF626-8329-F3C2-A233-30DC60E56B53}"/>
                </a:ext>
              </a:extLst>
            </p:cNvPr>
            <p:cNvCxnSpPr>
              <a:cxnSpLocks/>
            </p:cNvCxnSpPr>
            <p:nvPr/>
          </p:nvCxnSpPr>
          <p:spPr>
            <a:xfrm>
              <a:off x="7068108" y="1944130"/>
              <a:ext cx="0" cy="1674726"/>
            </a:xfrm>
            <a:prstGeom prst="line">
              <a:avLst/>
            </a:prstGeom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025A8E4A-C0C7-C29E-3861-B89E8660325E}"/>
                </a:ext>
              </a:extLst>
            </p:cNvPr>
            <p:cNvCxnSpPr>
              <a:cxnSpLocks/>
            </p:cNvCxnSpPr>
            <p:nvPr/>
          </p:nvCxnSpPr>
          <p:spPr>
            <a:xfrm>
              <a:off x="7049058" y="1941302"/>
              <a:ext cx="0" cy="595473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5" name="그림 14">
            <a:extLst>
              <a:ext uri="{FF2B5EF4-FFF2-40B4-BE49-F238E27FC236}">
                <a16:creationId xmlns:a16="http://schemas.microsoft.com/office/drawing/2014/main" id="{A5C21F5C-3B40-8161-1A61-3B843CC0B48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43372" y="2024844"/>
            <a:ext cx="6334540" cy="4162401"/>
          </a:xfrm>
          <a:prstGeom prst="rect">
            <a:avLst/>
          </a:prstGeom>
        </p:spPr>
      </p:pic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BEACDE2B-80AB-E475-95CC-3FF82A3AE7FB}"/>
              </a:ext>
            </a:extLst>
          </p:cNvPr>
          <p:cNvSpPr/>
          <p:nvPr/>
        </p:nvSpPr>
        <p:spPr>
          <a:xfrm>
            <a:off x="5202665" y="2327619"/>
            <a:ext cx="1483885" cy="1520481"/>
          </a:xfrm>
          <a:prstGeom prst="roundRect">
            <a:avLst>
              <a:gd name="adj" fmla="val 4377"/>
            </a:avLst>
          </a:prstGeom>
          <a:noFill/>
          <a:ln w="28575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17" name="연결선: 꺾임 16">
            <a:extLst>
              <a:ext uri="{FF2B5EF4-FFF2-40B4-BE49-F238E27FC236}">
                <a16:creationId xmlns:a16="http://schemas.microsoft.com/office/drawing/2014/main" id="{0A775E83-C6F4-0683-EFEA-FE84F721E2C3}"/>
              </a:ext>
            </a:extLst>
          </p:cNvPr>
          <p:cNvCxnSpPr>
            <a:cxnSpLocks/>
            <a:stCxn id="16" idx="3"/>
            <a:endCxn id="4" idx="1"/>
          </p:cNvCxnSpPr>
          <p:nvPr/>
        </p:nvCxnSpPr>
        <p:spPr>
          <a:xfrm>
            <a:off x="6686550" y="3087860"/>
            <a:ext cx="633586" cy="2030247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Google Shape;1301;p29">
            <a:extLst>
              <a:ext uri="{FF2B5EF4-FFF2-40B4-BE49-F238E27FC236}">
                <a16:creationId xmlns:a16="http://schemas.microsoft.com/office/drawing/2014/main" id="{94197E4F-A5C6-67D2-97B3-00233DDF4FE0}"/>
              </a:ext>
            </a:extLst>
          </p:cNvPr>
          <p:cNvSpPr/>
          <p:nvPr/>
        </p:nvSpPr>
        <p:spPr>
          <a:xfrm>
            <a:off x="7320136" y="1088740"/>
            <a:ext cx="2102012" cy="2509132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72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뽑기 잔여 수량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23" name="Google Shape;1303;p29">
            <a:extLst>
              <a:ext uri="{FF2B5EF4-FFF2-40B4-BE49-F238E27FC236}">
                <a16:creationId xmlns:a16="http://schemas.microsoft.com/office/drawing/2014/main" id="{B0C53ADE-953F-DACD-AC02-EC9C755CFFBA}"/>
              </a:ext>
            </a:extLst>
          </p:cNvPr>
          <p:cNvSpPr/>
          <p:nvPr/>
        </p:nvSpPr>
        <p:spPr>
          <a:xfrm>
            <a:off x="7364510" y="1397172"/>
            <a:ext cx="2018456" cy="2141697"/>
          </a:xfrm>
          <a:prstGeom prst="rect">
            <a:avLst/>
          </a:prstGeom>
          <a:solidFill>
            <a:schemeClr val="bg1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6225" tIns="27725" rIns="46225" bIns="27725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 dirty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rPr>
              <a:t>등록된 소진형 뽑기가 없습니다</a:t>
            </a:r>
            <a:r>
              <a:rPr lang="en-US" altLang="ko-KR" sz="900" b="1" dirty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rPr>
              <a:t>.</a:t>
            </a:r>
            <a:endParaRPr sz="900" b="1" dirty="0">
              <a:solidFill>
                <a:srgbClr val="26262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40" name="연결선: 꺾임 39">
            <a:extLst>
              <a:ext uri="{FF2B5EF4-FFF2-40B4-BE49-F238E27FC236}">
                <a16:creationId xmlns:a16="http://schemas.microsoft.com/office/drawing/2014/main" id="{76A832D5-9F59-25D3-D49F-1C16DC6BFC52}"/>
              </a:ext>
            </a:extLst>
          </p:cNvPr>
          <p:cNvCxnSpPr>
            <a:cxnSpLocks/>
            <a:stCxn id="9" idx="3"/>
            <a:endCxn id="44" idx="0"/>
          </p:cNvCxnSpPr>
          <p:nvPr/>
        </p:nvCxnSpPr>
        <p:spPr>
          <a:xfrm>
            <a:off x="9312614" y="4397443"/>
            <a:ext cx="1281541" cy="295185"/>
          </a:xfrm>
          <a:prstGeom prst="bentConnector2">
            <a:avLst/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1D84646C-E358-0891-71E7-CC661875DB03}"/>
              </a:ext>
            </a:extLst>
          </p:cNvPr>
          <p:cNvGrpSpPr/>
          <p:nvPr/>
        </p:nvGrpSpPr>
        <p:grpSpPr>
          <a:xfrm>
            <a:off x="9466522" y="4692628"/>
            <a:ext cx="2255265" cy="1005407"/>
            <a:chOff x="9440539" y="2360430"/>
            <a:chExt cx="1827529" cy="1005407"/>
          </a:xfrm>
        </p:grpSpPr>
        <p:sp>
          <p:nvSpPr>
            <p:cNvPr id="44" name="Button">
              <a:extLst>
                <a:ext uri="{FF2B5EF4-FFF2-40B4-BE49-F238E27FC236}">
                  <a16:creationId xmlns:a16="http://schemas.microsoft.com/office/drawing/2014/main" id="{C27A7AEC-3301-E8F9-DEFA-74E6D9E71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0540" y="2360430"/>
              <a:ext cx="1827528" cy="216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크리스마스 </a:t>
              </a:r>
              <a:r>
                <a:rPr lang="ko-KR" altLang="en-US" sz="900" b="1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뽑기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                           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45" name="그룹 44">
              <a:extLst>
                <a:ext uri="{FF2B5EF4-FFF2-40B4-BE49-F238E27FC236}">
                  <a16:creationId xmlns:a16="http://schemas.microsoft.com/office/drawing/2014/main" id="{ACE366F3-4D4E-877C-73E5-F382B4E07551}"/>
                </a:ext>
              </a:extLst>
            </p:cNvPr>
            <p:cNvGrpSpPr/>
            <p:nvPr/>
          </p:nvGrpSpPr>
          <p:grpSpPr>
            <a:xfrm>
              <a:off x="9440539" y="2608722"/>
              <a:ext cx="1827527" cy="757115"/>
              <a:chOff x="8220670" y="1911586"/>
              <a:chExt cx="1106620" cy="757115"/>
            </a:xfrm>
          </p:grpSpPr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C59CBFBD-57FC-F596-076C-DF4AA5AE34D5}"/>
                  </a:ext>
                </a:extLst>
              </p:cNvPr>
              <p:cNvSpPr/>
              <p:nvPr/>
            </p:nvSpPr>
            <p:spPr>
              <a:xfrm>
                <a:off x="8220671" y="1911586"/>
                <a:ext cx="1106619" cy="749456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>
                  <a:lnSpc>
                    <a:spcPct val="200000"/>
                  </a:lnSpc>
                </a:pPr>
                <a:endParaRPr lang="ko-KR" altLang="en-US" sz="9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7" name="사각형: 둥근 모서리 46">
                <a:extLst>
                  <a:ext uri="{FF2B5EF4-FFF2-40B4-BE49-F238E27FC236}">
                    <a16:creationId xmlns:a16="http://schemas.microsoft.com/office/drawing/2014/main" id="{5AE045B3-79B9-DDCC-7B78-96E0A51D9E65}"/>
                  </a:ext>
                </a:extLst>
              </p:cNvPr>
              <p:cNvSpPr/>
              <p:nvPr/>
            </p:nvSpPr>
            <p:spPr>
              <a:xfrm>
                <a:off x="8220671" y="1960209"/>
                <a:ext cx="1106619" cy="252026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8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  <a:sym typeface="Wingdings" panose="05000000000000000000" pitchFamily="2" charset="2"/>
                  </a:rPr>
                  <a:t>  </a:t>
                </a:r>
                <a:endParaRPr lang="ko-KR" altLang="en-US" sz="9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직사각형 47">
                <a:extLst>
                  <a:ext uri="{FF2B5EF4-FFF2-40B4-BE49-F238E27FC236}">
                    <a16:creationId xmlns:a16="http://schemas.microsoft.com/office/drawing/2014/main" id="{4E4CA183-6C00-2851-9647-D45F207FE231}"/>
                  </a:ext>
                </a:extLst>
              </p:cNvPr>
              <p:cNvSpPr/>
              <p:nvPr/>
            </p:nvSpPr>
            <p:spPr>
              <a:xfrm>
                <a:off x="8220670" y="1911586"/>
                <a:ext cx="1106619" cy="757115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252000" tIns="0" rIns="0" bIns="0" rtlCol="0" anchor="ctr"/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900" b="1" dirty="0">
                    <a:solidFill>
                      <a:schemeClr val="tx1"/>
                    </a:solidFill>
                  </a:rPr>
                  <a:t>크리스마스 뽑기 </a:t>
                </a:r>
              </a:p>
              <a:p>
                <a:pPr>
                  <a:lnSpc>
                    <a:spcPct val="150000"/>
                  </a:lnSpc>
                </a:pPr>
                <a:r>
                  <a:rPr lang="ko-KR" altLang="en-US" sz="900" b="1" dirty="0">
                    <a:solidFill>
                      <a:schemeClr val="tx1"/>
                    </a:solidFill>
                  </a:rPr>
                  <a:t>설날 뽑기</a:t>
                </a:r>
              </a:p>
              <a:p>
                <a:pPr>
                  <a:lnSpc>
                    <a:spcPct val="150000"/>
                  </a:lnSpc>
                </a:pPr>
                <a:r>
                  <a:rPr lang="ko-KR" altLang="en-US" sz="900" b="1" dirty="0">
                    <a:solidFill>
                      <a:schemeClr val="tx1"/>
                    </a:solidFill>
                  </a:rPr>
                  <a:t>심심한 날 그냥</a:t>
                </a:r>
              </a:p>
            </p:txBody>
          </p:sp>
        </p:grpSp>
      </p:grpSp>
      <p:graphicFrame>
        <p:nvGraphicFramePr>
          <p:cNvPr id="50" name="Group 323">
            <a:extLst>
              <a:ext uri="{FF2B5EF4-FFF2-40B4-BE49-F238E27FC236}">
                <a16:creationId xmlns:a16="http://schemas.microsoft.com/office/drawing/2014/main" id="{7952112B-0C59-BDD2-03D1-5401372E8D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847755"/>
              </p:ext>
            </p:extLst>
          </p:nvPr>
        </p:nvGraphicFramePr>
        <p:xfrm>
          <a:off x="9625013" y="575703"/>
          <a:ext cx="2519969" cy="1059441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뽑기 잔여 수량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등록된 소진형 뽑기가 있을 경우 해당 위젯에서 잔여 수량을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등록된 소진형 뽑기가 없을 경우 메시지만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4805243"/>
                  </a:ext>
                </a:extLst>
              </a:tr>
            </a:tbl>
          </a:graphicData>
        </a:graphic>
      </p:graphicFrame>
      <p:sp>
        <p:nvSpPr>
          <p:cNvPr id="51" name="TextBox 50">
            <a:extLst>
              <a:ext uri="{FF2B5EF4-FFF2-40B4-BE49-F238E27FC236}">
                <a16:creationId xmlns:a16="http://schemas.microsoft.com/office/drawing/2014/main" id="{3E5343FC-D450-4EAD-41F0-49CDA5876348}"/>
              </a:ext>
            </a:extLst>
          </p:cNvPr>
          <p:cNvSpPr txBox="1"/>
          <p:nvPr/>
        </p:nvSpPr>
        <p:spPr>
          <a:xfrm>
            <a:off x="7572164" y="836712"/>
            <a:ext cx="160172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>
                <a:latin typeface="맑은 고딕" panose="020B0503020000020004" pitchFamily="50" charset="-127"/>
                <a:ea typeface="맑은 고딕" panose="020B0503020000020004" pitchFamily="50" charset="-127"/>
              </a:rPr>
              <a:t>소진형 뽑기가 없을 경우</a:t>
            </a:r>
            <a:endParaRPr lang="ko-KR" altLang="en-US" dirty="0" err="1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4444B495-8D13-0C5F-5875-1FB5F8B870E1}"/>
              </a:ext>
            </a:extLst>
          </p:cNvPr>
          <p:cNvSpPr/>
          <p:nvPr/>
        </p:nvSpPr>
        <p:spPr>
          <a:xfrm>
            <a:off x="7114057" y="3972324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DD375FB0-BB53-7448-E23A-944F36D75BA5}"/>
              </a:ext>
            </a:extLst>
          </p:cNvPr>
          <p:cNvSpPr/>
          <p:nvPr/>
        </p:nvSpPr>
        <p:spPr>
          <a:xfrm>
            <a:off x="7114057" y="1101767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8D49581E-F276-F16A-3D76-7ACF586CACCF}"/>
              </a:ext>
            </a:extLst>
          </p:cNvPr>
          <p:cNvGrpSpPr/>
          <p:nvPr/>
        </p:nvGrpSpPr>
        <p:grpSpPr>
          <a:xfrm>
            <a:off x="8944521" y="1165798"/>
            <a:ext cx="387008" cy="118852"/>
            <a:chOff x="8850325" y="2256508"/>
            <a:chExt cx="387008" cy="118852"/>
          </a:xfrm>
        </p:grpSpPr>
        <p:sp>
          <p:nvSpPr>
            <p:cNvPr id="14" name="Google Shape;1200;p27">
              <a:extLst>
                <a:ext uri="{FF2B5EF4-FFF2-40B4-BE49-F238E27FC236}">
                  <a16:creationId xmlns:a16="http://schemas.microsoft.com/office/drawing/2014/main" id="{23753F56-2454-8830-829D-75535396BF83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" name="그래픽 17">
              <a:extLst>
                <a:ext uri="{FF2B5EF4-FFF2-40B4-BE49-F238E27FC236}">
                  <a16:creationId xmlns:a16="http://schemas.microsoft.com/office/drawing/2014/main" id="{9D5BD133-AA65-AFD1-1119-2F0A65D694F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19" name="Google Shape;1202;p27">
              <a:extLst>
                <a:ext uri="{FF2B5EF4-FFF2-40B4-BE49-F238E27FC236}">
                  <a16:creationId xmlns:a16="http://schemas.microsoft.com/office/drawing/2014/main" id="{2538AC32-CC33-7F06-D0E4-7C70A2232F26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028BFAC6-C149-2CC4-FB7B-42177E766733}"/>
              </a:ext>
            </a:extLst>
          </p:cNvPr>
          <p:cNvGrpSpPr/>
          <p:nvPr/>
        </p:nvGrpSpPr>
        <p:grpSpPr>
          <a:xfrm>
            <a:off x="8944521" y="3944831"/>
            <a:ext cx="387008" cy="118852"/>
            <a:chOff x="8850325" y="2256508"/>
            <a:chExt cx="387008" cy="118852"/>
          </a:xfrm>
        </p:grpSpPr>
        <p:sp>
          <p:nvSpPr>
            <p:cNvPr id="21" name="Google Shape;1200;p27">
              <a:extLst>
                <a:ext uri="{FF2B5EF4-FFF2-40B4-BE49-F238E27FC236}">
                  <a16:creationId xmlns:a16="http://schemas.microsoft.com/office/drawing/2014/main" id="{60F0A23B-AB3A-BBB3-837A-2A83D6D38CDF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6" name="그래픽 25">
              <a:extLst>
                <a:ext uri="{FF2B5EF4-FFF2-40B4-BE49-F238E27FC236}">
                  <a16:creationId xmlns:a16="http://schemas.microsoft.com/office/drawing/2014/main" id="{3C5CFE49-49F7-B2D8-B5B8-001E555551F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27" name="Google Shape;1202;p27">
              <a:extLst>
                <a:ext uri="{FF2B5EF4-FFF2-40B4-BE49-F238E27FC236}">
                  <a16:creationId xmlns:a16="http://schemas.microsoft.com/office/drawing/2014/main" id="{28399469-341A-5BAE-1DCF-B8DF2B7B6E1B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90810913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텍스트 개체 틀 187">
            <a:extLst>
              <a:ext uri="{FF2B5EF4-FFF2-40B4-BE49-F238E27FC236}">
                <a16:creationId xmlns:a16="http://schemas.microsoft.com/office/drawing/2014/main" id="{23970530-75F1-117B-CEED-338A3B9FFAFF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marL="0" indent="0">
              <a:buNone/>
            </a:pPr>
            <a:r>
              <a:rPr lang="ko-KR" altLang="en-US" dirty="0"/>
              <a:t>투표 </a:t>
            </a:r>
            <a:r>
              <a:rPr lang="en-US" altLang="ko-KR" dirty="0"/>
              <a:t>&gt; </a:t>
            </a:r>
            <a:r>
              <a:rPr lang="ko-KR" altLang="en-US" dirty="0"/>
              <a:t>반응형 </a:t>
            </a:r>
            <a:r>
              <a:rPr lang="en-US" altLang="ko-KR" dirty="0"/>
              <a:t>UI</a:t>
            </a:r>
            <a:endParaRPr lang="ko-KR" altLang="en-US" dirty="0"/>
          </a:p>
        </p:txBody>
      </p:sp>
      <p:sp>
        <p:nvSpPr>
          <p:cNvPr id="187" name="제목 186">
            <a:extLst>
              <a:ext uri="{FF2B5EF4-FFF2-40B4-BE49-F238E27FC236}">
                <a16:creationId xmlns:a16="http://schemas.microsoft.com/office/drawing/2014/main" id="{6E3665F2-5432-1CC7-2FE5-6955203E09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기타 위젯 </a:t>
            </a:r>
            <a:r>
              <a:rPr lang="en-US" altLang="ko-KR" dirty="0"/>
              <a:t>&gt; </a:t>
            </a:r>
            <a:r>
              <a:rPr lang="ko-KR" altLang="en-US" dirty="0"/>
              <a:t>투표</a:t>
            </a:r>
          </a:p>
        </p:txBody>
      </p:sp>
      <p:pic>
        <p:nvPicPr>
          <p:cNvPr id="134" name="그림 133">
            <a:extLst>
              <a:ext uri="{FF2B5EF4-FFF2-40B4-BE49-F238E27FC236}">
                <a16:creationId xmlns:a16="http://schemas.microsoft.com/office/drawing/2014/main" id="{FA49C771-0D1E-41BE-7666-31B84D47993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53606" y="1037353"/>
            <a:ext cx="2109129" cy="5753982"/>
          </a:xfrm>
          <a:prstGeom prst="rect">
            <a:avLst/>
          </a:prstGeom>
        </p:spPr>
      </p:pic>
      <p:pic>
        <p:nvPicPr>
          <p:cNvPr id="186" name="그림 185">
            <a:extLst>
              <a:ext uri="{FF2B5EF4-FFF2-40B4-BE49-F238E27FC236}">
                <a16:creationId xmlns:a16="http://schemas.microsoft.com/office/drawing/2014/main" id="{2B52F860-7D34-F052-4802-000364ECC11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526945" y="1037351"/>
            <a:ext cx="3804410" cy="5753983"/>
          </a:xfrm>
          <a:prstGeom prst="rect">
            <a:avLst/>
          </a:prstGeom>
        </p:spPr>
      </p:pic>
      <p:sp>
        <p:nvSpPr>
          <p:cNvPr id="189" name="화살표: 왼쪽/오른쪽 188">
            <a:extLst>
              <a:ext uri="{FF2B5EF4-FFF2-40B4-BE49-F238E27FC236}">
                <a16:creationId xmlns:a16="http://schemas.microsoft.com/office/drawing/2014/main" id="{02244106-D007-6ED3-B9B0-1DEB8CF9A78E}"/>
              </a:ext>
            </a:extLst>
          </p:cNvPr>
          <p:cNvSpPr/>
          <p:nvPr/>
        </p:nvSpPr>
        <p:spPr>
          <a:xfrm>
            <a:off x="4561594" y="3608681"/>
            <a:ext cx="623826" cy="611321"/>
          </a:xfrm>
          <a:prstGeom prst="leftRightArrow">
            <a:avLst>
              <a:gd name="adj1" fmla="val 50000"/>
              <a:gd name="adj2" fmla="val 32229"/>
            </a:avLst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6AF68FED-5649-7348-BBC2-4B4FF497FB2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52390" y="4873922"/>
            <a:ext cx="603399" cy="194137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BF307DE-9AAA-46C5-8A07-EDCEC793890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800" y="4872694"/>
            <a:ext cx="603399" cy="194137"/>
          </a:xfrm>
          <a:prstGeom prst="rect">
            <a:avLst/>
          </a:prstGeom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72E54199-928E-8F9C-1D18-3FF37E8FCB5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11567" y="1069848"/>
            <a:ext cx="396274" cy="11583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00F4BA59-B0A8-2D75-2604-FAB78E004F5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80467" y="1069848"/>
            <a:ext cx="396274" cy="11583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</p:spPr>
      </p:pic>
    </p:spTree>
    <p:extLst>
      <p:ext uri="{BB962C8B-B14F-4D97-AF65-F5344CB8AC3E}">
        <p14:creationId xmlns:p14="http://schemas.microsoft.com/office/powerpoint/2010/main" val="3675749013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90518875-137D-5222-9554-910FD27674D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투표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8F329FF1-59D2-BB23-DEA3-EF876F8637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기타 위젯 </a:t>
            </a:r>
            <a:r>
              <a:rPr lang="en-US" altLang="ko-KR" dirty="0"/>
              <a:t>&gt; </a:t>
            </a:r>
            <a:r>
              <a:rPr lang="ko-KR" altLang="en-US" dirty="0"/>
              <a:t>투표</a:t>
            </a:r>
          </a:p>
        </p:txBody>
      </p:sp>
      <p:pic>
        <p:nvPicPr>
          <p:cNvPr id="71" name="그림 70">
            <a:extLst>
              <a:ext uri="{FF2B5EF4-FFF2-40B4-BE49-F238E27FC236}">
                <a16:creationId xmlns:a16="http://schemas.microsoft.com/office/drawing/2014/main" id="{94FA6A95-40AA-FF88-2BEA-61AEE19DC75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2018"/>
          <a:stretch>
            <a:fillRect/>
          </a:stretch>
        </p:blipFill>
        <p:spPr>
          <a:xfrm>
            <a:off x="1145833" y="1084286"/>
            <a:ext cx="2059075" cy="4535817"/>
          </a:xfrm>
          <a:prstGeom prst="rect">
            <a:avLst/>
          </a:prstGeom>
        </p:spPr>
      </p:pic>
      <p:grpSp>
        <p:nvGrpSpPr>
          <p:cNvPr id="4" name="그룹 3">
            <a:extLst>
              <a:ext uri="{FF2B5EF4-FFF2-40B4-BE49-F238E27FC236}">
                <a16:creationId xmlns:a16="http://schemas.microsoft.com/office/drawing/2014/main" id="{6130ACE5-A7EB-B312-1AD7-EC14CE280B7E}"/>
              </a:ext>
            </a:extLst>
          </p:cNvPr>
          <p:cNvGrpSpPr/>
          <p:nvPr/>
        </p:nvGrpSpPr>
        <p:grpSpPr>
          <a:xfrm>
            <a:off x="3541286" y="1231047"/>
            <a:ext cx="2566556" cy="5151646"/>
            <a:chOff x="480981" y="1673637"/>
            <a:chExt cx="2566556" cy="5151646"/>
          </a:xfrm>
        </p:grpSpPr>
        <p:sp>
          <p:nvSpPr>
            <p:cNvPr id="5" name="Google Shape;1301;p29">
              <a:extLst>
                <a:ext uri="{FF2B5EF4-FFF2-40B4-BE49-F238E27FC236}">
                  <a16:creationId xmlns:a16="http://schemas.microsoft.com/office/drawing/2014/main" id="{9804A7E7-0A90-160D-2AC3-7FFA30153321}"/>
                </a:ext>
              </a:extLst>
            </p:cNvPr>
            <p:cNvSpPr/>
            <p:nvPr/>
          </p:nvSpPr>
          <p:spPr>
            <a:xfrm>
              <a:off x="480981" y="1673637"/>
              <a:ext cx="2566556" cy="5151646"/>
            </a:xfrm>
            <a:prstGeom prst="roundRect">
              <a:avLst>
                <a:gd name="adj" fmla="val 663"/>
              </a:avLst>
            </a:prstGeom>
            <a:solidFill>
              <a:schemeClr val="bg1">
                <a:lumMod val="50000"/>
              </a:schemeClr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8000" tIns="36000" rIns="30825" bIns="27725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900" b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n-ea"/>
                  <a:ea typeface="+mn-ea"/>
                </a:rPr>
                <a:t>투표</a:t>
              </a:r>
              <a:endParaRPr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endParaRPr>
            </a:p>
          </p:txBody>
        </p:sp>
        <p:sp>
          <p:nvSpPr>
            <p:cNvPr id="6" name="Google Shape;1200;p27">
              <a:extLst>
                <a:ext uri="{FF2B5EF4-FFF2-40B4-BE49-F238E27FC236}">
                  <a16:creationId xmlns:a16="http://schemas.microsoft.com/office/drawing/2014/main" id="{86B7AEDE-5DD3-7EA5-E8A8-C3A2E4B1D037}"/>
                </a:ext>
              </a:extLst>
            </p:cNvPr>
            <p:cNvSpPr/>
            <p:nvPr/>
          </p:nvSpPr>
          <p:spPr>
            <a:xfrm>
              <a:off x="2880745" y="1746209"/>
              <a:ext cx="87937" cy="93600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" name="그래픽 6">
              <a:extLst>
                <a:ext uri="{FF2B5EF4-FFF2-40B4-BE49-F238E27FC236}">
                  <a16:creationId xmlns:a16="http://schemas.microsoft.com/office/drawing/2014/main" id="{DAB4EECD-AC66-4E73-5A7F-42E2583CF66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718027" y="1732476"/>
              <a:ext cx="118852" cy="118852"/>
            </a:xfrm>
            <a:prstGeom prst="rect">
              <a:avLst/>
            </a:prstGeom>
          </p:spPr>
        </p:pic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719D20DE-1D37-ACD9-2231-AF86C0262DD6}"/>
              </a:ext>
            </a:extLst>
          </p:cNvPr>
          <p:cNvGrpSpPr/>
          <p:nvPr/>
        </p:nvGrpSpPr>
        <p:grpSpPr>
          <a:xfrm>
            <a:off x="6580591" y="3747953"/>
            <a:ext cx="2566556" cy="2626578"/>
            <a:chOff x="480981" y="1673638"/>
            <a:chExt cx="2566556" cy="2626578"/>
          </a:xfrm>
        </p:grpSpPr>
        <p:sp>
          <p:nvSpPr>
            <p:cNvPr id="9" name="Google Shape;1301;p29">
              <a:extLst>
                <a:ext uri="{FF2B5EF4-FFF2-40B4-BE49-F238E27FC236}">
                  <a16:creationId xmlns:a16="http://schemas.microsoft.com/office/drawing/2014/main" id="{9E232F4A-F920-40AA-9BE0-7F69F12A6DE3}"/>
                </a:ext>
              </a:extLst>
            </p:cNvPr>
            <p:cNvSpPr/>
            <p:nvPr/>
          </p:nvSpPr>
          <p:spPr>
            <a:xfrm>
              <a:off x="480981" y="1673638"/>
              <a:ext cx="2566556" cy="2626578"/>
            </a:xfrm>
            <a:prstGeom prst="roundRect">
              <a:avLst>
                <a:gd name="adj" fmla="val 663"/>
              </a:avLst>
            </a:prstGeom>
            <a:solidFill>
              <a:schemeClr val="bg1">
                <a:lumMod val="50000"/>
              </a:schemeClr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8000" tIns="36000" rIns="30825" bIns="27725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900" b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n-ea"/>
                  <a:ea typeface="+mn-ea"/>
                </a:rPr>
                <a:t>투표</a:t>
              </a:r>
              <a:endParaRPr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endParaRPr>
            </a:p>
          </p:txBody>
        </p:sp>
        <p:sp>
          <p:nvSpPr>
            <p:cNvPr id="10" name="Google Shape;1200;p27">
              <a:extLst>
                <a:ext uri="{FF2B5EF4-FFF2-40B4-BE49-F238E27FC236}">
                  <a16:creationId xmlns:a16="http://schemas.microsoft.com/office/drawing/2014/main" id="{DD22D095-B58C-953C-0C7B-6E039591B667}"/>
                </a:ext>
              </a:extLst>
            </p:cNvPr>
            <p:cNvSpPr/>
            <p:nvPr/>
          </p:nvSpPr>
          <p:spPr>
            <a:xfrm>
              <a:off x="2880745" y="1746209"/>
              <a:ext cx="87937" cy="93600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" name="그래픽 10">
              <a:extLst>
                <a:ext uri="{FF2B5EF4-FFF2-40B4-BE49-F238E27FC236}">
                  <a16:creationId xmlns:a16="http://schemas.microsoft.com/office/drawing/2014/main" id="{E0BCF1A1-8CA1-D9A2-B46E-B353DB8790F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718027" y="1732476"/>
              <a:ext cx="118852" cy="118852"/>
            </a:xfrm>
            <a:prstGeom prst="rect">
              <a:avLst/>
            </a:prstGeom>
          </p:spPr>
        </p:pic>
      </p:grpSp>
      <p:sp>
        <p:nvSpPr>
          <p:cNvPr id="12" name="Google Shape;1198;p27">
            <a:extLst>
              <a:ext uri="{FF2B5EF4-FFF2-40B4-BE49-F238E27FC236}">
                <a16:creationId xmlns:a16="http://schemas.microsoft.com/office/drawing/2014/main" id="{9303D779-50EA-1116-46FA-31B1FD2CAF21}"/>
              </a:ext>
            </a:extLst>
          </p:cNvPr>
          <p:cNvSpPr/>
          <p:nvPr/>
        </p:nvSpPr>
        <p:spPr>
          <a:xfrm>
            <a:off x="3593336" y="1435538"/>
            <a:ext cx="2470586" cy="4909786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endParaRPr sz="1200" b="1" dirty="0">
              <a:solidFill>
                <a:srgbClr val="262626"/>
              </a:solidFill>
              <a:latin typeface="+mn-ea"/>
              <a:ea typeface="+mn-ea"/>
              <a:cs typeface="Calibri"/>
              <a:sym typeface="Calibri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733983C6-6C74-ED96-3FF4-E213F419204D}"/>
              </a:ext>
            </a:extLst>
          </p:cNvPr>
          <p:cNvGrpSpPr/>
          <p:nvPr/>
        </p:nvGrpSpPr>
        <p:grpSpPr>
          <a:xfrm>
            <a:off x="3666048" y="1512979"/>
            <a:ext cx="2325748" cy="274109"/>
            <a:chOff x="3667492" y="1532029"/>
            <a:chExt cx="2325748" cy="274109"/>
          </a:xfrm>
        </p:grpSpPr>
        <p:sp>
          <p:nvSpPr>
            <p:cNvPr id="14" name="사각형: 둥근 모서리 13">
              <a:extLst>
                <a:ext uri="{FF2B5EF4-FFF2-40B4-BE49-F238E27FC236}">
                  <a16:creationId xmlns:a16="http://schemas.microsoft.com/office/drawing/2014/main" id="{7575B558-B585-2F1C-2813-4040BDE75225}"/>
                </a:ext>
              </a:extLst>
            </p:cNvPr>
            <p:cNvSpPr/>
            <p:nvPr/>
          </p:nvSpPr>
          <p:spPr>
            <a:xfrm>
              <a:off x="3667492" y="1532029"/>
              <a:ext cx="2325748" cy="274109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900" b="1" dirty="0">
                  <a:solidFill>
                    <a:schemeClr val="tx1"/>
                  </a:solidFill>
                </a:rPr>
                <a:t>투표 </a:t>
              </a:r>
              <a:r>
                <a:rPr lang="ko-KR" altLang="en-US" sz="900" b="1" dirty="0" err="1">
                  <a:solidFill>
                    <a:schemeClr val="tx1"/>
                  </a:solidFill>
                </a:rPr>
                <a:t>프리셋</a:t>
              </a:r>
              <a:r>
                <a:rPr lang="ko-KR" altLang="en-US" sz="900" b="1" dirty="0">
                  <a:solidFill>
                    <a:schemeClr val="tx1"/>
                  </a:solidFill>
                </a:rPr>
                <a:t> 설정</a:t>
              </a:r>
            </a:p>
          </p:txBody>
        </p:sp>
        <p:pic>
          <p:nvPicPr>
            <p:cNvPr id="15" name="그래픽 14">
              <a:extLst>
                <a:ext uri="{FF2B5EF4-FFF2-40B4-BE49-F238E27FC236}">
                  <a16:creationId xmlns:a16="http://schemas.microsoft.com/office/drawing/2014/main" id="{68EB0011-0364-7DBB-A3B4-3DF109684B9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 rot="5400000">
              <a:off x="5699956" y="1554783"/>
              <a:ext cx="228600" cy="228600"/>
            </a:xfrm>
            <a:prstGeom prst="rect">
              <a:avLst/>
            </a:prstGeom>
          </p:spPr>
        </p:pic>
      </p:grp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6A59CB72-88B7-7916-6B40-1A31F6718BEB}"/>
              </a:ext>
            </a:extLst>
          </p:cNvPr>
          <p:cNvSpPr/>
          <p:nvPr/>
        </p:nvSpPr>
        <p:spPr>
          <a:xfrm>
            <a:off x="3662757" y="1892558"/>
            <a:ext cx="2320726" cy="2688968"/>
          </a:xfrm>
          <a:prstGeom prst="roundRect">
            <a:avLst>
              <a:gd name="adj" fmla="val 2180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A67FD29B-AC7C-E961-75F5-CB38FAD911D0}"/>
              </a:ext>
            </a:extLst>
          </p:cNvPr>
          <p:cNvSpPr/>
          <p:nvPr/>
        </p:nvSpPr>
        <p:spPr>
          <a:xfrm>
            <a:off x="3749308" y="2186811"/>
            <a:ext cx="2161724" cy="2850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bg1">
                    <a:lumMod val="65000"/>
                  </a:schemeClr>
                </a:solidFill>
              </a:rPr>
              <a:t>투표 이름을 입력해 주세요</a:t>
            </a:r>
            <a:r>
              <a:rPr lang="en-US" altLang="ko-KR" sz="800" b="1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800" b="1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239E3C98-BB6A-37C0-58D1-6126E82F655B}"/>
              </a:ext>
            </a:extLst>
          </p:cNvPr>
          <p:cNvSpPr/>
          <p:nvPr/>
        </p:nvSpPr>
        <p:spPr>
          <a:xfrm>
            <a:off x="3736193" y="3325828"/>
            <a:ext cx="2188361" cy="2850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900" b="1" dirty="0">
                <a:solidFill>
                  <a:schemeClr val="tx1"/>
                </a:solidFill>
              </a:rPr>
              <a:t>1000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4A61021-4960-14C0-6CA8-AEE647022E61}"/>
              </a:ext>
            </a:extLst>
          </p:cNvPr>
          <p:cNvSpPr txBox="1"/>
          <p:nvPr/>
        </p:nvSpPr>
        <p:spPr>
          <a:xfrm>
            <a:off x="5572381" y="3360481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b="1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캐시</a:t>
            </a:r>
            <a:endParaRPr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246DA5F3-D3BB-D481-281F-3DEC450B2F36}"/>
              </a:ext>
            </a:extLst>
          </p:cNvPr>
          <p:cNvSpPr/>
          <p:nvPr/>
        </p:nvSpPr>
        <p:spPr>
          <a:xfrm>
            <a:off x="3736193" y="4037356"/>
            <a:ext cx="2188361" cy="2850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900" b="1" dirty="0">
                <a:solidFill>
                  <a:schemeClr val="tx1"/>
                </a:solidFill>
              </a:rPr>
              <a:t>0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6B597D2-CD95-EAFB-3C34-ED3789DE6E77}"/>
              </a:ext>
            </a:extLst>
          </p:cNvPr>
          <p:cNvSpPr txBox="1"/>
          <p:nvPr/>
        </p:nvSpPr>
        <p:spPr>
          <a:xfrm>
            <a:off x="3688520" y="2533946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투표 시간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6FE4EF39-7072-F74A-A860-F5C2762F00B7}"/>
              </a:ext>
            </a:extLst>
          </p:cNvPr>
          <p:cNvSpPr txBox="1"/>
          <p:nvPr/>
        </p:nvSpPr>
        <p:spPr>
          <a:xfrm>
            <a:off x="3688519" y="3830432"/>
            <a:ext cx="794123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무료 투표권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7C4D45F-8706-CB0F-5B28-2744F3CE7565}"/>
              </a:ext>
            </a:extLst>
          </p:cNvPr>
          <p:cNvSpPr txBox="1"/>
          <p:nvPr/>
        </p:nvSpPr>
        <p:spPr>
          <a:xfrm>
            <a:off x="3688520" y="3115293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투표 </a:t>
            </a:r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금액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C05A9F55-5A29-7D49-C2D8-DE1CA54EF31B}"/>
              </a:ext>
            </a:extLst>
          </p:cNvPr>
          <p:cNvSpPr txBox="1"/>
          <p:nvPr/>
        </p:nvSpPr>
        <p:spPr>
          <a:xfrm>
            <a:off x="3646284" y="3591354"/>
            <a:ext cx="2442495" cy="200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표 당 금액을 뜻합니다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(</a:t>
            </a: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최소 금액 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 </a:t>
            </a: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캐시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2F25C4D-78D5-8CF3-C4C0-30AE03411C65}"/>
              </a:ext>
            </a:extLst>
          </p:cNvPr>
          <p:cNvSpPr txBox="1"/>
          <p:nvPr/>
        </p:nvSpPr>
        <p:spPr>
          <a:xfrm>
            <a:off x="3646284" y="4306969"/>
            <a:ext cx="2442495" cy="200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700" i="0" u="none" strike="noStrike" kern="1200" cap="none" spc="0" normalizeH="0" baseline="0" noProof="0" dirty="0" err="1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도네이터에게</a:t>
            </a: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제공되는 무료 투표권의 개수를 뜻합니다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C4951668-3B98-5C40-B9FD-DBB4455F1C5A}"/>
              </a:ext>
            </a:extLst>
          </p:cNvPr>
          <p:cNvGrpSpPr/>
          <p:nvPr/>
        </p:nvGrpSpPr>
        <p:grpSpPr>
          <a:xfrm>
            <a:off x="3736194" y="2751092"/>
            <a:ext cx="2220247" cy="285064"/>
            <a:chOff x="3737638" y="3069740"/>
            <a:chExt cx="2220247" cy="285064"/>
          </a:xfrm>
        </p:grpSpPr>
        <p:grpSp>
          <p:nvGrpSpPr>
            <p:cNvPr id="27" name="그룹 26">
              <a:extLst>
                <a:ext uri="{FF2B5EF4-FFF2-40B4-BE49-F238E27FC236}">
                  <a16:creationId xmlns:a16="http://schemas.microsoft.com/office/drawing/2014/main" id="{DAC94506-4169-FAA6-B957-4CD3A1AD1E30}"/>
                </a:ext>
              </a:extLst>
            </p:cNvPr>
            <p:cNvGrpSpPr/>
            <p:nvPr/>
          </p:nvGrpSpPr>
          <p:grpSpPr>
            <a:xfrm>
              <a:off x="3737638" y="3069740"/>
              <a:ext cx="2188360" cy="285064"/>
              <a:chOff x="3737638" y="3069740"/>
              <a:chExt cx="2232302" cy="285064"/>
            </a:xfrm>
          </p:grpSpPr>
          <p:sp>
            <p:nvSpPr>
              <p:cNvPr id="33" name="사각형: 둥근 모서리 32">
                <a:extLst>
                  <a:ext uri="{FF2B5EF4-FFF2-40B4-BE49-F238E27FC236}">
                    <a16:creationId xmlns:a16="http://schemas.microsoft.com/office/drawing/2014/main" id="{3A459687-8148-B1B4-CBD0-DD39454FF553}"/>
                  </a:ext>
                </a:extLst>
              </p:cNvPr>
              <p:cNvSpPr/>
              <p:nvPr/>
            </p:nvSpPr>
            <p:spPr>
              <a:xfrm>
                <a:off x="3737638" y="3069740"/>
                <a:ext cx="669158" cy="285064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en-US" altLang="ko-KR" sz="900" b="1" dirty="0">
                    <a:solidFill>
                      <a:schemeClr val="tx1"/>
                    </a:solidFill>
                  </a:rPr>
                  <a:t>00</a:t>
                </a:r>
                <a:endParaRPr lang="ko-KR" altLang="en-US" sz="9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4" name="사각형: 둥근 모서리 33">
                <a:extLst>
                  <a:ext uri="{FF2B5EF4-FFF2-40B4-BE49-F238E27FC236}">
                    <a16:creationId xmlns:a16="http://schemas.microsoft.com/office/drawing/2014/main" id="{F93E060E-DD03-C2FF-D70A-41B84330695A}"/>
                  </a:ext>
                </a:extLst>
              </p:cNvPr>
              <p:cNvSpPr/>
              <p:nvPr/>
            </p:nvSpPr>
            <p:spPr>
              <a:xfrm>
                <a:off x="4518360" y="3069740"/>
                <a:ext cx="669158" cy="285064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en-US" altLang="ko-KR" sz="900" b="1" dirty="0">
                    <a:solidFill>
                      <a:schemeClr val="tx1"/>
                    </a:solidFill>
                  </a:rPr>
                  <a:t>00</a:t>
                </a:r>
                <a:endParaRPr lang="ko-KR" altLang="en-US" sz="9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" name="사각형: 둥근 모서리 34">
                <a:extLst>
                  <a:ext uri="{FF2B5EF4-FFF2-40B4-BE49-F238E27FC236}">
                    <a16:creationId xmlns:a16="http://schemas.microsoft.com/office/drawing/2014/main" id="{41C360D2-60EE-9827-5F54-C4F707A2EA59}"/>
                  </a:ext>
                </a:extLst>
              </p:cNvPr>
              <p:cNvSpPr/>
              <p:nvPr/>
            </p:nvSpPr>
            <p:spPr>
              <a:xfrm>
                <a:off x="5300782" y="3069740"/>
                <a:ext cx="669158" cy="285064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en-US" altLang="ko-KR" sz="900" b="1" dirty="0">
                    <a:solidFill>
                      <a:schemeClr val="tx1"/>
                    </a:solidFill>
                  </a:rPr>
                  <a:t>00</a:t>
                </a:r>
                <a:endParaRPr lang="ko-KR" altLang="en-US" sz="9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56C5BF2B-B73F-FE37-854B-CE4A4846D658}"/>
                </a:ext>
              </a:extLst>
            </p:cNvPr>
            <p:cNvSpPr txBox="1"/>
            <p:nvPr/>
          </p:nvSpPr>
          <p:spPr>
            <a:xfrm>
              <a:off x="4041676" y="3104550"/>
              <a:ext cx="389850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r"/>
              <a:r>
                <a:rPr lang="ko-KR" altLang="en-US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시간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4D9694BA-1967-C126-078E-A9417E7F7F2B}"/>
                </a:ext>
              </a:extLst>
            </p:cNvPr>
            <p:cNvSpPr txBox="1"/>
            <p:nvPr/>
          </p:nvSpPr>
          <p:spPr>
            <a:xfrm>
              <a:off x="4926844" y="3104550"/>
              <a:ext cx="287258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r"/>
              <a:r>
                <a:rPr lang="ko-KR" altLang="en-US" sz="800" b="1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0231455D-7D86-2FB2-301C-5AB79BEF6325}"/>
                </a:ext>
              </a:extLst>
            </p:cNvPr>
            <p:cNvSpPr txBox="1"/>
            <p:nvPr/>
          </p:nvSpPr>
          <p:spPr>
            <a:xfrm>
              <a:off x="5670627" y="3104550"/>
              <a:ext cx="287258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r"/>
              <a:r>
                <a:rPr lang="ko-KR" altLang="en-US" sz="800" b="1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초</a:t>
              </a:r>
              <a:endPara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0DF16C9-2A8D-49C5-C503-CBC0F93C2196}"/>
                </a:ext>
              </a:extLst>
            </p:cNvPr>
            <p:cNvSpPr txBox="1"/>
            <p:nvPr/>
          </p:nvSpPr>
          <p:spPr>
            <a:xfrm>
              <a:off x="4349606" y="3104550"/>
              <a:ext cx="211917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  <a:endPara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9E84AFC-6F59-2C0B-47FC-5998E4755945}"/>
                </a:ext>
              </a:extLst>
            </p:cNvPr>
            <p:cNvSpPr txBox="1"/>
            <p:nvPr/>
          </p:nvSpPr>
          <p:spPr>
            <a:xfrm>
              <a:off x="5111186" y="3104550"/>
              <a:ext cx="211917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  <a:endPara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3367D3BF-8CF5-E553-00DC-13986F817614}"/>
              </a:ext>
            </a:extLst>
          </p:cNvPr>
          <p:cNvSpPr txBox="1"/>
          <p:nvPr/>
        </p:nvSpPr>
        <p:spPr>
          <a:xfrm>
            <a:off x="3688520" y="1962822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투표 </a:t>
            </a:r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이름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8839A926-3657-A97A-5B9E-7F36F8643D5B}"/>
              </a:ext>
            </a:extLst>
          </p:cNvPr>
          <p:cNvSpPr/>
          <p:nvPr/>
        </p:nvSpPr>
        <p:spPr>
          <a:xfrm>
            <a:off x="3662757" y="4660663"/>
            <a:ext cx="2320726" cy="1469198"/>
          </a:xfrm>
          <a:prstGeom prst="roundRect">
            <a:avLst>
              <a:gd name="adj" fmla="val 2570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013DB08F-B44C-56E7-A4DC-41DA73C1FCAF}"/>
              </a:ext>
            </a:extLst>
          </p:cNvPr>
          <p:cNvSpPr txBox="1"/>
          <p:nvPr/>
        </p:nvSpPr>
        <p:spPr>
          <a:xfrm>
            <a:off x="3688520" y="4730927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투표 항목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CF484302-D203-990F-60FE-0548AC307418}"/>
              </a:ext>
            </a:extLst>
          </p:cNvPr>
          <p:cNvGrpSpPr/>
          <p:nvPr/>
        </p:nvGrpSpPr>
        <p:grpSpPr>
          <a:xfrm>
            <a:off x="3772800" y="4977172"/>
            <a:ext cx="2086480" cy="928373"/>
            <a:chOff x="8295014" y="4217447"/>
            <a:chExt cx="2086480" cy="928373"/>
          </a:xfrm>
        </p:grpSpPr>
        <p:sp>
          <p:nvSpPr>
            <p:cNvPr id="40" name="사각형: 둥근 모서리 39">
              <a:extLst>
                <a:ext uri="{FF2B5EF4-FFF2-40B4-BE49-F238E27FC236}">
                  <a16:creationId xmlns:a16="http://schemas.microsoft.com/office/drawing/2014/main" id="{1EEE1B48-379C-9618-4B85-26ABA0371AA8}"/>
                </a:ext>
              </a:extLst>
            </p:cNvPr>
            <p:cNvSpPr/>
            <p:nvPr/>
          </p:nvSpPr>
          <p:spPr>
            <a:xfrm>
              <a:off x="8295014" y="4217447"/>
              <a:ext cx="2086480" cy="285064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</a:rPr>
                <a:t>        투표의 내용을 작성해 주세요</a:t>
              </a:r>
              <a:r>
                <a:rPr lang="en-US" altLang="ko-KR" sz="700" b="1" dirty="0">
                  <a:solidFill>
                    <a:schemeClr val="bg1">
                      <a:lumMod val="65000"/>
                    </a:schemeClr>
                  </a:solidFill>
                </a:rPr>
                <a:t>. (10</a:t>
              </a:r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</a:rPr>
                <a:t>자 이내</a:t>
              </a:r>
              <a:r>
                <a:rPr lang="en-US" altLang="ko-KR" sz="700" b="1" dirty="0">
                  <a:solidFill>
                    <a:schemeClr val="bg1">
                      <a:lumMod val="65000"/>
                    </a:schemeClr>
                  </a:solidFill>
                </a:rPr>
                <a:t>)</a:t>
              </a:r>
              <a:endParaRPr lang="ko-KR" altLang="en-US" sz="700" b="1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ECE281F8-EC87-54B2-5F2E-FF3C3FCDF28E}"/>
                </a:ext>
              </a:extLst>
            </p:cNvPr>
            <p:cNvSpPr txBox="1"/>
            <p:nvPr/>
          </p:nvSpPr>
          <p:spPr>
            <a:xfrm>
              <a:off x="8328248" y="4255305"/>
              <a:ext cx="25304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ko-KR" sz="800" b="1" dirty="0">
                  <a:solidFill>
                    <a:srgbClr val="0070C0"/>
                  </a:solidFill>
                  <a:latin typeface="+mn-ea"/>
                  <a:ea typeface="+mn-ea"/>
                </a:rPr>
                <a:t>1</a:t>
              </a:r>
              <a:endParaRPr lang="ko-KR" altLang="en-US" sz="800" b="1" dirty="0">
                <a:solidFill>
                  <a:srgbClr val="0070C0"/>
                </a:solidFill>
                <a:latin typeface="+mn-ea"/>
                <a:ea typeface="+mn-ea"/>
              </a:endParaRPr>
            </a:p>
          </p:txBody>
        </p:sp>
        <p:sp>
          <p:nvSpPr>
            <p:cNvPr id="42" name="사각형: 둥근 모서리 41">
              <a:extLst>
                <a:ext uri="{FF2B5EF4-FFF2-40B4-BE49-F238E27FC236}">
                  <a16:creationId xmlns:a16="http://schemas.microsoft.com/office/drawing/2014/main" id="{B5F66D00-C893-B38D-E4CF-6FA12334CF06}"/>
                </a:ext>
              </a:extLst>
            </p:cNvPr>
            <p:cNvSpPr/>
            <p:nvPr/>
          </p:nvSpPr>
          <p:spPr>
            <a:xfrm>
              <a:off x="8295014" y="4539101"/>
              <a:ext cx="2086480" cy="285064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</a:rPr>
                <a:t>         투표의 내용을 작성해 주세요</a:t>
              </a:r>
              <a:r>
                <a:rPr lang="en-US" altLang="ko-KR" sz="700" b="1" dirty="0">
                  <a:solidFill>
                    <a:schemeClr val="bg1">
                      <a:lumMod val="65000"/>
                    </a:schemeClr>
                  </a:solidFill>
                </a:rPr>
                <a:t>. (10</a:t>
              </a:r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</a:rPr>
                <a:t>자 이내</a:t>
              </a:r>
              <a:r>
                <a:rPr lang="en-US" altLang="ko-KR" sz="700" b="1" dirty="0">
                  <a:solidFill>
                    <a:schemeClr val="bg1">
                      <a:lumMod val="65000"/>
                    </a:schemeClr>
                  </a:solidFill>
                </a:rPr>
                <a:t>)</a:t>
              </a:r>
              <a:endParaRPr lang="ko-KR" altLang="en-US" sz="700" b="1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1169F3AE-49D4-0511-DCBD-96F383A6962F}"/>
                </a:ext>
              </a:extLst>
            </p:cNvPr>
            <p:cNvSpPr txBox="1"/>
            <p:nvPr/>
          </p:nvSpPr>
          <p:spPr>
            <a:xfrm>
              <a:off x="8328248" y="4578353"/>
              <a:ext cx="25304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ko-KR" sz="800" b="1" dirty="0">
                  <a:solidFill>
                    <a:srgbClr val="0070C0"/>
                  </a:solidFill>
                  <a:latin typeface="+mn-ea"/>
                  <a:ea typeface="+mn-ea"/>
                </a:rPr>
                <a:t>2</a:t>
              </a:r>
              <a:endParaRPr lang="ko-KR" altLang="en-US" sz="800" b="1" dirty="0">
                <a:solidFill>
                  <a:srgbClr val="0070C0"/>
                </a:solidFill>
                <a:latin typeface="+mn-ea"/>
                <a:ea typeface="+mn-ea"/>
              </a:endParaRPr>
            </a:p>
          </p:txBody>
        </p:sp>
        <p:sp>
          <p:nvSpPr>
            <p:cNvPr id="44" name="사각형: 둥근 모서리 43">
              <a:extLst>
                <a:ext uri="{FF2B5EF4-FFF2-40B4-BE49-F238E27FC236}">
                  <a16:creationId xmlns:a16="http://schemas.microsoft.com/office/drawing/2014/main" id="{E9D18C48-6F89-B56B-8F03-24E05C72C651}"/>
                </a:ext>
              </a:extLst>
            </p:cNvPr>
            <p:cNvSpPr/>
            <p:nvPr/>
          </p:nvSpPr>
          <p:spPr>
            <a:xfrm>
              <a:off x="8295014" y="4860756"/>
              <a:ext cx="2086480" cy="285064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</a:rPr>
                <a:t>         투표의 내용을 작성해 주세요</a:t>
              </a:r>
              <a:r>
                <a:rPr lang="en-US" altLang="ko-KR" sz="700" b="1" dirty="0">
                  <a:solidFill>
                    <a:schemeClr val="bg1">
                      <a:lumMod val="65000"/>
                    </a:schemeClr>
                  </a:solidFill>
                </a:rPr>
                <a:t>. (10</a:t>
              </a:r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</a:rPr>
                <a:t>자 이내</a:t>
              </a:r>
              <a:r>
                <a:rPr lang="en-US" altLang="ko-KR" sz="700" b="1" dirty="0">
                  <a:solidFill>
                    <a:schemeClr val="bg1">
                      <a:lumMod val="65000"/>
                    </a:schemeClr>
                  </a:solidFill>
                </a:rPr>
                <a:t>)</a:t>
              </a:r>
              <a:endParaRPr lang="ko-KR" altLang="en-US" sz="700" b="1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BA16AF3A-89D2-B5EA-9643-AE067C843607}"/>
                </a:ext>
              </a:extLst>
            </p:cNvPr>
            <p:cNvSpPr txBox="1"/>
            <p:nvPr/>
          </p:nvSpPr>
          <p:spPr>
            <a:xfrm>
              <a:off x="8328248" y="4898614"/>
              <a:ext cx="25304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ko-KR" sz="800" b="1" dirty="0">
                  <a:solidFill>
                    <a:srgbClr val="0070C0"/>
                  </a:solidFill>
                  <a:latin typeface="+mn-ea"/>
                  <a:ea typeface="+mn-ea"/>
                </a:rPr>
                <a:t>3</a:t>
              </a:r>
              <a:endParaRPr lang="ko-KR" altLang="en-US" sz="800" b="1" dirty="0">
                <a:solidFill>
                  <a:srgbClr val="0070C0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45B9F38A-A89D-6C41-A349-CB42D44CBB7F}"/>
              </a:ext>
            </a:extLst>
          </p:cNvPr>
          <p:cNvSpPr txBox="1"/>
          <p:nvPr/>
        </p:nvSpPr>
        <p:spPr>
          <a:xfrm>
            <a:off x="4429548" y="5937086"/>
            <a:ext cx="673472" cy="161500"/>
          </a:xfrm>
          <a:prstGeom prst="roundRect">
            <a:avLst/>
          </a:prstGeom>
          <a:solidFill>
            <a:srgbClr val="529EFF"/>
          </a:solidFill>
          <a:ln>
            <a:noFill/>
          </a:ln>
        </p:spPr>
        <p:txBody>
          <a:bodyPr wrap="none" lIns="0" tIns="0" rIns="0" bIns="0" rtlCol="0" anchor="ctr" anchorCtr="0">
            <a:noAutofit/>
          </a:bodyPr>
          <a:lstStyle/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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항목 추가</a:t>
            </a:r>
          </a:p>
        </p:txBody>
      </p:sp>
      <p:sp>
        <p:nvSpPr>
          <p:cNvPr id="47" name="Google Shape;1198;p27">
            <a:extLst>
              <a:ext uri="{FF2B5EF4-FFF2-40B4-BE49-F238E27FC236}">
                <a16:creationId xmlns:a16="http://schemas.microsoft.com/office/drawing/2014/main" id="{A9DA94B5-0D58-D01D-A8EE-C893A0BA8512}"/>
              </a:ext>
            </a:extLst>
          </p:cNvPr>
          <p:cNvSpPr/>
          <p:nvPr/>
        </p:nvSpPr>
        <p:spPr>
          <a:xfrm>
            <a:off x="6627829" y="3799094"/>
            <a:ext cx="2470586" cy="2506852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endParaRPr sz="1200" b="1" dirty="0">
              <a:solidFill>
                <a:srgbClr val="262626"/>
              </a:solidFill>
              <a:latin typeface="+mn-ea"/>
              <a:ea typeface="+mn-ea"/>
              <a:cs typeface="Calibri"/>
              <a:sym typeface="Calibri"/>
            </a:endParaRPr>
          </a:p>
        </p:txBody>
      </p:sp>
      <p:pic>
        <p:nvPicPr>
          <p:cNvPr id="48" name="Picture 4" descr="C:\Users\btbprovd\Desktop\Untitled-3.png">
            <a:extLst>
              <a:ext uri="{FF2B5EF4-FFF2-40B4-BE49-F238E27FC236}">
                <a16:creationId xmlns:a16="http://schemas.microsoft.com/office/drawing/2014/main" id="{87D5AD6F-1072-B8CB-1909-B07D691B3A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 rot="10800000">
            <a:off x="6567392" y="3740137"/>
            <a:ext cx="2591433" cy="206744"/>
          </a:xfrm>
          <a:prstGeom prst="rect">
            <a:avLst/>
          </a:prstGeom>
          <a:noFill/>
        </p:spPr>
      </p:pic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D8E08E96-9A43-7FB8-C587-F151AEF981A3}"/>
              </a:ext>
            </a:extLst>
          </p:cNvPr>
          <p:cNvSpPr/>
          <p:nvPr/>
        </p:nvSpPr>
        <p:spPr>
          <a:xfrm>
            <a:off x="6709562" y="4058972"/>
            <a:ext cx="2320726" cy="960379"/>
          </a:xfrm>
          <a:prstGeom prst="roundRect">
            <a:avLst>
              <a:gd name="adj" fmla="val 3221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r>
              <a:rPr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투표 시작 예약</a:t>
            </a:r>
          </a:p>
        </p:txBody>
      </p: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60F48363-C59A-F406-D6A1-3BB4380DB687}"/>
              </a:ext>
            </a:extLst>
          </p:cNvPr>
          <p:cNvGrpSpPr/>
          <p:nvPr/>
        </p:nvGrpSpPr>
        <p:grpSpPr>
          <a:xfrm>
            <a:off x="8477934" y="4136573"/>
            <a:ext cx="358458" cy="167378"/>
            <a:chOff x="2904113" y="2098954"/>
            <a:chExt cx="293721" cy="137151"/>
          </a:xfrm>
        </p:grpSpPr>
        <p:sp>
          <p:nvSpPr>
            <p:cNvPr id="51" name="사각형: 둥근 모서리 50">
              <a:extLst>
                <a:ext uri="{FF2B5EF4-FFF2-40B4-BE49-F238E27FC236}">
                  <a16:creationId xmlns:a16="http://schemas.microsoft.com/office/drawing/2014/main" id="{6AAB6228-FE92-9D5F-EB27-037487BB84B9}"/>
                </a:ext>
              </a:extLst>
            </p:cNvPr>
            <p:cNvSpPr/>
            <p:nvPr/>
          </p:nvSpPr>
          <p:spPr>
            <a:xfrm>
              <a:off x="2916852" y="2098954"/>
              <a:ext cx="280982" cy="13715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r"/>
              <a:r>
                <a:rPr lang="en-US" altLang="ko-KR" sz="7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OFF</a:t>
              </a:r>
              <a:endParaRPr lang="ko-KR" altLang="en-US" sz="7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2" name="타원 51">
              <a:extLst>
                <a:ext uri="{FF2B5EF4-FFF2-40B4-BE49-F238E27FC236}">
                  <a16:creationId xmlns:a16="http://schemas.microsoft.com/office/drawing/2014/main" id="{919B1682-6AA7-FA1B-E8A3-669D8EB2B702}"/>
                </a:ext>
              </a:extLst>
            </p:cNvPr>
            <p:cNvSpPr/>
            <p:nvPr/>
          </p:nvSpPr>
          <p:spPr>
            <a:xfrm>
              <a:off x="2904113" y="2098955"/>
              <a:ext cx="137150" cy="13715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CB9DBAD5-697A-ED5C-0CB5-8085FC5AC8C5}"/>
              </a:ext>
            </a:extLst>
          </p:cNvPr>
          <p:cNvSpPr/>
          <p:nvPr/>
        </p:nvSpPr>
        <p:spPr>
          <a:xfrm>
            <a:off x="6775744" y="4411713"/>
            <a:ext cx="2188361" cy="285064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30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연도</a:t>
            </a:r>
            <a:r>
              <a:rPr kumimoji="1" lang="en-US" altLang="ko-KR" sz="800" b="1" i="0" u="none" strike="noStrike" kern="1200" cap="none" spc="30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-</a:t>
            </a:r>
            <a:r>
              <a:rPr kumimoji="1" lang="ko-KR" altLang="en-US" sz="800" b="1" i="0" u="none" strike="noStrike" kern="1200" cap="none" spc="30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월</a:t>
            </a:r>
            <a:r>
              <a:rPr kumimoji="1" lang="en-US" altLang="ko-KR" sz="800" b="1" i="0" u="none" strike="noStrike" kern="1200" cap="none" spc="30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-</a:t>
            </a:r>
            <a:r>
              <a:rPr kumimoji="1" lang="ko-KR" altLang="en-US" sz="800" b="1" i="0" u="none" strike="noStrike" kern="1200" cap="none" spc="30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일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0AD6EF7F-9FDF-BDF1-C259-8137D617B8AA}"/>
              </a:ext>
            </a:extLst>
          </p:cNvPr>
          <p:cNvSpPr txBox="1"/>
          <p:nvPr/>
        </p:nvSpPr>
        <p:spPr>
          <a:xfrm>
            <a:off x="6743093" y="4690178"/>
            <a:ext cx="232723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투표 시작 예약을 하지 않고 투표 시작 버튼을 누르면 바로 투표가 시작됩니다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CE5BB438-4BE0-A370-D2FF-0A27FC120D88}"/>
              </a:ext>
            </a:extLst>
          </p:cNvPr>
          <p:cNvCxnSpPr/>
          <p:nvPr/>
        </p:nvCxnSpPr>
        <p:spPr>
          <a:xfrm>
            <a:off x="6695783" y="5158541"/>
            <a:ext cx="2325472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TextBox 55">
            <a:extLst>
              <a:ext uri="{FF2B5EF4-FFF2-40B4-BE49-F238E27FC236}">
                <a16:creationId xmlns:a16="http://schemas.microsoft.com/office/drawing/2014/main" id="{B12D9B98-CEED-5270-7A5E-BD7D913AE205}"/>
              </a:ext>
            </a:extLst>
          </p:cNvPr>
          <p:cNvSpPr txBox="1"/>
          <p:nvPr/>
        </p:nvSpPr>
        <p:spPr>
          <a:xfrm>
            <a:off x="6671920" y="5206661"/>
            <a:ext cx="240245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투표사용하기가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OFF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인 경우 투표가 시작되지 않습니다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크리에이터 페이지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위젯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투표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sz="700" dirty="0" err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투표위젯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설정에서 투표 사용하기가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ON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상태이고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하단의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투표 시작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버튼을 누르면 투표가 시작됩니다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471470A7-BE29-0664-3B08-BF053294517B}"/>
              </a:ext>
            </a:extLst>
          </p:cNvPr>
          <p:cNvSpPr/>
          <p:nvPr/>
        </p:nvSpPr>
        <p:spPr bwMode="auto">
          <a:xfrm>
            <a:off x="6709562" y="5939270"/>
            <a:ext cx="2320725" cy="321146"/>
          </a:xfrm>
          <a:prstGeom prst="roundRect">
            <a:avLst>
              <a:gd name="adj" fmla="val 12712"/>
            </a:avLst>
          </a:prstGeom>
          <a:solidFill>
            <a:srgbClr val="529EFF"/>
          </a:solidFill>
          <a:ln w="12700">
            <a:noFill/>
            <a:prstDash val="dash"/>
            <a:miter lim="800000"/>
            <a:headEnd/>
            <a:tailEnd/>
          </a:ln>
        </p:spPr>
        <p:txBody>
          <a:bodyPr wrap="none" rtlCol="0" anchor="ctr"/>
          <a:lstStyle/>
          <a:p>
            <a:pPr algn="ctr"/>
            <a:r>
              <a:rPr lang="ko-KR" altLang="en-US" sz="9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투표 시작</a:t>
            </a:r>
            <a:endParaRPr lang="ko-KR" altLang="en-US" sz="9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B3750F72-1F7E-C09E-F596-0E9437E4AB53}"/>
              </a:ext>
            </a:extLst>
          </p:cNvPr>
          <p:cNvSpPr txBox="1"/>
          <p:nvPr/>
        </p:nvSpPr>
        <p:spPr>
          <a:xfrm>
            <a:off x="7795243" y="4452826"/>
            <a:ext cx="1171124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b="1" spc="3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--</a:t>
            </a:r>
            <a:r>
              <a:rPr lang="ko-KR" altLang="en-US" sz="800" b="1" spc="3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시</a:t>
            </a:r>
            <a:r>
              <a:rPr lang="en-US" altLang="ko-KR" sz="800" b="1" spc="3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--</a:t>
            </a:r>
            <a:r>
              <a:rPr lang="ko-KR" altLang="en-US" sz="800" b="1" spc="3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분</a:t>
            </a:r>
            <a:r>
              <a:rPr lang="en-US" altLang="ko-KR" sz="800" b="1" spc="3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--</a:t>
            </a:r>
            <a:r>
              <a:rPr lang="ko-KR" altLang="en-US" sz="800" b="1" spc="3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초</a:t>
            </a:r>
            <a:endParaRPr kumimoji="1" lang="ko-KR" altLang="en-US" sz="800" b="1" i="0" u="none" strike="noStrike" kern="1200" cap="none" spc="30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+mn-ea"/>
              <a:ea typeface="+mn-ea"/>
              <a:cs typeface="+mn-cs"/>
            </a:endParaRPr>
          </a:p>
        </p:txBody>
      </p:sp>
      <p:pic>
        <p:nvPicPr>
          <p:cNvPr id="59" name="Picture 4" descr="C:\Users\btbprovd\Desktop\Untitled-3.png">
            <a:extLst>
              <a:ext uri="{FF2B5EF4-FFF2-40B4-BE49-F238E27FC236}">
                <a16:creationId xmlns:a16="http://schemas.microsoft.com/office/drawing/2014/main" id="{2178D1CA-1A4B-9DE0-0463-5CAA1B41D5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3534453" y="6215400"/>
            <a:ext cx="2591433" cy="206744"/>
          </a:xfrm>
          <a:prstGeom prst="rect">
            <a:avLst/>
          </a:prstGeom>
          <a:noFill/>
        </p:spPr>
      </p:pic>
      <p:grpSp>
        <p:nvGrpSpPr>
          <p:cNvPr id="60" name="그룹 59">
            <a:extLst>
              <a:ext uri="{FF2B5EF4-FFF2-40B4-BE49-F238E27FC236}">
                <a16:creationId xmlns:a16="http://schemas.microsoft.com/office/drawing/2014/main" id="{C3646470-7599-5668-52E1-29D4A608AC21}"/>
              </a:ext>
            </a:extLst>
          </p:cNvPr>
          <p:cNvGrpSpPr/>
          <p:nvPr/>
        </p:nvGrpSpPr>
        <p:grpSpPr>
          <a:xfrm>
            <a:off x="6610097" y="1845202"/>
            <a:ext cx="2325748" cy="1295766"/>
            <a:chOff x="6610097" y="1512979"/>
            <a:chExt cx="2325748" cy="1295766"/>
          </a:xfrm>
        </p:grpSpPr>
        <p:grpSp>
          <p:nvGrpSpPr>
            <p:cNvPr id="61" name="그룹 60">
              <a:extLst>
                <a:ext uri="{FF2B5EF4-FFF2-40B4-BE49-F238E27FC236}">
                  <a16:creationId xmlns:a16="http://schemas.microsoft.com/office/drawing/2014/main" id="{09B58DA3-3C8C-D774-1689-00C544FC4841}"/>
                </a:ext>
              </a:extLst>
            </p:cNvPr>
            <p:cNvGrpSpPr/>
            <p:nvPr/>
          </p:nvGrpSpPr>
          <p:grpSpPr>
            <a:xfrm>
              <a:off x="6610097" y="1827866"/>
              <a:ext cx="2325748" cy="980879"/>
              <a:chOff x="8220670" y="1911585"/>
              <a:chExt cx="1106620" cy="980879"/>
            </a:xfrm>
          </p:grpSpPr>
          <p:sp>
            <p:nvSpPr>
              <p:cNvPr id="65" name="직사각형 64">
                <a:extLst>
                  <a:ext uri="{FF2B5EF4-FFF2-40B4-BE49-F238E27FC236}">
                    <a16:creationId xmlns:a16="http://schemas.microsoft.com/office/drawing/2014/main" id="{760ADA5E-9484-A21C-4B96-5167F5C49C89}"/>
                  </a:ext>
                </a:extLst>
              </p:cNvPr>
              <p:cNvSpPr/>
              <p:nvPr/>
            </p:nvSpPr>
            <p:spPr>
              <a:xfrm>
                <a:off x="8220671" y="1911585"/>
                <a:ext cx="1106619" cy="980879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>
                  <a:lnSpc>
                    <a:spcPct val="200000"/>
                  </a:lnSpc>
                </a:pPr>
                <a:endParaRPr lang="ko-KR" altLang="en-US" sz="9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6" name="사각형: 둥근 모서리 65">
                <a:extLst>
                  <a:ext uri="{FF2B5EF4-FFF2-40B4-BE49-F238E27FC236}">
                    <a16:creationId xmlns:a16="http://schemas.microsoft.com/office/drawing/2014/main" id="{8DE97B6B-9F66-97FB-756B-5854C7256559}"/>
                  </a:ext>
                </a:extLst>
              </p:cNvPr>
              <p:cNvSpPr/>
              <p:nvPr/>
            </p:nvSpPr>
            <p:spPr>
              <a:xfrm>
                <a:off x="8220671" y="1960209"/>
                <a:ext cx="1106619" cy="252026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8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  <a:sym typeface="Wingdings" panose="05000000000000000000" pitchFamily="2" charset="2"/>
                  </a:rPr>
                  <a:t>  </a:t>
                </a:r>
                <a:endParaRPr lang="ko-KR" altLang="en-US" sz="9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7" name="직사각형 66">
                <a:extLst>
                  <a:ext uri="{FF2B5EF4-FFF2-40B4-BE49-F238E27FC236}">
                    <a16:creationId xmlns:a16="http://schemas.microsoft.com/office/drawing/2014/main" id="{78D8C0FA-D45B-2D1A-678F-97C99C06B771}"/>
                  </a:ext>
                </a:extLst>
              </p:cNvPr>
              <p:cNvSpPr/>
              <p:nvPr/>
            </p:nvSpPr>
            <p:spPr>
              <a:xfrm>
                <a:off x="8220670" y="1911586"/>
                <a:ext cx="1106619" cy="961803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252000" tIns="0" rIns="0" bIns="0" rtlCol="0" anchor="ctr"/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900" b="1" dirty="0">
                    <a:solidFill>
                      <a:schemeClr val="tx1"/>
                    </a:solidFill>
                  </a:rPr>
                  <a:t>투표 </a:t>
                </a:r>
                <a:r>
                  <a:rPr lang="ko-KR" altLang="en-US" sz="900" b="1" dirty="0" err="1">
                    <a:solidFill>
                      <a:schemeClr val="tx1"/>
                    </a:solidFill>
                  </a:rPr>
                  <a:t>프리셋</a:t>
                </a:r>
                <a:r>
                  <a:rPr lang="ko-KR" altLang="en-US" sz="900" b="1" dirty="0">
                    <a:solidFill>
                      <a:schemeClr val="tx1"/>
                    </a:solidFill>
                  </a:rPr>
                  <a:t> 설정</a:t>
                </a:r>
              </a:p>
              <a:p>
                <a:pPr>
                  <a:lnSpc>
                    <a:spcPct val="150000"/>
                  </a:lnSpc>
                </a:pPr>
                <a:r>
                  <a:rPr lang="ko-KR" altLang="en-US" sz="900" dirty="0">
                    <a:solidFill>
                      <a:schemeClr val="tx1"/>
                    </a:solidFill>
                  </a:rPr>
                  <a:t>프리미어리그 우승팀은</a:t>
                </a:r>
                <a:r>
                  <a:rPr lang="en-US" altLang="ko-KR" sz="900" dirty="0">
                    <a:solidFill>
                      <a:schemeClr val="tx1"/>
                    </a:solidFill>
                  </a:rPr>
                  <a:t>?</a:t>
                </a:r>
              </a:p>
              <a:p>
                <a:pPr>
                  <a:lnSpc>
                    <a:spcPct val="150000"/>
                  </a:lnSpc>
                </a:pPr>
                <a:r>
                  <a:rPr lang="ko-KR" altLang="en-US" sz="900" dirty="0">
                    <a:solidFill>
                      <a:schemeClr val="tx1"/>
                    </a:solidFill>
                  </a:rPr>
                  <a:t>오늘 점심 뭐 먹지</a:t>
                </a:r>
                <a:r>
                  <a:rPr lang="en-US" altLang="ko-KR" sz="900" dirty="0">
                    <a:solidFill>
                      <a:schemeClr val="tx1"/>
                    </a:solidFill>
                  </a:rPr>
                  <a:t>?</a:t>
                </a:r>
                <a:endParaRPr lang="ko-KR" altLang="en-US" sz="900" dirty="0">
                  <a:solidFill>
                    <a:schemeClr val="tx1"/>
                  </a:solidFill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900" dirty="0">
                    <a:solidFill>
                      <a:schemeClr val="tx1"/>
                    </a:solidFill>
                  </a:rPr>
                  <a:t>심심한 날 그냥</a:t>
                </a:r>
              </a:p>
            </p:txBody>
          </p:sp>
        </p:grpSp>
        <p:grpSp>
          <p:nvGrpSpPr>
            <p:cNvPr id="62" name="그룹 61">
              <a:extLst>
                <a:ext uri="{FF2B5EF4-FFF2-40B4-BE49-F238E27FC236}">
                  <a16:creationId xmlns:a16="http://schemas.microsoft.com/office/drawing/2014/main" id="{4EE6A2CF-52C4-0AB9-DA72-55A33690F428}"/>
                </a:ext>
              </a:extLst>
            </p:cNvPr>
            <p:cNvGrpSpPr/>
            <p:nvPr/>
          </p:nvGrpSpPr>
          <p:grpSpPr>
            <a:xfrm>
              <a:off x="6610097" y="1512979"/>
              <a:ext cx="2325748" cy="274109"/>
              <a:chOff x="3667492" y="1532029"/>
              <a:chExt cx="2325748" cy="274109"/>
            </a:xfrm>
          </p:grpSpPr>
          <p:sp>
            <p:nvSpPr>
              <p:cNvPr id="63" name="사각형: 둥근 모서리 62">
                <a:extLst>
                  <a:ext uri="{FF2B5EF4-FFF2-40B4-BE49-F238E27FC236}">
                    <a16:creationId xmlns:a16="http://schemas.microsoft.com/office/drawing/2014/main" id="{737A0128-DF87-037F-E97B-9020B02CFB1B}"/>
                  </a:ext>
                </a:extLst>
              </p:cNvPr>
              <p:cNvSpPr/>
              <p:nvPr/>
            </p:nvSpPr>
            <p:spPr>
              <a:xfrm>
                <a:off x="3667492" y="1532029"/>
                <a:ext cx="2325748" cy="27410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ko-KR" altLang="en-US" sz="900" b="1" dirty="0">
                    <a:solidFill>
                      <a:schemeClr val="tx1"/>
                    </a:solidFill>
                  </a:rPr>
                  <a:t> 투표 </a:t>
                </a:r>
                <a:r>
                  <a:rPr lang="ko-KR" altLang="en-US" sz="900" b="1" dirty="0" err="1">
                    <a:solidFill>
                      <a:schemeClr val="tx1"/>
                    </a:solidFill>
                  </a:rPr>
                  <a:t>프리셋</a:t>
                </a:r>
                <a:r>
                  <a:rPr lang="ko-KR" altLang="en-US" sz="900" b="1" dirty="0">
                    <a:solidFill>
                      <a:schemeClr val="tx1"/>
                    </a:solidFill>
                  </a:rPr>
                  <a:t> 설정</a:t>
                </a:r>
              </a:p>
            </p:txBody>
          </p:sp>
          <p:pic>
            <p:nvPicPr>
              <p:cNvPr id="64" name="그래픽 63">
                <a:extLst>
                  <a:ext uri="{FF2B5EF4-FFF2-40B4-BE49-F238E27FC236}">
                    <a16:creationId xmlns:a16="http://schemas.microsoft.com/office/drawing/2014/main" id="{2DF11038-F028-2EAA-EC72-F5C1DE1551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 rot="5400000">
                <a:off x="5699956" y="1554783"/>
                <a:ext cx="228600" cy="228600"/>
              </a:xfrm>
              <a:prstGeom prst="rect">
                <a:avLst/>
              </a:prstGeom>
            </p:spPr>
          </p:pic>
        </p:grpSp>
      </p:grpSp>
      <p:cxnSp>
        <p:nvCxnSpPr>
          <p:cNvPr id="68" name="연결선: 꺾임 67">
            <a:extLst>
              <a:ext uri="{FF2B5EF4-FFF2-40B4-BE49-F238E27FC236}">
                <a16:creationId xmlns:a16="http://schemas.microsoft.com/office/drawing/2014/main" id="{A8FFDE5F-DFC0-2160-9340-22A5199886EA}"/>
              </a:ext>
            </a:extLst>
          </p:cNvPr>
          <p:cNvCxnSpPr>
            <a:cxnSpLocks/>
            <a:stCxn id="14" idx="3"/>
            <a:endCxn id="63" idx="0"/>
          </p:cNvCxnSpPr>
          <p:nvPr/>
        </p:nvCxnSpPr>
        <p:spPr>
          <a:xfrm>
            <a:off x="5991796" y="1650034"/>
            <a:ext cx="1781175" cy="195168"/>
          </a:xfrm>
          <a:prstGeom prst="bentConnector2">
            <a:avLst/>
          </a:prstGeom>
          <a:ln>
            <a:solidFill>
              <a:srgbClr val="FF0000"/>
            </a:solidFill>
            <a:prstDash val="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타원 68">
            <a:extLst>
              <a:ext uri="{FF2B5EF4-FFF2-40B4-BE49-F238E27FC236}">
                <a16:creationId xmlns:a16="http://schemas.microsoft.com/office/drawing/2014/main" id="{620FA029-D834-B5D3-98FD-8F30C832E424}"/>
              </a:ext>
            </a:extLst>
          </p:cNvPr>
          <p:cNvSpPr/>
          <p:nvPr/>
        </p:nvSpPr>
        <p:spPr>
          <a:xfrm>
            <a:off x="3608081" y="4767290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0" name="Google Shape;1200;p27">
            <a:extLst>
              <a:ext uri="{FF2B5EF4-FFF2-40B4-BE49-F238E27FC236}">
                <a16:creationId xmlns:a16="http://schemas.microsoft.com/office/drawing/2014/main" id="{90D7AAC1-FBA8-1434-EEBF-B56EAC5C7245}"/>
              </a:ext>
            </a:extLst>
          </p:cNvPr>
          <p:cNvSpPr/>
          <p:nvPr/>
        </p:nvSpPr>
        <p:spPr>
          <a:xfrm>
            <a:off x="5729727" y="5722888"/>
            <a:ext cx="87937" cy="93600"/>
          </a:xfrm>
          <a:custGeom>
            <a:avLst/>
            <a:gdLst/>
            <a:ahLst/>
            <a:cxnLst/>
            <a:rect l="l" t="t" r="r" b="b"/>
            <a:pathLst>
              <a:path w="246" h="241" extrusionOk="0">
                <a:moveTo>
                  <a:pt x="12" y="15"/>
                </a:moveTo>
                <a:cubicBezTo>
                  <a:pt x="0" y="26"/>
                  <a:pt x="0" y="45"/>
                  <a:pt x="12" y="56"/>
                </a:cubicBezTo>
                <a:lnTo>
                  <a:pt x="80" y="122"/>
                </a:lnTo>
                <a:lnTo>
                  <a:pt x="12" y="188"/>
                </a:lnTo>
                <a:cubicBezTo>
                  <a:pt x="0" y="199"/>
                  <a:pt x="0" y="218"/>
                  <a:pt x="12" y="229"/>
                </a:cubicBezTo>
                <a:cubicBezTo>
                  <a:pt x="24" y="241"/>
                  <a:pt x="44" y="241"/>
                  <a:pt x="56" y="229"/>
                </a:cubicBezTo>
                <a:lnTo>
                  <a:pt x="123" y="165"/>
                </a:lnTo>
                <a:lnTo>
                  <a:pt x="190" y="229"/>
                </a:lnTo>
                <a:cubicBezTo>
                  <a:pt x="202" y="241"/>
                  <a:pt x="222" y="241"/>
                  <a:pt x="234" y="229"/>
                </a:cubicBezTo>
                <a:cubicBezTo>
                  <a:pt x="246" y="218"/>
                  <a:pt x="246" y="199"/>
                  <a:pt x="234" y="188"/>
                </a:cubicBezTo>
                <a:lnTo>
                  <a:pt x="167" y="122"/>
                </a:lnTo>
                <a:lnTo>
                  <a:pt x="234" y="56"/>
                </a:lnTo>
                <a:cubicBezTo>
                  <a:pt x="246" y="45"/>
                  <a:pt x="246" y="26"/>
                  <a:pt x="234" y="15"/>
                </a:cubicBezTo>
                <a:cubicBezTo>
                  <a:pt x="222" y="3"/>
                  <a:pt x="202" y="3"/>
                  <a:pt x="190" y="15"/>
                </a:cubicBezTo>
                <a:lnTo>
                  <a:pt x="123" y="79"/>
                </a:lnTo>
                <a:lnTo>
                  <a:pt x="56" y="15"/>
                </a:lnTo>
                <a:cubicBezTo>
                  <a:pt x="41" y="0"/>
                  <a:pt x="26" y="3"/>
                  <a:pt x="12" y="15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78300" tIns="39150" rIns="78300" bIns="391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" name="타원 71">
            <a:extLst>
              <a:ext uri="{FF2B5EF4-FFF2-40B4-BE49-F238E27FC236}">
                <a16:creationId xmlns:a16="http://schemas.microsoft.com/office/drawing/2014/main" id="{0286A46A-571B-4691-3312-12DA8FF27FD3}"/>
              </a:ext>
            </a:extLst>
          </p:cNvPr>
          <p:cNvSpPr/>
          <p:nvPr/>
        </p:nvSpPr>
        <p:spPr>
          <a:xfrm>
            <a:off x="6641435" y="4130056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3" name="타원 72">
            <a:extLst>
              <a:ext uri="{FF2B5EF4-FFF2-40B4-BE49-F238E27FC236}">
                <a16:creationId xmlns:a16="http://schemas.microsoft.com/office/drawing/2014/main" id="{91ACB1C1-63CA-387F-B953-E91E2DB7486A}"/>
              </a:ext>
            </a:extLst>
          </p:cNvPr>
          <p:cNvSpPr/>
          <p:nvPr/>
        </p:nvSpPr>
        <p:spPr>
          <a:xfrm>
            <a:off x="3608081" y="2595205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4" name="타원 73">
            <a:extLst>
              <a:ext uri="{FF2B5EF4-FFF2-40B4-BE49-F238E27FC236}">
                <a16:creationId xmlns:a16="http://schemas.microsoft.com/office/drawing/2014/main" id="{EDA77EAC-7AD0-8342-2759-B43BA5D859DA}"/>
              </a:ext>
            </a:extLst>
          </p:cNvPr>
          <p:cNvSpPr/>
          <p:nvPr/>
        </p:nvSpPr>
        <p:spPr>
          <a:xfrm>
            <a:off x="3608081" y="3215019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D8D7BE03-1C96-077B-2553-99B5B66E58F3}"/>
              </a:ext>
            </a:extLst>
          </p:cNvPr>
          <p:cNvSpPr/>
          <p:nvPr/>
        </p:nvSpPr>
        <p:spPr>
          <a:xfrm>
            <a:off x="3436998" y="1179535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9FA7BE90-3AE3-C9FA-ECA7-30C08211B5D7}"/>
              </a:ext>
            </a:extLst>
          </p:cNvPr>
          <p:cNvSpPr/>
          <p:nvPr/>
        </p:nvSpPr>
        <p:spPr>
          <a:xfrm>
            <a:off x="3503712" y="1556792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0ECE4D85-64FA-D3B9-A5E5-EABC605A52D8}"/>
              </a:ext>
            </a:extLst>
          </p:cNvPr>
          <p:cNvGrpSpPr/>
          <p:nvPr/>
        </p:nvGrpSpPr>
        <p:grpSpPr>
          <a:xfrm rot="10800000">
            <a:off x="1148088" y="1052736"/>
            <a:ext cx="171661" cy="4596558"/>
            <a:chOff x="2116610" y="1058004"/>
            <a:chExt cx="206746" cy="5536029"/>
          </a:xfrm>
        </p:grpSpPr>
        <p:pic>
          <p:nvPicPr>
            <p:cNvPr id="78" name="Picture 4" descr="C:\Users\btbprovd\Desktop\Untitled-3.png">
              <a:extLst>
                <a:ext uri="{FF2B5EF4-FFF2-40B4-BE49-F238E27FC236}">
                  <a16:creationId xmlns:a16="http://schemas.microsoft.com/office/drawing/2014/main" id="{5F1E1348-17AA-1FFF-CD55-B5F14944C7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 rot="16200000">
              <a:off x="924265" y="5194945"/>
              <a:ext cx="2591433" cy="206744"/>
            </a:xfrm>
            <a:prstGeom prst="rect">
              <a:avLst/>
            </a:prstGeom>
            <a:noFill/>
          </p:spPr>
        </p:pic>
        <p:pic>
          <p:nvPicPr>
            <p:cNvPr id="79" name="Picture 4" descr="C:\Users\btbprovd\Desktop\Untitled-3.png">
              <a:extLst>
                <a:ext uri="{FF2B5EF4-FFF2-40B4-BE49-F238E27FC236}">
                  <a16:creationId xmlns:a16="http://schemas.microsoft.com/office/drawing/2014/main" id="{22973514-DDE8-CEE9-5C50-E54F378A7C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 rot="16200000">
              <a:off x="924266" y="3217615"/>
              <a:ext cx="2591433" cy="206744"/>
            </a:xfrm>
            <a:prstGeom prst="rect">
              <a:avLst/>
            </a:prstGeom>
            <a:noFill/>
          </p:spPr>
        </p:pic>
        <p:pic>
          <p:nvPicPr>
            <p:cNvPr id="80" name="Picture 4" descr="C:\Users\btbprovd\Desktop\Untitled-3.png">
              <a:extLst>
                <a:ext uri="{FF2B5EF4-FFF2-40B4-BE49-F238E27FC236}">
                  <a16:creationId xmlns:a16="http://schemas.microsoft.com/office/drawing/2014/main" id="{9DDB44D8-C41D-F4CA-6292-3745CD7ACB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 rot="16200000">
              <a:off x="924267" y="2250349"/>
              <a:ext cx="2591433" cy="206744"/>
            </a:xfrm>
            <a:prstGeom prst="rect">
              <a:avLst/>
            </a:prstGeom>
            <a:noFill/>
          </p:spPr>
        </p:pic>
      </p:grp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F61C66DE-441E-54F4-7AFC-FFA630AB4B2B}"/>
              </a:ext>
            </a:extLst>
          </p:cNvPr>
          <p:cNvSpPr/>
          <p:nvPr/>
        </p:nvSpPr>
        <p:spPr>
          <a:xfrm>
            <a:off x="1358662" y="4961385"/>
            <a:ext cx="412063" cy="425599"/>
          </a:xfrm>
          <a:prstGeom prst="roundRect">
            <a:avLst/>
          </a:prstGeom>
          <a:noFill/>
          <a:ln w="19050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82" name="연결선: 꺾임 81">
            <a:extLst>
              <a:ext uri="{FF2B5EF4-FFF2-40B4-BE49-F238E27FC236}">
                <a16:creationId xmlns:a16="http://schemas.microsoft.com/office/drawing/2014/main" id="{8A137B34-3D29-D51D-74F3-23D220520B71}"/>
              </a:ext>
            </a:extLst>
          </p:cNvPr>
          <p:cNvCxnSpPr>
            <a:cxnSpLocks/>
            <a:stCxn id="81" idx="0"/>
            <a:endCxn id="5" idx="1"/>
          </p:cNvCxnSpPr>
          <p:nvPr/>
        </p:nvCxnSpPr>
        <p:spPr>
          <a:xfrm rot="5400000" flipH="1" flipV="1">
            <a:off x="1975733" y="3395832"/>
            <a:ext cx="1154515" cy="1976592"/>
          </a:xfrm>
          <a:prstGeom prst="bentConnector2">
            <a:avLst/>
          </a:prstGeom>
          <a:ln>
            <a:solidFill>
              <a:srgbClr val="FF0000"/>
            </a:solidFill>
            <a:prstDash val="solid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4" name="Group 323">
            <a:extLst>
              <a:ext uri="{FF2B5EF4-FFF2-40B4-BE49-F238E27FC236}">
                <a16:creationId xmlns:a16="http://schemas.microsoft.com/office/drawing/2014/main" id="{D31B0F3D-9DC1-FEF0-5B3F-9206FBA68D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2412257"/>
              </p:ext>
            </p:extLst>
          </p:nvPr>
        </p:nvGraphicFramePr>
        <p:xfrm>
          <a:off x="9625013" y="575703"/>
          <a:ext cx="2519969" cy="5760720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투표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투표 설정 창 오픈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버튼 아이콘은 투표 진행 상태에 따라 버튼에 정보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1-1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투표 진행 중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진행 중인 아이콘으로 변경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 투표의 남은 시간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1-2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투표 정지 중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정지 중인 아이콘으로 변경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1-3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투표 예약 중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투표 시작 예약을 설정했을 경우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시작 시간이 되어 투표가 시작되면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투표 진행 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’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상태로 변경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투표 창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자석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압정 기능 적용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가로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세로 크기 자유롭게 조절 가능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프리셋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설정 메뉴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크리에이터 페이지의 투표 위젯 메뉴에서 저장한 투표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프리셋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저장된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프리셋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클릭 시 하단에 저장된 내용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투표 항목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디폴트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[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항목 추가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버튼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클릭시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한 개씩 추가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투표 항목은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개까지 설정 가능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4-1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항목 추가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버튼 클릭 시 투표 항목 추가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X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클릭 시 해당 항목 삭제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투표 예약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on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할 경우 현재 시각보다 미래 시각일 경우에만 투표 시작 가능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투표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숫자만 입력 가능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4616775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투표 금액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숫자만 입력 가능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1450821"/>
                  </a:ext>
                </a:extLst>
              </a:tr>
            </a:tbl>
          </a:graphicData>
        </a:graphic>
      </p:graphicFrame>
      <p:grpSp>
        <p:nvGrpSpPr>
          <p:cNvPr id="85" name="그룹 84">
            <a:extLst>
              <a:ext uri="{FF2B5EF4-FFF2-40B4-BE49-F238E27FC236}">
                <a16:creationId xmlns:a16="http://schemas.microsoft.com/office/drawing/2014/main" id="{AA9C771C-D17F-0848-978E-79263FCAA438}"/>
              </a:ext>
            </a:extLst>
          </p:cNvPr>
          <p:cNvGrpSpPr/>
          <p:nvPr/>
        </p:nvGrpSpPr>
        <p:grpSpPr>
          <a:xfrm>
            <a:off x="273700" y="5697253"/>
            <a:ext cx="2923001" cy="1083164"/>
            <a:chOff x="4377255" y="4654040"/>
            <a:chExt cx="2923001" cy="1083164"/>
          </a:xfrm>
        </p:grpSpPr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D543FFCF-FC6C-E9B8-6909-AD94721AC0C1}"/>
                </a:ext>
              </a:extLst>
            </p:cNvPr>
            <p:cNvSpPr/>
            <p:nvPr/>
          </p:nvSpPr>
          <p:spPr>
            <a:xfrm>
              <a:off x="4377255" y="4654040"/>
              <a:ext cx="2923001" cy="1083164"/>
            </a:xfrm>
            <a:prstGeom prst="rect">
              <a:avLst/>
            </a:prstGeom>
            <a:solidFill>
              <a:srgbClr val="FEF6F0"/>
            </a:solidFill>
            <a:ln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lang="ko-KR" altLang="en-US" sz="800" b="1" dirty="0">
                  <a:solidFill>
                    <a:schemeClr val="tx1"/>
                  </a:solidFill>
                </a:rPr>
                <a:t>투표 아이콘 상태 변경</a:t>
              </a:r>
            </a:p>
          </p:txBody>
        </p:sp>
        <p:grpSp>
          <p:nvGrpSpPr>
            <p:cNvPr id="87" name="그룹 86">
              <a:extLst>
                <a:ext uri="{FF2B5EF4-FFF2-40B4-BE49-F238E27FC236}">
                  <a16:creationId xmlns:a16="http://schemas.microsoft.com/office/drawing/2014/main" id="{3D58EAD6-A332-2426-95B1-C2BAED646456}"/>
                </a:ext>
              </a:extLst>
            </p:cNvPr>
            <p:cNvGrpSpPr/>
            <p:nvPr/>
          </p:nvGrpSpPr>
          <p:grpSpPr>
            <a:xfrm>
              <a:off x="4626784" y="4913016"/>
              <a:ext cx="710120" cy="796526"/>
              <a:chOff x="182829" y="2003007"/>
              <a:chExt cx="710120" cy="796526"/>
            </a:xfrm>
          </p:grpSpPr>
          <p:sp>
            <p:nvSpPr>
              <p:cNvPr id="94" name="Google Shape;909;p24">
                <a:extLst>
                  <a:ext uri="{FF2B5EF4-FFF2-40B4-BE49-F238E27FC236}">
                    <a16:creationId xmlns:a16="http://schemas.microsoft.com/office/drawing/2014/main" id="{D75F966E-FDAB-6A63-8403-371AA3C8FDD6}"/>
                  </a:ext>
                </a:extLst>
              </p:cNvPr>
              <p:cNvSpPr/>
              <p:nvPr/>
            </p:nvSpPr>
            <p:spPr>
              <a:xfrm>
                <a:off x="182829" y="2003007"/>
                <a:ext cx="710120" cy="394033"/>
              </a:xfrm>
              <a:prstGeom prst="wedgeRoundRectCallout">
                <a:avLst>
                  <a:gd name="adj1" fmla="val -25469"/>
                  <a:gd name="adj2" fmla="val 61056"/>
                  <a:gd name="adj3" fmla="val 16667"/>
                </a:avLst>
              </a:prstGeom>
              <a:solidFill>
                <a:srgbClr val="C00000"/>
              </a:solidFill>
              <a:ln w="9525" cap="flat" cmpd="sng">
                <a:solidFill>
                  <a:srgbClr val="C00000"/>
                </a:solidFill>
                <a:prstDash val="solid"/>
                <a:round/>
                <a:headEnd type="none" w="sm" len="sm"/>
                <a:tailEnd type="none" w="sm" len="sm"/>
              </a:ln>
              <a:effectLst>
                <a:outerShdw dist="38100" dir="2700026" rotWithShape="0">
                  <a:srgbClr val="7F7F7F">
                    <a:alpha val="40000"/>
                  </a:srgbClr>
                </a:outerShdw>
              </a:effectLst>
            </p:spPr>
            <p:txBody>
              <a:bodyPr spcFirstLastPara="1" wrap="none" lIns="61650" tIns="27725" rIns="61650" bIns="277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Quattrocento Sans"/>
                    <a:sym typeface="Quattrocento Sans"/>
                  </a:rPr>
                  <a:t>투표 진행 중</a:t>
                </a:r>
                <a:endParaRPr kumimoji="0" lang="ko-KR" alt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cs typeface="Arial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248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8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Quattrocento Sans"/>
                    <a:ea typeface="Quattrocento Sans"/>
                    <a:cs typeface="Quattrocento Sans"/>
                    <a:sym typeface="Quattrocento Sans"/>
                  </a:rPr>
                  <a:t>- 01:03:00</a:t>
                </a:r>
                <a:endParaRPr kumimoji="0" lang="ko-KR" alt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" name="사각형: 둥근 모서리 94">
                <a:extLst>
                  <a:ext uri="{FF2B5EF4-FFF2-40B4-BE49-F238E27FC236}">
                    <a16:creationId xmlns:a16="http://schemas.microsoft.com/office/drawing/2014/main" id="{F85793AA-E1C1-75E9-D3BD-ECCB0D2104BD}"/>
                  </a:ext>
                </a:extLst>
              </p:cNvPr>
              <p:cNvSpPr/>
              <p:nvPr/>
            </p:nvSpPr>
            <p:spPr>
              <a:xfrm>
                <a:off x="182829" y="2452031"/>
                <a:ext cx="347502" cy="347502"/>
              </a:xfrm>
              <a:prstGeom prst="roundRect">
                <a:avLst>
                  <a:gd name="adj" fmla="val 24205"/>
                </a:avLst>
              </a:prstGeom>
              <a:solidFill>
                <a:srgbClr val="DAB4B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r>
                  <a:rPr lang="ko-KR" altLang="en-US" sz="800" b="1" dirty="0">
                    <a:solidFill>
                      <a:schemeClr val="tx1"/>
                    </a:solidFill>
                  </a:rPr>
                  <a:t>진행</a:t>
                </a:r>
                <a:endParaRPr lang="en-US" altLang="ko-KR" sz="800" b="1" dirty="0">
                  <a:solidFill>
                    <a:schemeClr val="tx1"/>
                  </a:solidFill>
                </a:endParaRPr>
              </a:p>
              <a:p>
                <a:pPr algn="ctr"/>
                <a:r>
                  <a:rPr lang="ko-KR" altLang="en-US" sz="800" b="1" dirty="0">
                    <a:solidFill>
                      <a:schemeClr val="tx1"/>
                    </a:solidFill>
                  </a:rPr>
                  <a:t>중</a:t>
                </a:r>
              </a:p>
            </p:txBody>
          </p:sp>
        </p:grpSp>
        <p:grpSp>
          <p:nvGrpSpPr>
            <p:cNvPr id="88" name="그룹 87">
              <a:extLst>
                <a:ext uri="{FF2B5EF4-FFF2-40B4-BE49-F238E27FC236}">
                  <a16:creationId xmlns:a16="http://schemas.microsoft.com/office/drawing/2014/main" id="{F45A0D88-F0A8-75FA-1762-5C996E5444E8}"/>
                </a:ext>
              </a:extLst>
            </p:cNvPr>
            <p:cNvGrpSpPr/>
            <p:nvPr/>
          </p:nvGrpSpPr>
          <p:grpSpPr>
            <a:xfrm>
              <a:off x="5577984" y="4914550"/>
              <a:ext cx="697135" cy="794992"/>
              <a:chOff x="182829" y="2656874"/>
              <a:chExt cx="697135" cy="794992"/>
            </a:xfrm>
          </p:grpSpPr>
          <p:sp>
            <p:nvSpPr>
              <p:cNvPr id="92" name="Google Shape;909;p24">
                <a:extLst>
                  <a:ext uri="{FF2B5EF4-FFF2-40B4-BE49-F238E27FC236}">
                    <a16:creationId xmlns:a16="http://schemas.microsoft.com/office/drawing/2014/main" id="{46A8B355-30C5-0A99-2E5D-DF1D79C22AB6}"/>
                  </a:ext>
                </a:extLst>
              </p:cNvPr>
              <p:cNvSpPr/>
              <p:nvPr/>
            </p:nvSpPr>
            <p:spPr>
              <a:xfrm>
                <a:off x="182829" y="2656874"/>
                <a:ext cx="697135" cy="394033"/>
              </a:xfrm>
              <a:prstGeom prst="wedgeRoundRectCallout">
                <a:avLst>
                  <a:gd name="adj1" fmla="val -23549"/>
                  <a:gd name="adj2" fmla="val 61056"/>
                  <a:gd name="adj3" fmla="val 16667"/>
                </a:avLst>
              </a:prstGeom>
              <a:solidFill>
                <a:schemeClr val="accent5">
                  <a:lumMod val="75000"/>
                </a:schemeClr>
              </a:solidFill>
              <a:ln w="9525" cap="flat" cmpd="sng">
                <a:solidFill>
                  <a:schemeClr val="accent5">
                    <a:lumMod val="75000"/>
                  </a:schemeClr>
                </a:solidFill>
                <a:prstDash val="solid"/>
                <a:round/>
                <a:headEnd type="none" w="sm" len="sm"/>
                <a:tailEnd type="none" w="sm" len="sm"/>
              </a:ln>
              <a:effectLst>
                <a:outerShdw dist="38100" dir="2700026" rotWithShape="0">
                  <a:srgbClr val="7F7F7F">
                    <a:alpha val="40000"/>
                  </a:srgbClr>
                </a:outerShdw>
              </a:effectLst>
            </p:spPr>
            <p:txBody>
              <a:bodyPr spcFirstLastPara="1" wrap="none" lIns="61650" tIns="27725" rIns="61650" bIns="277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Quattrocento Sans"/>
                    <a:sym typeface="Quattrocento Sans"/>
                  </a:rPr>
                  <a:t>투표</a:t>
                </a:r>
                <a:r>
                  <a:rPr kumimoji="0" lang="en-US" altLang="ko-KR" sz="800" b="1" kern="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  <a:cs typeface="Quattrocento Sans"/>
                    <a:sym typeface="Quattrocento Sans"/>
                  </a:rPr>
                  <a:t> </a:t>
                </a:r>
                <a:r>
                  <a:rPr kumimoji="0" lang="ko-KR" altLang="en-US" sz="8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Quattrocento Sans"/>
                    <a:sym typeface="Quattrocento Sans"/>
                  </a:rPr>
                  <a:t>정지 중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cs typeface="Arial"/>
                  <a:sym typeface="Arial"/>
                </a:endParaRPr>
              </a:p>
            </p:txBody>
          </p:sp>
          <p:sp>
            <p:nvSpPr>
              <p:cNvPr id="93" name="사각형: 둥근 모서리 92">
                <a:extLst>
                  <a:ext uri="{FF2B5EF4-FFF2-40B4-BE49-F238E27FC236}">
                    <a16:creationId xmlns:a16="http://schemas.microsoft.com/office/drawing/2014/main" id="{0F2498C3-A792-61A3-7D99-C521B06954BC}"/>
                  </a:ext>
                </a:extLst>
              </p:cNvPr>
              <p:cNvSpPr/>
              <p:nvPr/>
            </p:nvSpPr>
            <p:spPr>
              <a:xfrm>
                <a:off x="182829" y="3104364"/>
                <a:ext cx="347502" cy="347502"/>
              </a:xfrm>
              <a:prstGeom prst="roundRect">
                <a:avLst>
                  <a:gd name="adj" fmla="val 24205"/>
                </a:avLst>
              </a:prstGeom>
              <a:solidFill>
                <a:srgbClr val="B2D3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r>
                  <a:rPr lang="ko-KR" altLang="en-US" sz="800" b="1" dirty="0">
                    <a:solidFill>
                      <a:schemeClr val="tx1"/>
                    </a:solidFill>
                  </a:rPr>
                  <a:t>정지</a:t>
                </a:r>
                <a:endParaRPr lang="en-US" altLang="ko-KR" sz="800" b="1" dirty="0">
                  <a:solidFill>
                    <a:schemeClr val="tx1"/>
                  </a:solidFill>
                </a:endParaRPr>
              </a:p>
              <a:p>
                <a:pPr algn="ctr"/>
                <a:r>
                  <a:rPr lang="ko-KR" altLang="en-US" sz="800" b="1" dirty="0">
                    <a:solidFill>
                      <a:schemeClr val="tx1"/>
                    </a:solidFill>
                  </a:rPr>
                  <a:t>중</a:t>
                </a:r>
              </a:p>
            </p:txBody>
          </p:sp>
        </p:grpSp>
        <p:grpSp>
          <p:nvGrpSpPr>
            <p:cNvPr id="89" name="그룹 88">
              <a:extLst>
                <a:ext uri="{FF2B5EF4-FFF2-40B4-BE49-F238E27FC236}">
                  <a16:creationId xmlns:a16="http://schemas.microsoft.com/office/drawing/2014/main" id="{8AE2FF65-FADA-A1CF-3D4C-634CCCBAC888}"/>
                </a:ext>
              </a:extLst>
            </p:cNvPr>
            <p:cNvGrpSpPr/>
            <p:nvPr/>
          </p:nvGrpSpPr>
          <p:grpSpPr>
            <a:xfrm>
              <a:off x="6459764" y="4913016"/>
              <a:ext cx="710120" cy="796525"/>
              <a:chOff x="182829" y="3302335"/>
              <a:chExt cx="710120" cy="796525"/>
            </a:xfrm>
          </p:grpSpPr>
          <p:sp>
            <p:nvSpPr>
              <p:cNvPr id="90" name="Google Shape;909;p24">
                <a:extLst>
                  <a:ext uri="{FF2B5EF4-FFF2-40B4-BE49-F238E27FC236}">
                    <a16:creationId xmlns:a16="http://schemas.microsoft.com/office/drawing/2014/main" id="{7295AC97-AE3E-45F2-E555-454DFEE6D106}"/>
                  </a:ext>
                </a:extLst>
              </p:cNvPr>
              <p:cNvSpPr/>
              <p:nvPr/>
            </p:nvSpPr>
            <p:spPr>
              <a:xfrm>
                <a:off x="182829" y="3302335"/>
                <a:ext cx="710120" cy="394033"/>
              </a:xfrm>
              <a:prstGeom prst="wedgeRoundRectCallout">
                <a:avLst>
                  <a:gd name="adj1" fmla="val -25470"/>
                  <a:gd name="adj2" fmla="val 61056"/>
                  <a:gd name="adj3" fmla="val 16667"/>
                </a:avLst>
              </a:prstGeom>
              <a:solidFill>
                <a:schemeClr val="bg2">
                  <a:lumMod val="25000"/>
                </a:schemeClr>
              </a:solidFill>
              <a:ln w="9525" cap="flat" cmpd="sng">
                <a:solidFill>
                  <a:schemeClr val="bg2">
                    <a:lumMod val="25000"/>
                  </a:schemeClr>
                </a:solidFill>
                <a:prstDash val="solid"/>
                <a:round/>
                <a:headEnd type="none" w="sm" len="sm"/>
                <a:tailEnd type="none" w="sm" len="sm"/>
              </a:ln>
              <a:effectLst>
                <a:outerShdw dist="38100" dir="2700026" rotWithShape="0">
                  <a:srgbClr val="7F7F7F">
                    <a:alpha val="40000"/>
                  </a:srgbClr>
                </a:outerShdw>
              </a:effectLst>
            </p:spPr>
            <p:txBody>
              <a:bodyPr spcFirstLastPara="1" wrap="none" lIns="61650" tIns="27725" rIns="61650" bIns="277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Quattrocento Sans"/>
                    <a:sym typeface="Quattrocento Sans"/>
                  </a:rPr>
                  <a:t>예약 대기 중</a:t>
                </a:r>
                <a:endPara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Quattrocento Sans"/>
                  <a:sym typeface="Quattrocento San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8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Quattrocento Sans"/>
                    <a:ea typeface="Quattrocento Sans"/>
                    <a:cs typeface="Quattrocento Sans"/>
                    <a:sym typeface="Quattrocento Sans"/>
                  </a:rPr>
                  <a:t>- 01:03:00</a:t>
                </a:r>
                <a:endPara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Quattrocento Sans"/>
                  <a:sym typeface="Quattrocento Sans"/>
                </a:endParaRPr>
              </a:p>
            </p:txBody>
          </p:sp>
          <p:sp>
            <p:nvSpPr>
              <p:cNvPr id="91" name="사각형: 둥근 모서리 90">
                <a:extLst>
                  <a:ext uri="{FF2B5EF4-FFF2-40B4-BE49-F238E27FC236}">
                    <a16:creationId xmlns:a16="http://schemas.microsoft.com/office/drawing/2014/main" id="{01DDA3E0-A80B-41F5-D3C3-0F16ABFE72DD}"/>
                  </a:ext>
                </a:extLst>
              </p:cNvPr>
              <p:cNvSpPr/>
              <p:nvPr/>
            </p:nvSpPr>
            <p:spPr>
              <a:xfrm>
                <a:off x="182829" y="3751358"/>
                <a:ext cx="347502" cy="347502"/>
              </a:xfrm>
              <a:prstGeom prst="roundRect">
                <a:avLst>
                  <a:gd name="adj" fmla="val 24205"/>
                </a:avLst>
              </a:prstGeom>
              <a:solidFill>
                <a:schemeClr val="bg2">
                  <a:lumMod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r>
                  <a:rPr lang="ko-KR" altLang="en-US" sz="800" b="1" dirty="0">
                    <a:solidFill>
                      <a:schemeClr val="bg1"/>
                    </a:solidFill>
                  </a:rPr>
                  <a:t>예약</a:t>
                </a:r>
                <a:endParaRPr lang="en-US" altLang="ko-KR" sz="800" b="1" dirty="0">
                  <a:solidFill>
                    <a:schemeClr val="bg1"/>
                  </a:solidFill>
                </a:endParaRPr>
              </a:p>
              <a:p>
                <a:pPr algn="ctr"/>
                <a:r>
                  <a:rPr lang="ko-KR" altLang="en-US" sz="800" b="1" dirty="0">
                    <a:solidFill>
                      <a:schemeClr val="bg1"/>
                    </a:solidFill>
                  </a:rPr>
                  <a:t>중</a:t>
                </a:r>
              </a:p>
            </p:txBody>
          </p:sp>
        </p:grpSp>
      </p:grpSp>
      <p:sp>
        <p:nvSpPr>
          <p:cNvPr id="83" name="타원 82">
            <a:extLst>
              <a:ext uri="{FF2B5EF4-FFF2-40B4-BE49-F238E27FC236}">
                <a16:creationId xmlns:a16="http://schemas.microsoft.com/office/drawing/2014/main" id="{7EEABCD7-0FA2-12FB-08FD-883A729E59C7}"/>
              </a:ext>
            </a:extLst>
          </p:cNvPr>
          <p:cNvSpPr/>
          <p:nvPr/>
        </p:nvSpPr>
        <p:spPr>
          <a:xfrm>
            <a:off x="4212421" y="5964155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4-1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96" name="연결선: 꺾임 95">
            <a:extLst>
              <a:ext uri="{FF2B5EF4-FFF2-40B4-BE49-F238E27FC236}">
                <a16:creationId xmlns:a16="http://schemas.microsoft.com/office/drawing/2014/main" id="{50DBA87D-40A5-6422-956A-0A28D47A6CF4}"/>
              </a:ext>
            </a:extLst>
          </p:cNvPr>
          <p:cNvCxnSpPr>
            <a:cxnSpLocks/>
            <a:stCxn id="46" idx="3"/>
          </p:cNvCxnSpPr>
          <p:nvPr/>
        </p:nvCxnSpPr>
        <p:spPr>
          <a:xfrm flipV="1">
            <a:off x="5103020" y="5899717"/>
            <a:ext cx="385933" cy="118119"/>
          </a:xfrm>
          <a:prstGeom prst="bentConnector3">
            <a:avLst>
              <a:gd name="adj1" fmla="val 99263"/>
            </a:avLst>
          </a:prstGeom>
          <a:ln>
            <a:solidFill>
              <a:srgbClr val="FF0000"/>
            </a:solidFill>
            <a:prstDash val="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1" name="그림 100">
            <a:extLst>
              <a:ext uri="{FF2B5EF4-FFF2-40B4-BE49-F238E27FC236}">
                <a16:creationId xmlns:a16="http://schemas.microsoft.com/office/drawing/2014/main" id="{7186907B-1A34-74AE-3EE3-007BECB82CF0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640688" y="1285108"/>
            <a:ext cx="396274" cy="11583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</p:spPr>
      </p:pic>
    </p:spTree>
    <p:extLst>
      <p:ext uri="{BB962C8B-B14F-4D97-AF65-F5344CB8AC3E}">
        <p14:creationId xmlns:p14="http://schemas.microsoft.com/office/powerpoint/2010/main" val="3273898169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C578E8C1-43B7-B8CC-F1E1-0A48780D7319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투표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0080E7C2-E5B5-D4E3-74B0-D4AC787A6C2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기타 위젯 </a:t>
            </a:r>
            <a:r>
              <a:rPr lang="en-US" altLang="ko-KR" dirty="0"/>
              <a:t>&gt; </a:t>
            </a:r>
            <a:r>
              <a:rPr lang="ko-KR" altLang="en-US" dirty="0"/>
              <a:t>투표</a:t>
            </a:r>
          </a:p>
        </p:txBody>
      </p:sp>
      <p:sp>
        <p:nvSpPr>
          <p:cNvPr id="114" name="Google Shape;1301;p29">
            <a:extLst>
              <a:ext uri="{FF2B5EF4-FFF2-40B4-BE49-F238E27FC236}">
                <a16:creationId xmlns:a16="http://schemas.microsoft.com/office/drawing/2014/main" id="{C3567215-0D9C-3E84-A29D-536F5317CD53}"/>
              </a:ext>
            </a:extLst>
          </p:cNvPr>
          <p:cNvSpPr/>
          <p:nvPr/>
        </p:nvSpPr>
        <p:spPr>
          <a:xfrm>
            <a:off x="507966" y="1231047"/>
            <a:ext cx="2566556" cy="5004557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54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투표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117" name="Google Shape;1198;p27">
            <a:extLst>
              <a:ext uri="{FF2B5EF4-FFF2-40B4-BE49-F238E27FC236}">
                <a16:creationId xmlns:a16="http://schemas.microsoft.com/office/drawing/2014/main" id="{4146334E-9388-919D-3AC3-1EB25559BAA3}"/>
              </a:ext>
            </a:extLst>
          </p:cNvPr>
          <p:cNvSpPr/>
          <p:nvPr/>
        </p:nvSpPr>
        <p:spPr>
          <a:xfrm>
            <a:off x="557645" y="1437445"/>
            <a:ext cx="2470586" cy="4739032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" name="사각형: 둥근 모서리 117">
            <a:extLst>
              <a:ext uri="{FF2B5EF4-FFF2-40B4-BE49-F238E27FC236}">
                <a16:creationId xmlns:a16="http://schemas.microsoft.com/office/drawing/2014/main" id="{FBD6E913-82A2-00D4-824D-C60FA4B7C603}"/>
              </a:ext>
            </a:extLst>
          </p:cNvPr>
          <p:cNvSpPr/>
          <p:nvPr/>
        </p:nvSpPr>
        <p:spPr>
          <a:xfrm>
            <a:off x="636865" y="4160809"/>
            <a:ext cx="2320726" cy="960379"/>
          </a:xfrm>
          <a:prstGeom prst="roundRect">
            <a:avLst>
              <a:gd name="adj" fmla="val 3221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r>
              <a:rPr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투표 시작 예약</a:t>
            </a:r>
          </a:p>
        </p:txBody>
      </p:sp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EE873E46-5E78-997A-24AA-7D839CDD1599}"/>
              </a:ext>
            </a:extLst>
          </p:cNvPr>
          <p:cNvGrpSpPr/>
          <p:nvPr/>
        </p:nvGrpSpPr>
        <p:grpSpPr>
          <a:xfrm>
            <a:off x="2405237" y="4238410"/>
            <a:ext cx="358458" cy="167378"/>
            <a:chOff x="2904113" y="2098954"/>
            <a:chExt cx="293721" cy="137151"/>
          </a:xfrm>
        </p:grpSpPr>
        <p:sp>
          <p:nvSpPr>
            <p:cNvPr id="120" name="사각형: 둥근 모서리 119">
              <a:extLst>
                <a:ext uri="{FF2B5EF4-FFF2-40B4-BE49-F238E27FC236}">
                  <a16:creationId xmlns:a16="http://schemas.microsoft.com/office/drawing/2014/main" id="{649F3EE9-3377-7246-7971-8C08D9197B33}"/>
                </a:ext>
              </a:extLst>
            </p:cNvPr>
            <p:cNvSpPr/>
            <p:nvPr/>
          </p:nvSpPr>
          <p:spPr>
            <a:xfrm>
              <a:off x="2916852" y="2098954"/>
              <a:ext cx="280982" cy="13715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r"/>
              <a:r>
                <a:rPr lang="en-US" altLang="ko-KR" sz="7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OFF</a:t>
              </a:r>
              <a:endParaRPr lang="ko-KR" altLang="en-US" sz="7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" name="타원 120">
              <a:extLst>
                <a:ext uri="{FF2B5EF4-FFF2-40B4-BE49-F238E27FC236}">
                  <a16:creationId xmlns:a16="http://schemas.microsoft.com/office/drawing/2014/main" id="{FC889DC4-E3D6-A933-A282-0BB23FF63FF0}"/>
                </a:ext>
              </a:extLst>
            </p:cNvPr>
            <p:cNvSpPr/>
            <p:nvPr/>
          </p:nvSpPr>
          <p:spPr>
            <a:xfrm>
              <a:off x="2904113" y="2098955"/>
              <a:ext cx="137150" cy="13715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22" name="사각형: 둥근 모서리 121">
            <a:extLst>
              <a:ext uri="{FF2B5EF4-FFF2-40B4-BE49-F238E27FC236}">
                <a16:creationId xmlns:a16="http://schemas.microsoft.com/office/drawing/2014/main" id="{FE2530BF-AA0B-8D32-FEBF-36F60ACC0CB4}"/>
              </a:ext>
            </a:extLst>
          </p:cNvPr>
          <p:cNvSpPr/>
          <p:nvPr/>
        </p:nvSpPr>
        <p:spPr>
          <a:xfrm>
            <a:off x="703047" y="4513550"/>
            <a:ext cx="2188361" cy="285064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30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연도</a:t>
            </a:r>
            <a:r>
              <a:rPr kumimoji="1" lang="en-US" altLang="ko-KR" sz="800" b="1" i="0" u="none" strike="noStrike" kern="1200" cap="none" spc="30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-</a:t>
            </a:r>
            <a:r>
              <a:rPr kumimoji="1" lang="ko-KR" altLang="en-US" sz="800" b="1" i="0" u="none" strike="noStrike" kern="1200" cap="none" spc="30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월</a:t>
            </a:r>
            <a:r>
              <a:rPr kumimoji="1" lang="en-US" altLang="ko-KR" sz="800" b="1" i="0" u="none" strike="noStrike" kern="1200" cap="none" spc="30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-</a:t>
            </a:r>
            <a:r>
              <a:rPr kumimoji="1" lang="ko-KR" altLang="en-US" sz="800" b="1" i="0" u="none" strike="noStrike" kern="1200" cap="none" spc="30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일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489B09D1-73B1-4202-8468-39AC589F5A17}"/>
              </a:ext>
            </a:extLst>
          </p:cNvPr>
          <p:cNvSpPr txBox="1"/>
          <p:nvPr/>
        </p:nvSpPr>
        <p:spPr>
          <a:xfrm>
            <a:off x="670396" y="4792015"/>
            <a:ext cx="232723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투표 시작 예약을 하지 않고 투표 시작 버튼을 누르면 바로 투표가 시작됩니다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0EF478B0-8A12-3E6C-1D6F-7242D35075D8}"/>
              </a:ext>
            </a:extLst>
          </p:cNvPr>
          <p:cNvCxnSpPr/>
          <p:nvPr/>
        </p:nvCxnSpPr>
        <p:spPr>
          <a:xfrm>
            <a:off x="623086" y="5197920"/>
            <a:ext cx="2325472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5" name="TextBox 124">
            <a:extLst>
              <a:ext uri="{FF2B5EF4-FFF2-40B4-BE49-F238E27FC236}">
                <a16:creationId xmlns:a16="http://schemas.microsoft.com/office/drawing/2014/main" id="{493F1172-4A77-12B0-AA0B-22377E810132}"/>
              </a:ext>
            </a:extLst>
          </p:cNvPr>
          <p:cNvSpPr txBox="1"/>
          <p:nvPr/>
        </p:nvSpPr>
        <p:spPr>
          <a:xfrm>
            <a:off x="599223" y="5246040"/>
            <a:ext cx="240245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투표사용하기가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OFF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인 경우 투표가 시작되지 않습니다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크리에이터 페이지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위젯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투표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sz="700" dirty="0" err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투표위젯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설정에서 투표 사용하기가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ON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상태이고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하단의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투표 시작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버튼을 누르면 투표가 시작됩니다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2776AAF1-9017-5E25-67A7-0B2AE657ABAE}"/>
              </a:ext>
            </a:extLst>
          </p:cNvPr>
          <p:cNvSpPr/>
          <p:nvPr/>
        </p:nvSpPr>
        <p:spPr bwMode="auto">
          <a:xfrm>
            <a:off x="634241" y="5780869"/>
            <a:ext cx="2323349" cy="321146"/>
          </a:xfrm>
          <a:prstGeom prst="roundRect">
            <a:avLst>
              <a:gd name="adj" fmla="val 12712"/>
            </a:avLst>
          </a:prstGeom>
          <a:solidFill>
            <a:srgbClr val="529EFF"/>
          </a:solidFill>
          <a:ln w="12700">
            <a:noFill/>
            <a:prstDash val="dash"/>
            <a:miter lim="800000"/>
            <a:headEnd/>
            <a:tailEnd/>
          </a:ln>
        </p:spPr>
        <p:txBody>
          <a:bodyPr wrap="none" rtlCol="0" anchor="ctr"/>
          <a:lstStyle/>
          <a:p>
            <a:pPr algn="ctr"/>
            <a:r>
              <a:rPr lang="ko-KR" altLang="en-US" sz="9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투표 시작</a:t>
            </a:r>
            <a:endParaRPr lang="ko-KR" altLang="en-US" sz="9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36B7E487-4D9E-CEF8-AD5B-143888306372}"/>
              </a:ext>
            </a:extLst>
          </p:cNvPr>
          <p:cNvSpPr txBox="1"/>
          <p:nvPr/>
        </p:nvSpPr>
        <p:spPr>
          <a:xfrm>
            <a:off x="1722546" y="4554663"/>
            <a:ext cx="1171124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b="1" spc="3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--</a:t>
            </a:r>
            <a:r>
              <a:rPr lang="ko-KR" altLang="en-US" sz="800" b="1" spc="3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시</a:t>
            </a:r>
            <a:r>
              <a:rPr lang="en-US" altLang="ko-KR" sz="800" b="1" spc="3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--</a:t>
            </a:r>
            <a:r>
              <a:rPr lang="ko-KR" altLang="en-US" sz="800" b="1" spc="3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분</a:t>
            </a:r>
            <a:r>
              <a:rPr lang="en-US" altLang="ko-KR" sz="800" b="1" spc="3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--</a:t>
            </a:r>
            <a:r>
              <a:rPr lang="ko-KR" altLang="en-US" sz="800" b="1" spc="3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초</a:t>
            </a:r>
            <a:endParaRPr kumimoji="1" lang="ko-KR" altLang="en-US" sz="800" b="1" i="0" u="none" strike="noStrike" kern="1200" cap="none" spc="30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+mn-ea"/>
              <a:ea typeface="+mn-ea"/>
              <a:cs typeface="+mn-cs"/>
            </a:endParaRPr>
          </a:p>
        </p:txBody>
      </p:sp>
      <p:sp>
        <p:nvSpPr>
          <p:cNvPr id="128" name="사각형: 둥근 모서리 127">
            <a:extLst>
              <a:ext uri="{FF2B5EF4-FFF2-40B4-BE49-F238E27FC236}">
                <a16:creationId xmlns:a16="http://schemas.microsoft.com/office/drawing/2014/main" id="{917338E8-8645-6396-0A41-8D17C3D2458C}"/>
              </a:ext>
            </a:extLst>
          </p:cNvPr>
          <p:cNvSpPr/>
          <p:nvPr/>
        </p:nvSpPr>
        <p:spPr>
          <a:xfrm>
            <a:off x="634241" y="2624381"/>
            <a:ext cx="2320726" cy="1469198"/>
          </a:xfrm>
          <a:prstGeom prst="roundRect">
            <a:avLst>
              <a:gd name="adj" fmla="val 2570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9BE4AAAD-6751-F4B1-30E9-45A4ABE883C1}"/>
              </a:ext>
            </a:extLst>
          </p:cNvPr>
          <p:cNvSpPr txBox="1"/>
          <p:nvPr/>
        </p:nvSpPr>
        <p:spPr>
          <a:xfrm>
            <a:off x="660004" y="2694645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투표 항목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130" name="그룹 129">
            <a:extLst>
              <a:ext uri="{FF2B5EF4-FFF2-40B4-BE49-F238E27FC236}">
                <a16:creationId xmlns:a16="http://schemas.microsoft.com/office/drawing/2014/main" id="{5DE4A3F7-5007-3487-DD01-0A441F6E6D44}"/>
              </a:ext>
            </a:extLst>
          </p:cNvPr>
          <p:cNvGrpSpPr/>
          <p:nvPr/>
        </p:nvGrpSpPr>
        <p:grpSpPr>
          <a:xfrm>
            <a:off x="744284" y="2940890"/>
            <a:ext cx="2086480" cy="928373"/>
            <a:chOff x="8295014" y="4217447"/>
            <a:chExt cx="2086480" cy="928373"/>
          </a:xfrm>
        </p:grpSpPr>
        <p:sp>
          <p:nvSpPr>
            <p:cNvPr id="131" name="사각형: 둥근 모서리 130">
              <a:extLst>
                <a:ext uri="{FF2B5EF4-FFF2-40B4-BE49-F238E27FC236}">
                  <a16:creationId xmlns:a16="http://schemas.microsoft.com/office/drawing/2014/main" id="{EB346C22-662D-9E54-418C-2454BB3E534D}"/>
                </a:ext>
              </a:extLst>
            </p:cNvPr>
            <p:cNvSpPr/>
            <p:nvPr/>
          </p:nvSpPr>
          <p:spPr>
            <a:xfrm>
              <a:off x="8295014" y="4217447"/>
              <a:ext cx="2086480" cy="285064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</a:rPr>
                <a:t>        투표의 내용을 작성해 주세요</a:t>
              </a:r>
              <a:r>
                <a:rPr lang="en-US" altLang="ko-KR" sz="700" b="1" dirty="0">
                  <a:solidFill>
                    <a:schemeClr val="bg1">
                      <a:lumMod val="65000"/>
                    </a:schemeClr>
                  </a:solidFill>
                </a:rPr>
                <a:t>. (10</a:t>
              </a:r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</a:rPr>
                <a:t>자 이내</a:t>
              </a:r>
              <a:r>
                <a:rPr lang="en-US" altLang="ko-KR" sz="700" b="1" dirty="0">
                  <a:solidFill>
                    <a:schemeClr val="bg1">
                      <a:lumMod val="65000"/>
                    </a:schemeClr>
                  </a:solidFill>
                </a:rPr>
                <a:t>)</a:t>
              </a:r>
              <a:endParaRPr lang="ko-KR" altLang="en-US" sz="700" b="1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BEF4CAA0-2993-1635-FA89-63959520249B}"/>
                </a:ext>
              </a:extLst>
            </p:cNvPr>
            <p:cNvSpPr txBox="1"/>
            <p:nvPr/>
          </p:nvSpPr>
          <p:spPr>
            <a:xfrm>
              <a:off x="8328248" y="4255305"/>
              <a:ext cx="25304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ko-KR" sz="800" b="1" dirty="0">
                  <a:solidFill>
                    <a:srgbClr val="0070C0"/>
                  </a:solidFill>
                  <a:latin typeface="+mn-ea"/>
                  <a:ea typeface="+mn-ea"/>
                </a:rPr>
                <a:t>1</a:t>
              </a:r>
              <a:endParaRPr lang="ko-KR" altLang="en-US" sz="800" b="1" dirty="0">
                <a:solidFill>
                  <a:srgbClr val="0070C0"/>
                </a:solidFill>
                <a:latin typeface="+mn-ea"/>
                <a:ea typeface="+mn-ea"/>
              </a:endParaRPr>
            </a:p>
          </p:txBody>
        </p:sp>
        <p:sp>
          <p:nvSpPr>
            <p:cNvPr id="133" name="사각형: 둥근 모서리 132">
              <a:extLst>
                <a:ext uri="{FF2B5EF4-FFF2-40B4-BE49-F238E27FC236}">
                  <a16:creationId xmlns:a16="http://schemas.microsoft.com/office/drawing/2014/main" id="{2F433A54-6027-3C1B-3986-9BA45B4EB311}"/>
                </a:ext>
              </a:extLst>
            </p:cNvPr>
            <p:cNvSpPr/>
            <p:nvPr/>
          </p:nvSpPr>
          <p:spPr>
            <a:xfrm>
              <a:off x="8295014" y="4539101"/>
              <a:ext cx="2086480" cy="285064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</a:rPr>
                <a:t>         투표의 내용을 작성해 주세요</a:t>
              </a:r>
              <a:r>
                <a:rPr lang="en-US" altLang="ko-KR" sz="700" b="1" dirty="0">
                  <a:solidFill>
                    <a:schemeClr val="bg1">
                      <a:lumMod val="65000"/>
                    </a:schemeClr>
                  </a:solidFill>
                </a:rPr>
                <a:t>. (10</a:t>
              </a:r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</a:rPr>
                <a:t>자 이내</a:t>
              </a:r>
              <a:r>
                <a:rPr lang="en-US" altLang="ko-KR" sz="700" b="1" dirty="0">
                  <a:solidFill>
                    <a:schemeClr val="bg1">
                      <a:lumMod val="65000"/>
                    </a:schemeClr>
                  </a:solidFill>
                </a:rPr>
                <a:t>)</a:t>
              </a:r>
              <a:endParaRPr lang="ko-KR" altLang="en-US" sz="700" b="1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04A4F976-1FBF-944E-DD8F-AB9FC0EDFD4D}"/>
                </a:ext>
              </a:extLst>
            </p:cNvPr>
            <p:cNvSpPr txBox="1"/>
            <p:nvPr/>
          </p:nvSpPr>
          <p:spPr>
            <a:xfrm>
              <a:off x="8328248" y="4578353"/>
              <a:ext cx="25304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ko-KR" sz="800" b="1" dirty="0">
                  <a:solidFill>
                    <a:srgbClr val="0070C0"/>
                  </a:solidFill>
                  <a:latin typeface="+mn-ea"/>
                  <a:ea typeface="+mn-ea"/>
                </a:rPr>
                <a:t>2</a:t>
              </a:r>
              <a:endParaRPr lang="ko-KR" altLang="en-US" sz="800" b="1" dirty="0">
                <a:solidFill>
                  <a:srgbClr val="0070C0"/>
                </a:solidFill>
                <a:latin typeface="+mn-ea"/>
                <a:ea typeface="+mn-ea"/>
              </a:endParaRPr>
            </a:p>
          </p:txBody>
        </p:sp>
        <p:sp>
          <p:nvSpPr>
            <p:cNvPr id="135" name="사각형: 둥근 모서리 134">
              <a:extLst>
                <a:ext uri="{FF2B5EF4-FFF2-40B4-BE49-F238E27FC236}">
                  <a16:creationId xmlns:a16="http://schemas.microsoft.com/office/drawing/2014/main" id="{C7F7E089-E1C6-E453-562E-58A9990CF8C9}"/>
                </a:ext>
              </a:extLst>
            </p:cNvPr>
            <p:cNvSpPr/>
            <p:nvPr/>
          </p:nvSpPr>
          <p:spPr>
            <a:xfrm>
              <a:off x="8295014" y="4860756"/>
              <a:ext cx="2086480" cy="285064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</a:rPr>
                <a:t>         투표의 내용을 작성해 주세요</a:t>
              </a:r>
              <a:r>
                <a:rPr lang="en-US" altLang="ko-KR" sz="700" b="1" dirty="0">
                  <a:solidFill>
                    <a:schemeClr val="bg1">
                      <a:lumMod val="65000"/>
                    </a:schemeClr>
                  </a:solidFill>
                </a:rPr>
                <a:t>. (10</a:t>
              </a:r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</a:rPr>
                <a:t>자 이내</a:t>
              </a:r>
              <a:r>
                <a:rPr lang="en-US" altLang="ko-KR" sz="700" b="1" dirty="0">
                  <a:solidFill>
                    <a:schemeClr val="bg1">
                      <a:lumMod val="65000"/>
                    </a:schemeClr>
                  </a:solidFill>
                </a:rPr>
                <a:t>)</a:t>
              </a:r>
              <a:endParaRPr lang="ko-KR" altLang="en-US" sz="700" b="1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2285E639-D97A-6890-387D-40B381739FBE}"/>
                </a:ext>
              </a:extLst>
            </p:cNvPr>
            <p:cNvSpPr txBox="1"/>
            <p:nvPr/>
          </p:nvSpPr>
          <p:spPr>
            <a:xfrm>
              <a:off x="8328248" y="4898614"/>
              <a:ext cx="25304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ko-KR" sz="800" b="1" dirty="0">
                  <a:solidFill>
                    <a:srgbClr val="0070C0"/>
                  </a:solidFill>
                  <a:latin typeface="+mn-ea"/>
                  <a:ea typeface="+mn-ea"/>
                </a:rPr>
                <a:t>3</a:t>
              </a:r>
              <a:endParaRPr lang="ko-KR" altLang="en-US" sz="800" b="1" dirty="0">
                <a:solidFill>
                  <a:srgbClr val="0070C0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137" name="TextBox 136">
            <a:extLst>
              <a:ext uri="{FF2B5EF4-FFF2-40B4-BE49-F238E27FC236}">
                <a16:creationId xmlns:a16="http://schemas.microsoft.com/office/drawing/2014/main" id="{2FAFF28D-700E-335F-3314-F8AD087A48C9}"/>
              </a:ext>
            </a:extLst>
          </p:cNvPr>
          <p:cNvSpPr txBox="1"/>
          <p:nvPr/>
        </p:nvSpPr>
        <p:spPr>
          <a:xfrm>
            <a:off x="1357696" y="3876456"/>
            <a:ext cx="76014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</a:t>
            </a:r>
            <a:r>
              <a:rPr lang="en-US" altLang="ko-KR" sz="8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항목 추가</a:t>
            </a:r>
          </a:p>
        </p:txBody>
      </p:sp>
      <p:sp>
        <p:nvSpPr>
          <p:cNvPr id="139" name="Google Shape;1200;p27">
            <a:extLst>
              <a:ext uri="{FF2B5EF4-FFF2-40B4-BE49-F238E27FC236}">
                <a16:creationId xmlns:a16="http://schemas.microsoft.com/office/drawing/2014/main" id="{5C74172E-F29A-38BB-00E7-AC4414A94CAE}"/>
              </a:ext>
            </a:extLst>
          </p:cNvPr>
          <p:cNvSpPr/>
          <p:nvPr/>
        </p:nvSpPr>
        <p:spPr>
          <a:xfrm>
            <a:off x="2701211" y="3686606"/>
            <a:ext cx="87937" cy="93600"/>
          </a:xfrm>
          <a:custGeom>
            <a:avLst/>
            <a:gdLst/>
            <a:ahLst/>
            <a:cxnLst/>
            <a:rect l="l" t="t" r="r" b="b"/>
            <a:pathLst>
              <a:path w="246" h="241" extrusionOk="0">
                <a:moveTo>
                  <a:pt x="12" y="15"/>
                </a:moveTo>
                <a:cubicBezTo>
                  <a:pt x="0" y="26"/>
                  <a:pt x="0" y="45"/>
                  <a:pt x="12" y="56"/>
                </a:cubicBezTo>
                <a:lnTo>
                  <a:pt x="80" y="122"/>
                </a:lnTo>
                <a:lnTo>
                  <a:pt x="12" y="188"/>
                </a:lnTo>
                <a:cubicBezTo>
                  <a:pt x="0" y="199"/>
                  <a:pt x="0" y="218"/>
                  <a:pt x="12" y="229"/>
                </a:cubicBezTo>
                <a:cubicBezTo>
                  <a:pt x="24" y="241"/>
                  <a:pt x="44" y="241"/>
                  <a:pt x="56" y="229"/>
                </a:cubicBezTo>
                <a:lnTo>
                  <a:pt x="123" y="165"/>
                </a:lnTo>
                <a:lnTo>
                  <a:pt x="190" y="229"/>
                </a:lnTo>
                <a:cubicBezTo>
                  <a:pt x="202" y="241"/>
                  <a:pt x="222" y="241"/>
                  <a:pt x="234" y="229"/>
                </a:cubicBezTo>
                <a:cubicBezTo>
                  <a:pt x="246" y="218"/>
                  <a:pt x="246" y="199"/>
                  <a:pt x="234" y="188"/>
                </a:cubicBezTo>
                <a:lnTo>
                  <a:pt x="167" y="122"/>
                </a:lnTo>
                <a:lnTo>
                  <a:pt x="234" y="56"/>
                </a:lnTo>
                <a:cubicBezTo>
                  <a:pt x="246" y="45"/>
                  <a:pt x="246" y="26"/>
                  <a:pt x="234" y="15"/>
                </a:cubicBezTo>
                <a:cubicBezTo>
                  <a:pt x="222" y="3"/>
                  <a:pt x="202" y="3"/>
                  <a:pt x="190" y="15"/>
                </a:cubicBezTo>
                <a:lnTo>
                  <a:pt x="123" y="79"/>
                </a:lnTo>
                <a:lnTo>
                  <a:pt x="56" y="15"/>
                </a:lnTo>
                <a:cubicBezTo>
                  <a:pt x="41" y="0"/>
                  <a:pt x="26" y="3"/>
                  <a:pt x="12" y="15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78300" tIns="39150" rIns="78300" bIns="391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87" name="그림 186">
            <a:extLst>
              <a:ext uri="{FF2B5EF4-FFF2-40B4-BE49-F238E27FC236}">
                <a16:creationId xmlns:a16="http://schemas.microsoft.com/office/drawing/2014/main" id="{9EE17AFF-B161-5F7F-58FC-5AFADDF54DA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3350"/>
          <a:stretch>
            <a:fillRect/>
          </a:stretch>
        </p:blipFill>
        <p:spPr>
          <a:xfrm>
            <a:off x="637578" y="1445328"/>
            <a:ext cx="2326531" cy="1121371"/>
          </a:xfrm>
          <a:prstGeom prst="rect">
            <a:avLst/>
          </a:prstGeom>
        </p:spPr>
      </p:pic>
      <p:sp>
        <p:nvSpPr>
          <p:cNvPr id="189" name="Google Shape;1301;p29">
            <a:extLst>
              <a:ext uri="{FF2B5EF4-FFF2-40B4-BE49-F238E27FC236}">
                <a16:creationId xmlns:a16="http://schemas.microsoft.com/office/drawing/2014/main" id="{044B1083-52E6-B771-071A-1B8C1FA063A8}"/>
              </a:ext>
            </a:extLst>
          </p:cNvPr>
          <p:cNvSpPr/>
          <p:nvPr/>
        </p:nvSpPr>
        <p:spPr>
          <a:xfrm>
            <a:off x="3541286" y="1231047"/>
            <a:ext cx="2566556" cy="5004557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36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투표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192" name="Google Shape;1198;p27">
            <a:extLst>
              <a:ext uri="{FF2B5EF4-FFF2-40B4-BE49-F238E27FC236}">
                <a16:creationId xmlns:a16="http://schemas.microsoft.com/office/drawing/2014/main" id="{59093ED0-A7CD-FCFF-2676-D331BA3C5120}"/>
              </a:ext>
            </a:extLst>
          </p:cNvPr>
          <p:cNvSpPr/>
          <p:nvPr/>
        </p:nvSpPr>
        <p:spPr>
          <a:xfrm>
            <a:off x="3588312" y="1437445"/>
            <a:ext cx="2470586" cy="4739032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3" name="Google Shape;1198;p27">
            <a:extLst>
              <a:ext uri="{FF2B5EF4-FFF2-40B4-BE49-F238E27FC236}">
                <a16:creationId xmlns:a16="http://schemas.microsoft.com/office/drawing/2014/main" id="{22BE65A1-C152-8BB6-6F49-7BE9429C1CD3}"/>
              </a:ext>
            </a:extLst>
          </p:cNvPr>
          <p:cNvSpPr/>
          <p:nvPr/>
        </p:nvSpPr>
        <p:spPr>
          <a:xfrm>
            <a:off x="3592114" y="1435539"/>
            <a:ext cx="2470586" cy="4740938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endParaRPr sz="1200" b="1" dirty="0">
              <a:solidFill>
                <a:srgbClr val="262626"/>
              </a:solidFill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194" name="사각형: 둥근 모서리 193">
            <a:extLst>
              <a:ext uri="{FF2B5EF4-FFF2-40B4-BE49-F238E27FC236}">
                <a16:creationId xmlns:a16="http://schemas.microsoft.com/office/drawing/2014/main" id="{74E5131C-E26A-4BEA-5286-B6C401BAEE6C}"/>
              </a:ext>
            </a:extLst>
          </p:cNvPr>
          <p:cNvSpPr/>
          <p:nvPr/>
        </p:nvSpPr>
        <p:spPr>
          <a:xfrm>
            <a:off x="3682640" y="3986636"/>
            <a:ext cx="2320726" cy="960379"/>
          </a:xfrm>
          <a:prstGeom prst="roundRect">
            <a:avLst>
              <a:gd name="adj" fmla="val 3221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r>
              <a:rPr lang="ko-KR" altLang="en-US" sz="900" b="1" dirty="0">
                <a:solidFill>
                  <a:schemeClr val="tx1"/>
                </a:solidFill>
              </a:rPr>
              <a:t>투표 시작 예약</a:t>
            </a:r>
          </a:p>
        </p:txBody>
      </p: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43AE3419-8302-C3EA-6FEA-03712194A59E}"/>
              </a:ext>
            </a:extLst>
          </p:cNvPr>
          <p:cNvGrpSpPr/>
          <p:nvPr/>
        </p:nvGrpSpPr>
        <p:grpSpPr>
          <a:xfrm>
            <a:off x="5451012" y="4064237"/>
            <a:ext cx="358458" cy="167378"/>
            <a:chOff x="2904113" y="2098954"/>
            <a:chExt cx="293721" cy="137151"/>
          </a:xfrm>
        </p:grpSpPr>
        <p:sp>
          <p:nvSpPr>
            <p:cNvPr id="196" name="사각형: 둥근 모서리 195">
              <a:extLst>
                <a:ext uri="{FF2B5EF4-FFF2-40B4-BE49-F238E27FC236}">
                  <a16:creationId xmlns:a16="http://schemas.microsoft.com/office/drawing/2014/main" id="{E3F36F23-3297-B1DC-3640-F2FE45CC84A3}"/>
                </a:ext>
              </a:extLst>
            </p:cNvPr>
            <p:cNvSpPr/>
            <p:nvPr/>
          </p:nvSpPr>
          <p:spPr>
            <a:xfrm>
              <a:off x="2916852" y="2098954"/>
              <a:ext cx="280982" cy="13715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r"/>
              <a:r>
                <a:rPr lang="en-US" altLang="ko-KR" sz="7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OFF</a:t>
              </a:r>
              <a:endParaRPr lang="ko-KR" altLang="en-US" sz="7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7" name="타원 196">
              <a:extLst>
                <a:ext uri="{FF2B5EF4-FFF2-40B4-BE49-F238E27FC236}">
                  <a16:creationId xmlns:a16="http://schemas.microsoft.com/office/drawing/2014/main" id="{E039F214-604E-C9C7-695A-B535E31E6A58}"/>
                </a:ext>
              </a:extLst>
            </p:cNvPr>
            <p:cNvSpPr/>
            <p:nvPr/>
          </p:nvSpPr>
          <p:spPr>
            <a:xfrm>
              <a:off x="2904113" y="2098955"/>
              <a:ext cx="137150" cy="13715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98" name="사각형: 둥근 모서리 197">
            <a:extLst>
              <a:ext uri="{FF2B5EF4-FFF2-40B4-BE49-F238E27FC236}">
                <a16:creationId xmlns:a16="http://schemas.microsoft.com/office/drawing/2014/main" id="{A557049D-2E57-57DF-FE59-849F9C1063AA}"/>
              </a:ext>
            </a:extLst>
          </p:cNvPr>
          <p:cNvSpPr/>
          <p:nvPr/>
        </p:nvSpPr>
        <p:spPr>
          <a:xfrm>
            <a:off x="3748822" y="4339377"/>
            <a:ext cx="2188361" cy="285064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30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연도</a:t>
            </a:r>
            <a:r>
              <a:rPr kumimoji="1" lang="en-US" altLang="ko-KR" sz="800" b="1" i="0" u="none" strike="noStrike" kern="1200" cap="none" spc="30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-</a:t>
            </a:r>
            <a:r>
              <a:rPr kumimoji="1" lang="ko-KR" altLang="en-US" sz="800" b="1" i="0" u="none" strike="noStrike" kern="1200" cap="none" spc="30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월</a:t>
            </a:r>
            <a:r>
              <a:rPr kumimoji="1" lang="en-US" altLang="ko-KR" sz="800" b="1" i="0" u="none" strike="noStrike" kern="1200" cap="none" spc="30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-</a:t>
            </a:r>
            <a:r>
              <a:rPr kumimoji="1" lang="ko-KR" altLang="en-US" sz="800" b="1" i="0" u="none" strike="noStrike" kern="1200" cap="none" spc="30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일</a:t>
            </a: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F9843E27-B4F8-B3A1-6704-A691C77B6F11}"/>
              </a:ext>
            </a:extLst>
          </p:cNvPr>
          <p:cNvSpPr txBox="1"/>
          <p:nvPr/>
        </p:nvSpPr>
        <p:spPr>
          <a:xfrm>
            <a:off x="3716171" y="4617842"/>
            <a:ext cx="232723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투표 시작 예약을 하지 않고 투표 시작 버튼을 누르면 바로 투표가 시작됩니다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3305F7C8-86C2-2325-C912-C2C818E00F39}"/>
              </a:ext>
            </a:extLst>
          </p:cNvPr>
          <p:cNvCxnSpPr/>
          <p:nvPr/>
        </p:nvCxnSpPr>
        <p:spPr>
          <a:xfrm>
            <a:off x="3668861" y="5086205"/>
            <a:ext cx="2325472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TextBox 200">
            <a:extLst>
              <a:ext uri="{FF2B5EF4-FFF2-40B4-BE49-F238E27FC236}">
                <a16:creationId xmlns:a16="http://schemas.microsoft.com/office/drawing/2014/main" id="{89B7A817-4DF5-B701-CFCA-5DA8C36A3B7B}"/>
              </a:ext>
            </a:extLst>
          </p:cNvPr>
          <p:cNvSpPr txBox="1"/>
          <p:nvPr/>
        </p:nvSpPr>
        <p:spPr>
          <a:xfrm>
            <a:off x="3644998" y="5134325"/>
            <a:ext cx="240245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투표사용하기가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OFF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인 경우 투표가 시작되지 않습니다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크리에이터 페이지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위젯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투표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sz="700" dirty="0" err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투표위젯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설정에서 투표 사용하기가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ON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상태이고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하단의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투표 시작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버튼을 누르면 투표가 시작됩니다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202" name="사각형: 둥근 모서리 201">
            <a:extLst>
              <a:ext uri="{FF2B5EF4-FFF2-40B4-BE49-F238E27FC236}">
                <a16:creationId xmlns:a16="http://schemas.microsoft.com/office/drawing/2014/main" id="{FB548512-08C9-1E6B-3155-020419EA8C95}"/>
              </a:ext>
            </a:extLst>
          </p:cNvPr>
          <p:cNvSpPr/>
          <p:nvPr/>
        </p:nvSpPr>
        <p:spPr bwMode="auto">
          <a:xfrm>
            <a:off x="3696621" y="5801561"/>
            <a:ext cx="2275090" cy="321146"/>
          </a:xfrm>
          <a:prstGeom prst="roundRect">
            <a:avLst>
              <a:gd name="adj" fmla="val 12712"/>
            </a:avLst>
          </a:prstGeom>
          <a:solidFill>
            <a:srgbClr val="529EFF"/>
          </a:solidFill>
          <a:ln w="12700">
            <a:noFill/>
            <a:prstDash val="dash"/>
            <a:miter lim="800000"/>
            <a:headEnd/>
            <a:tailEnd/>
          </a:ln>
        </p:spPr>
        <p:txBody>
          <a:bodyPr wrap="none" rtlCol="0" anchor="ctr"/>
          <a:lstStyle/>
          <a:p>
            <a:pPr algn="ctr"/>
            <a:r>
              <a:rPr lang="ko-KR" altLang="en-US" sz="9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투표 시작</a:t>
            </a:r>
            <a:endParaRPr lang="ko-KR" altLang="en-US" sz="9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E6B896CB-C753-042D-4255-D19FFAA9445F}"/>
              </a:ext>
            </a:extLst>
          </p:cNvPr>
          <p:cNvSpPr txBox="1"/>
          <p:nvPr/>
        </p:nvSpPr>
        <p:spPr>
          <a:xfrm>
            <a:off x="4768321" y="4380490"/>
            <a:ext cx="1171124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b="1" spc="3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--</a:t>
            </a:r>
            <a:r>
              <a:rPr lang="ko-KR" altLang="en-US" sz="800" b="1" spc="3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시</a:t>
            </a:r>
            <a:r>
              <a:rPr lang="en-US" altLang="ko-KR" sz="800" b="1" spc="3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--</a:t>
            </a:r>
            <a:r>
              <a:rPr lang="ko-KR" altLang="en-US" sz="800" b="1" spc="3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분</a:t>
            </a:r>
            <a:r>
              <a:rPr lang="en-US" altLang="ko-KR" sz="800" b="1" spc="3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--</a:t>
            </a:r>
            <a:r>
              <a:rPr lang="ko-KR" altLang="en-US" sz="800" b="1" spc="3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초</a:t>
            </a:r>
            <a:endParaRPr kumimoji="1" lang="ko-KR" altLang="en-US" sz="800" b="1" i="0" u="none" strike="noStrike" kern="1200" cap="none" spc="30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+mn-ea"/>
              <a:ea typeface="+mn-ea"/>
              <a:cs typeface="+mn-cs"/>
            </a:endParaRPr>
          </a:p>
        </p:txBody>
      </p:sp>
      <p:sp>
        <p:nvSpPr>
          <p:cNvPr id="204" name="사각형: 둥근 모서리 203">
            <a:extLst>
              <a:ext uri="{FF2B5EF4-FFF2-40B4-BE49-F238E27FC236}">
                <a16:creationId xmlns:a16="http://schemas.microsoft.com/office/drawing/2014/main" id="{1378FF38-2ED2-0B5D-E026-78AC2B7F473C}"/>
              </a:ext>
            </a:extLst>
          </p:cNvPr>
          <p:cNvSpPr/>
          <p:nvPr/>
        </p:nvSpPr>
        <p:spPr>
          <a:xfrm>
            <a:off x="3679803" y="2431493"/>
            <a:ext cx="2320726" cy="1469198"/>
          </a:xfrm>
          <a:prstGeom prst="roundRect">
            <a:avLst>
              <a:gd name="adj" fmla="val 2570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E7F263AB-8128-E3ED-9EAF-6526C0BBBC77}"/>
              </a:ext>
            </a:extLst>
          </p:cNvPr>
          <p:cNvSpPr txBox="1"/>
          <p:nvPr/>
        </p:nvSpPr>
        <p:spPr>
          <a:xfrm>
            <a:off x="3705566" y="2501757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투표 항목</a:t>
            </a:r>
            <a:endParaRPr lang="ko-KR" altLang="en-US" dirty="0"/>
          </a:p>
        </p:txBody>
      </p:sp>
      <p:grpSp>
        <p:nvGrpSpPr>
          <p:cNvPr id="206" name="그룹 205">
            <a:extLst>
              <a:ext uri="{FF2B5EF4-FFF2-40B4-BE49-F238E27FC236}">
                <a16:creationId xmlns:a16="http://schemas.microsoft.com/office/drawing/2014/main" id="{A0E1451C-B386-8AD3-063E-CADF4E83A847}"/>
              </a:ext>
            </a:extLst>
          </p:cNvPr>
          <p:cNvGrpSpPr/>
          <p:nvPr/>
        </p:nvGrpSpPr>
        <p:grpSpPr>
          <a:xfrm>
            <a:off x="3789846" y="2748002"/>
            <a:ext cx="2086480" cy="928373"/>
            <a:chOff x="8295014" y="4217447"/>
            <a:chExt cx="2086480" cy="928373"/>
          </a:xfrm>
        </p:grpSpPr>
        <p:sp>
          <p:nvSpPr>
            <p:cNvPr id="207" name="사각형: 둥근 모서리 206">
              <a:extLst>
                <a:ext uri="{FF2B5EF4-FFF2-40B4-BE49-F238E27FC236}">
                  <a16:creationId xmlns:a16="http://schemas.microsoft.com/office/drawing/2014/main" id="{4A03291D-13C9-9D9C-A254-479D233E426E}"/>
                </a:ext>
              </a:extLst>
            </p:cNvPr>
            <p:cNvSpPr/>
            <p:nvPr/>
          </p:nvSpPr>
          <p:spPr>
            <a:xfrm>
              <a:off x="8295014" y="4217447"/>
              <a:ext cx="2086480" cy="285064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</a:rPr>
                <a:t>        투표의 내용을 작성해 주세요</a:t>
              </a:r>
              <a:r>
                <a:rPr lang="en-US" altLang="ko-KR" sz="700" b="1" dirty="0">
                  <a:solidFill>
                    <a:schemeClr val="bg1">
                      <a:lumMod val="65000"/>
                    </a:schemeClr>
                  </a:solidFill>
                </a:rPr>
                <a:t>. (10</a:t>
              </a:r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</a:rPr>
                <a:t>자 이내</a:t>
              </a:r>
              <a:r>
                <a:rPr lang="en-US" altLang="ko-KR" sz="700" b="1" dirty="0">
                  <a:solidFill>
                    <a:schemeClr val="bg1">
                      <a:lumMod val="65000"/>
                    </a:schemeClr>
                  </a:solidFill>
                </a:rPr>
                <a:t>)</a:t>
              </a:r>
              <a:endParaRPr lang="ko-KR" altLang="en-US" sz="700" b="1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AB7DB269-9A0F-7C72-4465-A0DEF53A7A8B}"/>
                </a:ext>
              </a:extLst>
            </p:cNvPr>
            <p:cNvSpPr txBox="1"/>
            <p:nvPr/>
          </p:nvSpPr>
          <p:spPr>
            <a:xfrm>
              <a:off x="8328248" y="4255305"/>
              <a:ext cx="25304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ko-KR" sz="800" b="1" dirty="0">
                  <a:solidFill>
                    <a:srgbClr val="0070C0"/>
                  </a:solidFill>
                  <a:latin typeface="+mn-ea"/>
                  <a:ea typeface="+mn-ea"/>
                </a:rPr>
                <a:t>1</a:t>
              </a:r>
              <a:endParaRPr lang="ko-KR" altLang="en-US" sz="800" b="1" dirty="0">
                <a:solidFill>
                  <a:srgbClr val="0070C0"/>
                </a:solidFill>
                <a:latin typeface="+mn-ea"/>
                <a:ea typeface="+mn-ea"/>
              </a:endParaRPr>
            </a:p>
          </p:txBody>
        </p:sp>
        <p:sp>
          <p:nvSpPr>
            <p:cNvPr id="209" name="사각형: 둥근 모서리 208">
              <a:extLst>
                <a:ext uri="{FF2B5EF4-FFF2-40B4-BE49-F238E27FC236}">
                  <a16:creationId xmlns:a16="http://schemas.microsoft.com/office/drawing/2014/main" id="{E4253D4D-A51E-D50C-5811-992D0DE076AB}"/>
                </a:ext>
              </a:extLst>
            </p:cNvPr>
            <p:cNvSpPr/>
            <p:nvPr/>
          </p:nvSpPr>
          <p:spPr>
            <a:xfrm>
              <a:off x="8295014" y="4539101"/>
              <a:ext cx="2086480" cy="285064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</a:rPr>
                <a:t>         투표의 내용을 작성해 주세요</a:t>
              </a:r>
              <a:r>
                <a:rPr lang="en-US" altLang="ko-KR" sz="700" b="1" dirty="0">
                  <a:solidFill>
                    <a:schemeClr val="bg1">
                      <a:lumMod val="65000"/>
                    </a:schemeClr>
                  </a:solidFill>
                </a:rPr>
                <a:t>. (10</a:t>
              </a:r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</a:rPr>
                <a:t>자 이내</a:t>
              </a:r>
              <a:r>
                <a:rPr lang="en-US" altLang="ko-KR" sz="700" b="1" dirty="0">
                  <a:solidFill>
                    <a:schemeClr val="bg1">
                      <a:lumMod val="65000"/>
                    </a:schemeClr>
                  </a:solidFill>
                </a:rPr>
                <a:t>)</a:t>
              </a:r>
              <a:endParaRPr lang="ko-KR" altLang="en-US" sz="700" b="1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2D9B7DD5-71C7-00CE-3B69-2622004D793C}"/>
                </a:ext>
              </a:extLst>
            </p:cNvPr>
            <p:cNvSpPr txBox="1"/>
            <p:nvPr/>
          </p:nvSpPr>
          <p:spPr>
            <a:xfrm>
              <a:off x="8328248" y="4578353"/>
              <a:ext cx="25304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ko-KR" sz="800" b="1" dirty="0">
                  <a:solidFill>
                    <a:srgbClr val="0070C0"/>
                  </a:solidFill>
                  <a:latin typeface="+mn-ea"/>
                  <a:ea typeface="+mn-ea"/>
                </a:rPr>
                <a:t>2</a:t>
              </a:r>
              <a:endParaRPr lang="ko-KR" altLang="en-US" sz="800" b="1" dirty="0">
                <a:solidFill>
                  <a:srgbClr val="0070C0"/>
                </a:solidFill>
                <a:latin typeface="+mn-ea"/>
                <a:ea typeface="+mn-ea"/>
              </a:endParaRPr>
            </a:p>
          </p:txBody>
        </p:sp>
        <p:sp>
          <p:nvSpPr>
            <p:cNvPr id="211" name="사각형: 둥근 모서리 210">
              <a:extLst>
                <a:ext uri="{FF2B5EF4-FFF2-40B4-BE49-F238E27FC236}">
                  <a16:creationId xmlns:a16="http://schemas.microsoft.com/office/drawing/2014/main" id="{02086588-EB70-95B7-8102-5DEAD2F469B7}"/>
                </a:ext>
              </a:extLst>
            </p:cNvPr>
            <p:cNvSpPr/>
            <p:nvPr/>
          </p:nvSpPr>
          <p:spPr>
            <a:xfrm>
              <a:off x="8295014" y="4860756"/>
              <a:ext cx="2086480" cy="285064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</a:rPr>
                <a:t>         투표의 내용을 작성해 주세요</a:t>
              </a:r>
              <a:r>
                <a:rPr lang="en-US" altLang="ko-KR" sz="700" b="1" dirty="0">
                  <a:solidFill>
                    <a:schemeClr val="bg1">
                      <a:lumMod val="65000"/>
                    </a:schemeClr>
                  </a:solidFill>
                </a:rPr>
                <a:t>. (10</a:t>
              </a:r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</a:rPr>
                <a:t>자 이내</a:t>
              </a:r>
              <a:r>
                <a:rPr lang="en-US" altLang="ko-KR" sz="700" b="1" dirty="0">
                  <a:solidFill>
                    <a:schemeClr val="bg1">
                      <a:lumMod val="65000"/>
                    </a:schemeClr>
                  </a:solidFill>
                </a:rPr>
                <a:t>)</a:t>
              </a:r>
              <a:endParaRPr lang="ko-KR" altLang="en-US" sz="700" b="1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BFA333AC-6E9E-EF53-666C-1DF25A82863B}"/>
                </a:ext>
              </a:extLst>
            </p:cNvPr>
            <p:cNvSpPr txBox="1"/>
            <p:nvPr/>
          </p:nvSpPr>
          <p:spPr>
            <a:xfrm>
              <a:off x="8328248" y="4898614"/>
              <a:ext cx="25304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ko-KR" sz="800" b="1" dirty="0">
                  <a:solidFill>
                    <a:srgbClr val="0070C0"/>
                  </a:solidFill>
                  <a:latin typeface="+mn-ea"/>
                  <a:ea typeface="+mn-ea"/>
                </a:rPr>
                <a:t>3</a:t>
              </a:r>
              <a:endParaRPr lang="ko-KR" altLang="en-US" sz="800" b="1" dirty="0">
                <a:solidFill>
                  <a:srgbClr val="0070C0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213" name="TextBox 212">
            <a:extLst>
              <a:ext uri="{FF2B5EF4-FFF2-40B4-BE49-F238E27FC236}">
                <a16:creationId xmlns:a16="http://schemas.microsoft.com/office/drawing/2014/main" id="{2EA350FB-C8EB-67BD-0EB1-62640D3EA242}"/>
              </a:ext>
            </a:extLst>
          </p:cNvPr>
          <p:cNvSpPr txBox="1"/>
          <p:nvPr/>
        </p:nvSpPr>
        <p:spPr>
          <a:xfrm>
            <a:off x="4403258" y="3683568"/>
            <a:ext cx="76014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</a:t>
            </a:r>
            <a:r>
              <a:rPr lang="en-US" altLang="ko-KR" sz="8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항목 추가</a:t>
            </a:r>
          </a:p>
        </p:txBody>
      </p:sp>
      <p:pic>
        <p:nvPicPr>
          <p:cNvPr id="214" name="그림 213">
            <a:extLst>
              <a:ext uri="{FF2B5EF4-FFF2-40B4-BE49-F238E27FC236}">
                <a16:creationId xmlns:a16="http://schemas.microsoft.com/office/drawing/2014/main" id="{5AE5D123-4722-2ADE-21F2-B5C29AE0FCB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66377" r="3748"/>
          <a:stretch>
            <a:fillRect/>
          </a:stretch>
        </p:blipFill>
        <p:spPr>
          <a:xfrm>
            <a:off x="3669094" y="1445328"/>
            <a:ext cx="2347225" cy="910111"/>
          </a:xfrm>
          <a:prstGeom prst="rect">
            <a:avLst/>
          </a:prstGeom>
        </p:spPr>
      </p:pic>
      <p:sp>
        <p:nvSpPr>
          <p:cNvPr id="215" name="사각형: 둥근 모서리 214">
            <a:extLst>
              <a:ext uri="{FF2B5EF4-FFF2-40B4-BE49-F238E27FC236}">
                <a16:creationId xmlns:a16="http://schemas.microsoft.com/office/drawing/2014/main" id="{300188B6-C124-8712-10D7-27A8EFF64BFE}"/>
              </a:ext>
            </a:extLst>
          </p:cNvPr>
          <p:cNvSpPr/>
          <p:nvPr/>
        </p:nvSpPr>
        <p:spPr bwMode="auto">
          <a:xfrm>
            <a:off x="3690922" y="5778500"/>
            <a:ext cx="2275090" cy="321146"/>
          </a:xfrm>
          <a:prstGeom prst="roundRect">
            <a:avLst>
              <a:gd name="adj" fmla="val 12712"/>
            </a:avLst>
          </a:prstGeom>
          <a:solidFill>
            <a:srgbClr val="529EFF"/>
          </a:solidFill>
          <a:ln w="12700">
            <a:noFill/>
            <a:prstDash val="dash"/>
            <a:miter lim="800000"/>
            <a:headEnd/>
            <a:tailEnd/>
          </a:ln>
        </p:spPr>
        <p:txBody>
          <a:bodyPr wrap="none" rtlCol="0" anchor="ctr"/>
          <a:lstStyle/>
          <a:p>
            <a:pPr algn="ctr"/>
            <a:r>
              <a:rPr lang="ko-KR" altLang="en-US" sz="9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투표 시작</a:t>
            </a:r>
            <a:endParaRPr lang="ko-KR" altLang="en-US" sz="9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6" name="Google Shape;1198;p27">
            <a:extLst>
              <a:ext uri="{FF2B5EF4-FFF2-40B4-BE49-F238E27FC236}">
                <a16:creationId xmlns:a16="http://schemas.microsoft.com/office/drawing/2014/main" id="{456B5FA9-12DA-7548-3478-C557D20BD7FA}"/>
              </a:ext>
            </a:extLst>
          </p:cNvPr>
          <p:cNvSpPr/>
          <p:nvPr/>
        </p:nvSpPr>
        <p:spPr>
          <a:xfrm>
            <a:off x="3592114" y="1437445"/>
            <a:ext cx="2470586" cy="4763330"/>
          </a:xfrm>
          <a:prstGeom prst="rect">
            <a:avLst/>
          </a:prstGeom>
          <a:solidFill>
            <a:schemeClr val="tx1">
              <a:lumMod val="75000"/>
              <a:lumOff val="25000"/>
              <a:alpha val="68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endParaRPr sz="1200" b="1" dirty="0">
              <a:solidFill>
                <a:srgbClr val="262626"/>
              </a:solidFill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217" name="사각형: 둥근 위쪽 모서리 216">
            <a:extLst>
              <a:ext uri="{FF2B5EF4-FFF2-40B4-BE49-F238E27FC236}">
                <a16:creationId xmlns:a16="http://schemas.microsoft.com/office/drawing/2014/main" id="{3C03206D-E145-DEC4-BBBF-76FC9686EBFF}"/>
              </a:ext>
            </a:extLst>
          </p:cNvPr>
          <p:cNvSpPr/>
          <p:nvPr/>
        </p:nvSpPr>
        <p:spPr>
          <a:xfrm>
            <a:off x="3611229" y="3356992"/>
            <a:ext cx="2448767" cy="2845689"/>
          </a:xfrm>
          <a:prstGeom prst="round2SameRect">
            <a:avLst>
              <a:gd name="adj1" fmla="val 4942"/>
              <a:gd name="adj2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CB154D35-90E8-859F-24A9-2A60DDA17744}"/>
              </a:ext>
            </a:extLst>
          </p:cNvPr>
          <p:cNvCxnSpPr>
            <a:cxnSpLocks/>
          </p:cNvCxnSpPr>
          <p:nvPr/>
        </p:nvCxnSpPr>
        <p:spPr>
          <a:xfrm>
            <a:off x="4667456" y="3429000"/>
            <a:ext cx="323824" cy="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19" name="그래픽 218">
            <a:extLst>
              <a:ext uri="{FF2B5EF4-FFF2-40B4-BE49-F238E27FC236}">
                <a16:creationId xmlns:a16="http://schemas.microsoft.com/office/drawing/2014/main" id="{40720F71-848F-14E7-A035-24604D991EB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797674" y="3437810"/>
            <a:ext cx="228600" cy="228600"/>
          </a:xfrm>
          <a:prstGeom prst="rect">
            <a:avLst/>
          </a:prstGeom>
        </p:spPr>
      </p:pic>
      <p:sp>
        <p:nvSpPr>
          <p:cNvPr id="220" name="TextBox 219">
            <a:extLst>
              <a:ext uri="{FF2B5EF4-FFF2-40B4-BE49-F238E27FC236}">
                <a16:creationId xmlns:a16="http://schemas.microsoft.com/office/drawing/2014/main" id="{DB8EB41D-089A-2C73-C6D1-6D58AD5546CE}"/>
              </a:ext>
            </a:extLst>
          </p:cNvPr>
          <p:cNvSpPr txBox="1"/>
          <p:nvPr/>
        </p:nvSpPr>
        <p:spPr>
          <a:xfrm>
            <a:off x="3613299" y="3429000"/>
            <a:ext cx="104387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투표 </a:t>
            </a:r>
            <a:r>
              <a:rPr lang="ko-KR" altLang="en-US" b="1">
                <a:latin typeface="맑은 고딕" panose="020B0503020000020004" pitchFamily="50" charset="-127"/>
                <a:ea typeface="맑은 고딕" panose="020B0503020000020004" pitchFamily="50" charset="-127"/>
              </a:rPr>
              <a:t>시작 예약</a:t>
            </a:r>
            <a:endParaRPr lang="ko-KR" altLang="en-US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32571F18-BEEE-A852-E164-8FFB62CF9366}"/>
              </a:ext>
            </a:extLst>
          </p:cNvPr>
          <p:cNvCxnSpPr/>
          <p:nvPr/>
        </p:nvCxnSpPr>
        <p:spPr>
          <a:xfrm>
            <a:off x="3628539" y="3721311"/>
            <a:ext cx="2413638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2" name="그림 221">
            <a:extLst>
              <a:ext uri="{FF2B5EF4-FFF2-40B4-BE49-F238E27FC236}">
                <a16:creationId xmlns:a16="http://schemas.microsoft.com/office/drawing/2014/main" id="{D6D48F1D-456B-23D9-7D55-FE1D5BFD70D0}"/>
              </a:ext>
            </a:extLst>
          </p:cNvPr>
          <p:cNvPicPr>
            <a:picLocks noChangeAspect="1"/>
          </p:cNvPicPr>
          <p:nvPr/>
        </p:nvPicPr>
        <p:blipFill>
          <a:blip r:embed="rId6"/>
          <a:srcRect l="1120" t="31222" r="1445" b="2025"/>
          <a:stretch>
            <a:fillRect/>
          </a:stretch>
        </p:blipFill>
        <p:spPr>
          <a:xfrm>
            <a:off x="3618059" y="4016011"/>
            <a:ext cx="2406105" cy="1361484"/>
          </a:xfrm>
          <a:prstGeom prst="rect">
            <a:avLst/>
          </a:prstGeom>
        </p:spPr>
      </p:pic>
      <p:sp>
        <p:nvSpPr>
          <p:cNvPr id="223" name="Google Shape;1665;p32">
            <a:extLst>
              <a:ext uri="{FF2B5EF4-FFF2-40B4-BE49-F238E27FC236}">
                <a16:creationId xmlns:a16="http://schemas.microsoft.com/office/drawing/2014/main" id="{98365531-82F1-E442-585D-686304A3846E}"/>
              </a:ext>
            </a:extLst>
          </p:cNvPr>
          <p:cNvSpPr txBox="1"/>
          <p:nvPr/>
        </p:nvSpPr>
        <p:spPr>
          <a:xfrm>
            <a:off x="4535308" y="3764744"/>
            <a:ext cx="672340" cy="1755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475" tIns="30225" rIns="60475" bIns="30225" anchor="t" anchorCtr="0">
            <a:noAutofit/>
          </a:bodyPr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kumimoji="0" lang="en-US" b="1" kern="0" dirty="0">
                <a:solidFill>
                  <a:schemeClr val="tx1">
                    <a:lumMod val="65000"/>
                    <a:lumOff val="35000"/>
                  </a:schemeClr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2026.</a:t>
            </a:r>
            <a:r>
              <a:rPr kumimoji="0" lang="ko-KR" altLang="en-US" b="1" kern="0" dirty="0">
                <a:solidFill>
                  <a:schemeClr val="tx1">
                    <a:lumMod val="65000"/>
                    <a:lumOff val="35000"/>
                  </a:schemeClr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 </a:t>
            </a:r>
            <a:r>
              <a:rPr kumimoji="0" lang="en-US" altLang="ko-KR" b="1" kern="0" dirty="0">
                <a:solidFill>
                  <a:schemeClr val="tx1">
                    <a:lumMod val="65000"/>
                    <a:lumOff val="35000"/>
                  </a:schemeClr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0</a:t>
            </a:r>
            <a:r>
              <a:rPr kumimoji="0" lang="en-US" b="1" kern="0" dirty="0">
                <a:solidFill>
                  <a:schemeClr val="tx1">
                    <a:lumMod val="65000"/>
                    <a:lumOff val="35000"/>
                  </a:schemeClr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7.</a:t>
            </a:r>
            <a:endParaRPr kumimoji="0" sz="2000" b="1" kern="0" dirty="0">
              <a:solidFill>
                <a:schemeClr val="tx1">
                  <a:lumMod val="65000"/>
                  <a:lumOff val="35000"/>
                </a:schemeClr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8F330382-DC49-6B8A-86B9-316723131750}"/>
              </a:ext>
            </a:extLst>
          </p:cNvPr>
          <p:cNvGrpSpPr/>
          <p:nvPr/>
        </p:nvGrpSpPr>
        <p:grpSpPr>
          <a:xfrm>
            <a:off x="3670647" y="5873605"/>
            <a:ext cx="2300431" cy="279795"/>
            <a:chOff x="9713573" y="5244705"/>
            <a:chExt cx="2193141" cy="321146"/>
          </a:xfrm>
        </p:grpSpPr>
        <p:sp>
          <p:nvSpPr>
            <p:cNvPr id="225" name="사각형: 둥근 모서리 224">
              <a:extLst>
                <a:ext uri="{FF2B5EF4-FFF2-40B4-BE49-F238E27FC236}">
                  <a16:creationId xmlns:a16="http://schemas.microsoft.com/office/drawing/2014/main" id="{CC848451-8CC9-7E39-3645-FF315BCD186F}"/>
                </a:ext>
              </a:extLst>
            </p:cNvPr>
            <p:cNvSpPr/>
            <p:nvPr/>
          </p:nvSpPr>
          <p:spPr bwMode="auto">
            <a:xfrm>
              <a:off x="10848527" y="5244705"/>
              <a:ext cx="1058187" cy="321146"/>
            </a:xfrm>
            <a:prstGeom prst="roundRect">
              <a:avLst>
                <a:gd name="adj" fmla="val 12712"/>
              </a:avLst>
            </a:prstGeom>
            <a:solidFill>
              <a:schemeClr val="tx1"/>
            </a:solidFill>
            <a:ln w="12700">
              <a:noFill/>
              <a:prstDash val="dash"/>
              <a:miter lim="800000"/>
              <a:headEnd/>
              <a:tailEnd/>
            </a:ln>
          </p:spPr>
          <p:txBody>
            <a:bodyPr wrap="none" rtlCol="0" anchor="ctr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확인</a:t>
              </a:r>
            </a:p>
          </p:txBody>
        </p:sp>
        <p:sp>
          <p:nvSpPr>
            <p:cNvPr id="226" name="사각형: 둥근 모서리 225">
              <a:extLst>
                <a:ext uri="{FF2B5EF4-FFF2-40B4-BE49-F238E27FC236}">
                  <a16:creationId xmlns:a16="http://schemas.microsoft.com/office/drawing/2014/main" id="{C55C3AC6-6362-999E-618A-EC3C4CC302DB}"/>
                </a:ext>
              </a:extLst>
            </p:cNvPr>
            <p:cNvSpPr/>
            <p:nvPr/>
          </p:nvSpPr>
          <p:spPr bwMode="auto">
            <a:xfrm>
              <a:off x="9713573" y="5244705"/>
              <a:ext cx="1058186" cy="321146"/>
            </a:xfrm>
            <a:prstGeom prst="roundRect">
              <a:avLst>
                <a:gd name="adj" fmla="val 12712"/>
              </a:avLst>
            </a:prstGeom>
            <a:solidFill>
              <a:schemeClr val="tx1">
                <a:lumMod val="50000"/>
                <a:lumOff val="50000"/>
              </a:schemeClr>
            </a:solidFill>
            <a:ln w="12700">
              <a:noFill/>
              <a:prstDash val="dash"/>
              <a:miter lim="800000"/>
              <a:headEnd/>
              <a:tailEnd/>
            </a:ln>
          </p:spPr>
          <p:txBody>
            <a:bodyPr wrap="none" rtlCol="0" anchor="ctr"/>
            <a:lstStyle/>
            <a:p>
              <a:pPr algn="ctr"/>
              <a:r>
                <a:rPr lang="ko-KR" altLang="en-US" sz="8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취소</a:t>
              </a:r>
              <a:endPara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27" name="Google Shape;1708;p32">
            <a:extLst>
              <a:ext uri="{FF2B5EF4-FFF2-40B4-BE49-F238E27FC236}">
                <a16:creationId xmlns:a16="http://schemas.microsoft.com/office/drawing/2014/main" id="{59CD1933-4442-2554-9FCA-F1557DC33AA3}"/>
              </a:ext>
            </a:extLst>
          </p:cNvPr>
          <p:cNvSpPr/>
          <p:nvPr/>
        </p:nvSpPr>
        <p:spPr>
          <a:xfrm rot="5400000" flipH="1">
            <a:off x="4283680" y="3874351"/>
            <a:ext cx="52929" cy="29915"/>
          </a:xfrm>
          <a:custGeom>
            <a:avLst/>
            <a:gdLst/>
            <a:ahLst/>
            <a:cxnLst/>
            <a:rect l="l" t="t" r="r" b="b"/>
            <a:pathLst>
              <a:path w="197" h="115" extrusionOk="0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9525" cap="sq" cmpd="sng">
            <a:solidFill>
              <a:srgbClr val="808080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spcFirstLastPara="1" wrap="square" lIns="75600" tIns="37800" rIns="75600" bIns="3780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 kumimoji="0" sz="1488" kern="0">
              <a:solidFill>
                <a:srgbClr val="5F5F5F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8" name="Google Shape;1709;p32">
            <a:extLst>
              <a:ext uri="{FF2B5EF4-FFF2-40B4-BE49-F238E27FC236}">
                <a16:creationId xmlns:a16="http://schemas.microsoft.com/office/drawing/2014/main" id="{E6BC5A58-EFBE-E040-8D6A-DE5B234F47DF}"/>
              </a:ext>
            </a:extLst>
          </p:cNvPr>
          <p:cNvSpPr/>
          <p:nvPr/>
        </p:nvSpPr>
        <p:spPr>
          <a:xfrm rot="16200000" flipH="1">
            <a:off x="5293008" y="3874351"/>
            <a:ext cx="52929" cy="29915"/>
          </a:xfrm>
          <a:custGeom>
            <a:avLst/>
            <a:gdLst/>
            <a:ahLst/>
            <a:cxnLst/>
            <a:rect l="l" t="t" r="r" b="b"/>
            <a:pathLst>
              <a:path w="197" h="115" extrusionOk="0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9525" cap="sq" cmpd="sng">
            <a:solidFill>
              <a:srgbClr val="808080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spcFirstLastPara="1" wrap="square" lIns="75600" tIns="37800" rIns="75600" bIns="3780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 kumimoji="0" sz="1488" kern="0">
              <a:solidFill>
                <a:srgbClr val="5F5F5F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grpSp>
        <p:nvGrpSpPr>
          <p:cNvPr id="229" name="그룹 228">
            <a:extLst>
              <a:ext uri="{FF2B5EF4-FFF2-40B4-BE49-F238E27FC236}">
                <a16:creationId xmlns:a16="http://schemas.microsoft.com/office/drawing/2014/main" id="{17F4911E-8410-70BE-B9F7-588403650B13}"/>
              </a:ext>
            </a:extLst>
          </p:cNvPr>
          <p:cNvGrpSpPr/>
          <p:nvPr/>
        </p:nvGrpSpPr>
        <p:grpSpPr>
          <a:xfrm>
            <a:off x="3758896" y="5407257"/>
            <a:ext cx="2096022" cy="285064"/>
            <a:chOff x="3737639" y="3069740"/>
            <a:chExt cx="1427665" cy="285064"/>
          </a:xfrm>
        </p:grpSpPr>
        <p:grpSp>
          <p:nvGrpSpPr>
            <p:cNvPr id="230" name="그룹 229">
              <a:extLst>
                <a:ext uri="{FF2B5EF4-FFF2-40B4-BE49-F238E27FC236}">
                  <a16:creationId xmlns:a16="http://schemas.microsoft.com/office/drawing/2014/main" id="{C310353D-D031-6FBC-9EDD-401F278826CD}"/>
                </a:ext>
              </a:extLst>
            </p:cNvPr>
            <p:cNvGrpSpPr/>
            <p:nvPr/>
          </p:nvGrpSpPr>
          <p:grpSpPr>
            <a:xfrm>
              <a:off x="3737639" y="3069740"/>
              <a:ext cx="1421340" cy="285064"/>
              <a:chOff x="3737638" y="3069740"/>
              <a:chExt cx="1449880" cy="285064"/>
            </a:xfrm>
          </p:grpSpPr>
          <p:sp>
            <p:nvSpPr>
              <p:cNvPr id="234" name="사각형: 둥근 모서리 233">
                <a:extLst>
                  <a:ext uri="{FF2B5EF4-FFF2-40B4-BE49-F238E27FC236}">
                    <a16:creationId xmlns:a16="http://schemas.microsoft.com/office/drawing/2014/main" id="{2693B4B8-1A4F-0CAB-4663-C81F5A8BF14C}"/>
                  </a:ext>
                </a:extLst>
              </p:cNvPr>
              <p:cNvSpPr/>
              <p:nvPr/>
            </p:nvSpPr>
            <p:spPr>
              <a:xfrm>
                <a:off x="3737638" y="3069740"/>
                <a:ext cx="669158" cy="285064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en-US" altLang="ko-KR" sz="900" b="1" dirty="0">
                    <a:solidFill>
                      <a:schemeClr val="tx1"/>
                    </a:solidFill>
                  </a:rPr>
                  <a:t>00</a:t>
                </a:r>
                <a:endParaRPr lang="ko-KR" altLang="en-US" sz="9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35" name="사각형: 둥근 모서리 234">
                <a:extLst>
                  <a:ext uri="{FF2B5EF4-FFF2-40B4-BE49-F238E27FC236}">
                    <a16:creationId xmlns:a16="http://schemas.microsoft.com/office/drawing/2014/main" id="{CBFE01B1-EAF0-9698-80C4-976EEE70026C}"/>
                  </a:ext>
                </a:extLst>
              </p:cNvPr>
              <p:cNvSpPr/>
              <p:nvPr/>
            </p:nvSpPr>
            <p:spPr>
              <a:xfrm>
                <a:off x="4518360" y="3069740"/>
                <a:ext cx="669158" cy="285064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en-US" altLang="ko-KR" sz="900" b="1" dirty="0">
                    <a:solidFill>
                      <a:schemeClr val="tx1"/>
                    </a:solidFill>
                  </a:rPr>
                  <a:t>00</a:t>
                </a:r>
                <a:endParaRPr lang="ko-KR" altLang="en-US" sz="9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85859B22-5A2D-74AC-D75E-EA3AADBFFCD9}"/>
                </a:ext>
              </a:extLst>
            </p:cNvPr>
            <p:cNvSpPr txBox="1"/>
            <p:nvPr/>
          </p:nvSpPr>
          <p:spPr>
            <a:xfrm>
              <a:off x="4117819" y="3104550"/>
              <a:ext cx="287258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r"/>
              <a:r>
                <a:rPr lang="ko-KR" altLang="en-US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EFD776BB-C0C0-26AD-44AA-72BCA1EDB213}"/>
                </a:ext>
              </a:extLst>
            </p:cNvPr>
            <p:cNvSpPr txBox="1"/>
            <p:nvPr/>
          </p:nvSpPr>
          <p:spPr>
            <a:xfrm>
              <a:off x="4878046" y="3104550"/>
              <a:ext cx="287258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r"/>
              <a:r>
                <a:rPr lang="ko-KR" altLang="en-US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75D06BB7-8C2A-B604-4C5A-5BCFBEEAC69B}"/>
                </a:ext>
              </a:extLst>
            </p:cNvPr>
            <p:cNvSpPr txBox="1"/>
            <p:nvPr/>
          </p:nvSpPr>
          <p:spPr>
            <a:xfrm>
              <a:off x="4349606" y="3104550"/>
              <a:ext cx="211917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  <a:endPara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36" name="그룹 235">
            <a:extLst>
              <a:ext uri="{FF2B5EF4-FFF2-40B4-BE49-F238E27FC236}">
                <a16:creationId xmlns:a16="http://schemas.microsoft.com/office/drawing/2014/main" id="{1E8CA21E-31C6-1F56-C54D-CA4C4BEDD8A7}"/>
              </a:ext>
            </a:extLst>
          </p:cNvPr>
          <p:cNvGrpSpPr/>
          <p:nvPr/>
        </p:nvGrpSpPr>
        <p:grpSpPr>
          <a:xfrm>
            <a:off x="3729519" y="4055952"/>
            <a:ext cx="2235090" cy="498745"/>
            <a:chOff x="4127815" y="4161431"/>
            <a:chExt cx="1721823" cy="384213"/>
          </a:xfrm>
        </p:grpSpPr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A5839B35-5B82-6269-58A8-B016E1880FD8}"/>
                </a:ext>
              </a:extLst>
            </p:cNvPr>
            <p:cNvSpPr/>
            <p:nvPr/>
          </p:nvSpPr>
          <p:spPr>
            <a:xfrm>
              <a:off x="4127815" y="4361456"/>
              <a:ext cx="1497985" cy="184188"/>
            </a:xfrm>
            <a:prstGeom prst="rect">
              <a:avLst/>
            </a:prstGeom>
            <a:solidFill>
              <a:schemeClr val="tx1">
                <a:lumMod val="50000"/>
                <a:lumOff val="50000"/>
                <a:alpha val="49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38" name="직사각형 237">
              <a:extLst>
                <a:ext uri="{FF2B5EF4-FFF2-40B4-BE49-F238E27FC236}">
                  <a16:creationId xmlns:a16="http://schemas.microsoft.com/office/drawing/2014/main" id="{466D1714-774E-31C2-1BF2-442A8BAE99B0}"/>
                </a:ext>
              </a:extLst>
            </p:cNvPr>
            <p:cNvSpPr/>
            <p:nvPr/>
          </p:nvSpPr>
          <p:spPr>
            <a:xfrm>
              <a:off x="4612925" y="4161431"/>
              <a:ext cx="1236713" cy="184188"/>
            </a:xfrm>
            <a:prstGeom prst="rect">
              <a:avLst/>
            </a:prstGeom>
            <a:solidFill>
              <a:schemeClr val="tx1">
                <a:lumMod val="50000"/>
                <a:lumOff val="50000"/>
                <a:alpha val="49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241" name="TextBox 240">
            <a:extLst>
              <a:ext uri="{FF2B5EF4-FFF2-40B4-BE49-F238E27FC236}">
                <a16:creationId xmlns:a16="http://schemas.microsoft.com/office/drawing/2014/main" id="{C12F5BD6-E5E2-1C13-2E0C-53A2AAC6F303}"/>
              </a:ext>
            </a:extLst>
          </p:cNvPr>
          <p:cNvSpPr txBox="1"/>
          <p:nvPr/>
        </p:nvSpPr>
        <p:spPr>
          <a:xfrm>
            <a:off x="685828" y="5337212"/>
            <a:ext cx="2229248" cy="364319"/>
          </a:xfrm>
          <a:prstGeom prst="roundRect">
            <a:avLst/>
          </a:prstGeom>
          <a:solidFill>
            <a:schemeClr val="accent2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lIns="0" tIns="0" rIns="0" bIns="0" anchor="ctr">
            <a:noAutofit/>
          </a:bodyPr>
          <a:lstStyle/>
          <a:p>
            <a:pPr marL="0" marR="0" lvl="0" indent="0" algn="ctr" defTabSz="914400" rtl="0" eaLnBrk="1" fontAlgn="base" latinLnBrk="1" hangingPunct="1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5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투표 이름은 </a:t>
            </a:r>
            <a:r>
              <a:rPr kumimoji="1" lang="en-US" altLang="ko-KR" sz="85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1~100</a:t>
            </a:r>
            <a:r>
              <a:rPr kumimoji="1" lang="ko-KR" altLang="en-US" sz="85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자까지 입력 가능합니다</a:t>
            </a:r>
            <a:r>
              <a:rPr kumimoji="1" lang="en-US" altLang="ko-KR" sz="85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  <p:cxnSp>
        <p:nvCxnSpPr>
          <p:cNvPr id="242" name="연결선: 꺾임 241">
            <a:extLst>
              <a:ext uri="{FF2B5EF4-FFF2-40B4-BE49-F238E27FC236}">
                <a16:creationId xmlns:a16="http://schemas.microsoft.com/office/drawing/2014/main" id="{9C9E1C61-8331-A2D9-0F48-BA583F6E87EE}"/>
              </a:ext>
            </a:extLst>
          </p:cNvPr>
          <p:cNvCxnSpPr>
            <a:cxnSpLocks/>
            <a:stCxn id="120" idx="3"/>
            <a:endCxn id="222" idx="1"/>
          </p:cNvCxnSpPr>
          <p:nvPr/>
        </p:nvCxnSpPr>
        <p:spPr>
          <a:xfrm>
            <a:off x="2763695" y="4322099"/>
            <a:ext cx="854364" cy="374654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45" name="Group 323">
            <a:extLst>
              <a:ext uri="{FF2B5EF4-FFF2-40B4-BE49-F238E27FC236}">
                <a16:creationId xmlns:a16="http://schemas.microsoft.com/office/drawing/2014/main" id="{3EF63501-0B81-5670-B4C7-D5BA978767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8584472"/>
              </p:ext>
            </p:extLst>
          </p:nvPr>
        </p:nvGraphicFramePr>
        <p:xfrm>
          <a:off x="9625013" y="575703"/>
          <a:ext cx="2519969" cy="2120145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투표 시작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플로팅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버튼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└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창에서 스크롤 하더라도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투표 시작 버튼은 위치 고정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1-1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토스트 메시지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필수 입력 사항을 잘못 입력 시 해당 오류 사항을 토스트 메시지로 노출 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 &gt;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참고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rgbClr val="000000"/>
                          </a:solidFill>
                          <a:latin typeface="+mn-ea"/>
                          <a:ea typeface="+mn-ea"/>
                          <a:hlinkClick r:id="rId7" action="ppaction://hlinksldjump"/>
                        </a:rPr>
                        <a:t>필수 입력 사항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투표 예약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on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할 경우 캘린더엔 현재 날짜 이 후의  날짜만 선택 가능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9295457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6802520"/>
                  </a:ext>
                </a:extLst>
              </a:tr>
            </a:tbl>
          </a:graphicData>
        </a:graphic>
      </p:graphicFrame>
      <p:sp>
        <p:nvSpPr>
          <p:cNvPr id="247" name="타원 246">
            <a:extLst>
              <a:ext uri="{FF2B5EF4-FFF2-40B4-BE49-F238E27FC236}">
                <a16:creationId xmlns:a16="http://schemas.microsoft.com/office/drawing/2014/main" id="{953A6E81-2C4B-FFD1-A823-C74F79F07F74}"/>
              </a:ext>
            </a:extLst>
          </p:cNvPr>
          <p:cNvSpPr/>
          <p:nvPr/>
        </p:nvSpPr>
        <p:spPr>
          <a:xfrm>
            <a:off x="2818927" y="4090064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 247">
            <a:extLst>
              <a:ext uri="{FF2B5EF4-FFF2-40B4-BE49-F238E27FC236}">
                <a16:creationId xmlns:a16="http://schemas.microsoft.com/office/drawing/2014/main" id="{D88C2811-4799-047D-0805-3128174E5F91}"/>
              </a:ext>
            </a:extLst>
          </p:cNvPr>
          <p:cNvSpPr/>
          <p:nvPr/>
        </p:nvSpPr>
        <p:spPr>
          <a:xfrm>
            <a:off x="651484" y="5875990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9" name="타원 248">
            <a:extLst>
              <a:ext uri="{FF2B5EF4-FFF2-40B4-BE49-F238E27FC236}">
                <a16:creationId xmlns:a16="http://schemas.microsoft.com/office/drawing/2014/main" id="{A2EAA385-3F14-17D8-01EC-8EDC15D8EDB8}"/>
              </a:ext>
            </a:extLst>
          </p:cNvPr>
          <p:cNvSpPr/>
          <p:nvPr/>
        </p:nvSpPr>
        <p:spPr>
          <a:xfrm>
            <a:off x="510280" y="5437453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1-1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1EB9A3D6-A11C-02B0-4404-E63DC8B78841}"/>
              </a:ext>
            </a:extLst>
          </p:cNvPr>
          <p:cNvGrpSpPr/>
          <p:nvPr/>
        </p:nvGrpSpPr>
        <p:grpSpPr>
          <a:xfrm>
            <a:off x="2592336" y="1263320"/>
            <a:ext cx="387008" cy="118852"/>
            <a:chOff x="8850325" y="2256508"/>
            <a:chExt cx="387008" cy="118852"/>
          </a:xfrm>
        </p:grpSpPr>
        <p:sp>
          <p:nvSpPr>
            <p:cNvPr id="5" name="Google Shape;1200;p27">
              <a:extLst>
                <a:ext uri="{FF2B5EF4-FFF2-40B4-BE49-F238E27FC236}">
                  <a16:creationId xmlns:a16="http://schemas.microsoft.com/office/drawing/2014/main" id="{57B64D72-3960-145D-5DCC-A37C6FD55E8F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" name="그래픽 5">
              <a:extLst>
                <a:ext uri="{FF2B5EF4-FFF2-40B4-BE49-F238E27FC236}">
                  <a16:creationId xmlns:a16="http://schemas.microsoft.com/office/drawing/2014/main" id="{6625BF28-1B1C-AA87-9DDA-50E2C7A079C4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7" name="Google Shape;1202;p27">
              <a:extLst>
                <a:ext uri="{FF2B5EF4-FFF2-40B4-BE49-F238E27FC236}">
                  <a16:creationId xmlns:a16="http://schemas.microsoft.com/office/drawing/2014/main" id="{B3C31D65-A267-E88F-E0C0-0CB0E5AECF8D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68320A0A-D686-9983-ED36-3147199C9B6D}"/>
              </a:ext>
            </a:extLst>
          </p:cNvPr>
          <p:cNvGrpSpPr/>
          <p:nvPr/>
        </p:nvGrpSpPr>
        <p:grpSpPr>
          <a:xfrm>
            <a:off x="5660688" y="1263320"/>
            <a:ext cx="387008" cy="118852"/>
            <a:chOff x="8850325" y="2256508"/>
            <a:chExt cx="387008" cy="118852"/>
          </a:xfrm>
        </p:grpSpPr>
        <p:sp>
          <p:nvSpPr>
            <p:cNvPr id="9" name="Google Shape;1200;p27">
              <a:extLst>
                <a:ext uri="{FF2B5EF4-FFF2-40B4-BE49-F238E27FC236}">
                  <a16:creationId xmlns:a16="http://schemas.microsoft.com/office/drawing/2014/main" id="{5389419B-D2E0-141C-DD49-D860961F4C09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" name="그래픽 9">
              <a:extLst>
                <a:ext uri="{FF2B5EF4-FFF2-40B4-BE49-F238E27FC236}">
                  <a16:creationId xmlns:a16="http://schemas.microsoft.com/office/drawing/2014/main" id="{669D0B04-847F-467E-43B4-B00A7CA8E911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11" name="Google Shape;1202;p27">
              <a:extLst>
                <a:ext uri="{FF2B5EF4-FFF2-40B4-BE49-F238E27FC236}">
                  <a16:creationId xmlns:a16="http://schemas.microsoft.com/office/drawing/2014/main" id="{78D20FBC-E1D9-2746-FAA2-7BBE98665DDA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22275955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" name="직사각형 268">
            <a:extLst>
              <a:ext uri="{FF2B5EF4-FFF2-40B4-BE49-F238E27FC236}">
                <a16:creationId xmlns:a16="http://schemas.microsoft.com/office/drawing/2014/main" id="{10B63161-10E4-E3C7-6C4F-B95C84AD2FCF}"/>
              </a:ext>
            </a:extLst>
          </p:cNvPr>
          <p:cNvSpPr/>
          <p:nvPr/>
        </p:nvSpPr>
        <p:spPr>
          <a:xfrm>
            <a:off x="6514357" y="3893583"/>
            <a:ext cx="2675985" cy="2552438"/>
          </a:xfrm>
          <a:prstGeom prst="rect">
            <a:avLst/>
          </a:prstGeom>
          <a:solidFill>
            <a:srgbClr val="FEF6F0"/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ko-KR" b="1" dirty="0">
                <a:solidFill>
                  <a:schemeClr val="tx1"/>
                </a:solidFill>
              </a:rPr>
              <a:t>** </a:t>
            </a:r>
            <a:r>
              <a:rPr lang="ko-KR" altLang="en-US" b="1" dirty="0">
                <a:solidFill>
                  <a:schemeClr val="tx1"/>
                </a:solidFill>
              </a:rPr>
              <a:t>투표 시작 버튼 상태 변경</a:t>
            </a:r>
          </a:p>
        </p:txBody>
      </p:sp>
      <p:sp>
        <p:nvSpPr>
          <p:cNvPr id="121" name="Google Shape;1301;p29">
            <a:extLst>
              <a:ext uri="{FF2B5EF4-FFF2-40B4-BE49-F238E27FC236}">
                <a16:creationId xmlns:a16="http://schemas.microsoft.com/office/drawing/2014/main" id="{86C7FFAD-B6AB-DE9E-6A8C-FD462C8BD5E2}"/>
              </a:ext>
            </a:extLst>
          </p:cNvPr>
          <p:cNvSpPr/>
          <p:nvPr/>
        </p:nvSpPr>
        <p:spPr>
          <a:xfrm>
            <a:off x="507966" y="1231047"/>
            <a:ext cx="2566556" cy="5004557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54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투표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197" name="Google Shape;1198;p27">
            <a:extLst>
              <a:ext uri="{FF2B5EF4-FFF2-40B4-BE49-F238E27FC236}">
                <a16:creationId xmlns:a16="http://schemas.microsoft.com/office/drawing/2014/main" id="{86076AAE-3089-51AA-A72B-AD56D1C2228F}"/>
              </a:ext>
            </a:extLst>
          </p:cNvPr>
          <p:cNvSpPr/>
          <p:nvPr/>
        </p:nvSpPr>
        <p:spPr>
          <a:xfrm>
            <a:off x="557645" y="1437445"/>
            <a:ext cx="2470586" cy="4739032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B78410AD-9CD8-CD73-9EBA-E548003FAD42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투표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59D5C5F1-0185-68D7-66DC-CCB0E740C4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기타 위젯 </a:t>
            </a:r>
            <a:r>
              <a:rPr lang="en-US" altLang="ko-KR" dirty="0"/>
              <a:t>&gt; </a:t>
            </a:r>
            <a:r>
              <a:rPr lang="ko-KR" altLang="en-US" dirty="0"/>
              <a:t>투표</a:t>
            </a:r>
          </a:p>
        </p:txBody>
      </p:sp>
      <p:sp>
        <p:nvSpPr>
          <p:cNvPr id="45" name="Google Shape;1301;p29">
            <a:extLst>
              <a:ext uri="{FF2B5EF4-FFF2-40B4-BE49-F238E27FC236}">
                <a16:creationId xmlns:a16="http://schemas.microsoft.com/office/drawing/2014/main" id="{C99097CB-751D-F3BB-856D-2B4D0FB3E1DD}"/>
              </a:ext>
            </a:extLst>
          </p:cNvPr>
          <p:cNvSpPr/>
          <p:nvPr/>
        </p:nvSpPr>
        <p:spPr>
          <a:xfrm>
            <a:off x="3541286" y="1231047"/>
            <a:ext cx="2566556" cy="5004557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36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투표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1975E996-E14D-5849-BA1D-30A9FF74A51F}"/>
              </a:ext>
            </a:extLst>
          </p:cNvPr>
          <p:cNvGrpSpPr/>
          <p:nvPr/>
        </p:nvGrpSpPr>
        <p:grpSpPr>
          <a:xfrm>
            <a:off x="630391" y="1512979"/>
            <a:ext cx="2325748" cy="274109"/>
            <a:chOff x="3667492" y="1532029"/>
            <a:chExt cx="2325748" cy="274109"/>
          </a:xfrm>
        </p:grpSpPr>
        <p:sp>
          <p:nvSpPr>
            <p:cNvPr id="163" name="사각형: 둥근 모서리 162">
              <a:extLst>
                <a:ext uri="{FF2B5EF4-FFF2-40B4-BE49-F238E27FC236}">
                  <a16:creationId xmlns:a16="http://schemas.microsoft.com/office/drawing/2014/main" id="{85066729-7E2E-EA50-F516-1CDF2ADE3DE5}"/>
                </a:ext>
              </a:extLst>
            </p:cNvPr>
            <p:cNvSpPr/>
            <p:nvPr/>
          </p:nvSpPr>
          <p:spPr>
            <a:xfrm>
              <a:off x="3667492" y="1532029"/>
              <a:ext cx="2325748" cy="274109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900" b="1" dirty="0">
                  <a:solidFill>
                    <a:schemeClr val="tx1"/>
                  </a:solidFill>
                </a:rPr>
                <a:t>프리미어리그 우승팀은</a:t>
              </a:r>
              <a:r>
                <a:rPr lang="en-US" altLang="ko-KR" sz="900" b="1" dirty="0">
                  <a:solidFill>
                    <a:schemeClr val="tx1"/>
                  </a:solidFill>
                </a:rPr>
                <a:t>?</a:t>
              </a:r>
              <a:endParaRPr lang="ko-KR" altLang="en-US" sz="900" b="1" dirty="0">
                <a:solidFill>
                  <a:schemeClr val="tx1"/>
                </a:solidFill>
              </a:endParaRPr>
            </a:p>
          </p:txBody>
        </p:sp>
        <p:pic>
          <p:nvPicPr>
            <p:cNvPr id="164" name="그래픽 163">
              <a:extLst>
                <a:ext uri="{FF2B5EF4-FFF2-40B4-BE49-F238E27FC236}">
                  <a16:creationId xmlns:a16="http://schemas.microsoft.com/office/drawing/2014/main" id="{6D86FF70-90CF-2EC9-EC62-50AE073FB8A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rot="5400000">
              <a:off x="5699956" y="1554783"/>
              <a:ext cx="228600" cy="228600"/>
            </a:xfrm>
            <a:prstGeom prst="rect">
              <a:avLst/>
            </a:prstGeom>
          </p:spPr>
        </p:pic>
      </p:grpSp>
      <p:sp>
        <p:nvSpPr>
          <p:cNvPr id="165" name="사각형: 둥근 모서리 164">
            <a:extLst>
              <a:ext uri="{FF2B5EF4-FFF2-40B4-BE49-F238E27FC236}">
                <a16:creationId xmlns:a16="http://schemas.microsoft.com/office/drawing/2014/main" id="{5D3B9445-0CDF-A57D-FF78-9E7CDCA982EF}"/>
              </a:ext>
            </a:extLst>
          </p:cNvPr>
          <p:cNvSpPr/>
          <p:nvPr/>
        </p:nvSpPr>
        <p:spPr>
          <a:xfrm>
            <a:off x="627100" y="1892558"/>
            <a:ext cx="2320726" cy="2688968"/>
          </a:xfrm>
          <a:prstGeom prst="roundRect">
            <a:avLst>
              <a:gd name="adj" fmla="val 2180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66" name="사각형: 둥근 모서리 165">
            <a:extLst>
              <a:ext uri="{FF2B5EF4-FFF2-40B4-BE49-F238E27FC236}">
                <a16:creationId xmlns:a16="http://schemas.microsoft.com/office/drawing/2014/main" id="{850BF678-175A-7BE6-453D-16F8097D9F17}"/>
              </a:ext>
            </a:extLst>
          </p:cNvPr>
          <p:cNvSpPr/>
          <p:nvPr/>
        </p:nvSpPr>
        <p:spPr>
          <a:xfrm>
            <a:off x="713651" y="2186811"/>
            <a:ext cx="2161724" cy="285064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b="1" dirty="0">
                <a:solidFill>
                  <a:schemeClr val="tx1"/>
                </a:solidFill>
              </a:rPr>
              <a:t>프리미어리그 우승팀은</a:t>
            </a:r>
            <a:r>
              <a:rPr lang="en-US" altLang="ko-KR" b="1" dirty="0">
                <a:solidFill>
                  <a:schemeClr val="tx1"/>
                </a:solidFill>
              </a:rPr>
              <a:t>?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sp>
        <p:nvSpPr>
          <p:cNvPr id="167" name="사각형: 둥근 모서리 166">
            <a:extLst>
              <a:ext uri="{FF2B5EF4-FFF2-40B4-BE49-F238E27FC236}">
                <a16:creationId xmlns:a16="http://schemas.microsoft.com/office/drawing/2014/main" id="{65CB87D2-26AA-4583-9A13-632A2404AF66}"/>
              </a:ext>
            </a:extLst>
          </p:cNvPr>
          <p:cNvSpPr/>
          <p:nvPr/>
        </p:nvSpPr>
        <p:spPr>
          <a:xfrm>
            <a:off x="700536" y="3325828"/>
            <a:ext cx="2188361" cy="285064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b="1" dirty="0">
                <a:solidFill>
                  <a:schemeClr val="tx1"/>
                </a:solidFill>
              </a:rPr>
              <a:t>1000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4CC79EB7-D70C-1EA9-F3DD-08035138EE25}"/>
              </a:ext>
            </a:extLst>
          </p:cNvPr>
          <p:cNvSpPr txBox="1"/>
          <p:nvPr/>
        </p:nvSpPr>
        <p:spPr>
          <a:xfrm>
            <a:off x="2536724" y="3360481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캐시</a:t>
            </a:r>
          </a:p>
        </p:txBody>
      </p:sp>
      <p:sp>
        <p:nvSpPr>
          <p:cNvPr id="169" name="사각형: 둥근 모서리 168">
            <a:extLst>
              <a:ext uri="{FF2B5EF4-FFF2-40B4-BE49-F238E27FC236}">
                <a16:creationId xmlns:a16="http://schemas.microsoft.com/office/drawing/2014/main" id="{C09BCA4F-DAE0-4C4F-6E42-F0F25574A661}"/>
              </a:ext>
            </a:extLst>
          </p:cNvPr>
          <p:cNvSpPr/>
          <p:nvPr/>
        </p:nvSpPr>
        <p:spPr>
          <a:xfrm>
            <a:off x="700536" y="4037356"/>
            <a:ext cx="2188361" cy="285064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b="1" dirty="0">
                <a:solidFill>
                  <a:schemeClr val="tx1"/>
                </a:solidFill>
              </a:rPr>
              <a:t>0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3E4F1A65-87DB-6C3F-03A4-C00A9AE7CC28}"/>
              </a:ext>
            </a:extLst>
          </p:cNvPr>
          <p:cNvSpPr txBox="1"/>
          <p:nvPr/>
        </p:nvSpPr>
        <p:spPr>
          <a:xfrm>
            <a:off x="652863" y="2492896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투표 시간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5927D777-CEE9-E1E2-8E92-E7F8EE17E897}"/>
              </a:ext>
            </a:extLst>
          </p:cNvPr>
          <p:cNvSpPr txBox="1"/>
          <p:nvPr/>
        </p:nvSpPr>
        <p:spPr>
          <a:xfrm>
            <a:off x="652862" y="3830432"/>
            <a:ext cx="794123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무료 투표권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783F289A-EC22-62DF-4B86-DF20C901E034}"/>
              </a:ext>
            </a:extLst>
          </p:cNvPr>
          <p:cNvSpPr txBox="1"/>
          <p:nvPr/>
        </p:nvSpPr>
        <p:spPr>
          <a:xfrm>
            <a:off x="652863" y="3115293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투표 </a:t>
            </a:r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금액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B306C4FE-0DD4-0574-92E4-6D33E8F729BD}"/>
              </a:ext>
            </a:extLst>
          </p:cNvPr>
          <p:cNvSpPr txBox="1"/>
          <p:nvPr/>
        </p:nvSpPr>
        <p:spPr>
          <a:xfrm>
            <a:off x="610627" y="3591354"/>
            <a:ext cx="2442495" cy="200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표 당 금액을 뜻합니다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(</a:t>
            </a: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최소 금액 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 </a:t>
            </a: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캐시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A13D29C5-15DD-FF1F-7F5E-4BA40ED385FC}"/>
              </a:ext>
            </a:extLst>
          </p:cNvPr>
          <p:cNvSpPr txBox="1"/>
          <p:nvPr/>
        </p:nvSpPr>
        <p:spPr>
          <a:xfrm>
            <a:off x="610627" y="4306969"/>
            <a:ext cx="2442495" cy="200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700" i="0" u="none" strike="noStrike" kern="1200" cap="none" spc="0" normalizeH="0" baseline="0" noProof="0" dirty="0" err="1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도네이터에게</a:t>
            </a: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제공되는 무료 투표권의 개수를 뜻합니다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305277F1-2435-0CDF-8547-33E0DFDBE691}"/>
              </a:ext>
            </a:extLst>
          </p:cNvPr>
          <p:cNvGrpSpPr/>
          <p:nvPr/>
        </p:nvGrpSpPr>
        <p:grpSpPr>
          <a:xfrm>
            <a:off x="700537" y="2710042"/>
            <a:ext cx="2220247" cy="285064"/>
            <a:chOff x="3737638" y="3069740"/>
            <a:chExt cx="2220247" cy="285064"/>
          </a:xfrm>
        </p:grpSpPr>
        <p:grpSp>
          <p:nvGrpSpPr>
            <p:cNvPr id="176" name="그룹 175">
              <a:extLst>
                <a:ext uri="{FF2B5EF4-FFF2-40B4-BE49-F238E27FC236}">
                  <a16:creationId xmlns:a16="http://schemas.microsoft.com/office/drawing/2014/main" id="{1A7A8207-0823-F1F6-D35D-CA5ED0322E36}"/>
                </a:ext>
              </a:extLst>
            </p:cNvPr>
            <p:cNvGrpSpPr/>
            <p:nvPr/>
          </p:nvGrpSpPr>
          <p:grpSpPr>
            <a:xfrm>
              <a:off x="3737638" y="3069740"/>
              <a:ext cx="2188360" cy="285064"/>
              <a:chOff x="3737638" y="3069740"/>
              <a:chExt cx="2232302" cy="285064"/>
            </a:xfrm>
          </p:grpSpPr>
          <p:sp>
            <p:nvSpPr>
              <p:cNvPr id="182" name="사각형: 둥근 모서리 181">
                <a:extLst>
                  <a:ext uri="{FF2B5EF4-FFF2-40B4-BE49-F238E27FC236}">
                    <a16:creationId xmlns:a16="http://schemas.microsoft.com/office/drawing/2014/main" id="{EEE5F5B8-EFF6-1846-ECEF-CB6D97BE9454}"/>
                  </a:ext>
                </a:extLst>
              </p:cNvPr>
              <p:cNvSpPr/>
              <p:nvPr/>
            </p:nvSpPr>
            <p:spPr>
              <a:xfrm>
                <a:off x="3737638" y="3069740"/>
                <a:ext cx="669158" cy="285064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en-US" altLang="ko-KR" sz="900" b="1" dirty="0">
                    <a:solidFill>
                      <a:schemeClr val="tx1"/>
                    </a:solidFill>
                  </a:rPr>
                  <a:t>00</a:t>
                </a:r>
                <a:endParaRPr lang="ko-KR" altLang="en-US" sz="9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83" name="사각형: 둥근 모서리 182">
                <a:extLst>
                  <a:ext uri="{FF2B5EF4-FFF2-40B4-BE49-F238E27FC236}">
                    <a16:creationId xmlns:a16="http://schemas.microsoft.com/office/drawing/2014/main" id="{4D241202-05B4-6F12-78BF-35C66D2E5FBD}"/>
                  </a:ext>
                </a:extLst>
              </p:cNvPr>
              <p:cNvSpPr/>
              <p:nvPr/>
            </p:nvSpPr>
            <p:spPr>
              <a:xfrm>
                <a:off x="4518360" y="3069740"/>
                <a:ext cx="669158" cy="285064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en-US" altLang="ko-KR" sz="900" b="1" dirty="0">
                    <a:solidFill>
                      <a:schemeClr val="tx1"/>
                    </a:solidFill>
                  </a:rPr>
                  <a:t>00</a:t>
                </a:r>
                <a:endParaRPr lang="ko-KR" altLang="en-US" sz="9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84" name="사각형: 둥근 모서리 183">
                <a:extLst>
                  <a:ext uri="{FF2B5EF4-FFF2-40B4-BE49-F238E27FC236}">
                    <a16:creationId xmlns:a16="http://schemas.microsoft.com/office/drawing/2014/main" id="{88C7D30C-80AA-CCC3-39BC-745471575A3A}"/>
                  </a:ext>
                </a:extLst>
              </p:cNvPr>
              <p:cNvSpPr/>
              <p:nvPr/>
            </p:nvSpPr>
            <p:spPr>
              <a:xfrm>
                <a:off x="5300782" y="3069740"/>
                <a:ext cx="669158" cy="285064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en-US" altLang="ko-KR" sz="900" b="1" dirty="0">
                    <a:solidFill>
                      <a:schemeClr val="tx1"/>
                    </a:solidFill>
                  </a:rPr>
                  <a:t>00</a:t>
                </a:r>
                <a:endParaRPr lang="ko-KR" altLang="en-US" sz="9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E83905C3-BE79-83CA-AD1F-B622119673F7}"/>
                </a:ext>
              </a:extLst>
            </p:cNvPr>
            <p:cNvSpPr txBox="1"/>
            <p:nvPr/>
          </p:nvSpPr>
          <p:spPr>
            <a:xfrm>
              <a:off x="4041676" y="3104550"/>
              <a:ext cx="389850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r"/>
              <a:r>
                <a:rPr lang="ko-KR" altLang="en-US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시간</a:t>
              </a: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0BECC17C-0DCF-AD8D-08E4-CA0DA180AB4A}"/>
                </a:ext>
              </a:extLst>
            </p:cNvPr>
            <p:cNvSpPr txBox="1"/>
            <p:nvPr/>
          </p:nvSpPr>
          <p:spPr>
            <a:xfrm>
              <a:off x="4926844" y="3104550"/>
              <a:ext cx="287258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r"/>
              <a:r>
                <a:rPr lang="ko-KR" altLang="en-US" sz="800" b="1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5048798B-6D1D-C9B4-9111-1F161E1DD874}"/>
                </a:ext>
              </a:extLst>
            </p:cNvPr>
            <p:cNvSpPr txBox="1"/>
            <p:nvPr/>
          </p:nvSpPr>
          <p:spPr>
            <a:xfrm>
              <a:off x="5670627" y="3104550"/>
              <a:ext cx="287258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r"/>
              <a:r>
                <a:rPr lang="ko-KR" altLang="en-US" sz="800" b="1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초</a:t>
              </a:r>
              <a:endPara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52BA63D-7150-475F-1618-0AD5608497C4}"/>
                </a:ext>
              </a:extLst>
            </p:cNvPr>
            <p:cNvSpPr txBox="1"/>
            <p:nvPr/>
          </p:nvSpPr>
          <p:spPr>
            <a:xfrm>
              <a:off x="4349606" y="3104550"/>
              <a:ext cx="211917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  <a:endPara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DCD23ADC-C455-3362-FA15-BA0AB2CD8BF1}"/>
                </a:ext>
              </a:extLst>
            </p:cNvPr>
            <p:cNvSpPr txBox="1"/>
            <p:nvPr/>
          </p:nvSpPr>
          <p:spPr>
            <a:xfrm>
              <a:off x="5111186" y="3104550"/>
              <a:ext cx="211917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  <a:endPara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85" name="TextBox 184">
            <a:extLst>
              <a:ext uri="{FF2B5EF4-FFF2-40B4-BE49-F238E27FC236}">
                <a16:creationId xmlns:a16="http://schemas.microsoft.com/office/drawing/2014/main" id="{888900A3-E5C6-F577-2505-71F50E119775}"/>
              </a:ext>
            </a:extLst>
          </p:cNvPr>
          <p:cNvSpPr txBox="1"/>
          <p:nvPr/>
        </p:nvSpPr>
        <p:spPr>
          <a:xfrm>
            <a:off x="652863" y="1962822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투표 </a:t>
            </a:r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이름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86" name="사각형: 둥근 모서리 185">
            <a:extLst>
              <a:ext uri="{FF2B5EF4-FFF2-40B4-BE49-F238E27FC236}">
                <a16:creationId xmlns:a16="http://schemas.microsoft.com/office/drawing/2014/main" id="{D75CC1C4-D01A-5D46-2684-22D505D97962}"/>
              </a:ext>
            </a:extLst>
          </p:cNvPr>
          <p:cNvSpPr/>
          <p:nvPr/>
        </p:nvSpPr>
        <p:spPr>
          <a:xfrm>
            <a:off x="627100" y="4660663"/>
            <a:ext cx="2320726" cy="1469198"/>
          </a:xfrm>
          <a:prstGeom prst="roundRect">
            <a:avLst>
              <a:gd name="adj" fmla="val 2570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FFEF73C9-54AB-6ABA-1028-8AC056DA9A70}"/>
              </a:ext>
            </a:extLst>
          </p:cNvPr>
          <p:cNvSpPr txBox="1"/>
          <p:nvPr/>
        </p:nvSpPr>
        <p:spPr>
          <a:xfrm>
            <a:off x="652863" y="4730927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투표 항목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188" name="그룹 187">
            <a:extLst>
              <a:ext uri="{FF2B5EF4-FFF2-40B4-BE49-F238E27FC236}">
                <a16:creationId xmlns:a16="http://schemas.microsoft.com/office/drawing/2014/main" id="{92448AAB-2F89-2D7A-1F35-65260D184F68}"/>
              </a:ext>
            </a:extLst>
          </p:cNvPr>
          <p:cNvGrpSpPr/>
          <p:nvPr/>
        </p:nvGrpSpPr>
        <p:grpSpPr>
          <a:xfrm>
            <a:off x="737143" y="4977172"/>
            <a:ext cx="2086480" cy="928373"/>
            <a:chOff x="8295014" y="4217447"/>
            <a:chExt cx="2086480" cy="928373"/>
          </a:xfrm>
        </p:grpSpPr>
        <p:sp>
          <p:nvSpPr>
            <p:cNvPr id="189" name="사각형: 둥근 모서리 188">
              <a:extLst>
                <a:ext uri="{FF2B5EF4-FFF2-40B4-BE49-F238E27FC236}">
                  <a16:creationId xmlns:a16="http://schemas.microsoft.com/office/drawing/2014/main" id="{8AD8216F-9051-3708-6055-EF6A2CACA7B6}"/>
                </a:ext>
              </a:extLst>
            </p:cNvPr>
            <p:cNvSpPr/>
            <p:nvPr/>
          </p:nvSpPr>
          <p:spPr>
            <a:xfrm>
              <a:off x="8295014" y="4217447"/>
              <a:ext cx="2086480" cy="28506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ko-KR" altLang="en-US" b="1" dirty="0">
                  <a:solidFill>
                    <a:schemeClr val="tx1"/>
                  </a:solidFill>
                </a:rPr>
                <a:t>        </a:t>
              </a:r>
              <a:r>
                <a:rPr lang="ko-KR" altLang="en-US" b="1" dirty="0" err="1">
                  <a:solidFill>
                    <a:schemeClr val="tx1"/>
                  </a:solidFill>
                </a:rPr>
                <a:t>맨시티</a:t>
              </a:r>
              <a:endParaRPr lang="ko-KR" altLang="en-US" b="1" dirty="0">
                <a:solidFill>
                  <a:schemeClr val="tx1"/>
                </a:solidFill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D8C9EE7B-CAC8-8DA4-F745-F0FD15795509}"/>
                </a:ext>
              </a:extLst>
            </p:cNvPr>
            <p:cNvSpPr txBox="1"/>
            <p:nvPr/>
          </p:nvSpPr>
          <p:spPr>
            <a:xfrm>
              <a:off x="8328248" y="4255305"/>
              <a:ext cx="25304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ko-KR" sz="800" b="1" dirty="0">
                  <a:solidFill>
                    <a:srgbClr val="0070C0"/>
                  </a:solidFill>
                  <a:latin typeface="+mn-ea"/>
                  <a:ea typeface="+mn-ea"/>
                </a:rPr>
                <a:t>1</a:t>
              </a:r>
              <a:endParaRPr lang="ko-KR" altLang="en-US" sz="800" b="1" dirty="0">
                <a:solidFill>
                  <a:srgbClr val="0070C0"/>
                </a:solidFill>
                <a:latin typeface="+mn-ea"/>
                <a:ea typeface="+mn-ea"/>
              </a:endParaRPr>
            </a:p>
          </p:txBody>
        </p:sp>
        <p:sp>
          <p:nvSpPr>
            <p:cNvPr id="191" name="사각형: 둥근 모서리 190">
              <a:extLst>
                <a:ext uri="{FF2B5EF4-FFF2-40B4-BE49-F238E27FC236}">
                  <a16:creationId xmlns:a16="http://schemas.microsoft.com/office/drawing/2014/main" id="{40B14203-1921-CCE8-6B2F-13FD8A2664A9}"/>
                </a:ext>
              </a:extLst>
            </p:cNvPr>
            <p:cNvSpPr/>
            <p:nvPr/>
          </p:nvSpPr>
          <p:spPr>
            <a:xfrm>
              <a:off x="8295014" y="4539101"/>
              <a:ext cx="2086480" cy="28506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ko-KR" altLang="en-US" b="1" dirty="0">
                  <a:solidFill>
                    <a:schemeClr val="tx1"/>
                  </a:solidFill>
                </a:rPr>
                <a:t>        아스날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10D373F-0A46-2AF3-62F9-EACA21BF4949}"/>
                </a:ext>
              </a:extLst>
            </p:cNvPr>
            <p:cNvSpPr txBox="1"/>
            <p:nvPr/>
          </p:nvSpPr>
          <p:spPr>
            <a:xfrm>
              <a:off x="8328248" y="4578353"/>
              <a:ext cx="25304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ko-KR" sz="800" b="1" dirty="0">
                  <a:solidFill>
                    <a:srgbClr val="0070C0"/>
                  </a:solidFill>
                  <a:latin typeface="+mn-ea"/>
                  <a:ea typeface="+mn-ea"/>
                </a:rPr>
                <a:t>2</a:t>
              </a:r>
              <a:endParaRPr lang="ko-KR" altLang="en-US" sz="800" b="1" dirty="0">
                <a:solidFill>
                  <a:srgbClr val="0070C0"/>
                </a:solidFill>
                <a:latin typeface="+mn-ea"/>
                <a:ea typeface="+mn-ea"/>
              </a:endParaRPr>
            </a:p>
          </p:txBody>
        </p:sp>
        <p:sp>
          <p:nvSpPr>
            <p:cNvPr id="193" name="사각형: 둥근 모서리 192">
              <a:extLst>
                <a:ext uri="{FF2B5EF4-FFF2-40B4-BE49-F238E27FC236}">
                  <a16:creationId xmlns:a16="http://schemas.microsoft.com/office/drawing/2014/main" id="{CD2F685E-11F7-76DB-BBEE-494A1BC254E6}"/>
                </a:ext>
              </a:extLst>
            </p:cNvPr>
            <p:cNvSpPr/>
            <p:nvPr/>
          </p:nvSpPr>
          <p:spPr>
            <a:xfrm>
              <a:off x="8295014" y="4860756"/>
              <a:ext cx="2086480" cy="28506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ko-KR" altLang="en-US" b="1" dirty="0">
                  <a:solidFill>
                    <a:schemeClr val="tx1"/>
                  </a:solidFill>
                </a:rPr>
                <a:t>        </a:t>
              </a:r>
              <a:r>
                <a:rPr lang="ko-KR" altLang="en-US" b="1" dirty="0" err="1">
                  <a:solidFill>
                    <a:schemeClr val="tx1"/>
                  </a:solidFill>
                </a:rPr>
                <a:t>리버플</a:t>
              </a:r>
              <a:endParaRPr lang="ko-KR" altLang="en-US" b="1" dirty="0">
                <a:solidFill>
                  <a:schemeClr val="tx1"/>
                </a:solidFill>
              </a:endParaRP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6FBEA18E-3FA3-A4C0-FB5B-B4CF9F331F34}"/>
                </a:ext>
              </a:extLst>
            </p:cNvPr>
            <p:cNvSpPr txBox="1"/>
            <p:nvPr/>
          </p:nvSpPr>
          <p:spPr>
            <a:xfrm>
              <a:off x="8328248" y="4898614"/>
              <a:ext cx="25304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ko-KR" sz="800" b="1" dirty="0">
                  <a:solidFill>
                    <a:srgbClr val="0070C0"/>
                  </a:solidFill>
                  <a:latin typeface="+mn-ea"/>
                  <a:ea typeface="+mn-ea"/>
                </a:rPr>
                <a:t>3</a:t>
              </a:r>
              <a:endParaRPr lang="ko-KR" altLang="en-US" sz="800" b="1" dirty="0">
                <a:solidFill>
                  <a:srgbClr val="0070C0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195" name="TextBox 194">
            <a:extLst>
              <a:ext uri="{FF2B5EF4-FFF2-40B4-BE49-F238E27FC236}">
                <a16:creationId xmlns:a16="http://schemas.microsoft.com/office/drawing/2014/main" id="{8D47E683-23E0-51CE-9B76-0FDBAC0C49CD}"/>
              </a:ext>
            </a:extLst>
          </p:cNvPr>
          <p:cNvSpPr txBox="1"/>
          <p:nvPr/>
        </p:nvSpPr>
        <p:spPr>
          <a:xfrm>
            <a:off x="1350555" y="5912738"/>
            <a:ext cx="76014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</a:t>
            </a:r>
            <a:r>
              <a:rPr lang="en-US" altLang="ko-KR" sz="8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항목 추가</a:t>
            </a:r>
          </a:p>
        </p:txBody>
      </p:sp>
      <p:sp>
        <p:nvSpPr>
          <p:cNvPr id="202" name="Google Shape;1198;p27">
            <a:extLst>
              <a:ext uri="{FF2B5EF4-FFF2-40B4-BE49-F238E27FC236}">
                <a16:creationId xmlns:a16="http://schemas.microsoft.com/office/drawing/2014/main" id="{D1C1B8AE-7450-EB4D-ACD2-1D3154DC098A}"/>
              </a:ext>
            </a:extLst>
          </p:cNvPr>
          <p:cNvSpPr/>
          <p:nvPr/>
        </p:nvSpPr>
        <p:spPr>
          <a:xfrm>
            <a:off x="3588312" y="1437445"/>
            <a:ext cx="2470586" cy="4739032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3" name="사각형: 둥근 모서리 202">
            <a:extLst>
              <a:ext uri="{FF2B5EF4-FFF2-40B4-BE49-F238E27FC236}">
                <a16:creationId xmlns:a16="http://schemas.microsoft.com/office/drawing/2014/main" id="{8DD42D04-D3DB-F69F-8F23-B1F6F0CB9C4E}"/>
              </a:ext>
            </a:extLst>
          </p:cNvPr>
          <p:cNvSpPr/>
          <p:nvPr/>
        </p:nvSpPr>
        <p:spPr bwMode="auto">
          <a:xfrm>
            <a:off x="3662278" y="5783449"/>
            <a:ext cx="2320726" cy="321146"/>
          </a:xfrm>
          <a:prstGeom prst="roundRect">
            <a:avLst>
              <a:gd name="adj" fmla="val 12712"/>
            </a:avLst>
          </a:prstGeom>
          <a:solidFill>
            <a:srgbClr val="529EFF"/>
          </a:solidFill>
          <a:ln w="12700">
            <a:noFill/>
            <a:prstDash val="dash"/>
            <a:miter lim="800000"/>
            <a:headEnd/>
            <a:tailEnd/>
          </a:ln>
        </p:spPr>
        <p:txBody>
          <a:bodyPr wrap="none" rtlCol="0" anchor="ctr"/>
          <a:lstStyle/>
          <a:p>
            <a:pPr algn="ctr"/>
            <a:r>
              <a:rPr lang="ko-KR" altLang="en-US" sz="9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투표 시작</a:t>
            </a:r>
            <a:endParaRPr lang="ko-KR" altLang="en-US" sz="9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4" name="사각형: 둥근 모서리 203">
            <a:extLst>
              <a:ext uri="{FF2B5EF4-FFF2-40B4-BE49-F238E27FC236}">
                <a16:creationId xmlns:a16="http://schemas.microsoft.com/office/drawing/2014/main" id="{4343F6DB-601B-BE8C-C762-8B86DFC1D686}"/>
              </a:ext>
            </a:extLst>
          </p:cNvPr>
          <p:cNvSpPr/>
          <p:nvPr/>
        </p:nvSpPr>
        <p:spPr>
          <a:xfrm>
            <a:off x="3662278" y="2895906"/>
            <a:ext cx="2320726" cy="1469198"/>
          </a:xfrm>
          <a:prstGeom prst="roundRect">
            <a:avLst>
              <a:gd name="adj" fmla="val 2570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DB08EF15-FAE0-7522-6B06-5FEACBA5CACC}"/>
              </a:ext>
            </a:extLst>
          </p:cNvPr>
          <p:cNvSpPr txBox="1"/>
          <p:nvPr/>
        </p:nvSpPr>
        <p:spPr>
          <a:xfrm>
            <a:off x="3688041" y="2966170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투표 항목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206" name="그룹 205">
            <a:extLst>
              <a:ext uri="{FF2B5EF4-FFF2-40B4-BE49-F238E27FC236}">
                <a16:creationId xmlns:a16="http://schemas.microsoft.com/office/drawing/2014/main" id="{06CE0128-7CC9-651E-3C0D-A5622BB2B48D}"/>
              </a:ext>
            </a:extLst>
          </p:cNvPr>
          <p:cNvGrpSpPr/>
          <p:nvPr/>
        </p:nvGrpSpPr>
        <p:grpSpPr>
          <a:xfrm>
            <a:off x="3772321" y="3212415"/>
            <a:ext cx="2086480" cy="928373"/>
            <a:chOff x="8295014" y="4217447"/>
            <a:chExt cx="2086480" cy="928373"/>
          </a:xfrm>
        </p:grpSpPr>
        <p:sp>
          <p:nvSpPr>
            <p:cNvPr id="207" name="사각형: 둥근 모서리 206">
              <a:extLst>
                <a:ext uri="{FF2B5EF4-FFF2-40B4-BE49-F238E27FC236}">
                  <a16:creationId xmlns:a16="http://schemas.microsoft.com/office/drawing/2014/main" id="{936EFB59-A40E-0F0A-0809-9C35BFB4E6BC}"/>
                </a:ext>
              </a:extLst>
            </p:cNvPr>
            <p:cNvSpPr/>
            <p:nvPr/>
          </p:nvSpPr>
          <p:spPr>
            <a:xfrm>
              <a:off x="8295014" y="4217447"/>
              <a:ext cx="2086480" cy="28506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ko-KR" altLang="en-US" b="1" dirty="0">
                  <a:solidFill>
                    <a:schemeClr val="tx1"/>
                  </a:solidFill>
                </a:rPr>
                <a:t>        </a:t>
              </a:r>
              <a:r>
                <a:rPr lang="ko-KR" altLang="en-US" b="1" dirty="0" err="1">
                  <a:solidFill>
                    <a:schemeClr val="tx1"/>
                  </a:solidFill>
                </a:rPr>
                <a:t>맨시티</a:t>
              </a:r>
              <a:endParaRPr lang="ko-KR" altLang="en-US" b="1" dirty="0">
                <a:solidFill>
                  <a:schemeClr val="tx1"/>
                </a:solidFill>
              </a:endParaRPr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CE873272-E7CA-1E50-289B-0D4520EDCAF6}"/>
                </a:ext>
              </a:extLst>
            </p:cNvPr>
            <p:cNvSpPr txBox="1"/>
            <p:nvPr/>
          </p:nvSpPr>
          <p:spPr>
            <a:xfrm>
              <a:off x="8328248" y="4255305"/>
              <a:ext cx="25304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ko-KR" sz="800" b="1" dirty="0">
                  <a:solidFill>
                    <a:srgbClr val="0070C0"/>
                  </a:solidFill>
                  <a:latin typeface="+mn-ea"/>
                  <a:ea typeface="+mn-ea"/>
                </a:rPr>
                <a:t>1</a:t>
              </a:r>
              <a:endParaRPr lang="ko-KR" altLang="en-US" sz="800" b="1" dirty="0">
                <a:solidFill>
                  <a:srgbClr val="0070C0"/>
                </a:solidFill>
                <a:latin typeface="+mn-ea"/>
                <a:ea typeface="+mn-ea"/>
              </a:endParaRPr>
            </a:p>
          </p:txBody>
        </p:sp>
        <p:sp>
          <p:nvSpPr>
            <p:cNvPr id="209" name="사각형: 둥근 모서리 208">
              <a:extLst>
                <a:ext uri="{FF2B5EF4-FFF2-40B4-BE49-F238E27FC236}">
                  <a16:creationId xmlns:a16="http://schemas.microsoft.com/office/drawing/2014/main" id="{EEAC93EF-7241-6F33-458E-F6700F6DC2BC}"/>
                </a:ext>
              </a:extLst>
            </p:cNvPr>
            <p:cNvSpPr/>
            <p:nvPr/>
          </p:nvSpPr>
          <p:spPr>
            <a:xfrm>
              <a:off x="8295014" y="4539101"/>
              <a:ext cx="2086480" cy="28506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ko-KR" altLang="en-US" b="1" dirty="0">
                  <a:solidFill>
                    <a:schemeClr val="tx1"/>
                  </a:solidFill>
                </a:rPr>
                <a:t>        아스날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0F3F494C-F870-B145-C9B7-C6D066CC94C1}"/>
                </a:ext>
              </a:extLst>
            </p:cNvPr>
            <p:cNvSpPr txBox="1"/>
            <p:nvPr/>
          </p:nvSpPr>
          <p:spPr>
            <a:xfrm>
              <a:off x="8328248" y="4578353"/>
              <a:ext cx="25304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ko-KR" sz="800" b="1" dirty="0">
                  <a:solidFill>
                    <a:srgbClr val="0070C0"/>
                  </a:solidFill>
                  <a:latin typeface="+mn-ea"/>
                  <a:ea typeface="+mn-ea"/>
                </a:rPr>
                <a:t>2</a:t>
              </a:r>
              <a:endParaRPr lang="ko-KR" altLang="en-US" sz="800" b="1" dirty="0">
                <a:solidFill>
                  <a:srgbClr val="0070C0"/>
                </a:solidFill>
                <a:latin typeface="+mn-ea"/>
                <a:ea typeface="+mn-ea"/>
              </a:endParaRPr>
            </a:p>
          </p:txBody>
        </p:sp>
        <p:sp>
          <p:nvSpPr>
            <p:cNvPr id="211" name="사각형: 둥근 모서리 210">
              <a:extLst>
                <a:ext uri="{FF2B5EF4-FFF2-40B4-BE49-F238E27FC236}">
                  <a16:creationId xmlns:a16="http://schemas.microsoft.com/office/drawing/2014/main" id="{E8CE083D-35E7-CB28-2F1A-08EF5A0E6EA3}"/>
                </a:ext>
              </a:extLst>
            </p:cNvPr>
            <p:cNvSpPr/>
            <p:nvPr/>
          </p:nvSpPr>
          <p:spPr>
            <a:xfrm>
              <a:off x="8295014" y="4860756"/>
              <a:ext cx="2086480" cy="28506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ko-KR" altLang="en-US" b="1" dirty="0">
                  <a:solidFill>
                    <a:schemeClr val="tx1"/>
                  </a:solidFill>
                </a:rPr>
                <a:t>        </a:t>
              </a:r>
              <a:r>
                <a:rPr lang="ko-KR" altLang="en-US" b="1" dirty="0" err="1">
                  <a:solidFill>
                    <a:schemeClr val="tx1"/>
                  </a:solidFill>
                </a:rPr>
                <a:t>리버플</a:t>
              </a:r>
              <a:endParaRPr lang="ko-KR" altLang="en-US" b="1" dirty="0">
                <a:solidFill>
                  <a:schemeClr val="tx1"/>
                </a:solidFill>
              </a:endParaRP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F3F9C9AD-7E3F-00C8-52A6-9837681B452E}"/>
                </a:ext>
              </a:extLst>
            </p:cNvPr>
            <p:cNvSpPr txBox="1"/>
            <p:nvPr/>
          </p:nvSpPr>
          <p:spPr>
            <a:xfrm>
              <a:off x="8328248" y="4898614"/>
              <a:ext cx="25304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ko-KR" sz="800" b="1" dirty="0">
                  <a:solidFill>
                    <a:srgbClr val="0070C0"/>
                  </a:solidFill>
                  <a:latin typeface="+mn-ea"/>
                  <a:ea typeface="+mn-ea"/>
                </a:rPr>
                <a:t>3</a:t>
              </a:r>
              <a:endParaRPr lang="ko-KR" altLang="en-US" sz="800" b="1" dirty="0">
                <a:solidFill>
                  <a:srgbClr val="0070C0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213" name="TextBox 212">
            <a:extLst>
              <a:ext uri="{FF2B5EF4-FFF2-40B4-BE49-F238E27FC236}">
                <a16:creationId xmlns:a16="http://schemas.microsoft.com/office/drawing/2014/main" id="{1ADB4181-9D9C-E78B-5731-E23D37DE4315}"/>
              </a:ext>
            </a:extLst>
          </p:cNvPr>
          <p:cNvSpPr txBox="1"/>
          <p:nvPr/>
        </p:nvSpPr>
        <p:spPr>
          <a:xfrm>
            <a:off x="4385733" y="4147981"/>
            <a:ext cx="76014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</a:t>
            </a:r>
            <a:r>
              <a:rPr lang="en-US" altLang="ko-KR" sz="8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항목 추가</a:t>
            </a:r>
          </a:p>
        </p:txBody>
      </p:sp>
      <p:sp>
        <p:nvSpPr>
          <p:cNvPr id="214" name="사각형: 둥근 모서리 213">
            <a:extLst>
              <a:ext uri="{FF2B5EF4-FFF2-40B4-BE49-F238E27FC236}">
                <a16:creationId xmlns:a16="http://schemas.microsoft.com/office/drawing/2014/main" id="{C174893C-981B-59FF-773E-655F182A0278}"/>
              </a:ext>
            </a:extLst>
          </p:cNvPr>
          <p:cNvSpPr/>
          <p:nvPr/>
        </p:nvSpPr>
        <p:spPr>
          <a:xfrm>
            <a:off x="3662278" y="4437112"/>
            <a:ext cx="2320726" cy="1249179"/>
          </a:xfrm>
          <a:prstGeom prst="roundRect">
            <a:avLst>
              <a:gd name="adj" fmla="val 2570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778D1478-5457-0C6A-ED5C-323A1497A026}"/>
              </a:ext>
            </a:extLst>
          </p:cNvPr>
          <p:cNvSpPr txBox="1"/>
          <p:nvPr/>
        </p:nvSpPr>
        <p:spPr>
          <a:xfrm>
            <a:off x="3688040" y="4526426"/>
            <a:ext cx="967799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투표 시작 시간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216" name="사각형: 둥근 모서리 215">
            <a:extLst>
              <a:ext uri="{FF2B5EF4-FFF2-40B4-BE49-F238E27FC236}">
                <a16:creationId xmlns:a16="http://schemas.microsoft.com/office/drawing/2014/main" id="{3B1A3081-92BC-01C2-DAAA-5D04BE98FC3F}"/>
              </a:ext>
            </a:extLst>
          </p:cNvPr>
          <p:cNvSpPr/>
          <p:nvPr/>
        </p:nvSpPr>
        <p:spPr>
          <a:xfrm>
            <a:off x="3728460" y="4721587"/>
            <a:ext cx="2188361" cy="285064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b="1" dirty="0">
                <a:solidFill>
                  <a:schemeClr val="tx1"/>
                </a:solidFill>
              </a:rPr>
              <a:t>2025-12-18 10:01:30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91357B06-8EE1-F259-FD38-0E06F8110FD8}"/>
              </a:ext>
            </a:extLst>
          </p:cNvPr>
          <p:cNvSpPr txBox="1"/>
          <p:nvPr/>
        </p:nvSpPr>
        <p:spPr>
          <a:xfrm>
            <a:off x="3688040" y="5153262"/>
            <a:ext cx="967799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예상 종료 시간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221" name="사각형: 둥근 모서리 220">
            <a:extLst>
              <a:ext uri="{FF2B5EF4-FFF2-40B4-BE49-F238E27FC236}">
                <a16:creationId xmlns:a16="http://schemas.microsoft.com/office/drawing/2014/main" id="{841CB31A-1224-E915-D697-C294536DAB80}"/>
              </a:ext>
            </a:extLst>
          </p:cNvPr>
          <p:cNvSpPr/>
          <p:nvPr/>
        </p:nvSpPr>
        <p:spPr>
          <a:xfrm>
            <a:off x="3728460" y="5348423"/>
            <a:ext cx="2188361" cy="285064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b="1" dirty="0">
                <a:solidFill>
                  <a:schemeClr val="tx1"/>
                </a:solidFill>
              </a:rPr>
              <a:t>2025-12-18 10:01:30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pic>
        <p:nvPicPr>
          <p:cNvPr id="243" name="그림 242">
            <a:extLst>
              <a:ext uri="{FF2B5EF4-FFF2-40B4-BE49-F238E27FC236}">
                <a16:creationId xmlns:a16="http://schemas.microsoft.com/office/drawing/2014/main" id="{8543A44D-23ED-F5A0-75F8-6D5971EC8E95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t="48466"/>
          <a:stretch>
            <a:fillRect/>
          </a:stretch>
        </p:blipFill>
        <p:spPr>
          <a:xfrm>
            <a:off x="3646775" y="1445328"/>
            <a:ext cx="2444708" cy="1394938"/>
          </a:xfrm>
          <a:prstGeom prst="rect">
            <a:avLst/>
          </a:prstGeom>
        </p:spPr>
      </p:pic>
      <p:sp>
        <p:nvSpPr>
          <p:cNvPr id="244" name="TextBox 243">
            <a:extLst>
              <a:ext uri="{FF2B5EF4-FFF2-40B4-BE49-F238E27FC236}">
                <a16:creationId xmlns:a16="http://schemas.microsoft.com/office/drawing/2014/main" id="{1287C1EB-48AE-2949-A1F6-7010F436F823}"/>
              </a:ext>
            </a:extLst>
          </p:cNvPr>
          <p:cNvSpPr txBox="1"/>
          <p:nvPr/>
        </p:nvSpPr>
        <p:spPr>
          <a:xfrm>
            <a:off x="5215505" y="5383233"/>
            <a:ext cx="89148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800" b="1" i="0" dirty="0">
                <a:solidFill>
                  <a:srgbClr val="31859C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투표 정지 중</a:t>
            </a:r>
            <a:endParaRPr lang="ko-KR" altLang="en-US" sz="800" dirty="0">
              <a:solidFill>
                <a:srgbClr val="31859C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47" name="직선 화살표 연결선 246">
            <a:extLst>
              <a:ext uri="{FF2B5EF4-FFF2-40B4-BE49-F238E27FC236}">
                <a16:creationId xmlns:a16="http://schemas.microsoft.com/office/drawing/2014/main" id="{AD9D7AA4-B18C-3837-137F-055A797C7796}"/>
              </a:ext>
            </a:extLst>
          </p:cNvPr>
          <p:cNvCxnSpPr/>
          <p:nvPr/>
        </p:nvCxnSpPr>
        <p:spPr>
          <a:xfrm>
            <a:off x="5096941" y="5490955"/>
            <a:ext cx="216024" cy="0"/>
          </a:xfrm>
          <a:prstGeom prst="straightConnector1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5" name="그룹 254">
            <a:extLst>
              <a:ext uri="{FF2B5EF4-FFF2-40B4-BE49-F238E27FC236}">
                <a16:creationId xmlns:a16="http://schemas.microsoft.com/office/drawing/2014/main" id="{6BE2BAE9-FB2F-8155-E9AC-555296A2BAE6}"/>
              </a:ext>
            </a:extLst>
          </p:cNvPr>
          <p:cNvGrpSpPr/>
          <p:nvPr/>
        </p:nvGrpSpPr>
        <p:grpSpPr>
          <a:xfrm>
            <a:off x="6666651" y="4561014"/>
            <a:ext cx="2320726" cy="321146"/>
            <a:chOff x="6492044" y="5620481"/>
            <a:chExt cx="2590581" cy="321146"/>
          </a:xfrm>
        </p:grpSpPr>
        <p:sp>
          <p:nvSpPr>
            <p:cNvPr id="252" name="사각형: 둥근 모서리 251">
              <a:extLst>
                <a:ext uri="{FF2B5EF4-FFF2-40B4-BE49-F238E27FC236}">
                  <a16:creationId xmlns:a16="http://schemas.microsoft.com/office/drawing/2014/main" id="{AC2E9C71-0230-678F-B0AD-962D3306F08F}"/>
                </a:ext>
              </a:extLst>
            </p:cNvPr>
            <p:cNvSpPr/>
            <p:nvPr/>
          </p:nvSpPr>
          <p:spPr bwMode="auto">
            <a:xfrm>
              <a:off x="6492044" y="5620481"/>
              <a:ext cx="828092" cy="321146"/>
            </a:xfrm>
            <a:prstGeom prst="roundRect">
              <a:avLst>
                <a:gd name="adj" fmla="val 12712"/>
              </a:avLst>
            </a:prstGeom>
            <a:solidFill>
              <a:srgbClr val="529EFF"/>
            </a:solidFill>
            <a:ln w="12700">
              <a:noFill/>
              <a:prstDash val="dash"/>
              <a:miter lim="800000"/>
              <a:headEnd/>
              <a:tailEnd/>
            </a:ln>
          </p:spPr>
          <p:txBody>
            <a:bodyPr wrap="none" rtlCol="0" anchor="ctr"/>
            <a:lstStyle/>
            <a:p>
              <a:pPr algn="ctr"/>
              <a:r>
                <a:rPr lang="ko-KR" altLang="en-US" sz="9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시간 수정</a:t>
              </a:r>
            </a:p>
          </p:txBody>
        </p:sp>
        <p:sp>
          <p:nvSpPr>
            <p:cNvPr id="253" name="사각형: 둥근 모서리 252">
              <a:extLst>
                <a:ext uri="{FF2B5EF4-FFF2-40B4-BE49-F238E27FC236}">
                  <a16:creationId xmlns:a16="http://schemas.microsoft.com/office/drawing/2014/main" id="{F9DB2A29-93FB-9F42-1697-65DAD6C30A60}"/>
                </a:ext>
              </a:extLst>
            </p:cNvPr>
            <p:cNvSpPr/>
            <p:nvPr/>
          </p:nvSpPr>
          <p:spPr bwMode="auto">
            <a:xfrm>
              <a:off x="7373288" y="5620481"/>
              <a:ext cx="828092" cy="321146"/>
            </a:xfrm>
            <a:prstGeom prst="roundRect">
              <a:avLst>
                <a:gd name="adj" fmla="val 12712"/>
              </a:avLst>
            </a:prstGeom>
            <a:solidFill>
              <a:srgbClr val="31859C"/>
            </a:solidFill>
            <a:ln w="12700">
              <a:noFill/>
              <a:prstDash val="dash"/>
              <a:miter lim="800000"/>
              <a:headEnd/>
              <a:tailEnd/>
            </a:ln>
          </p:spPr>
          <p:txBody>
            <a:bodyPr wrap="none" rtlCol="0" anchor="ctr"/>
            <a:lstStyle/>
            <a:p>
              <a:pPr algn="ctr"/>
              <a:r>
                <a:rPr lang="ko-KR" altLang="en-US" sz="9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투표 정지</a:t>
              </a:r>
            </a:p>
          </p:txBody>
        </p:sp>
        <p:sp>
          <p:nvSpPr>
            <p:cNvPr id="254" name="사각형: 둥근 모서리 253">
              <a:extLst>
                <a:ext uri="{FF2B5EF4-FFF2-40B4-BE49-F238E27FC236}">
                  <a16:creationId xmlns:a16="http://schemas.microsoft.com/office/drawing/2014/main" id="{485E6FA9-7930-A77B-10AF-336C2669550E}"/>
                </a:ext>
              </a:extLst>
            </p:cNvPr>
            <p:cNvSpPr/>
            <p:nvPr/>
          </p:nvSpPr>
          <p:spPr bwMode="auto">
            <a:xfrm>
              <a:off x="8254533" y="5620481"/>
              <a:ext cx="828092" cy="321146"/>
            </a:xfrm>
            <a:prstGeom prst="roundRect">
              <a:avLst>
                <a:gd name="adj" fmla="val 12712"/>
              </a:avLst>
            </a:prstGeom>
            <a:solidFill>
              <a:srgbClr val="C00000"/>
            </a:solidFill>
            <a:ln w="12700">
              <a:noFill/>
              <a:prstDash val="dash"/>
              <a:miter lim="800000"/>
              <a:headEnd/>
              <a:tailEnd/>
            </a:ln>
          </p:spPr>
          <p:txBody>
            <a:bodyPr wrap="none" rtlCol="0" anchor="ctr"/>
            <a:lstStyle/>
            <a:p>
              <a:pPr algn="ctr"/>
              <a:r>
                <a:rPr lang="ko-KR" altLang="en-US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투표 종료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258" name="Group 323">
            <a:extLst>
              <a:ext uri="{FF2B5EF4-FFF2-40B4-BE49-F238E27FC236}">
                <a16:creationId xmlns:a16="http://schemas.microsoft.com/office/drawing/2014/main" id="{053E005C-CFAF-5197-372F-938F8322EF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2156820"/>
              </p:ext>
            </p:extLst>
          </p:nvPr>
        </p:nvGraphicFramePr>
        <p:xfrm>
          <a:off x="9625013" y="575703"/>
          <a:ext cx="2519969" cy="998481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투표 시작 버튼 변경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투표 상태에 따라 버튼 변경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투표 정지 시 예상 종료 시간은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투표 정지 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으로 변경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9295457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6802520"/>
                  </a:ext>
                </a:extLst>
              </a:tr>
            </a:tbl>
          </a:graphicData>
        </a:graphic>
      </p:graphicFrame>
      <p:sp>
        <p:nvSpPr>
          <p:cNvPr id="259" name="타원 258">
            <a:extLst>
              <a:ext uri="{FF2B5EF4-FFF2-40B4-BE49-F238E27FC236}">
                <a16:creationId xmlns:a16="http://schemas.microsoft.com/office/drawing/2014/main" id="{BDCE5C89-52EE-A637-8EA7-EBEA9DE339BD}"/>
              </a:ext>
            </a:extLst>
          </p:cNvPr>
          <p:cNvSpPr/>
          <p:nvPr/>
        </p:nvSpPr>
        <p:spPr>
          <a:xfrm>
            <a:off x="3677186" y="5869522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60" name="직선 화살표 연결선 259">
            <a:extLst>
              <a:ext uri="{FF2B5EF4-FFF2-40B4-BE49-F238E27FC236}">
                <a16:creationId xmlns:a16="http://schemas.microsoft.com/office/drawing/2014/main" id="{A3C65F91-51B3-37DC-869E-09F098C4904F}"/>
              </a:ext>
            </a:extLst>
          </p:cNvPr>
          <p:cNvCxnSpPr>
            <a:cxnSpLocks/>
          </p:cNvCxnSpPr>
          <p:nvPr/>
        </p:nvCxnSpPr>
        <p:spPr>
          <a:xfrm>
            <a:off x="6011341" y="5967205"/>
            <a:ext cx="483966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921EC92E-C007-EE47-2C37-7A7C080E1BB3}"/>
              </a:ext>
            </a:extLst>
          </p:cNvPr>
          <p:cNvGrpSpPr/>
          <p:nvPr/>
        </p:nvGrpSpPr>
        <p:grpSpPr>
          <a:xfrm>
            <a:off x="6666651" y="5268678"/>
            <a:ext cx="2320726" cy="321146"/>
            <a:chOff x="6492044" y="5620481"/>
            <a:chExt cx="2590581" cy="321146"/>
          </a:xfrm>
        </p:grpSpPr>
        <p:sp>
          <p:nvSpPr>
            <p:cNvPr id="262" name="사각형: 둥근 모서리 261">
              <a:extLst>
                <a:ext uri="{FF2B5EF4-FFF2-40B4-BE49-F238E27FC236}">
                  <a16:creationId xmlns:a16="http://schemas.microsoft.com/office/drawing/2014/main" id="{4292C998-F73A-D20C-F7AE-DB91F69C24C0}"/>
                </a:ext>
              </a:extLst>
            </p:cNvPr>
            <p:cNvSpPr/>
            <p:nvPr/>
          </p:nvSpPr>
          <p:spPr bwMode="auto">
            <a:xfrm>
              <a:off x="6492044" y="5620481"/>
              <a:ext cx="828092" cy="321146"/>
            </a:xfrm>
            <a:prstGeom prst="roundRect">
              <a:avLst>
                <a:gd name="adj" fmla="val 12712"/>
              </a:avLst>
            </a:prstGeom>
            <a:solidFill>
              <a:srgbClr val="529EFF"/>
            </a:solidFill>
            <a:ln w="12700">
              <a:noFill/>
              <a:prstDash val="dash"/>
              <a:miter lim="800000"/>
              <a:headEnd/>
              <a:tailEnd/>
            </a:ln>
          </p:spPr>
          <p:txBody>
            <a:bodyPr wrap="none" rtlCol="0" anchor="ctr"/>
            <a:lstStyle/>
            <a:p>
              <a:pPr algn="ctr"/>
              <a:r>
                <a:rPr lang="ko-KR" altLang="en-US" sz="9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시간 수정</a:t>
              </a:r>
            </a:p>
          </p:txBody>
        </p:sp>
        <p:sp>
          <p:nvSpPr>
            <p:cNvPr id="263" name="사각형: 둥근 모서리 262">
              <a:extLst>
                <a:ext uri="{FF2B5EF4-FFF2-40B4-BE49-F238E27FC236}">
                  <a16:creationId xmlns:a16="http://schemas.microsoft.com/office/drawing/2014/main" id="{160BD1ED-4DDE-B334-7235-3E2E4DA8BD73}"/>
                </a:ext>
              </a:extLst>
            </p:cNvPr>
            <p:cNvSpPr/>
            <p:nvPr/>
          </p:nvSpPr>
          <p:spPr bwMode="auto">
            <a:xfrm>
              <a:off x="7373288" y="5620481"/>
              <a:ext cx="828092" cy="321146"/>
            </a:xfrm>
            <a:prstGeom prst="roundRect">
              <a:avLst>
                <a:gd name="adj" fmla="val 12712"/>
              </a:avLst>
            </a:prstGeom>
            <a:solidFill>
              <a:srgbClr val="31859C"/>
            </a:solidFill>
            <a:ln w="12700">
              <a:noFill/>
              <a:prstDash val="dash"/>
              <a:miter lim="800000"/>
              <a:headEnd/>
              <a:tailEnd/>
            </a:ln>
          </p:spPr>
          <p:txBody>
            <a:bodyPr wrap="none" rtlCol="0" anchor="ctr"/>
            <a:lstStyle/>
            <a:p>
              <a:pPr algn="ctr"/>
              <a:r>
                <a:rPr lang="ko-KR" altLang="en-US" sz="9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투표 재개</a:t>
              </a:r>
            </a:p>
          </p:txBody>
        </p:sp>
        <p:sp>
          <p:nvSpPr>
            <p:cNvPr id="264" name="사각형: 둥근 모서리 263">
              <a:extLst>
                <a:ext uri="{FF2B5EF4-FFF2-40B4-BE49-F238E27FC236}">
                  <a16:creationId xmlns:a16="http://schemas.microsoft.com/office/drawing/2014/main" id="{7AEB2DA0-EF87-7690-0FC1-A1511194A659}"/>
                </a:ext>
              </a:extLst>
            </p:cNvPr>
            <p:cNvSpPr/>
            <p:nvPr/>
          </p:nvSpPr>
          <p:spPr bwMode="auto">
            <a:xfrm>
              <a:off x="8254533" y="5620481"/>
              <a:ext cx="828092" cy="321146"/>
            </a:xfrm>
            <a:prstGeom prst="roundRect">
              <a:avLst>
                <a:gd name="adj" fmla="val 12712"/>
              </a:avLst>
            </a:prstGeom>
            <a:solidFill>
              <a:srgbClr val="C00000"/>
            </a:solidFill>
            <a:ln w="12700">
              <a:noFill/>
              <a:prstDash val="dash"/>
              <a:miter lim="800000"/>
              <a:headEnd/>
              <a:tailEnd/>
            </a:ln>
          </p:spPr>
          <p:txBody>
            <a:bodyPr wrap="none" rtlCol="0" anchor="ctr"/>
            <a:lstStyle/>
            <a:p>
              <a:pPr algn="ctr"/>
              <a:r>
                <a:rPr lang="ko-KR" altLang="en-US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투표 종료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65" name="그룹 264">
            <a:extLst>
              <a:ext uri="{FF2B5EF4-FFF2-40B4-BE49-F238E27FC236}">
                <a16:creationId xmlns:a16="http://schemas.microsoft.com/office/drawing/2014/main" id="{5AE4BB9D-DBDD-1068-AD19-DC64AA7EC748}"/>
              </a:ext>
            </a:extLst>
          </p:cNvPr>
          <p:cNvGrpSpPr/>
          <p:nvPr/>
        </p:nvGrpSpPr>
        <p:grpSpPr>
          <a:xfrm>
            <a:off x="6666651" y="5980591"/>
            <a:ext cx="2320726" cy="321146"/>
            <a:chOff x="6492044" y="5620481"/>
            <a:chExt cx="2590581" cy="321146"/>
          </a:xfrm>
        </p:grpSpPr>
        <p:sp>
          <p:nvSpPr>
            <p:cNvPr id="266" name="사각형: 둥근 모서리 265">
              <a:extLst>
                <a:ext uri="{FF2B5EF4-FFF2-40B4-BE49-F238E27FC236}">
                  <a16:creationId xmlns:a16="http://schemas.microsoft.com/office/drawing/2014/main" id="{C72B3D84-9EE6-BE29-8921-6E4AE88AD5F4}"/>
                </a:ext>
              </a:extLst>
            </p:cNvPr>
            <p:cNvSpPr/>
            <p:nvPr/>
          </p:nvSpPr>
          <p:spPr bwMode="auto">
            <a:xfrm>
              <a:off x="6492044" y="5620481"/>
              <a:ext cx="828092" cy="321146"/>
            </a:xfrm>
            <a:prstGeom prst="roundRect">
              <a:avLst>
                <a:gd name="adj" fmla="val 12712"/>
              </a:avLst>
            </a:prstGeom>
            <a:solidFill>
              <a:srgbClr val="529EFF"/>
            </a:solidFill>
            <a:ln w="12700">
              <a:noFill/>
              <a:prstDash val="dash"/>
              <a:miter lim="800000"/>
              <a:headEnd/>
              <a:tailEnd/>
            </a:ln>
          </p:spPr>
          <p:txBody>
            <a:bodyPr wrap="none" rtlCol="0" anchor="ctr"/>
            <a:lstStyle/>
            <a:p>
              <a:pPr algn="ctr"/>
              <a:r>
                <a:rPr lang="ko-KR" altLang="en-US" sz="9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시간 수정</a:t>
              </a:r>
            </a:p>
          </p:txBody>
        </p:sp>
        <p:sp>
          <p:nvSpPr>
            <p:cNvPr id="267" name="사각형: 둥근 모서리 266">
              <a:extLst>
                <a:ext uri="{FF2B5EF4-FFF2-40B4-BE49-F238E27FC236}">
                  <a16:creationId xmlns:a16="http://schemas.microsoft.com/office/drawing/2014/main" id="{C8A97AF5-C1FF-18D5-051E-64EE9DCC751B}"/>
                </a:ext>
              </a:extLst>
            </p:cNvPr>
            <p:cNvSpPr/>
            <p:nvPr/>
          </p:nvSpPr>
          <p:spPr bwMode="auto">
            <a:xfrm>
              <a:off x="7373288" y="5620481"/>
              <a:ext cx="828092" cy="321146"/>
            </a:xfrm>
            <a:prstGeom prst="roundRect">
              <a:avLst>
                <a:gd name="adj" fmla="val 12712"/>
              </a:avLst>
            </a:prstGeom>
            <a:solidFill>
              <a:schemeClr val="bg2">
                <a:lumMod val="25000"/>
              </a:schemeClr>
            </a:solidFill>
            <a:ln w="12700">
              <a:noFill/>
              <a:prstDash val="dash"/>
              <a:miter lim="800000"/>
              <a:headEnd/>
              <a:tailEnd/>
            </a:ln>
          </p:spPr>
          <p:txBody>
            <a:bodyPr wrap="none" rtlCol="0" anchor="ctr"/>
            <a:lstStyle/>
            <a:p>
              <a:pPr algn="ctr"/>
              <a:r>
                <a:rPr lang="ko-KR" altLang="en-US" sz="9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예약 대기 중</a:t>
              </a:r>
            </a:p>
          </p:txBody>
        </p:sp>
        <p:sp>
          <p:nvSpPr>
            <p:cNvPr id="268" name="사각형: 둥근 모서리 267">
              <a:extLst>
                <a:ext uri="{FF2B5EF4-FFF2-40B4-BE49-F238E27FC236}">
                  <a16:creationId xmlns:a16="http://schemas.microsoft.com/office/drawing/2014/main" id="{B561FB2F-E92E-09D0-A2DC-4FFF40CAC75B}"/>
                </a:ext>
              </a:extLst>
            </p:cNvPr>
            <p:cNvSpPr/>
            <p:nvPr/>
          </p:nvSpPr>
          <p:spPr bwMode="auto">
            <a:xfrm>
              <a:off x="8254533" y="5620481"/>
              <a:ext cx="828092" cy="321146"/>
            </a:xfrm>
            <a:prstGeom prst="roundRect">
              <a:avLst>
                <a:gd name="adj" fmla="val 12712"/>
              </a:avLst>
            </a:prstGeom>
            <a:solidFill>
              <a:srgbClr val="C00000"/>
            </a:solidFill>
            <a:ln w="12700">
              <a:noFill/>
              <a:prstDash val="dash"/>
              <a:miter lim="800000"/>
              <a:headEnd/>
              <a:tailEnd/>
            </a:ln>
          </p:spPr>
          <p:txBody>
            <a:bodyPr wrap="none" rtlCol="0" anchor="ctr"/>
            <a:lstStyle/>
            <a:p>
              <a:pPr algn="ctr"/>
              <a:r>
                <a:rPr lang="ko-KR" altLang="en-US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투표 종료</a:t>
              </a:r>
              <a:endPara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72" name="TextBox 271">
            <a:extLst>
              <a:ext uri="{FF2B5EF4-FFF2-40B4-BE49-F238E27FC236}">
                <a16:creationId xmlns:a16="http://schemas.microsoft.com/office/drawing/2014/main" id="{A74E63BD-E80B-716D-87FF-2D2641427357}"/>
              </a:ext>
            </a:extLst>
          </p:cNvPr>
          <p:cNvSpPr txBox="1"/>
          <p:nvPr/>
        </p:nvSpPr>
        <p:spPr>
          <a:xfrm>
            <a:off x="6636060" y="4321671"/>
            <a:ext cx="149432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정상적으로 투표 시작 시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987BDB10-1A54-FCBD-35A9-0F446092200C}"/>
              </a:ext>
            </a:extLst>
          </p:cNvPr>
          <p:cNvSpPr txBox="1"/>
          <p:nvPr/>
        </p:nvSpPr>
        <p:spPr>
          <a:xfrm>
            <a:off x="6636060" y="5026661"/>
            <a:ext cx="181011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ko-KR" altLang="en-US" sz="800" b="1">
                <a:latin typeface="맑은 고딕" panose="020B0503020000020004" pitchFamily="50" charset="-127"/>
                <a:ea typeface="맑은 고딕" panose="020B0503020000020004" pitchFamily="50" charset="-127"/>
              </a:rPr>
              <a:t>투표 진행 중 정지 버튼 클릭 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시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6C43BAC9-DC76-2A77-A66B-7F35F26CB697}"/>
              </a:ext>
            </a:extLst>
          </p:cNvPr>
          <p:cNvSpPr txBox="1"/>
          <p:nvPr/>
        </p:nvSpPr>
        <p:spPr>
          <a:xfrm>
            <a:off x="6636060" y="5765147"/>
            <a:ext cx="14285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ko-KR" altLang="en-US" sz="800" b="1">
                <a:latin typeface="맑은 고딕" panose="020B0503020000020004" pitchFamily="50" charset="-127"/>
                <a:ea typeface="맑은 고딕" panose="020B0503020000020004" pitchFamily="50" charset="-127"/>
              </a:rPr>
              <a:t>투표 시작 예약 설정 시</a:t>
            </a:r>
            <a:endParaRPr lang="ko-KR" altLang="en-US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7" name="타원 276">
            <a:extLst>
              <a:ext uri="{FF2B5EF4-FFF2-40B4-BE49-F238E27FC236}">
                <a16:creationId xmlns:a16="http://schemas.microsoft.com/office/drawing/2014/main" id="{8958EBAC-0A13-B4F9-8393-54BD71D67246}"/>
              </a:ext>
            </a:extLst>
          </p:cNvPr>
          <p:cNvSpPr/>
          <p:nvPr/>
        </p:nvSpPr>
        <p:spPr>
          <a:xfrm>
            <a:off x="5145191" y="5270074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9C1284EC-E8CE-FC7F-14F5-2A4553AF8E54}"/>
              </a:ext>
            </a:extLst>
          </p:cNvPr>
          <p:cNvGrpSpPr/>
          <p:nvPr/>
        </p:nvGrpSpPr>
        <p:grpSpPr>
          <a:xfrm>
            <a:off x="2620911" y="1263320"/>
            <a:ext cx="387008" cy="118852"/>
            <a:chOff x="8850325" y="2256508"/>
            <a:chExt cx="387008" cy="118852"/>
          </a:xfrm>
        </p:grpSpPr>
        <p:sp>
          <p:nvSpPr>
            <p:cNvPr id="5" name="Google Shape;1200;p27">
              <a:extLst>
                <a:ext uri="{FF2B5EF4-FFF2-40B4-BE49-F238E27FC236}">
                  <a16:creationId xmlns:a16="http://schemas.microsoft.com/office/drawing/2014/main" id="{9F494D80-816C-DF33-5695-CC91477731E4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" name="그래픽 5">
              <a:extLst>
                <a:ext uri="{FF2B5EF4-FFF2-40B4-BE49-F238E27FC236}">
                  <a16:creationId xmlns:a16="http://schemas.microsoft.com/office/drawing/2014/main" id="{CA4A3178-32E0-2A6E-FB9C-D01AF3A1449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7" name="Google Shape;1202;p27">
              <a:extLst>
                <a:ext uri="{FF2B5EF4-FFF2-40B4-BE49-F238E27FC236}">
                  <a16:creationId xmlns:a16="http://schemas.microsoft.com/office/drawing/2014/main" id="{40016440-F984-7F70-B8E4-0B42EB4FDFD1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0F8B33AF-BDE5-9CF9-02DC-93C07C892A7A}"/>
              </a:ext>
            </a:extLst>
          </p:cNvPr>
          <p:cNvGrpSpPr/>
          <p:nvPr/>
        </p:nvGrpSpPr>
        <p:grpSpPr>
          <a:xfrm>
            <a:off x="5630811" y="1263320"/>
            <a:ext cx="387008" cy="118852"/>
            <a:chOff x="8850325" y="2256508"/>
            <a:chExt cx="387008" cy="118852"/>
          </a:xfrm>
        </p:grpSpPr>
        <p:sp>
          <p:nvSpPr>
            <p:cNvPr id="9" name="Google Shape;1200;p27">
              <a:extLst>
                <a:ext uri="{FF2B5EF4-FFF2-40B4-BE49-F238E27FC236}">
                  <a16:creationId xmlns:a16="http://schemas.microsoft.com/office/drawing/2014/main" id="{1F71D50A-C39F-1D25-464A-ECED874DC293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" name="그래픽 9">
              <a:extLst>
                <a:ext uri="{FF2B5EF4-FFF2-40B4-BE49-F238E27FC236}">
                  <a16:creationId xmlns:a16="http://schemas.microsoft.com/office/drawing/2014/main" id="{05EA8D58-CCFF-B12A-9A53-7279F05DBD6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11" name="Google Shape;1202;p27">
              <a:extLst>
                <a:ext uri="{FF2B5EF4-FFF2-40B4-BE49-F238E27FC236}">
                  <a16:creationId xmlns:a16="http://schemas.microsoft.com/office/drawing/2014/main" id="{148EEEE7-3463-7F94-EC47-D2B39FFDE6B9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59611253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3928D6A6-61EA-237D-94F8-C495C80B43F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marL="0" indent="0">
              <a:buNone/>
            </a:pPr>
            <a:r>
              <a:rPr lang="ko-KR" altLang="en-US" dirty="0"/>
              <a:t>투표</a:t>
            </a:r>
            <a:r>
              <a:rPr lang="en-US" altLang="ko-KR" dirty="0"/>
              <a:t> </a:t>
            </a:r>
            <a:r>
              <a:rPr lang="ko-KR" altLang="en-US" dirty="0"/>
              <a:t>필수 입력 사항</a:t>
            </a:r>
          </a:p>
        </p:txBody>
      </p:sp>
      <p:sp>
        <p:nvSpPr>
          <p:cNvPr id="8" name="제목 7">
            <a:extLst>
              <a:ext uri="{FF2B5EF4-FFF2-40B4-BE49-F238E27FC236}">
                <a16:creationId xmlns:a16="http://schemas.microsoft.com/office/drawing/2014/main" id="{53B9F46A-499B-8EEE-73F6-F5B4C39AF5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기타 위젯 </a:t>
            </a:r>
            <a:r>
              <a:rPr lang="en-US" altLang="ko-KR" dirty="0"/>
              <a:t>&gt; </a:t>
            </a:r>
            <a:r>
              <a:rPr lang="ko-KR" altLang="en-US" dirty="0"/>
              <a:t>투표</a:t>
            </a:r>
          </a:p>
        </p:txBody>
      </p:sp>
      <p:graphicFrame>
        <p:nvGraphicFramePr>
          <p:cNvPr id="4" name="표 2">
            <a:extLst>
              <a:ext uri="{FF2B5EF4-FFF2-40B4-BE49-F238E27FC236}">
                <a16:creationId xmlns:a16="http://schemas.microsoft.com/office/drawing/2014/main" id="{BBDE3086-7DD7-6146-1E80-80387CC5FF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2826848"/>
              </p:ext>
            </p:extLst>
          </p:nvPr>
        </p:nvGraphicFramePr>
        <p:xfrm>
          <a:off x="839416" y="1584640"/>
          <a:ext cx="9531640" cy="2200591"/>
        </p:xfrm>
        <a:graphic>
          <a:graphicData uri="http://schemas.openxmlformats.org/drawingml/2006/table">
            <a:tbl>
              <a:tblPr firstRow="1" bandRow="1"/>
              <a:tblGrid>
                <a:gridCol w="566644">
                  <a:extLst>
                    <a:ext uri="{9D8B030D-6E8A-4147-A177-3AD203B41FA5}">
                      <a16:colId xmlns:a16="http://schemas.microsoft.com/office/drawing/2014/main" val="933876555"/>
                    </a:ext>
                  </a:extLst>
                </a:gridCol>
                <a:gridCol w="2998149">
                  <a:extLst>
                    <a:ext uri="{9D8B030D-6E8A-4147-A177-3AD203B41FA5}">
                      <a16:colId xmlns:a16="http://schemas.microsoft.com/office/drawing/2014/main" val="3416935128"/>
                    </a:ext>
                  </a:extLst>
                </a:gridCol>
                <a:gridCol w="3058052">
                  <a:extLst>
                    <a:ext uri="{9D8B030D-6E8A-4147-A177-3AD203B41FA5}">
                      <a16:colId xmlns:a16="http://schemas.microsoft.com/office/drawing/2014/main" val="2166387324"/>
                    </a:ext>
                  </a:extLst>
                </a:gridCol>
                <a:gridCol w="2908795">
                  <a:extLst>
                    <a:ext uri="{9D8B030D-6E8A-4147-A177-3AD203B41FA5}">
                      <a16:colId xmlns:a16="http://schemas.microsoft.com/office/drawing/2014/main" val="3424321153"/>
                    </a:ext>
                  </a:extLst>
                </a:gridCol>
              </a:tblGrid>
              <a:tr h="29205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900" b="1" dirty="0"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900" b="1" dirty="0"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상황</a:t>
                      </a: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900" b="1" dirty="0"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문구</a:t>
                      </a: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900" b="1" dirty="0"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처리 시나리오</a:t>
                      </a: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2337603"/>
                  </a:ext>
                </a:extLst>
              </a:tr>
              <a:tr h="31465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dirty="0"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1</a:t>
                      </a:r>
                      <a:endParaRPr lang="ko-KR" altLang="en-US" sz="800" dirty="0">
                        <a:latin typeface="Noto Sans CJK KR Regular" panose="020B0500000000000000" pitchFamily="34" charset="-127"/>
                        <a:ea typeface="Noto Sans CJK KR Regular" panose="020B0500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800" dirty="0"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투표 이름을 입력하지 않았거나 </a:t>
                      </a:r>
                      <a:r>
                        <a:rPr lang="en-US" altLang="ko-KR" sz="800" dirty="0"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100</a:t>
                      </a:r>
                      <a:r>
                        <a:rPr lang="ko-KR" altLang="en-US" sz="800" dirty="0"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차 초과의 경우</a:t>
                      </a: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800" dirty="0"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투표 이름은 </a:t>
                      </a:r>
                      <a:r>
                        <a:rPr lang="en-US" altLang="ko-KR" sz="800" dirty="0"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1~100</a:t>
                      </a:r>
                      <a:r>
                        <a:rPr lang="ko-KR" altLang="en-US" sz="800" dirty="0"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자까지 입력 가능합니다</a:t>
                      </a:r>
                      <a:r>
                        <a:rPr lang="en-US" altLang="ko-KR" sz="800" dirty="0"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.</a:t>
                      </a:r>
                      <a:endParaRPr lang="ko-KR" altLang="en-US" sz="800" dirty="0">
                        <a:latin typeface="Noto Sans CJK KR Regular" panose="020B0500000000000000" pitchFamily="34" charset="-127"/>
                        <a:ea typeface="Noto Sans CJK KR Regular" panose="020B0500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800" dirty="0"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투표 이름으로 포커스</a:t>
                      </a: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9029998"/>
                  </a:ext>
                </a:extLst>
              </a:tr>
              <a:tr h="31465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2</a:t>
                      </a:r>
                      <a:endParaRPr lang="ko-KR" altLang="en-US" sz="800" dirty="0">
                        <a:latin typeface="Noto Sans CJK KR Regular" panose="020B0500000000000000" pitchFamily="34" charset="-127"/>
                        <a:ea typeface="Noto Sans CJK KR Regular" panose="020B0500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800" dirty="0"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투표 시간을</a:t>
                      </a:r>
                      <a:r>
                        <a:rPr lang="en-US" altLang="ko-KR" sz="800" dirty="0"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 </a:t>
                      </a:r>
                      <a:r>
                        <a:rPr lang="ko-KR" altLang="en-US" sz="800" dirty="0"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형식에 맞지 않게 입력한 경우</a:t>
                      </a: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투표 시간을</a:t>
                      </a:r>
                      <a:r>
                        <a:rPr lang="en-US" altLang="ko-KR" sz="800" dirty="0"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 </a:t>
                      </a:r>
                      <a:r>
                        <a:rPr lang="ko-KR" altLang="en-US" sz="800" dirty="0"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올바르게 입력해 주세요</a:t>
                      </a:r>
                      <a:r>
                        <a:rPr lang="en-US" altLang="ko-KR" sz="800" dirty="0"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800" dirty="0"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투표 시간으로 포커스</a:t>
                      </a: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4748952"/>
                  </a:ext>
                </a:extLst>
              </a:tr>
              <a:tr h="31465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3</a:t>
                      </a:r>
                      <a:endParaRPr lang="ko-KR" altLang="en-US" sz="800" dirty="0">
                        <a:latin typeface="Noto Sans CJK KR Regular" panose="020B0500000000000000" pitchFamily="34" charset="-127"/>
                        <a:ea typeface="Noto Sans CJK KR Regular" panose="020B0500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투표 금액을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1,000 ~ 20,000,000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범위를 벗어나 입력한 경우</a:t>
                      </a: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투표 금액은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1,000 ~ 20,000,000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캐시까지 설정 가능합니다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Noto Sans CJK KR Regular" panose="020B0500000000000000" pitchFamily="34" charset="-127"/>
                        <a:ea typeface="Noto Sans CJK KR Regular" panose="020B0500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투표 금액으로 포커스</a:t>
                      </a: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0441526"/>
                  </a:ext>
                </a:extLst>
              </a:tr>
              <a:tr h="31465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4</a:t>
                      </a:r>
                      <a:endParaRPr lang="ko-KR" altLang="en-US" sz="800" dirty="0">
                        <a:latin typeface="Noto Sans CJK KR Regular" panose="020B0500000000000000" pitchFamily="34" charset="-127"/>
                        <a:ea typeface="Noto Sans CJK KR Regular" panose="020B0500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무료 투표권을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100,000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초과하여 입력한 경우</a:t>
                      </a: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무료 투표권은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0 ~ 100,000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까지 설정 가능합니다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Noto Sans CJK KR Regular" panose="020B0500000000000000" pitchFamily="34" charset="-127"/>
                        <a:ea typeface="Noto Sans CJK KR Regular" panose="020B0500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무료 투표권으로 포커스</a:t>
                      </a: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4685287"/>
                  </a:ext>
                </a:extLst>
              </a:tr>
              <a:tr h="31465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5</a:t>
                      </a:r>
                      <a:endParaRPr lang="ko-KR" altLang="en-US" sz="800" dirty="0">
                        <a:latin typeface="Noto Sans CJK KR Regular" panose="020B0500000000000000" pitchFamily="34" charset="-127"/>
                        <a:ea typeface="Noto Sans CJK KR Regular" panose="020B0500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투표 항목을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개 이상 입력하지 않았을 경우</a:t>
                      </a: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투표 항목을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개 이상 입력해 주세요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Noto Sans CJK KR Regular" panose="020B0500000000000000" pitchFamily="34" charset="-127"/>
                        <a:ea typeface="Noto Sans CJK KR Regular" panose="020B0500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투표 항목으로 포커스</a:t>
                      </a: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9770513"/>
                  </a:ext>
                </a:extLst>
              </a:tr>
              <a:tr h="31465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6</a:t>
                      </a:r>
                      <a:endParaRPr lang="ko-KR" altLang="en-US" sz="800" dirty="0">
                        <a:latin typeface="Noto Sans CJK KR Regular" panose="020B0500000000000000" pitchFamily="34" charset="-127"/>
                        <a:ea typeface="Noto Sans CJK KR Regular" panose="020B0500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투표 시작 예약을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ON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으로 한 후 현재보다 이전 시간으로 설정한 경우</a:t>
                      </a: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투표 시작 예약 시간을 현재 시간보다 이 후로 설정해 주세요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Noto Sans CJK KR Regular" panose="020B0500000000000000" pitchFamily="34" charset="-127"/>
                        <a:ea typeface="Noto Sans CJK KR Regular" panose="020B0500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Noto Sans CJK KR Regular" panose="020B0500000000000000" pitchFamily="34" charset="-127"/>
                          <a:ea typeface="Noto Sans CJK KR Regular" panose="020B0500000000000000" pitchFamily="34" charset="-127"/>
                        </a:rPr>
                        <a:t>투표 시작 예약으로 포커스</a:t>
                      </a:r>
                    </a:p>
                  </a:txBody>
                  <a:tcPr anchor="ctr">
                    <a:lnL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>
                          <a:lumMod val="75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14509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30459B49-CEFD-8A44-239F-4EAEAD19856C}"/>
              </a:ext>
            </a:extLst>
          </p:cNvPr>
          <p:cNvSpPr txBox="1"/>
          <p:nvPr/>
        </p:nvSpPr>
        <p:spPr>
          <a:xfrm>
            <a:off x="763915" y="1339254"/>
            <a:ext cx="168276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b="1" dirty="0">
                <a:solidFill>
                  <a:srgbClr val="000000"/>
                </a:solidFill>
                <a:latin typeface="Noto Sans CJK KR Regular" panose="020B0500000000000000" pitchFamily="34" charset="-127"/>
                <a:ea typeface="Noto Sans CJK KR Regular" panose="020B0500000000000000" pitchFamily="34" charset="-127"/>
              </a:rPr>
              <a:t>필수 입력 사항</a:t>
            </a:r>
          </a:p>
        </p:txBody>
      </p:sp>
    </p:spTree>
    <p:extLst>
      <p:ext uri="{BB962C8B-B14F-4D97-AF65-F5344CB8AC3E}">
        <p14:creationId xmlns:p14="http://schemas.microsoft.com/office/powerpoint/2010/main" val="3670949643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그룹 10">
            <a:extLst>
              <a:ext uri="{FF2B5EF4-FFF2-40B4-BE49-F238E27FC236}">
                <a16:creationId xmlns:a16="http://schemas.microsoft.com/office/drawing/2014/main" id="{F08B979D-57D8-52A5-84A7-7F854707D52F}"/>
              </a:ext>
            </a:extLst>
          </p:cNvPr>
          <p:cNvGrpSpPr/>
          <p:nvPr/>
        </p:nvGrpSpPr>
        <p:grpSpPr>
          <a:xfrm>
            <a:off x="7772019" y="2204864"/>
            <a:ext cx="1729400" cy="980939"/>
            <a:chOff x="4025166" y="4975028"/>
            <a:chExt cx="1729400" cy="980939"/>
          </a:xfrm>
        </p:grpSpPr>
        <p:sp>
          <p:nvSpPr>
            <p:cNvPr id="12" name="사각형: 둥근 모서리 11">
              <a:extLst>
                <a:ext uri="{FF2B5EF4-FFF2-40B4-BE49-F238E27FC236}">
                  <a16:creationId xmlns:a16="http://schemas.microsoft.com/office/drawing/2014/main" id="{7B0093F1-B62A-52BE-707B-FA1C69E7895F}"/>
                </a:ext>
              </a:extLst>
            </p:cNvPr>
            <p:cNvSpPr/>
            <p:nvPr/>
          </p:nvSpPr>
          <p:spPr bwMode="auto">
            <a:xfrm>
              <a:off x="4025166" y="4975028"/>
              <a:ext cx="1729400" cy="980939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tIns="72000" rtlCol="0" anchor="t"/>
            <a:lstStyle/>
            <a:p>
              <a:endPara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" name="Button">
              <a:extLst>
                <a:ext uri="{FF2B5EF4-FFF2-40B4-BE49-F238E27FC236}">
                  <a16:creationId xmlns:a16="http://schemas.microsoft.com/office/drawing/2014/main" id="{9312411B-82A8-1B3E-039E-6A897EEDF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318" y="5614934"/>
              <a:ext cx="582810" cy="213228"/>
            </a:xfrm>
            <a:prstGeom prst="roundRect">
              <a:avLst>
                <a:gd name="adj" fmla="val 15416"/>
              </a:avLst>
            </a:prstGeom>
            <a:solidFill>
              <a:schemeClr val="tx1"/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rIns="36000"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확인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194C2C4-629C-6E78-2E4D-4A3B15273B1C}"/>
                </a:ext>
              </a:extLst>
            </p:cNvPr>
            <p:cNvSpPr txBox="1"/>
            <p:nvPr/>
          </p:nvSpPr>
          <p:spPr>
            <a:xfrm>
              <a:off x="4048996" y="5011032"/>
              <a:ext cx="1674586" cy="53860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방송 시작</a:t>
              </a:r>
              <a:endParaRPr kumimoji="1" lang="en-US" altLang="ko-KR" sz="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5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크루 방송을 시작 하시겠습니까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?</a:t>
              </a:r>
            </a:p>
          </p:txBody>
        </p:sp>
        <p:sp>
          <p:nvSpPr>
            <p:cNvPr id="16" name="Button">
              <a:extLst>
                <a:ext uri="{FF2B5EF4-FFF2-40B4-BE49-F238E27FC236}">
                  <a16:creationId xmlns:a16="http://schemas.microsoft.com/office/drawing/2014/main" id="{B1834F70-3A5D-B977-52B1-1C0323E90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500" y="5614934"/>
              <a:ext cx="582810" cy="213228"/>
            </a:xfrm>
            <a:prstGeom prst="roundRect">
              <a:avLst>
                <a:gd name="adj" fmla="val 15416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rIns="36000"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취소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05EB3B2A-06D5-0A52-3696-9923CB94CD7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marL="0" indent="0">
              <a:buNone/>
            </a:pPr>
            <a:r>
              <a:rPr lang="ko-KR" altLang="en-US" dirty="0"/>
              <a:t>크루 후원</a:t>
            </a:r>
          </a:p>
        </p:txBody>
      </p:sp>
      <p:sp>
        <p:nvSpPr>
          <p:cNvPr id="184" name="제목 183">
            <a:extLst>
              <a:ext uri="{FF2B5EF4-FFF2-40B4-BE49-F238E27FC236}">
                <a16:creationId xmlns:a16="http://schemas.microsoft.com/office/drawing/2014/main" id="{FFD564F4-22A4-8A34-C4DB-754DD790BF7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기타 위젯 </a:t>
            </a:r>
            <a:r>
              <a:rPr lang="en-US" altLang="ko-KR" dirty="0"/>
              <a:t>&gt; </a:t>
            </a:r>
            <a:r>
              <a:rPr lang="ko-KR" altLang="en-US" dirty="0"/>
              <a:t>크루 후원</a:t>
            </a:r>
          </a:p>
        </p:txBody>
      </p:sp>
      <p:sp>
        <p:nvSpPr>
          <p:cNvPr id="52" name="Google Shape;1301;p29">
            <a:extLst>
              <a:ext uri="{FF2B5EF4-FFF2-40B4-BE49-F238E27FC236}">
                <a16:creationId xmlns:a16="http://schemas.microsoft.com/office/drawing/2014/main" id="{E004FDE8-5DC8-14DC-6387-4DE35F995B82}"/>
              </a:ext>
            </a:extLst>
          </p:cNvPr>
          <p:cNvSpPr/>
          <p:nvPr/>
        </p:nvSpPr>
        <p:spPr>
          <a:xfrm>
            <a:off x="2324196" y="1231047"/>
            <a:ext cx="2566556" cy="5151646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36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크루 후원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55" name="Google Shape;1198;p27">
            <a:extLst>
              <a:ext uri="{FF2B5EF4-FFF2-40B4-BE49-F238E27FC236}">
                <a16:creationId xmlns:a16="http://schemas.microsoft.com/office/drawing/2014/main" id="{0F22FA1F-AD77-4927-821C-0E4209C5EC11}"/>
              </a:ext>
            </a:extLst>
          </p:cNvPr>
          <p:cNvSpPr/>
          <p:nvPr/>
        </p:nvSpPr>
        <p:spPr>
          <a:xfrm>
            <a:off x="2376246" y="1435538"/>
            <a:ext cx="2470586" cy="4909786"/>
          </a:xfrm>
          <a:prstGeom prst="rect">
            <a:avLst/>
          </a:prstGeom>
          <a:solidFill>
            <a:schemeClr val="bg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endParaRPr sz="1200" b="1" dirty="0">
              <a:solidFill>
                <a:srgbClr val="262626"/>
              </a:solidFill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30958B07-6AF8-A10A-DE90-AA9811BF5FF5}"/>
              </a:ext>
            </a:extLst>
          </p:cNvPr>
          <p:cNvSpPr/>
          <p:nvPr/>
        </p:nvSpPr>
        <p:spPr>
          <a:xfrm>
            <a:off x="2445667" y="1522642"/>
            <a:ext cx="2320726" cy="574210"/>
          </a:xfrm>
          <a:prstGeom prst="roundRect">
            <a:avLst>
              <a:gd name="adj" fmla="val 2180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1974A116-D6E2-AE1B-44B9-A4ECE157E1AD}"/>
              </a:ext>
            </a:extLst>
          </p:cNvPr>
          <p:cNvSpPr txBox="1"/>
          <p:nvPr/>
        </p:nvSpPr>
        <p:spPr>
          <a:xfrm>
            <a:off x="2471430" y="1592906"/>
            <a:ext cx="14145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방송 설정이 필요합니다</a:t>
            </a:r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59ABBCA3-EC92-6F1D-E5B3-1505520DD238}"/>
              </a:ext>
            </a:extLst>
          </p:cNvPr>
          <p:cNvSpPr/>
          <p:nvPr/>
        </p:nvSpPr>
        <p:spPr>
          <a:xfrm>
            <a:off x="2445667" y="2168860"/>
            <a:ext cx="2320726" cy="658504"/>
          </a:xfrm>
          <a:prstGeom prst="roundRect">
            <a:avLst>
              <a:gd name="adj" fmla="val 690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2EFD5D9D-123E-CA07-31C7-FE50E1D3F248}"/>
              </a:ext>
            </a:extLst>
          </p:cNvPr>
          <p:cNvSpPr txBox="1"/>
          <p:nvPr/>
        </p:nvSpPr>
        <p:spPr>
          <a:xfrm>
            <a:off x="2471430" y="2218840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시즌 명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B8C6BD19-9B4F-7DC4-FEA4-9152C7729EBE}"/>
              </a:ext>
            </a:extLst>
          </p:cNvPr>
          <p:cNvSpPr/>
          <p:nvPr/>
        </p:nvSpPr>
        <p:spPr>
          <a:xfrm>
            <a:off x="3964819" y="1640355"/>
            <a:ext cx="684076" cy="348485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/>
              <a:t>방송 시작</a:t>
            </a:r>
            <a:endParaRPr lang="ko-KR" altLang="en-US" sz="800" b="1" dirty="0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44CA1540-C632-B0D2-9CA6-47BA98D185B9}"/>
              </a:ext>
            </a:extLst>
          </p:cNvPr>
          <p:cNvSpPr txBox="1"/>
          <p:nvPr/>
        </p:nvSpPr>
        <p:spPr>
          <a:xfrm>
            <a:off x="2471430" y="1799300"/>
            <a:ext cx="14145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sng" strike="noStrike" kern="1200" cap="none" spc="0" normalizeH="0" baseline="0" noProof="0" dirty="0">
                <a:ln>
                  <a:noFill/>
                </a:ln>
                <a:solidFill>
                  <a:schemeClr val="tx2">
                    <a:lumMod val="60000"/>
                    <a:lumOff val="4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방송 설정 페이지 </a:t>
            </a:r>
            <a:r>
              <a:rPr kumimoji="0" lang="en-US" altLang="ko-KR" sz="900" b="1" i="0" u="sng" strike="noStrike" kern="1200" cap="none" spc="0" normalizeH="0" baseline="0" noProof="0" dirty="0">
                <a:ln>
                  <a:noFill/>
                </a:ln>
                <a:solidFill>
                  <a:schemeClr val="tx2">
                    <a:lumMod val="60000"/>
                    <a:lumOff val="4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endParaRPr lang="ko-KR" altLang="en-US" u="sng" dirty="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7DD16211-9A48-FE30-FF22-799C5F0603AF}"/>
              </a:ext>
            </a:extLst>
          </p:cNvPr>
          <p:cNvSpPr/>
          <p:nvPr/>
        </p:nvSpPr>
        <p:spPr>
          <a:xfrm>
            <a:off x="2511849" y="2444604"/>
            <a:ext cx="2188361" cy="2850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07" name="사각형: 둥근 모서리 106">
            <a:extLst>
              <a:ext uri="{FF2B5EF4-FFF2-40B4-BE49-F238E27FC236}">
                <a16:creationId xmlns:a16="http://schemas.microsoft.com/office/drawing/2014/main" id="{15E8950C-545B-5A76-66F2-798E16CDE2CE}"/>
              </a:ext>
            </a:extLst>
          </p:cNvPr>
          <p:cNvSpPr/>
          <p:nvPr/>
        </p:nvSpPr>
        <p:spPr>
          <a:xfrm>
            <a:off x="2445667" y="2905859"/>
            <a:ext cx="2320726" cy="658504"/>
          </a:xfrm>
          <a:prstGeom prst="roundRect">
            <a:avLst>
              <a:gd name="adj" fmla="val 5463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1DB3AEB2-272A-141A-D861-0BC778771E34}"/>
              </a:ext>
            </a:extLst>
          </p:cNvPr>
          <p:cNvSpPr txBox="1"/>
          <p:nvPr/>
        </p:nvSpPr>
        <p:spPr>
          <a:xfrm>
            <a:off x="2471430" y="2958196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방송 제목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3D8EF442-0A8B-E949-DC0C-F142DA08A3DF}"/>
              </a:ext>
            </a:extLst>
          </p:cNvPr>
          <p:cNvSpPr/>
          <p:nvPr/>
        </p:nvSpPr>
        <p:spPr>
          <a:xfrm>
            <a:off x="2511849" y="3183960"/>
            <a:ext cx="2188361" cy="2850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A63D0AF0-67D9-3CB9-57E0-C562D3D4A511}"/>
              </a:ext>
            </a:extLst>
          </p:cNvPr>
          <p:cNvSpPr/>
          <p:nvPr/>
        </p:nvSpPr>
        <p:spPr>
          <a:xfrm>
            <a:off x="2445667" y="3635185"/>
            <a:ext cx="2320726" cy="2660840"/>
          </a:xfrm>
          <a:prstGeom prst="roundRect">
            <a:avLst>
              <a:gd name="adj" fmla="val 176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EAAF2C7B-DF4F-5F36-ADA8-C5ED23013B10}"/>
              </a:ext>
            </a:extLst>
          </p:cNvPr>
          <p:cNvSpPr txBox="1"/>
          <p:nvPr/>
        </p:nvSpPr>
        <p:spPr>
          <a:xfrm>
            <a:off x="2471429" y="3679599"/>
            <a:ext cx="116116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방송 참여 크루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aphicFrame>
        <p:nvGraphicFramePr>
          <p:cNvPr id="112" name="Group 323">
            <a:extLst>
              <a:ext uri="{FF2B5EF4-FFF2-40B4-BE49-F238E27FC236}">
                <a16:creationId xmlns:a16="http://schemas.microsoft.com/office/drawing/2014/main" id="{92FD558C-48D4-78E7-F54B-ECD895867F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6099482"/>
              </p:ext>
            </p:extLst>
          </p:nvPr>
        </p:nvGraphicFramePr>
        <p:xfrm>
          <a:off x="2481910" y="3949319"/>
          <a:ext cx="2251575" cy="2284884"/>
        </p:xfrm>
        <a:graphic>
          <a:graphicData uri="http://schemas.openxmlformats.org/drawingml/2006/table">
            <a:tbl>
              <a:tblPr/>
              <a:tblGrid>
                <a:gridCol w="4309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5109">
                  <a:extLst>
                    <a:ext uri="{9D8B030D-6E8A-4147-A177-3AD203B41FA5}">
                      <a16:colId xmlns:a16="http://schemas.microsoft.com/office/drawing/2014/main" val="3242348398"/>
                    </a:ext>
                  </a:extLst>
                </a:gridCol>
                <a:gridCol w="599343">
                  <a:extLst>
                    <a:ext uri="{9D8B030D-6E8A-4147-A177-3AD203B41FA5}">
                      <a16:colId xmlns:a16="http://schemas.microsoft.com/office/drawing/2014/main" val="2452715281"/>
                    </a:ext>
                  </a:extLst>
                </a:gridCol>
                <a:gridCol w="516141">
                  <a:extLst>
                    <a:ext uri="{9D8B030D-6E8A-4147-A177-3AD203B41FA5}">
                      <a16:colId xmlns:a16="http://schemas.microsoft.com/office/drawing/2014/main" val="2851972527"/>
                    </a:ext>
                  </a:extLst>
                </a:gridCol>
              </a:tblGrid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직급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크루 명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후원점수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기여도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008">
                <a:tc gridSpan="4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등록된 </a:t>
                      </a: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크루원이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없습니다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크루원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설정을 통해 </a:t>
                      </a: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크루원을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추가해 주세요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56" name="Google Shape;1301;p29">
            <a:extLst>
              <a:ext uri="{FF2B5EF4-FFF2-40B4-BE49-F238E27FC236}">
                <a16:creationId xmlns:a16="http://schemas.microsoft.com/office/drawing/2014/main" id="{677B0B57-C905-1726-83DA-92353D4124DD}"/>
              </a:ext>
            </a:extLst>
          </p:cNvPr>
          <p:cNvSpPr/>
          <p:nvPr/>
        </p:nvSpPr>
        <p:spPr>
          <a:xfrm>
            <a:off x="5166927" y="1231047"/>
            <a:ext cx="2566556" cy="5151646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36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크루 후원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159" name="Google Shape;1198;p27">
            <a:extLst>
              <a:ext uri="{FF2B5EF4-FFF2-40B4-BE49-F238E27FC236}">
                <a16:creationId xmlns:a16="http://schemas.microsoft.com/office/drawing/2014/main" id="{34387F52-DF3C-6C50-72D8-3BE0FF3FF089}"/>
              </a:ext>
            </a:extLst>
          </p:cNvPr>
          <p:cNvSpPr/>
          <p:nvPr/>
        </p:nvSpPr>
        <p:spPr>
          <a:xfrm>
            <a:off x="5218977" y="1435538"/>
            <a:ext cx="2470586" cy="4909786"/>
          </a:xfrm>
          <a:prstGeom prst="rect">
            <a:avLst/>
          </a:prstGeom>
          <a:solidFill>
            <a:schemeClr val="bg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endParaRPr sz="1200" b="1" dirty="0">
              <a:solidFill>
                <a:srgbClr val="262626"/>
              </a:solidFill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160" name="사각형: 둥근 모서리 159">
            <a:extLst>
              <a:ext uri="{FF2B5EF4-FFF2-40B4-BE49-F238E27FC236}">
                <a16:creationId xmlns:a16="http://schemas.microsoft.com/office/drawing/2014/main" id="{7D12ADE7-EBBE-9132-32AD-07F1AB5CEF97}"/>
              </a:ext>
            </a:extLst>
          </p:cNvPr>
          <p:cNvSpPr/>
          <p:nvPr/>
        </p:nvSpPr>
        <p:spPr>
          <a:xfrm>
            <a:off x="5288398" y="1522642"/>
            <a:ext cx="2320726" cy="574210"/>
          </a:xfrm>
          <a:prstGeom prst="roundRect">
            <a:avLst>
              <a:gd name="adj" fmla="val 2180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B8E07601-EE30-D1AB-C774-B7095CD9A78B}"/>
              </a:ext>
            </a:extLst>
          </p:cNvPr>
          <p:cNvSpPr txBox="1"/>
          <p:nvPr/>
        </p:nvSpPr>
        <p:spPr>
          <a:xfrm>
            <a:off x="5314161" y="1520788"/>
            <a:ext cx="14145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      [</a:t>
            </a: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오프오프 시즌</a:t>
            </a:r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 </a:t>
            </a: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마지막 직급대전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62" name="사각형: 둥근 모서리 161">
            <a:extLst>
              <a:ext uri="{FF2B5EF4-FFF2-40B4-BE49-F238E27FC236}">
                <a16:creationId xmlns:a16="http://schemas.microsoft.com/office/drawing/2014/main" id="{27AE3DA8-F542-CB53-8D1C-73762FD55715}"/>
              </a:ext>
            </a:extLst>
          </p:cNvPr>
          <p:cNvSpPr/>
          <p:nvPr/>
        </p:nvSpPr>
        <p:spPr>
          <a:xfrm>
            <a:off x="5288398" y="2168860"/>
            <a:ext cx="2320726" cy="658504"/>
          </a:xfrm>
          <a:prstGeom prst="roundRect">
            <a:avLst>
              <a:gd name="adj" fmla="val 690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DD7A3379-557F-0AB6-0A9B-132AF87B9233}"/>
              </a:ext>
            </a:extLst>
          </p:cNvPr>
          <p:cNvSpPr txBox="1"/>
          <p:nvPr/>
        </p:nvSpPr>
        <p:spPr>
          <a:xfrm>
            <a:off x="5314161" y="2218840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시즌 명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64" name="사각형: 둥근 모서리 163">
            <a:extLst>
              <a:ext uri="{FF2B5EF4-FFF2-40B4-BE49-F238E27FC236}">
                <a16:creationId xmlns:a16="http://schemas.microsoft.com/office/drawing/2014/main" id="{C5D2B5A5-1C25-9C75-95E1-2A04E4522A7C}"/>
              </a:ext>
            </a:extLst>
          </p:cNvPr>
          <p:cNvSpPr/>
          <p:nvPr/>
        </p:nvSpPr>
        <p:spPr>
          <a:xfrm>
            <a:off x="6807550" y="1640355"/>
            <a:ext cx="684076" cy="348485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/>
              <a:t>방송 시작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23403866-BE8E-D1A2-4946-2778A1EF6066}"/>
              </a:ext>
            </a:extLst>
          </p:cNvPr>
          <p:cNvSpPr txBox="1"/>
          <p:nvPr/>
        </p:nvSpPr>
        <p:spPr>
          <a:xfrm>
            <a:off x="5314161" y="1866020"/>
            <a:ext cx="14145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sng" strike="noStrike" kern="1200" cap="none" spc="0" normalizeH="0" baseline="0" noProof="0" dirty="0">
                <a:ln>
                  <a:noFill/>
                </a:ln>
                <a:solidFill>
                  <a:schemeClr val="tx2">
                    <a:lumMod val="60000"/>
                    <a:lumOff val="4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방송 설정 페이지 </a:t>
            </a:r>
            <a:r>
              <a:rPr kumimoji="0" lang="en-US" altLang="ko-KR" sz="900" b="1" i="0" u="sng" strike="noStrike" kern="1200" cap="none" spc="0" normalizeH="0" baseline="0" noProof="0" dirty="0">
                <a:ln>
                  <a:noFill/>
                </a:ln>
                <a:solidFill>
                  <a:schemeClr val="tx2">
                    <a:lumMod val="60000"/>
                    <a:lumOff val="4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endParaRPr lang="ko-KR" altLang="en-US" u="sng" dirty="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166" name="사각형: 둥근 모서리 165">
            <a:extLst>
              <a:ext uri="{FF2B5EF4-FFF2-40B4-BE49-F238E27FC236}">
                <a16:creationId xmlns:a16="http://schemas.microsoft.com/office/drawing/2014/main" id="{BEB4779A-619C-9B6B-0994-4FFCCA48FDC2}"/>
              </a:ext>
            </a:extLst>
          </p:cNvPr>
          <p:cNvSpPr/>
          <p:nvPr/>
        </p:nvSpPr>
        <p:spPr>
          <a:xfrm>
            <a:off x="5354580" y="2444604"/>
            <a:ext cx="2188361" cy="285064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</a:rPr>
              <a:t>오프오프 시즌</a:t>
            </a:r>
          </a:p>
        </p:txBody>
      </p:sp>
      <p:sp>
        <p:nvSpPr>
          <p:cNvPr id="167" name="사각형: 둥근 모서리 166">
            <a:extLst>
              <a:ext uri="{FF2B5EF4-FFF2-40B4-BE49-F238E27FC236}">
                <a16:creationId xmlns:a16="http://schemas.microsoft.com/office/drawing/2014/main" id="{B297797F-93B7-5E47-5707-CE3D6C070FA2}"/>
              </a:ext>
            </a:extLst>
          </p:cNvPr>
          <p:cNvSpPr/>
          <p:nvPr/>
        </p:nvSpPr>
        <p:spPr>
          <a:xfrm>
            <a:off x="5288398" y="2905859"/>
            <a:ext cx="2320726" cy="658504"/>
          </a:xfrm>
          <a:prstGeom prst="roundRect">
            <a:avLst>
              <a:gd name="adj" fmla="val 5463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EB9B5740-3572-0E55-88DC-D4C48FD6996B}"/>
              </a:ext>
            </a:extLst>
          </p:cNvPr>
          <p:cNvSpPr txBox="1"/>
          <p:nvPr/>
        </p:nvSpPr>
        <p:spPr>
          <a:xfrm>
            <a:off x="5314161" y="2958196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방송 제목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69" name="사각형: 둥근 모서리 168">
            <a:extLst>
              <a:ext uri="{FF2B5EF4-FFF2-40B4-BE49-F238E27FC236}">
                <a16:creationId xmlns:a16="http://schemas.microsoft.com/office/drawing/2014/main" id="{30BECCDB-C9F8-5404-1A50-748684F31262}"/>
              </a:ext>
            </a:extLst>
          </p:cNvPr>
          <p:cNvSpPr/>
          <p:nvPr/>
        </p:nvSpPr>
        <p:spPr>
          <a:xfrm>
            <a:off x="5354580" y="3183960"/>
            <a:ext cx="2188361" cy="285064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</a:rPr>
              <a:t>마지막 직급 대전</a:t>
            </a:r>
          </a:p>
        </p:txBody>
      </p:sp>
      <p:sp>
        <p:nvSpPr>
          <p:cNvPr id="170" name="사각형: 둥근 모서리 169">
            <a:extLst>
              <a:ext uri="{FF2B5EF4-FFF2-40B4-BE49-F238E27FC236}">
                <a16:creationId xmlns:a16="http://schemas.microsoft.com/office/drawing/2014/main" id="{D223C4F9-041D-5C17-5F6A-919C82871804}"/>
              </a:ext>
            </a:extLst>
          </p:cNvPr>
          <p:cNvSpPr/>
          <p:nvPr/>
        </p:nvSpPr>
        <p:spPr>
          <a:xfrm>
            <a:off x="5288398" y="3635185"/>
            <a:ext cx="2320726" cy="2660840"/>
          </a:xfrm>
          <a:prstGeom prst="roundRect">
            <a:avLst>
              <a:gd name="adj" fmla="val 176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65C9AF37-6EA6-E21E-A6D2-4BA7355FE032}"/>
              </a:ext>
            </a:extLst>
          </p:cNvPr>
          <p:cNvSpPr txBox="1"/>
          <p:nvPr/>
        </p:nvSpPr>
        <p:spPr>
          <a:xfrm>
            <a:off x="5314160" y="3679599"/>
            <a:ext cx="116116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방송 참여 크루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aphicFrame>
        <p:nvGraphicFramePr>
          <p:cNvPr id="172" name="Group 323">
            <a:extLst>
              <a:ext uri="{FF2B5EF4-FFF2-40B4-BE49-F238E27FC236}">
                <a16:creationId xmlns:a16="http://schemas.microsoft.com/office/drawing/2014/main" id="{5794BDE0-791C-A858-ACFD-53A356A7548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0798113"/>
              </p:ext>
            </p:extLst>
          </p:nvPr>
        </p:nvGraphicFramePr>
        <p:xfrm>
          <a:off x="5324641" y="3949319"/>
          <a:ext cx="2251575" cy="2284884"/>
        </p:xfrm>
        <a:graphic>
          <a:graphicData uri="http://schemas.openxmlformats.org/drawingml/2006/table">
            <a:tbl>
              <a:tblPr/>
              <a:tblGrid>
                <a:gridCol w="4309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5109">
                  <a:extLst>
                    <a:ext uri="{9D8B030D-6E8A-4147-A177-3AD203B41FA5}">
                      <a16:colId xmlns:a16="http://schemas.microsoft.com/office/drawing/2014/main" val="3242348398"/>
                    </a:ext>
                  </a:extLst>
                </a:gridCol>
                <a:gridCol w="599343">
                  <a:extLst>
                    <a:ext uri="{9D8B030D-6E8A-4147-A177-3AD203B41FA5}">
                      <a16:colId xmlns:a16="http://schemas.microsoft.com/office/drawing/2014/main" val="2452715281"/>
                    </a:ext>
                  </a:extLst>
                </a:gridCol>
                <a:gridCol w="516141">
                  <a:extLst>
                    <a:ext uri="{9D8B030D-6E8A-4147-A177-3AD203B41FA5}">
                      <a16:colId xmlns:a16="http://schemas.microsoft.com/office/drawing/2014/main" val="2851972527"/>
                    </a:ext>
                  </a:extLst>
                </a:gridCol>
              </a:tblGrid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직급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크루 명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후원점수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기여도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크루명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부장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차장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9048180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7430919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사원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7537706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사원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4704491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사원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489988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사원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0959071"/>
                  </a:ext>
                </a:extLst>
              </a:tr>
            </a:tbl>
          </a:graphicData>
        </a:graphic>
      </p:graphicFrame>
      <p:sp>
        <p:nvSpPr>
          <p:cNvPr id="173" name="사각형: 둥근 모서리 172">
            <a:extLst>
              <a:ext uri="{FF2B5EF4-FFF2-40B4-BE49-F238E27FC236}">
                <a16:creationId xmlns:a16="http://schemas.microsoft.com/office/drawing/2014/main" id="{CFBF0BB3-C01A-8FB4-4401-77B3AA8BEB51}"/>
              </a:ext>
            </a:extLst>
          </p:cNvPr>
          <p:cNvSpPr/>
          <p:nvPr/>
        </p:nvSpPr>
        <p:spPr>
          <a:xfrm>
            <a:off x="5410010" y="1573427"/>
            <a:ext cx="259346" cy="113407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800" b="1" dirty="0">
                <a:latin typeface="+mn-ea"/>
              </a:rPr>
              <a:t>LIVE</a:t>
            </a:r>
            <a:endParaRPr lang="ko-KR" altLang="en-US" sz="800" b="1" dirty="0">
              <a:latin typeface="+mn-ea"/>
            </a:endParaRPr>
          </a:p>
        </p:txBody>
      </p:sp>
      <p:pic>
        <p:nvPicPr>
          <p:cNvPr id="186" name="그림 185">
            <a:extLst>
              <a:ext uri="{FF2B5EF4-FFF2-40B4-BE49-F238E27FC236}">
                <a16:creationId xmlns:a16="http://schemas.microsoft.com/office/drawing/2014/main" id="{CBC602C5-D879-8455-A0E3-B26EE397D5D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1499"/>
          <a:stretch>
            <a:fillRect/>
          </a:stretch>
        </p:blipFill>
        <p:spPr>
          <a:xfrm>
            <a:off x="162438" y="1231047"/>
            <a:ext cx="1662042" cy="3674040"/>
          </a:xfrm>
          <a:prstGeom prst="rect">
            <a:avLst/>
          </a:prstGeom>
        </p:spPr>
      </p:pic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BF2AD5AC-77D7-050D-BB6C-BBF4B113F18B}"/>
              </a:ext>
            </a:extLst>
          </p:cNvPr>
          <p:cNvGrpSpPr/>
          <p:nvPr/>
        </p:nvGrpSpPr>
        <p:grpSpPr>
          <a:xfrm rot="10800000">
            <a:off x="146061" y="1178242"/>
            <a:ext cx="171661" cy="3774758"/>
            <a:chOff x="2116610" y="1058004"/>
            <a:chExt cx="206746" cy="5536029"/>
          </a:xfrm>
        </p:grpSpPr>
        <p:pic>
          <p:nvPicPr>
            <p:cNvPr id="188" name="Picture 4" descr="C:\Users\btbprovd\Desktop\Untitled-3.png">
              <a:extLst>
                <a:ext uri="{FF2B5EF4-FFF2-40B4-BE49-F238E27FC236}">
                  <a16:creationId xmlns:a16="http://schemas.microsoft.com/office/drawing/2014/main" id="{1DAC1F0A-5B05-70E6-039E-845736CCB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 rot="16200000">
              <a:off x="924265" y="5194945"/>
              <a:ext cx="2591433" cy="206744"/>
            </a:xfrm>
            <a:prstGeom prst="rect">
              <a:avLst/>
            </a:prstGeom>
            <a:noFill/>
          </p:spPr>
        </p:pic>
        <p:pic>
          <p:nvPicPr>
            <p:cNvPr id="189" name="Picture 4" descr="C:\Users\btbprovd\Desktop\Untitled-3.png">
              <a:extLst>
                <a:ext uri="{FF2B5EF4-FFF2-40B4-BE49-F238E27FC236}">
                  <a16:creationId xmlns:a16="http://schemas.microsoft.com/office/drawing/2014/main" id="{84E4DF27-4893-64CF-5115-E371901D5D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 rot="16200000">
              <a:off x="924266" y="3217615"/>
              <a:ext cx="2591433" cy="206744"/>
            </a:xfrm>
            <a:prstGeom prst="rect">
              <a:avLst/>
            </a:prstGeom>
            <a:noFill/>
          </p:spPr>
        </p:pic>
        <p:pic>
          <p:nvPicPr>
            <p:cNvPr id="190" name="Picture 4" descr="C:\Users\btbprovd\Desktop\Untitled-3.png">
              <a:extLst>
                <a:ext uri="{FF2B5EF4-FFF2-40B4-BE49-F238E27FC236}">
                  <a16:creationId xmlns:a16="http://schemas.microsoft.com/office/drawing/2014/main" id="{77A814BA-04B4-4491-8420-89E1E0A548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 rot="16200000">
              <a:off x="924267" y="2250349"/>
              <a:ext cx="2591433" cy="206744"/>
            </a:xfrm>
            <a:prstGeom prst="rect">
              <a:avLst/>
            </a:prstGeom>
            <a:noFill/>
          </p:spPr>
        </p:pic>
      </p:grpSp>
      <p:sp>
        <p:nvSpPr>
          <p:cNvPr id="191" name="사각형: 둥근 모서리 190">
            <a:extLst>
              <a:ext uri="{FF2B5EF4-FFF2-40B4-BE49-F238E27FC236}">
                <a16:creationId xmlns:a16="http://schemas.microsoft.com/office/drawing/2014/main" id="{9A9BE0FE-6BD7-7D69-ACC7-AD48A33C9630}"/>
              </a:ext>
            </a:extLst>
          </p:cNvPr>
          <p:cNvSpPr/>
          <p:nvPr/>
        </p:nvSpPr>
        <p:spPr>
          <a:xfrm>
            <a:off x="342900" y="1666875"/>
            <a:ext cx="1447800" cy="285750"/>
          </a:xfrm>
          <a:prstGeom prst="roundRect">
            <a:avLst/>
          </a:prstGeom>
          <a:noFill/>
          <a:ln w="28575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192" name="연결선: 꺾임 191">
            <a:extLst>
              <a:ext uri="{FF2B5EF4-FFF2-40B4-BE49-F238E27FC236}">
                <a16:creationId xmlns:a16="http://schemas.microsoft.com/office/drawing/2014/main" id="{2ED4EF47-5DD3-C969-2A50-3F0BC4B046A2}"/>
              </a:ext>
            </a:extLst>
          </p:cNvPr>
          <p:cNvCxnSpPr>
            <a:cxnSpLocks/>
            <a:stCxn id="191" idx="3"/>
          </p:cNvCxnSpPr>
          <p:nvPr/>
        </p:nvCxnSpPr>
        <p:spPr>
          <a:xfrm flipV="1">
            <a:off x="1790700" y="1520788"/>
            <a:ext cx="533496" cy="288962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95" name="Group 323">
            <a:extLst>
              <a:ext uri="{FF2B5EF4-FFF2-40B4-BE49-F238E27FC236}">
                <a16:creationId xmlns:a16="http://schemas.microsoft.com/office/drawing/2014/main" id="{84F02D6A-E52B-D7FB-415D-0EEB566F52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2929585"/>
              </p:ext>
            </p:extLst>
          </p:nvPr>
        </p:nvGraphicFramePr>
        <p:xfrm>
          <a:off x="9625013" y="575703"/>
          <a:ext cx="2519969" cy="2400561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방송이 없을 경우 화면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방송 설정 페이지 링크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크리에이터 페이지의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크루 후원 위젯 설정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페이지로 새 창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9295457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크리에이터 페이지에서 시즌과 방송 제목을 저장하였을 경우 화면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6802520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방송 시작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4-1 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모달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팝업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확인 버튼 클릭하면 방송 시작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6075747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방송 참여 크루 리스트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※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디자인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가로 길이가 부족할 경우 가로 스크롤 처리 고려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17101272"/>
                  </a:ext>
                </a:extLst>
              </a:tr>
            </a:tbl>
          </a:graphicData>
        </a:graphic>
      </p:graphicFrame>
      <p:sp>
        <p:nvSpPr>
          <p:cNvPr id="196" name="타원 195">
            <a:extLst>
              <a:ext uri="{FF2B5EF4-FFF2-40B4-BE49-F238E27FC236}">
                <a16:creationId xmlns:a16="http://schemas.microsoft.com/office/drawing/2014/main" id="{3999FD6C-81EF-030A-D3AF-D026A25DA644}"/>
              </a:ext>
            </a:extLst>
          </p:cNvPr>
          <p:cNvSpPr/>
          <p:nvPr/>
        </p:nvSpPr>
        <p:spPr>
          <a:xfrm>
            <a:off x="2296668" y="1049688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7" name="타원 196">
            <a:extLst>
              <a:ext uri="{FF2B5EF4-FFF2-40B4-BE49-F238E27FC236}">
                <a16:creationId xmlns:a16="http://schemas.microsoft.com/office/drawing/2014/main" id="{3E4395E9-9BD2-BB6B-BA78-4CBABCCEA37C}"/>
              </a:ext>
            </a:extLst>
          </p:cNvPr>
          <p:cNvSpPr/>
          <p:nvPr/>
        </p:nvSpPr>
        <p:spPr>
          <a:xfrm>
            <a:off x="5175642" y="1049688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8" name="타원 197">
            <a:extLst>
              <a:ext uri="{FF2B5EF4-FFF2-40B4-BE49-F238E27FC236}">
                <a16:creationId xmlns:a16="http://schemas.microsoft.com/office/drawing/2014/main" id="{92BF5FB7-485B-2C6B-F6B4-BFC008C91CB2}"/>
              </a:ext>
            </a:extLst>
          </p:cNvPr>
          <p:cNvSpPr/>
          <p:nvPr/>
        </p:nvSpPr>
        <p:spPr>
          <a:xfrm>
            <a:off x="7417126" y="1563662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99" name="연결선: 꺾임 198">
            <a:extLst>
              <a:ext uri="{FF2B5EF4-FFF2-40B4-BE49-F238E27FC236}">
                <a16:creationId xmlns:a16="http://schemas.microsoft.com/office/drawing/2014/main" id="{3BD81B4F-9828-4862-9537-888CEC82CF66}"/>
              </a:ext>
            </a:extLst>
          </p:cNvPr>
          <p:cNvCxnSpPr>
            <a:cxnSpLocks/>
            <a:stCxn id="164" idx="3"/>
            <a:endCxn id="12" idx="0"/>
          </p:cNvCxnSpPr>
          <p:nvPr/>
        </p:nvCxnSpPr>
        <p:spPr>
          <a:xfrm>
            <a:off x="7491626" y="1814598"/>
            <a:ext cx="1145093" cy="390266"/>
          </a:xfrm>
          <a:prstGeom prst="bentConnector2">
            <a:avLst/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3" name="타원 202">
            <a:extLst>
              <a:ext uri="{FF2B5EF4-FFF2-40B4-BE49-F238E27FC236}">
                <a16:creationId xmlns:a16="http://schemas.microsoft.com/office/drawing/2014/main" id="{EBA48BBF-6753-4CA0-45A0-1FF95FB8CCD8}"/>
              </a:ext>
            </a:extLst>
          </p:cNvPr>
          <p:cNvSpPr/>
          <p:nvPr/>
        </p:nvSpPr>
        <p:spPr>
          <a:xfrm>
            <a:off x="8417559" y="2002559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4-1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D1AC2084-462E-82C3-4BF8-C6035D061AB5}"/>
              </a:ext>
            </a:extLst>
          </p:cNvPr>
          <p:cNvSpPr/>
          <p:nvPr/>
        </p:nvSpPr>
        <p:spPr>
          <a:xfrm>
            <a:off x="5197575" y="3995011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F743824D-CB17-812E-5F12-4441749C8522}"/>
              </a:ext>
            </a:extLst>
          </p:cNvPr>
          <p:cNvSpPr/>
          <p:nvPr/>
        </p:nvSpPr>
        <p:spPr>
          <a:xfrm>
            <a:off x="2391918" y="1840263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4B23EBBB-A688-3400-49D4-0430FDFE55BF}"/>
              </a:ext>
            </a:extLst>
          </p:cNvPr>
          <p:cNvGrpSpPr/>
          <p:nvPr/>
        </p:nvGrpSpPr>
        <p:grpSpPr>
          <a:xfrm>
            <a:off x="4440186" y="1263320"/>
            <a:ext cx="387008" cy="118852"/>
            <a:chOff x="8850325" y="2256508"/>
            <a:chExt cx="387008" cy="118852"/>
          </a:xfrm>
        </p:grpSpPr>
        <p:sp>
          <p:nvSpPr>
            <p:cNvPr id="4" name="Google Shape;1200;p27">
              <a:extLst>
                <a:ext uri="{FF2B5EF4-FFF2-40B4-BE49-F238E27FC236}">
                  <a16:creationId xmlns:a16="http://schemas.microsoft.com/office/drawing/2014/main" id="{37D3324A-7F0D-7C86-A45B-CBDF9C7145A6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" name="그래픽 4">
              <a:extLst>
                <a:ext uri="{FF2B5EF4-FFF2-40B4-BE49-F238E27FC236}">
                  <a16:creationId xmlns:a16="http://schemas.microsoft.com/office/drawing/2014/main" id="{5579EBBA-A0D4-B95C-2202-D2F412ACA42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6" name="Google Shape;1202;p27">
              <a:extLst>
                <a:ext uri="{FF2B5EF4-FFF2-40B4-BE49-F238E27FC236}">
                  <a16:creationId xmlns:a16="http://schemas.microsoft.com/office/drawing/2014/main" id="{EA123F44-2902-5A5A-C486-8DD856CC69A1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C403DD6A-88F2-650B-85FC-C44485708D21}"/>
              </a:ext>
            </a:extLst>
          </p:cNvPr>
          <p:cNvGrpSpPr/>
          <p:nvPr/>
        </p:nvGrpSpPr>
        <p:grpSpPr>
          <a:xfrm>
            <a:off x="7269111" y="1263320"/>
            <a:ext cx="387008" cy="118852"/>
            <a:chOff x="8850325" y="2256508"/>
            <a:chExt cx="387008" cy="118852"/>
          </a:xfrm>
        </p:grpSpPr>
        <p:sp>
          <p:nvSpPr>
            <p:cNvPr id="8" name="Google Shape;1200;p27">
              <a:extLst>
                <a:ext uri="{FF2B5EF4-FFF2-40B4-BE49-F238E27FC236}">
                  <a16:creationId xmlns:a16="http://schemas.microsoft.com/office/drawing/2014/main" id="{3462B48F-3C6A-F6F1-226F-B0CDF13C0C17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" name="그래픽 8">
              <a:extLst>
                <a:ext uri="{FF2B5EF4-FFF2-40B4-BE49-F238E27FC236}">
                  <a16:creationId xmlns:a16="http://schemas.microsoft.com/office/drawing/2014/main" id="{B03E4713-E4BA-CA83-680D-52F7EE508BF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10" name="Google Shape;1202;p27">
              <a:extLst>
                <a:ext uri="{FF2B5EF4-FFF2-40B4-BE49-F238E27FC236}">
                  <a16:creationId xmlns:a16="http://schemas.microsoft.com/office/drawing/2014/main" id="{DBFB6E5D-4032-8412-D5D0-C5D82EFA4632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62827413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>
            <a:extLst>
              <a:ext uri="{FF2B5EF4-FFF2-40B4-BE49-F238E27FC236}">
                <a16:creationId xmlns:a16="http://schemas.microsoft.com/office/drawing/2014/main" id="{F6955B71-0075-5910-FCDC-9506E8BFABD6}"/>
              </a:ext>
            </a:extLst>
          </p:cNvPr>
          <p:cNvGrpSpPr/>
          <p:nvPr/>
        </p:nvGrpSpPr>
        <p:grpSpPr>
          <a:xfrm>
            <a:off x="3862544" y="2060848"/>
            <a:ext cx="1729400" cy="980939"/>
            <a:chOff x="4025166" y="4975028"/>
            <a:chExt cx="1729400" cy="980939"/>
          </a:xfrm>
        </p:grpSpPr>
        <p:sp>
          <p:nvSpPr>
            <p:cNvPr id="21" name="사각형: 둥근 모서리 20">
              <a:extLst>
                <a:ext uri="{FF2B5EF4-FFF2-40B4-BE49-F238E27FC236}">
                  <a16:creationId xmlns:a16="http://schemas.microsoft.com/office/drawing/2014/main" id="{971E19EB-8DCB-4968-CAA7-9EB8E6266498}"/>
                </a:ext>
              </a:extLst>
            </p:cNvPr>
            <p:cNvSpPr/>
            <p:nvPr/>
          </p:nvSpPr>
          <p:spPr bwMode="auto">
            <a:xfrm>
              <a:off x="4025166" y="4975028"/>
              <a:ext cx="1729400" cy="980939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tIns="72000" rtlCol="0" anchor="t"/>
            <a:lstStyle/>
            <a:p>
              <a:endPara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2" name="Button">
              <a:extLst>
                <a:ext uri="{FF2B5EF4-FFF2-40B4-BE49-F238E27FC236}">
                  <a16:creationId xmlns:a16="http://schemas.microsoft.com/office/drawing/2014/main" id="{7D907F31-BFA1-22B3-A1BB-7A25B8C28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318" y="5614934"/>
              <a:ext cx="582810" cy="213228"/>
            </a:xfrm>
            <a:prstGeom prst="roundRect">
              <a:avLst>
                <a:gd name="adj" fmla="val 15416"/>
              </a:avLst>
            </a:prstGeom>
            <a:solidFill>
              <a:schemeClr val="tx1"/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rIns="36000"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확인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CF44602A-668F-A8CD-B918-434AEB741528}"/>
                </a:ext>
              </a:extLst>
            </p:cNvPr>
            <p:cNvSpPr txBox="1"/>
            <p:nvPr/>
          </p:nvSpPr>
          <p:spPr>
            <a:xfrm>
              <a:off x="4048996" y="5011032"/>
              <a:ext cx="1674586" cy="53860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방송 종료</a:t>
              </a:r>
              <a:endParaRPr kumimoji="1" lang="en-US" altLang="ko-KR" sz="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5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현재 방송을 종료 하시겠습니까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?</a:t>
              </a:r>
            </a:p>
          </p:txBody>
        </p:sp>
        <p:sp>
          <p:nvSpPr>
            <p:cNvPr id="25" name="Button">
              <a:extLst>
                <a:ext uri="{FF2B5EF4-FFF2-40B4-BE49-F238E27FC236}">
                  <a16:creationId xmlns:a16="http://schemas.microsoft.com/office/drawing/2014/main" id="{65244355-F99D-8D2C-A461-7AE6449D8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500" y="5614934"/>
              <a:ext cx="582810" cy="213228"/>
            </a:xfrm>
            <a:prstGeom prst="roundRect">
              <a:avLst>
                <a:gd name="adj" fmla="val 15416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rIns="36000"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취소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89002866-4E14-2365-268F-2400ABF26602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marL="0" indent="0">
              <a:buNone/>
            </a:pPr>
            <a:r>
              <a:rPr lang="ko-KR" altLang="en-US" dirty="0"/>
              <a:t>크루 후원</a:t>
            </a:r>
          </a:p>
        </p:txBody>
      </p:sp>
      <p:sp>
        <p:nvSpPr>
          <p:cNvPr id="4" name="제목 3">
            <a:extLst>
              <a:ext uri="{FF2B5EF4-FFF2-40B4-BE49-F238E27FC236}">
                <a16:creationId xmlns:a16="http://schemas.microsoft.com/office/drawing/2014/main" id="{E543D034-5B62-B97E-A623-CAE88D66AC6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기타 위젯 </a:t>
            </a:r>
            <a:r>
              <a:rPr lang="en-US" altLang="ko-KR" dirty="0"/>
              <a:t>&gt; </a:t>
            </a:r>
            <a:r>
              <a:rPr lang="ko-KR" altLang="en-US" dirty="0"/>
              <a:t>크루 후원</a:t>
            </a:r>
          </a:p>
        </p:txBody>
      </p:sp>
      <p:sp>
        <p:nvSpPr>
          <p:cNvPr id="114" name="Google Shape;1301;p29">
            <a:extLst>
              <a:ext uri="{FF2B5EF4-FFF2-40B4-BE49-F238E27FC236}">
                <a16:creationId xmlns:a16="http://schemas.microsoft.com/office/drawing/2014/main" id="{247F95B6-27D6-66E4-FCB3-01F2F4418139}"/>
              </a:ext>
            </a:extLst>
          </p:cNvPr>
          <p:cNvSpPr/>
          <p:nvPr/>
        </p:nvSpPr>
        <p:spPr>
          <a:xfrm>
            <a:off x="1226495" y="1231047"/>
            <a:ext cx="2566556" cy="5151646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36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크루 후원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117" name="Google Shape;1198;p27">
            <a:extLst>
              <a:ext uri="{FF2B5EF4-FFF2-40B4-BE49-F238E27FC236}">
                <a16:creationId xmlns:a16="http://schemas.microsoft.com/office/drawing/2014/main" id="{F3C2E1CD-95E4-520F-7509-34BF58352864}"/>
              </a:ext>
            </a:extLst>
          </p:cNvPr>
          <p:cNvSpPr/>
          <p:nvPr/>
        </p:nvSpPr>
        <p:spPr>
          <a:xfrm>
            <a:off x="1278545" y="1435538"/>
            <a:ext cx="2470586" cy="4909786"/>
          </a:xfrm>
          <a:prstGeom prst="rect">
            <a:avLst/>
          </a:prstGeom>
          <a:solidFill>
            <a:schemeClr val="bg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endParaRPr sz="1200" b="1" dirty="0">
              <a:solidFill>
                <a:srgbClr val="262626"/>
              </a:solidFill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118" name="사각형: 둥근 모서리 117">
            <a:extLst>
              <a:ext uri="{FF2B5EF4-FFF2-40B4-BE49-F238E27FC236}">
                <a16:creationId xmlns:a16="http://schemas.microsoft.com/office/drawing/2014/main" id="{45C136D6-1BE6-7E65-2063-23FF2E4E7FCE}"/>
              </a:ext>
            </a:extLst>
          </p:cNvPr>
          <p:cNvSpPr/>
          <p:nvPr/>
        </p:nvSpPr>
        <p:spPr>
          <a:xfrm>
            <a:off x="1347966" y="1522642"/>
            <a:ext cx="2320726" cy="574210"/>
          </a:xfrm>
          <a:prstGeom prst="roundRect">
            <a:avLst>
              <a:gd name="adj" fmla="val 2180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65EFC23D-4838-0DD6-CEE1-BBC90DE714DE}"/>
              </a:ext>
            </a:extLst>
          </p:cNvPr>
          <p:cNvSpPr txBox="1"/>
          <p:nvPr/>
        </p:nvSpPr>
        <p:spPr>
          <a:xfrm>
            <a:off x="1373729" y="1520788"/>
            <a:ext cx="14145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      [</a:t>
            </a: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오프오프 시즌</a:t>
            </a:r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 </a:t>
            </a: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마지막 직급대전</a:t>
            </a:r>
            <a:endParaRPr lang="ko-KR" altLang="en-US" sz="9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20" name="사각형: 둥근 모서리 119">
            <a:extLst>
              <a:ext uri="{FF2B5EF4-FFF2-40B4-BE49-F238E27FC236}">
                <a16:creationId xmlns:a16="http://schemas.microsoft.com/office/drawing/2014/main" id="{5B90C96A-38C1-52B3-5C1F-682720BBB747}"/>
              </a:ext>
            </a:extLst>
          </p:cNvPr>
          <p:cNvSpPr/>
          <p:nvPr/>
        </p:nvSpPr>
        <p:spPr>
          <a:xfrm>
            <a:off x="1347966" y="2168860"/>
            <a:ext cx="2320726" cy="658504"/>
          </a:xfrm>
          <a:prstGeom prst="roundRect">
            <a:avLst>
              <a:gd name="adj" fmla="val 690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8F2DB764-D91E-3ECF-4180-D9920DFB5193}"/>
              </a:ext>
            </a:extLst>
          </p:cNvPr>
          <p:cNvSpPr txBox="1"/>
          <p:nvPr/>
        </p:nvSpPr>
        <p:spPr>
          <a:xfrm>
            <a:off x="1373729" y="2218840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시즌 명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22" name="사각형: 둥근 모서리 121">
            <a:extLst>
              <a:ext uri="{FF2B5EF4-FFF2-40B4-BE49-F238E27FC236}">
                <a16:creationId xmlns:a16="http://schemas.microsoft.com/office/drawing/2014/main" id="{FF7A038E-D2BE-8E99-0AAB-7BA24A886652}"/>
              </a:ext>
            </a:extLst>
          </p:cNvPr>
          <p:cNvSpPr/>
          <p:nvPr/>
        </p:nvSpPr>
        <p:spPr>
          <a:xfrm>
            <a:off x="2867118" y="1640355"/>
            <a:ext cx="684076" cy="348485"/>
          </a:xfrm>
          <a:prstGeom prst="round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/>
              <a:t>방송 종료</a:t>
            </a:r>
            <a:endParaRPr lang="ko-KR" altLang="en-US" sz="800" b="1" dirty="0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13DE9B9F-48DC-D63B-9BAA-791054C61D75}"/>
              </a:ext>
            </a:extLst>
          </p:cNvPr>
          <p:cNvSpPr txBox="1"/>
          <p:nvPr/>
        </p:nvSpPr>
        <p:spPr>
          <a:xfrm>
            <a:off x="1373729" y="1866020"/>
            <a:ext cx="14145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sng" strike="noStrike" kern="1200" cap="none" spc="0" normalizeH="0" baseline="0" noProof="0" dirty="0">
                <a:ln>
                  <a:noFill/>
                </a:ln>
                <a:solidFill>
                  <a:schemeClr val="tx2">
                    <a:lumMod val="60000"/>
                    <a:lumOff val="4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방송 설정 페이지 </a:t>
            </a:r>
            <a:r>
              <a:rPr kumimoji="0" lang="en-US" altLang="ko-KR" sz="900" b="1" i="0" u="sng" strike="noStrike" kern="1200" cap="none" spc="0" normalizeH="0" baseline="0" noProof="0" dirty="0">
                <a:ln>
                  <a:noFill/>
                </a:ln>
                <a:solidFill>
                  <a:schemeClr val="tx2">
                    <a:lumMod val="60000"/>
                    <a:lumOff val="4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endParaRPr lang="ko-KR" altLang="en-US" u="sng" dirty="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124" name="사각형: 둥근 모서리 123">
            <a:extLst>
              <a:ext uri="{FF2B5EF4-FFF2-40B4-BE49-F238E27FC236}">
                <a16:creationId xmlns:a16="http://schemas.microsoft.com/office/drawing/2014/main" id="{7660F8FC-7534-C3F2-92E7-5A74E1428B2A}"/>
              </a:ext>
            </a:extLst>
          </p:cNvPr>
          <p:cNvSpPr/>
          <p:nvPr/>
        </p:nvSpPr>
        <p:spPr>
          <a:xfrm>
            <a:off x="1414148" y="2444604"/>
            <a:ext cx="2188361" cy="285064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</a:rPr>
              <a:t>오프오프 시즌</a:t>
            </a:r>
          </a:p>
        </p:txBody>
      </p:sp>
      <p:sp>
        <p:nvSpPr>
          <p:cNvPr id="125" name="사각형: 둥근 모서리 124">
            <a:extLst>
              <a:ext uri="{FF2B5EF4-FFF2-40B4-BE49-F238E27FC236}">
                <a16:creationId xmlns:a16="http://schemas.microsoft.com/office/drawing/2014/main" id="{518E9546-1E67-5F06-2DDD-B6C271A1DE9D}"/>
              </a:ext>
            </a:extLst>
          </p:cNvPr>
          <p:cNvSpPr/>
          <p:nvPr/>
        </p:nvSpPr>
        <p:spPr>
          <a:xfrm>
            <a:off x="1347966" y="2905859"/>
            <a:ext cx="2320726" cy="658504"/>
          </a:xfrm>
          <a:prstGeom prst="roundRect">
            <a:avLst>
              <a:gd name="adj" fmla="val 5463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CE85A193-AEC2-E94D-5627-CDAD95A9AD0F}"/>
              </a:ext>
            </a:extLst>
          </p:cNvPr>
          <p:cNvSpPr txBox="1"/>
          <p:nvPr/>
        </p:nvSpPr>
        <p:spPr>
          <a:xfrm>
            <a:off x="1373729" y="2958196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방송 제목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9D87F14C-D932-CDFC-6448-C8E7451ED68C}"/>
              </a:ext>
            </a:extLst>
          </p:cNvPr>
          <p:cNvSpPr/>
          <p:nvPr/>
        </p:nvSpPr>
        <p:spPr>
          <a:xfrm>
            <a:off x="1414148" y="3183960"/>
            <a:ext cx="2188361" cy="285064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</a:rPr>
              <a:t>마지막 직급 대전</a:t>
            </a:r>
          </a:p>
        </p:txBody>
      </p:sp>
      <p:sp>
        <p:nvSpPr>
          <p:cNvPr id="128" name="사각형: 둥근 모서리 127">
            <a:extLst>
              <a:ext uri="{FF2B5EF4-FFF2-40B4-BE49-F238E27FC236}">
                <a16:creationId xmlns:a16="http://schemas.microsoft.com/office/drawing/2014/main" id="{B6E096BB-A0A2-0FA1-3CBA-2D82A4899786}"/>
              </a:ext>
            </a:extLst>
          </p:cNvPr>
          <p:cNvSpPr/>
          <p:nvPr/>
        </p:nvSpPr>
        <p:spPr>
          <a:xfrm>
            <a:off x="1347966" y="3635185"/>
            <a:ext cx="2320726" cy="2660840"/>
          </a:xfrm>
          <a:prstGeom prst="roundRect">
            <a:avLst>
              <a:gd name="adj" fmla="val 176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BA5826B3-5D5D-DDAD-A1C0-167E27506DBC}"/>
              </a:ext>
            </a:extLst>
          </p:cNvPr>
          <p:cNvSpPr txBox="1"/>
          <p:nvPr/>
        </p:nvSpPr>
        <p:spPr>
          <a:xfrm>
            <a:off x="1373728" y="3679599"/>
            <a:ext cx="116116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방송 참여 크루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aphicFrame>
        <p:nvGraphicFramePr>
          <p:cNvPr id="130" name="Group 323">
            <a:extLst>
              <a:ext uri="{FF2B5EF4-FFF2-40B4-BE49-F238E27FC236}">
                <a16:creationId xmlns:a16="http://schemas.microsoft.com/office/drawing/2014/main" id="{F65B8193-5D4C-8C0A-7897-048A919F7A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2340643"/>
              </p:ext>
            </p:extLst>
          </p:nvPr>
        </p:nvGraphicFramePr>
        <p:xfrm>
          <a:off x="1384209" y="3949319"/>
          <a:ext cx="2251575" cy="2284884"/>
        </p:xfrm>
        <a:graphic>
          <a:graphicData uri="http://schemas.openxmlformats.org/drawingml/2006/table">
            <a:tbl>
              <a:tblPr/>
              <a:tblGrid>
                <a:gridCol w="4309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5109">
                  <a:extLst>
                    <a:ext uri="{9D8B030D-6E8A-4147-A177-3AD203B41FA5}">
                      <a16:colId xmlns:a16="http://schemas.microsoft.com/office/drawing/2014/main" val="3242348398"/>
                    </a:ext>
                  </a:extLst>
                </a:gridCol>
                <a:gridCol w="599343">
                  <a:extLst>
                    <a:ext uri="{9D8B030D-6E8A-4147-A177-3AD203B41FA5}">
                      <a16:colId xmlns:a16="http://schemas.microsoft.com/office/drawing/2014/main" val="2452715281"/>
                    </a:ext>
                  </a:extLst>
                </a:gridCol>
                <a:gridCol w="516141">
                  <a:extLst>
                    <a:ext uri="{9D8B030D-6E8A-4147-A177-3AD203B41FA5}">
                      <a16:colId xmlns:a16="http://schemas.microsoft.com/office/drawing/2014/main" val="2851972527"/>
                    </a:ext>
                  </a:extLst>
                </a:gridCol>
              </a:tblGrid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직급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크루 명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후원점수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기여도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크루명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부장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차장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9048180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7430919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사원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7537706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사원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4704491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사원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489988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사원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0959071"/>
                  </a:ext>
                </a:extLst>
              </a:tr>
            </a:tbl>
          </a:graphicData>
        </a:graphic>
      </p:graphicFrame>
      <p:sp>
        <p:nvSpPr>
          <p:cNvPr id="134" name="Google Shape;1301;p29">
            <a:extLst>
              <a:ext uri="{FF2B5EF4-FFF2-40B4-BE49-F238E27FC236}">
                <a16:creationId xmlns:a16="http://schemas.microsoft.com/office/drawing/2014/main" id="{645219DB-5165-6306-3317-47A85485AC2E}"/>
              </a:ext>
            </a:extLst>
          </p:cNvPr>
          <p:cNvSpPr/>
          <p:nvPr/>
        </p:nvSpPr>
        <p:spPr>
          <a:xfrm>
            <a:off x="5721931" y="1231047"/>
            <a:ext cx="2566556" cy="5151646"/>
          </a:xfrm>
          <a:prstGeom prst="roundRect">
            <a:avLst>
              <a:gd name="adj" fmla="val 663"/>
            </a:avLst>
          </a:prstGeom>
          <a:solidFill>
            <a:schemeClr val="bg1">
              <a:lumMod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36000" rIns="30825" bIns="27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9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크루 후원</a:t>
            </a:r>
            <a:endParaRPr sz="9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  <a:ea typeface="+mn-ea"/>
            </a:endParaRPr>
          </a:p>
        </p:txBody>
      </p:sp>
      <p:sp>
        <p:nvSpPr>
          <p:cNvPr id="137" name="Google Shape;1198;p27">
            <a:extLst>
              <a:ext uri="{FF2B5EF4-FFF2-40B4-BE49-F238E27FC236}">
                <a16:creationId xmlns:a16="http://schemas.microsoft.com/office/drawing/2014/main" id="{05D9114F-B983-0152-DD32-429184DDFEA1}"/>
              </a:ext>
            </a:extLst>
          </p:cNvPr>
          <p:cNvSpPr/>
          <p:nvPr/>
        </p:nvSpPr>
        <p:spPr>
          <a:xfrm>
            <a:off x="5773981" y="1435538"/>
            <a:ext cx="2470586" cy="4909786"/>
          </a:xfrm>
          <a:prstGeom prst="rect">
            <a:avLst/>
          </a:prstGeom>
          <a:solidFill>
            <a:schemeClr val="bg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endParaRPr sz="1200" b="1" dirty="0">
              <a:solidFill>
                <a:srgbClr val="262626"/>
              </a:solidFill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138" name="사각형: 둥근 모서리 137">
            <a:extLst>
              <a:ext uri="{FF2B5EF4-FFF2-40B4-BE49-F238E27FC236}">
                <a16:creationId xmlns:a16="http://schemas.microsoft.com/office/drawing/2014/main" id="{6D3B7B46-5296-84A6-882D-2D3AB0FFF600}"/>
              </a:ext>
            </a:extLst>
          </p:cNvPr>
          <p:cNvSpPr/>
          <p:nvPr/>
        </p:nvSpPr>
        <p:spPr>
          <a:xfrm>
            <a:off x="5843402" y="1522642"/>
            <a:ext cx="2320726" cy="574210"/>
          </a:xfrm>
          <a:prstGeom prst="roundRect">
            <a:avLst>
              <a:gd name="adj" fmla="val 2180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 algn="ctr">
              <a:lnSpc>
                <a:spcPct val="150000"/>
              </a:lnSpc>
            </a:pPr>
            <a:r>
              <a:rPr lang="ko-KR" altLang="en-US" sz="900" b="1" dirty="0">
                <a:solidFill>
                  <a:schemeClr val="tx1"/>
                </a:solidFill>
              </a:rPr>
              <a:t>방송이 </a:t>
            </a:r>
            <a:r>
              <a:rPr lang="ko-KR" altLang="en-US" sz="900" b="1" dirty="0">
                <a:solidFill>
                  <a:srgbClr val="FF0000"/>
                </a:solidFill>
              </a:rPr>
              <a:t>종료</a:t>
            </a:r>
            <a:r>
              <a:rPr lang="ko-KR" altLang="en-US" sz="900" b="1" dirty="0">
                <a:solidFill>
                  <a:schemeClr val="tx1"/>
                </a:solidFill>
              </a:rPr>
              <a:t> 되었습니다</a:t>
            </a:r>
            <a:r>
              <a:rPr lang="en-US" altLang="ko-KR" sz="900" b="1" dirty="0">
                <a:solidFill>
                  <a:schemeClr val="tx1"/>
                </a:solidFill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ko-KR" altLang="en-US" sz="900" dirty="0">
                <a:solidFill>
                  <a:schemeClr val="tx1"/>
                </a:solidFill>
              </a:rPr>
              <a:t>방송 결과를 확인해 보세요</a:t>
            </a:r>
            <a:r>
              <a:rPr lang="en-US" altLang="ko-KR" sz="900" dirty="0">
                <a:solidFill>
                  <a:schemeClr val="tx1"/>
                </a:solidFill>
              </a:rPr>
              <a:t>.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40" name="사각형: 둥근 모서리 139">
            <a:extLst>
              <a:ext uri="{FF2B5EF4-FFF2-40B4-BE49-F238E27FC236}">
                <a16:creationId xmlns:a16="http://schemas.microsoft.com/office/drawing/2014/main" id="{DA6CA43E-9FD3-537F-19E1-E3277AF045CF}"/>
              </a:ext>
            </a:extLst>
          </p:cNvPr>
          <p:cNvSpPr/>
          <p:nvPr/>
        </p:nvSpPr>
        <p:spPr>
          <a:xfrm>
            <a:off x="5843402" y="2168860"/>
            <a:ext cx="2320726" cy="658504"/>
          </a:xfrm>
          <a:prstGeom prst="roundRect">
            <a:avLst>
              <a:gd name="adj" fmla="val 690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236E66BA-A632-0467-9782-7FEDA2B2C506}"/>
              </a:ext>
            </a:extLst>
          </p:cNvPr>
          <p:cNvSpPr txBox="1"/>
          <p:nvPr/>
        </p:nvSpPr>
        <p:spPr>
          <a:xfrm>
            <a:off x="5869165" y="2218840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방송명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44" name="사각형: 둥근 모서리 143">
            <a:extLst>
              <a:ext uri="{FF2B5EF4-FFF2-40B4-BE49-F238E27FC236}">
                <a16:creationId xmlns:a16="http://schemas.microsoft.com/office/drawing/2014/main" id="{A0842CDE-6C55-7DBF-E3FB-6068A34C1D81}"/>
              </a:ext>
            </a:extLst>
          </p:cNvPr>
          <p:cNvSpPr/>
          <p:nvPr/>
        </p:nvSpPr>
        <p:spPr>
          <a:xfrm>
            <a:off x="5909584" y="2444604"/>
            <a:ext cx="2188361" cy="285064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900" b="1" dirty="0">
                <a:solidFill>
                  <a:schemeClr val="tx1"/>
                </a:solidFill>
              </a:rPr>
              <a:t>[</a:t>
            </a:r>
            <a:r>
              <a:rPr lang="ko-KR" altLang="en-US" sz="900" b="1" dirty="0">
                <a:solidFill>
                  <a:schemeClr val="tx1"/>
                </a:solidFill>
              </a:rPr>
              <a:t>오프오프 시즌</a:t>
            </a:r>
            <a:r>
              <a:rPr lang="en-US" altLang="ko-KR" sz="900" b="1" dirty="0">
                <a:solidFill>
                  <a:schemeClr val="tx1"/>
                </a:solidFill>
              </a:rPr>
              <a:t>] </a:t>
            </a:r>
            <a:r>
              <a:rPr lang="ko-KR" altLang="en-US" sz="900" b="1" dirty="0">
                <a:solidFill>
                  <a:schemeClr val="tx1"/>
                </a:solidFill>
              </a:rPr>
              <a:t>마지막 직급 대전</a:t>
            </a:r>
          </a:p>
        </p:txBody>
      </p:sp>
      <p:sp>
        <p:nvSpPr>
          <p:cNvPr id="145" name="사각형: 둥근 모서리 144">
            <a:extLst>
              <a:ext uri="{FF2B5EF4-FFF2-40B4-BE49-F238E27FC236}">
                <a16:creationId xmlns:a16="http://schemas.microsoft.com/office/drawing/2014/main" id="{B26DA95D-308D-7F27-5F48-52CE7C1375A3}"/>
              </a:ext>
            </a:extLst>
          </p:cNvPr>
          <p:cNvSpPr/>
          <p:nvPr/>
        </p:nvSpPr>
        <p:spPr>
          <a:xfrm>
            <a:off x="5843402" y="2905859"/>
            <a:ext cx="2320726" cy="658504"/>
          </a:xfrm>
          <a:prstGeom prst="roundRect">
            <a:avLst>
              <a:gd name="adj" fmla="val 5463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9A2AD970-4591-4C4D-4A35-C19EEBE217A9}"/>
              </a:ext>
            </a:extLst>
          </p:cNvPr>
          <p:cNvSpPr txBox="1"/>
          <p:nvPr/>
        </p:nvSpPr>
        <p:spPr>
          <a:xfrm>
            <a:off x="5869165" y="2958196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방송 시간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47" name="사각형: 둥근 모서리 146">
            <a:extLst>
              <a:ext uri="{FF2B5EF4-FFF2-40B4-BE49-F238E27FC236}">
                <a16:creationId xmlns:a16="http://schemas.microsoft.com/office/drawing/2014/main" id="{894FDB2F-0348-03EF-33B4-C1DB69B24B9A}"/>
              </a:ext>
            </a:extLst>
          </p:cNvPr>
          <p:cNvSpPr/>
          <p:nvPr/>
        </p:nvSpPr>
        <p:spPr>
          <a:xfrm>
            <a:off x="5909584" y="3183960"/>
            <a:ext cx="2188361" cy="285064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900" b="1" dirty="0">
                <a:solidFill>
                  <a:schemeClr val="tx1"/>
                </a:solidFill>
              </a:rPr>
              <a:t>2026-01-13 17:36:39 ~ </a:t>
            </a:r>
          </a:p>
          <a:p>
            <a:r>
              <a:rPr lang="en-US" altLang="ko-KR" sz="900" b="1" dirty="0">
                <a:solidFill>
                  <a:schemeClr val="tx1"/>
                </a:solidFill>
              </a:rPr>
              <a:t>2026-01-13 17:36:44 (</a:t>
            </a:r>
            <a:r>
              <a:rPr lang="ko-KR" altLang="en-US" sz="900" b="1" dirty="0">
                <a:solidFill>
                  <a:schemeClr val="tx1"/>
                </a:solidFill>
              </a:rPr>
              <a:t>총 </a:t>
            </a:r>
            <a:r>
              <a:rPr lang="en-US" altLang="ko-KR" sz="900" b="1" dirty="0">
                <a:solidFill>
                  <a:schemeClr val="tx1"/>
                </a:solidFill>
              </a:rPr>
              <a:t>0</a:t>
            </a:r>
            <a:r>
              <a:rPr lang="ko-KR" altLang="en-US" sz="900" b="1" dirty="0">
                <a:solidFill>
                  <a:schemeClr val="tx1"/>
                </a:solidFill>
              </a:rPr>
              <a:t>분</a:t>
            </a:r>
            <a:r>
              <a:rPr lang="en-US" altLang="ko-KR" sz="900" b="1" dirty="0">
                <a:solidFill>
                  <a:schemeClr val="tx1"/>
                </a:solidFill>
              </a:rPr>
              <a:t>)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48" name="사각형: 둥근 모서리 147">
            <a:extLst>
              <a:ext uri="{FF2B5EF4-FFF2-40B4-BE49-F238E27FC236}">
                <a16:creationId xmlns:a16="http://schemas.microsoft.com/office/drawing/2014/main" id="{B900A180-FD17-E3CA-87B5-3B14F5FA0D68}"/>
              </a:ext>
            </a:extLst>
          </p:cNvPr>
          <p:cNvSpPr/>
          <p:nvPr/>
        </p:nvSpPr>
        <p:spPr>
          <a:xfrm>
            <a:off x="5843402" y="4338311"/>
            <a:ext cx="2320726" cy="1583514"/>
          </a:xfrm>
          <a:prstGeom prst="roundRect">
            <a:avLst>
              <a:gd name="adj" fmla="val 176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6EC43F13-C118-A1C2-51A0-EF26D3CEDAF5}"/>
              </a:ext>
            </a:extLst>
          </p:cNvPr>
          <p:cNvSpPr txBox="1"/>
          <p:nvPr/>
        </p:nvSpPr>
        <p:spPr>
          <a:xfrm>
            <a:off x="5869164" y="4382725"/>
            <a:ext cx="116116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방송 순위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aphicFrame>
        <p:nvGraphicFramePr>
          <p:cNvPr id="150" name="Group 323">
            <a:extLst>
              <a:ext uri="{FF2B5EF4-FFF2-40B4-BE49-F238E27FC236}">
                <a16:creationId xmlns:a16="http://schemas.microsoft.com/office/drawing/2014/main" id="{8EEAC165-8FEF-6D4D-61A5-C6B99E478F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645720"/>
              </p:ext>
            </p:extLst>
          </p:nvPr>
        </p:nvGraphicFramePr>
        <p:xfrm>
          <a:off x="5879645" y="4652445"/>
          <a:ext cx="2251575" cy="1269380"/>
        </p:xfrm>
        <a:graphic>
          <a:graphicData uri="http://schemas.openxmlformats.org/drawingml/2006/table">
            <a:tbl>
              <a:tblPr/>
              <a:tblGrid>
                <a:gridCol w="361740">
                  <a:extLst>
                    <a:ext uri="{9D8B030D-6E8A-4147-A177-3AD203B41FA5}">
                      <a16:colId xmlns:a16="http://schemas.microsoft.com/office/drawing/2014/main" val="660884853"/>
                    </a:ext>
                  </a:extLst>
                </a:gridCol>
                <a:gridCol w="3617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1826">
                  <a:extLst>
                    <a:ext uri="{9D8B030D-6E8A-4147-A177-3AD203B41FA5}">
                      <a16:colId xmlns:a16="http://schemas.microsoft.com/office/drawing/2014/main" val="3242348398"/>
                    </a:ext>
                  </a:extLst>
                </a:gridCol>
                <a:gridCol w="503052">
                  <a:extLst>
                    <a:ext uri="{9D8B030D-6E8A-4147-A177-3AD203B41FA5}">
                      <a16:colId xmlns:a16="http://schemas.microsoft.com/office/drawing/2014/main" val="2452715281"/>
                    </a:ext>
                  </a:extLst>
                </a:gridCol>
                <a:gridCol w="433217">
                  <a:extLst>
                    <a:ext uri="{9D8B030D-6E8A-4147-A177-3AD203B41FA5}">
                      <a16:colId xmlns:a16="http://schemas.microsoft.com/office/drawing/2014/main" val="2851972527"/>
                    </a:ext>
                  </a:extLst>
                </a:gridCol>
              </a:tblGrid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순위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직급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크루 명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후원점수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기여도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크루명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부장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차장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9048180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7430919"/>
                  </a:ext>
                </a:extLst>
              </a:tr>
            </a:tbl>
          </a:graphicData>
        </a:graphic>
      </p:graphicFrame>
      <p:sp>
        <p:nvSpPr>
          <p:cNvPr id="151" name="사각형: 둥근 모서리 150">
            <a:extLst>
              <a:ext uri="{FF2B5EF4-FFF2-40B4-BE49-F238E27FC236}">
                <a16:creationId xmlns:a16="http://schemas.microsoft.com/office/drawing/2014/main" id="{F5AD2249-3643-B759-F36A-D1CDC23C2AC2}"/>
              </a:ext>
            </a:extLst>
          </p:cNvPr>
          <p:cNvSpPr/>
          <p:nvPr/>
        </p:nvSpPr>
        <p:spPr>
          <a:xfrm>
            <a:off x="5843402" y="3629446"/>
            <a:ext cx="2320726" cy="658504"/>
          </a:xfrm>
          <a:prstGeom prst="roundRect">
            <a:avLst>
              <a:gd name="adj" fmla="val 5463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41D110A0-8DC5-B331-DF4F-35D768A14791}"/>
              </a:ext>
            </a:extLst>
          </p:cNvPr>
          <p:cNvSpPr txBox="1"/>
          <p:nvPr/>
        </p:nvSpPr>
        <p:spPr>
          <a:xfrm>
            <a:off x="5869165" y="3681783"/>
            <a:ext cx="991044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총 후원 캐시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53" name="사각형: 둥근 모서리 152">
            <a:extLst>
              <a:ext uri="{FF2B5EF4-FFF2-40B4-BE49-F238E27FC236}">
                <a16:creationId xmlns:a16="http://schemas.microsoft.com/office/drawing/2014/main" id="{2745D2AE-A90B-649C-64E6-DDD13EE8E8BC}"/>
              </a:ext>
            </a:extLst>
          </p:cNvPr>
          <p:cNvSpPr/>
          <p:nvPr/>
        </p:nvSpPr>
        <p:spPr>
          <a:xfrm>
            <a:off x="5909584" y="3907547"/>
            <a:ext cx="2188361" cy="285064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900" b="1" dirty="0">
                <a:solidFill>
                  <a:schemeClr val="tx1"/>
                </a:solidFill>
              </a:rPr>
              <a:t>0000 </a:t>
            </a:r>
            <a:r>
              <a:rPr lang="ko-KR" altLang="en-US" sz="900" b="1" dirty="0">
                <a:solidFill>
                  <a:schemeClr val="tx1"/>
                </a:solidFill>
              </a:rPr>
              <a:t>캐시</a:t>
            </a:r>
          </a:p>
        </p:txBody>
      </p:sp>
      <p:pic>
        <p:nvPicPr>
          <p:cNvPr id="154" name="Picture 4" descr="C:\Users\btbprovd\Desktop\Untitled-3.png">
            <a:extLst>
              <a:ext uri="{FF2B5EF4-FFF2-40B4-BE49-F238E27FC236}">
                <a16:creationId xmlns:a16="http://schemas.microsoft.com/office/drawing/2014/main" id="{DBA6CC00-CD4B-D7EF-3CD0-A1C71BC597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841703" y="5736093"/>
            <a:ext cx="2362127" cy="206744"/>
          </a:xfrm>
          <a:prstGeom prst="rect">
            <a:avLst/>
          </a:prstGeom>
          <a:noFill/>
        </p:spPr>
      </p:pic>
      <p:sp>
        <p:nvSpPr>
          <p:cNvPr id="174" name="사각형: 둥근 모서리 173">
            <a:extLst>
              <a:ext uri="{FF2B5EF4-FFF2-40B4-BE49-F238E27FC236}">
                <a16:creationId xmlns:a16="http://schemas.microsoft.com/office/drawing/2014/main" id="{36D4FEBF-219B-4BB3-E843-4FD0EA149321}"/>
              </a:ext>
            </a:extLst>
          </p:cNvPr>
          <p:cNvSpPr/>
          <p:nvPr/>
        </p:nvSpPr>
        <p:spPr>
          <a:xfrm>
            <a:off x="1461013" y="1573427"/>
            <a:ext cx="259346" cy="113407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800" b="1" dirty="0">
                <a:latin typeface="+mn-ea"/>
              </a:rPr>
              <a:t>LIVE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83" name="사각형: 둥근 모서리 182">
            <a:extLst>
              <a:ext uri="{FF2B5EF4-FFF2-40B4-BE49-F238E27FC236}">
                <a16:creationId xmlns:a16="http://schemas.microsoft.com/office/drawing/2014/main" id="{C4A7C782-0FA8-E366-346E-FA84AA80DFFA}"/>
              </a:ext>
            </a:extLst>
          </p:cNvPr>
          <p:cNvSpPr/>
          <p:nvPr/>
        </p:nvSpPr>
        <p:spPr>
          <a:xfrm>
            <a:off x="5838907" y="6011339"/>
            <a:ext cx="2320725" cy="303147"/>
          </a:xfrm>
          <a:prstGeom prst="round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b="1"/>
              <a:t>확인</a:t>
            </a:r>
            <a:endParaRPr lang="ko-KR" altLang="en-US" sz="900" b="1" dirty="0"/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731524C2-C3CB-F7C5-0239-6E68E0ACA188}"/>
              </a:ext>
            </a:extLst>
          </p:cNvPr>
          <p:cNvSpPr/>
          <p:nvPr/>
        </p:nvSpPr>
        <p:spPr>
          <a:xfrm>
            <a:off x="1151995" y="1054302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6" name="Group 323">
            <a:extLst>
              <a:ext uri="{FF2B5EF4-FFF2-40B4-BE49-F238E27FC236}">
                <a16:creationId xmlns:a16="http://schemas.microsoft.com/office/drawing/2014/main" id="{1EF0948D-7661-C7D6-2BB8-A8BA1F2752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5136205"/>
              </p:ext>
            </p:extLst>
          </p:nvPr>
        </p:nvGraphicFramePr>
        <p:xfrm>
          <a:off x="9625013" y="575703"/>
          <a:ext cx="2519969" cy="1730001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방송 중일 경우 화면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방송 종료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2-1 </a:t>
                      </a:r>
                      <a:r>
                        <a:rPr kumimoji="1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모달</a:t>
                      </a: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팝업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클릭하면 방송 종료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9295457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방송 종료 안내 화면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3-1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확인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버튼 클릭하면 방송이 없을 경우 화면으로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6802520"/>
                  </a:ext>
                </a:extLst>
              </a:tr>
            </a:tbl>
          </a:graphicData>
        </a:graphic>
      </p:graphicFrame>
      <p:cxnSp>
        <p:nvCxnSpPr>
          <p:cNvPr id="7" name="연결선: 꺾임 6">
            <a:extLst>
              <a:ext uri="{FF2B5EF4-FFF2-40B4-BE49-F238E27FC236}">
                <a16:creationId xmlns:a16="http://schemas.microsoft.com/office/drawing/2014/main" id="{1CA6711D-7C33-B2BC-8ED6-EBC74E762911}"/>
              </a:ext>
            </a:extLst>
          </p:cNvPr>
          <p:cNvCxnSpPr>
            <a:cxnSpLocks/>
            <a:stCxn id="122" idx="3"/>
            <a:endCxn id="21" idx="0"/>
          </p:cNvCxnSpPr>
          <p:nvPr/>
        </p:nvCxnSpPr>
        <p:spPr>
          <a:xfrm>
            <a:off x="3551194" y="1814598"/>
            <a:ext cx="1176050" cy="246250"/>
          </a:xfrm>
          <a:prstGeom prst="bentConnector2">
            <a:avLst/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타원 10">
            <a:extLst>
              <a:ext uri="{FF2B5EF4-FFF2-40B4-BE49-F238E27FC236}">
                <a16:creationId xmlns:a16="http://schemas.microsoft.com/office/drawing/2014/main" id="{AB2763F7-B99A-4A3F-72AE-06C07503CD42}"/>
              </a:ext>
            </a:extLst>
          </p:cNvPr>
          <p:cNvSpPr/>
          <p:nvPr/>
        </p:nvSpPr>
        <p:spPr>
          <a:xfrm>
            <a:off x="3500597" y="1544816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FAE72AB9-9D75-3C82-7FD9-456B7A14FA71}"/>
              </a:ext>
            </a:extLst>
          </p:cNvPr>
          <p:cNvSpPr/>
          <p:nvPr/>
        </p:nvSpPr>
        <p:spPr>
          <a:xfrm>
            <a:off x="4468595" y="1886422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2-1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18C2604E-5CC3-BC88-76A3-410E0624A1ED}"/>
              </a:ext>
            </a:extLst>
          </p:cNvPr>
          <p:cNvSpPr/>
          <p:nvPr/>
        </p:nvSpPr>
        <p:spPr>
          <a:xfrm>
            <a:off x="5699481" y="6059446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3-1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4" name="연결선: 꺾임 13">
            <a:extLst>
              <a:ext uri="{FF2B5EF4-FFF2-40B4-BE49-F238E27FC236}">
                <a16:creationId xmlns:a16="http://schemas.microsoft.com/office/drawing/2014/main" id="{44C908B6-4491-93F3-F7FF-E136048ED8B9}"/>
              </a:ext>
            </a:extLst>
          </p:cNvPr>
          <p:cNvCxnSpPr>
            <a:cxnSpLocks/>
            <a:stCxn id="22" idx="2"/>
            <a:endCxn id="134" idx="1"/>
          </p:cNvCxnSpPr>
          <p:nvPr/>
        </p:nvCxnSpPr>
        <p:spPr>
          <a:xfrm rot="16200000" flipH="1">
            <a:off x="4941072" y="3026011"/>
            <a:ext cx="892888" cy="668830"/>
          </a:xfrm>
          <a:prstGeom prst="bentConnector2">
            <a:avLst/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타원 16">
            <a:extLst>
              <a:ext uri="{FF2B5EF4-FFF2-40B4-BE49-F238E27FC236}">
                <a16:creationId xmlns:a16="http://schemas.microsoft.com/office/drawing/2014/main" id="{7615626B-E84D-92F8-1530-EC0336D4E546}"/>
              </a:ext>
            </a:extLst>
          </p:cNvPr>
          <p:cNvSpPr/>
          <p:nvPr/>
        </p:nvSpPr>
        <p:spPr>
          <a:xfrm>
            <a:off x="5624981" y="1068648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0EF0C44-969B-DBC1-FB72-F5DA93E90527}"/>
              </a:ext>
            </a:extLst>
          </p:cNvPr>
          <p:cNvGrpSpPr/>
          <p:nvPr/>
        </p:nvGrpSpPr>
        <p:grpSpPr>
          <a:xfrm>
            <a:off x="3325761" y="1263320"/>
            <a:ext cx="387008" cy="118852"/>
            <a:chOff x="8850325" y="2256508"/>
            <a:chExt cx="387008" cy="118852"/>
          </a:xfrm>
        </p:grpSpPr>
        <p:sp>
          <p:nvSpPr>
            <p:cNvPr id="8" name="Google Shape;1200;p27">
              <a:extLst>
                <a:ext uri="{FF2B5EF4-FFF2-40B4-BE49-F238E27FC236}">
                  <a16:creationId xmlns:a16="http://schemas.microsoft.com/office/drawing/2014/main" id="{685F2C58-3A4B-365D-CB09-03B309BEDAC6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" name="그래픽 8">
              <a:extLst>
                <a:ext uri="{FF2B5EF4-FFF2-40B4-BE49-F238E27FC236}">
                  <a16:creationId xmlns:a16="http://schemas.microsoft.com/office/drawing/2014/main" id="{6E01F2B7-71AD-A15F-4E0A-CDE37012225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10" name="Google Shape;1202;p27">
              <a:extLst>
                <a:ext uri="{FF2B5EF4-FFF2-40B4-BE49-F238E27FC236}">
                  <a16:creationId xmlns:a16="http://schemas.microsoft.com/office/drawing/2014/main" id="{B00651F1-E6DC-2A30-876B-B2CC57251666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E126FE1A-D3AA-26C4-2F5B-546AC9581930}"/>
              </a:ext>
            </a:extLst>
          </p:cNvPr>
          <p:cNvGrpSpPr/>
          <p:nvPr/>
        </p:nvGrpSpPr>
        <p:grpSpPr>
          <a:xfrm>
            <a:off x="7816822" y="1263320"/>
            <a:ext cx="387008" cy="118852"/>
            <a:chOff x="8850325" y="2256508"/>
            <a:chExt cx="387008" cy="118852"/>
          </a:xfrm>
        </p:grpSpPr>
        <p:sp>
          <p:nvSpPr>
            <p:cNvPr id="16" name="Google Shape;1200;p27">
              <a:extLst>
                <a:ext uri="{FF2B5EF4-FFF2-40B4-BE49-F238E27FC236}">
                  <a16:creationId xmlns:a16="http://schemas.microsoft.com/office/drawing/2014/main" id="{A43F863F-439D-38E0-2CA4-84B8184A7123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" name="그래픽 17">
              <a:extLst>
                <a:ext uri="{FF2B5EF4-FFF2-40B4-BE49-F238E27FC236}">
                  <a16:creationId xmlns:a16="http://schemas.microsoft.com/office/drawing/2014/main" id="{4D3761E7-2BF5-4ABF-7884-9F34B68D84D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19" name="Google Shape;1202;p27">
              <a:extLst>
                <a:ext uri="{FF2B5EF4-FFF2-40B4-BE49-F238E27FC236}">
                  <a16:creationId xmlns:a16="http://schemas.microsoft.com/office/drawing/2014/main" id="{D16D6915-1FE7-F43C-F393-9B597EFC4684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62551532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D2EA9D4B-0E2C-D082-8286-DD4F373563AF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marL="0" indent="0">
              <a:buNone/>
            </a:pPr>
            <a:r>
              <a:rPr lang="ko-KR" altLang="en-US" dirty="0" err="1"/>
              <a:t>투네애드</a:t>
            </a:r>
            <a:r>
              <a:rPr lang="ko-KR" altLang="en-US" dirty="0"/>
              <a:t> 반영형 </a:t>
            </a:r>
            <a:r>
              <a:rPr lang="en-US" altLang="ko-KR" dirty="0"/>
              <a:t>UI</a:t>
            </a:r>
            <a:endParaRPr lang="ko-KR" altLang="en-US" dirty="0"/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F1539E25-0021-F636-74E8-E0A43917E0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기타 위젯 </a:t>
            </a:r>
            <a:r>
              <a:rPr lang="en-US" altLang="ko-KR" dirty="0"/>
              <a:t>&gt; </a:t>
            </a:r>
            <a:r>
              <a:rPr lang="ko-KR" altLang="en-US" dirty="0" err="1"/>
              <a:t>투네애드</a:t>
            </a:r>
            <a:endParaRPr lang="ko-KR" altLang="en-US" dirty="0"/>
          </a:p>
        </p:txBody>
      </p:sp>
      <p:sp>
        <p:nvSpPr>
          <p:cNvPr id="6" name="화살표: 왼쪽/오른쪽 5">
            <a:extLst>
              <a:ext uri="{FF2B5EF4-FFF2-40B4-BE49-F238E27FC236}">
                <a16:creationId xmlns:a16="http://schemas.microsoft.com/office/drawing/2014/main" id="{6410952E-3856-D12C-5244-6BABEC69F8E8}"/>
              </a:ext>
            </a:extLst>
          </p:cNvPr>
          <p:cNvSpPr/>
          <p:nvPr/>
        </p:nvSpPr>
        <p:spPr>
          <a:xfrm>
            <a:off x="7202173" y="3907287"/>
            <a:ext cx="623826" cy="611321"/>
          </a:xfrm>
          <a:prstGeom prst="leftRightArrow">
            <a:avLst>
              <a:gd name="adj1" fmla="val 50000"/>
              <a:gd name="adj2" fmla="val 32229"/>
            </a:avLst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Google Shape;1197;p27">
            <a:extLst>
              <a:ext uri="{FF2B5EF4-FFF2-40B4-BE49-F238E27FC236}">
                <a16:creationId xmlns:a16="http://schemas.microsoft.com/office/drawing/2014/main" id="{D14BF6B5-88F5-1955-E2AF-E319F064A61C}"/>
              </a:ext>
            </a:extLst>
          </p:cNvPr>
          <p:cNvSpPr/>
          <p:nvPr/>
        </p:nvSpPr>
        <p:spPr>
          <a:xfrm>
            <a:off x="1153179" y="1693379"/>
            <a:ext cx="5832867" cy="4255901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54000" rIns="61650" bIns="24650" anchor="t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투네애드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돋움" pitchFamily="50" charset="-127"/>
              <a:ea typeface="돋움" pitchFamily="50" charset="-127"/>
              <a:cs typeface="+mn-cs"/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83102185-95B3-5902-EC1D-ED793C0368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905007"/>
              </p:ext>
            </p:extLst>
          </p:nvPr>
        </p:nvGraphicFramePr>
        <p:xfrm>
          <a:off x="1214480" y="1973166"/>
          <a:ext cx="5709612" cy="3844989"/>
        </p:xfrm>
        <a:graphic>
          <a:graphicData uri="http://schemas.openxmlformats.org/drawingml/2006/table">
            <a:tbl>
              <a:tblPr firstRow="1" bandRow="1"/>
              <a:tblGrid>
                <a:gridCol w="1209112">
                  <a:extLst>
                    <a:ext uri="{9D8B030D-6E8A-4147-A177-3AD203B41FA5}">
                      <a16:colId xmlns:a16="http://schemas.microsoft.com/office/drawing/2014/main" val="1453498877"/>
                    </a:ext>
                  </a:extLst>
                </a:gridCol>
                <a:gridCol w="702814">
                  <a:extLst>
                    <a:ext uri="{9D8B030D-6E8A-4147-A177-3AD203B41FA5}">
                      <a16:colId xmlns:a16="http://schemas.microsoft.com/office/drawing/2014/main" val="2012202451"/>
                    </a:ext>
                  </a:extLst>
                </a:gridCol>
                <a:gridCol w="2861582">
                  <a:extLst>
                    <a:ext uri="{9D8B030D-6E8A-4147-A177-3AD203B41FA5}">
                      <a16:colId xmlns:a16="http://schemas.microsoft.com/office/drawing/2014/main" val="439943395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val="3066059222"/>
                    </a:ext>
                  </a:extLst>
                </a:gridCol>
              </a:tblGrid>
              <a:tr h="31054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+mn-ea"/>
                        </a:rPr>
                        <a:t>광고주 명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후원 캐시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내용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재생 시간</a:t>
                      </a:r>
                    </a:p>
                  </a:txBody>
                  <a:tcPr marL="0" marR="72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7653606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2625082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0248099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3766220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031777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9017808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8127382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5773418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5245360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6449258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4880776"/>
                  </a:ext>
                </a:extLst>
              </a:tr>
            </a:tbl>
          </a:graphicData>
        </a:graphic>
      </p:graphicFrame>
      <p:sp>
        <p:nvSpPr>
          <p:cNvPr id="11" name="직사각형 10">
            <a:extLst>
              <a:ext uri="{FF2B5EF4-FFF2-40B4-BE49-F238E27FC236}">
                <a16:creationId xmlns:a16="http://schemas.microsoft.com/office/drawing/2014/main" id="{051FD24E-8CFE-FA39-E381-4A3D4CD3AD3E}"/>
              </a:ext>
            </a:extLst>
          </p:cNvPr>
          <p:cNvSpPr/>
          <p:nvPr/>
        </p:nvSpPr>
        <p:spPr>
          <a:xfrm>
            <a:off x="3169292" y="232433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9E92CF5A-C47C-3069-73F2-8F884FDAC8BE}"/>
              </a:ext>
            </a:extLst>
          </p:cNvPr>
          <p:cNvGrpSpPr/>
          <p:nvPr/>
        </p:nvGrpSpPr>
        <p:grpSpPr>
          <a:xfrm>
            <a:off x="6900619" y="1965736"/>
            <a:ext cx="32251" cy="3895458"/>
            <a:chOff x="7049058" y="1944130"/>
            <a:chExt cx="32251" cy="3895458"/>
          </a:xfrm>
        </p:grpSpPr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CC1FE5EF-0F43-0BDE-0C63-D803F763756C}"/>
                </a:ext>
              </a:extLst>
            </p:cNvPr>
            <p:cNvCxnSpPr>
              <a:cxnSpLocks/>
            </p:cNvCxnSpPr>
            <p:nvPr/>
          </p:nvCxnSpPr>
          <p:spPr>
            <a:xfrm>
              <a:off x="7068108" y="1944130"/>
              <a:ext cx="13201" cy="3895458"/>
            </a:xfrm>
            <a:prstGeom prst="line">
              <a:avLst/>
            </a:prstGeom>
            <a:noFill/>
            <a:ln w="38100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9C1329B9-3A95-0B62-C68B-4F6A8D04CBAF}"/>
                </a:ext>
              </a:extLst>
            </p:cNvPr>
            <p:cNvCxnSpPr>
              <a:cxnSpLocks/>
            </p:cNvCxnSpPr>
            <p:nvPr/>
          </p:nvCxnSpPr>
          <p:spPr>
            <a:xfrm>
              <a:off x="7049058" y="1951628"/>
              <a:ext cx="0" cy="1901182"/>
            </a:xfrm>
            <a:prstGeom prst="line">
              <a:avLst/>
            </a:prstGeom>
            <a:noFill/>
            <a:ln w="285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</p:cxnSp>
      </p:grpSp>
      <p:sp>
        <p:nvSpPr>
          <p:cNvPr id="18" name="Google Shape;1197;p27">
            <a:extLst>
              <a:ext uri="{FF2B5EF4-FFF2-40B4-BE49-F238E27FC236}">
                <a16:creationId xmlns:a16="http://schemas.microsoft.com/office/drawing/2014/main" id="{8DDDD362-DF7F-DF37-E336-DAC437D38D46}"/>
              </a:ext>
            </a:extLst>
          </p:cNvPr>
          <p:cNvSpPr/>
          <p:nvPr/>
        </p:nvSpPr>
        <p:spPr>
          <a:xfrm>
            <a:off x="8029944" y="1448780"/>
            <a:ext cx="2566556" cy="4680520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54000" rIns="61650" bIns="24650" anchor="t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투네애드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돋움" pitchFamily="50" charset="-127"/>
              <a:ea typeface="돋움" pitchFamily="50" charset="-127"/>
              <a:cs typeface="+mn-cs"/>
            </a:endParaRPr>
          </a:p>
        </p:txBody>
      </p:sp>
      <p:sp>
        <p:nvSpPr>
          <p:cNvPr id="20" name="Google Shape;1198;p27">
            <a:extLst>
              <a:ext uri="{FF2B5EF4-FFF2-40B4-BE49-F238E27FC236}">
                <a16:creationId xmlns:a16="http://schemas.microsoft.com/office/drawing/2014/main" id="{26770745-38E7-E0D4-41A4-66EFE8CBC23F}"/>
              </a:ext>
            </a:extLst>
          </p:cNvPr>
          <p:cNvSpPr/>
          <p:nvPr/>
        </p:nvSpPr>
        <p:spPr>
          <a:xfrm>
            <a:off x="8084998" y="1682045"/>
            <a:ext cx="2470586" cy="4411251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D76D090C-5839-7382-F92F-59314064B612}"/>
              </a:ext>
            </a:extLst>
          </p:cNvPr>
          <p:cNvGrpSpPr/>
          <p:nvPr/>
        </p:nvGrpSpPr>
        <p:grpSpPr>
          <a:xfrm>
            <a:off x="5293297" y="1716484"/>
            <a:ext cx="1090735" cy="215444"/>
            <a:chOff x="5328518" y="1725362"/>
            <a:chExt cx="1090735" cy="215444"/>
          </a:xfrm>
        </p:grpSpPr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2C0BE67-0D70-1B52-66D6-987A01E9B98C}"/>
                </a:ext>
              </a:extLst>
            </p:cNvPr>
            <p:cNvSpPr txBox="1"/>
            <p:nvPr/>
          </p:nvSpPr>
          <p:spPr>
            <a:xfrm>
              <a:off x="5328518" y="1725362"/>
              <a:ext cx="867997" cy="215444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광고 자동 재생</a:t>
              </a:r>
              <a:endParaRPr lang="ko-KR" altLang="en-US" sz="900" dirty="0"/>
            </a:p>
          </p:txBody>
        </p:sp>
        <p:grpSp>
          <p:nvGrpSpPr>
            <p:cNvPr id="74" name="그룹 73">
              <a:extLst>
                <a:ext uri="{FF2B5EF4-FFF2-40B4-BE49-F238E27FC236}">
                  <a16:creationId xmlns:a16="http://schemas.microsoft.com/office/drawing/2014/main" id="{B90E51CE-8796-5EE6-90FE-6306EB307954}"/>
                </a:ext>
              </a:extLst>
            </p:cNvPr>
            <p:cNvGrpSpPr/>
            <p:nvPr/>
          </p:nvGrpSpPr>
          <p:grpSpPr>
            <a:xfrm>
              <a:off x="6155353" y="1764509"/>
              <a:ext cx="263900" cy="146480"/>
              <a:chOff x="5960046" y="5573029"/>
              <a:chExt cx="263900" cy="146480"/>
            </a:xfrm>
          </p:grpSpPr>
          <p:sp>
            <p:nvSpPr>
              <p:cNvPr id="72" name="사각형: 둥근 모서리 71">
                <a:extLst>
                  <a:ext uri="{FF2B5EF4-FFF2-40B4-BE49-F238E27FC236}">
                    <a16:creationId xmlns:a16="http://schemas.microsoft.com/office/drawing/2014/main" id="{0057C5A2-4D94-DCC1-C654-A32395FE067F}"/>
                  </a:ext>
                </a:extLst>
              </p:cNvPr>
              <p:cNvSpPr/>
              <p:nvPr/>
            </p:nvSpPr>
            <p:spPr>
              <a:xfrm>
                <a:off x="5960046" y="5573029"/>
                <a:ext cx="246686" cy="13715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3" name="타원 72">
                <a:extLst>
                  <a:ext uri="{FF2B5EF4-FFF2-40B4-BE49-F238E27FC236}">
                    <a16:creationId xmlns:a16="http://schemas.microsoft.com/office/drawing/2014/main" id="{88F8F474-D7DD-A429-9641-4C5A1E9B8EAA}"/>
                  </a:ext>
                </a:extLst>
              </p:cNvPr>
              <p:cNvSpPr/>
              <p:nvPr/>
            </p:nvSpPr>
            <p:spPr>
              <a:xfrm>
                <a:off x="6086796" y="5582359"/>
                <a:ext cx="137150" cy="13715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599E7910-B903-D941-E020-7400B201F140}"/>
              </a:ext>
            </a:extLst>
          </p:cNvPr>
          <p:cNvSpPr/>
          <p:nvPr/>
        </p:nvSpPr>
        <p:spPr>
          <a:xfrm>
            <a:off x="3169292" y="267811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DDDFB95B-A196-7D22-F8E7-0A548A78F8A1}"/>
              </a:ext>
            </a:extLst>
          </p:cNvPr>
          <p:cNvSpPr/>
          <p:nvPr/>
        </p:nvSpPr>
        <p:spPr>
          <a:xfrm>
            <a:off x="3169292" y="303189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CC2FBDC9-2070-1693-B17B-D71E135A91C3}"/>
              </a:ext>
            </a:extLst>
          </p:cNvPr>
          <p:cNvSpPr/>
          <p:nvPr/>
        </p:nvSpPr>
        <p:spPr>
          <a:xfrm>
            <a:off x="3169292" y="338567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986F88E3-BA80-A3E4-3CEB-FC43070F8F2D}"/>
              </a:ext>
            </a:extLst>
          </p:cNvPr>
          <p:cNvSpPr/>
          <p:nvPr/>
        </p:nvSpPr>
        <p:spPr>
          <a:xfrm>
            <a:off x="3169292" y="409323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FA4CDC8E-E369-D9F4-9CCE-632BE38B54CE}"/>
              </a:ext>
            </a:extLst>
          </p:cNvPr>
          <p:cNvSpPr/>
          <p:nvPr/>
        </p:nvSpPr>
        <p:spPr>
          <a:xfrm>
            <a:off x="3169292" y="444701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B6162724-017A-E1B3-5FF3-025E5689212D}"/>
              </a:ext>
            </a:extLst>
          </p:cNvPr>
          <p:cNvSpPr/>
          <p:nvPr/>
        </p:nvSpPr>
        <p:spPr>
          <a:xfrm>
            <a:off x="3169292" y="480079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23565387-DE22-1E19-9A5D-B3DEB4BCDFD0}"/>
              </a:ext>
            </a:extLst>
          </p:cNvPr>
          <p:cNvSpPr/>
          <p:nvPr/>
        </p:nvSpPr>
        <p:spPr>
          <a:xfrm>
            <a:off x="3169292" y="515457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CA19E110-D73A-916B-AC3F-A0A1C24C6AAA}"/>
              </a:ext>
            </a:extLst>
          </p:cNvPr>
          <p:cNvSpPr/>
          <p:nvPr/>
        </p:nvSpPr>
        <p:spPr>
          <a:xfrm>
            <a:off x="3169292" y="5508354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C0CC3187-4310-5B8F-1502-B75F91DBE8A5}"/>
              </a:ext>
            </a:extLst>
          </p:cNvPr>
          <p:cNvSpPr/>
          <p:nvPr/>
        </p:nvSpPr>
        <p:spPr>
          <a:xfrm>
            <a:off x="2942865" y="2065702"/>
            <a:ext cx="134951" cy="134951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/>
              <a:t>?</a:t>
            </a:r>
            <a:endParaRPr lang="ko-KR" altLang="en-US" sz="800" b="1" dirty="0"/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7FF6E129-3B9A-5367-F167-9C05CD9E358E}"/>
              </a:ext>
            </a:extLst>
          </p:cNvPr>
          <p:cNvSpPr/>
          <p:nvPr/>
        </p:nvSpPr>
        <p:spPr>
          <a:xfrm>
            <a:off x="3160413" y="3726820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00" name="그룹 99">
            <a:extLst>
              <a:ext uri="{FF2B5EF4-FFF2-40B4-BE49-F238E27FC236}">
                <a16:creationId xmlns:a16="http://schemas.microsoft.com/office/drawing/2014/main" id="{C1A5E77E-D23C-E1C9-289A-578621FB7AD3}"/>
              </a:ext>
            </a:extLst>
          </p:cNvPr>
          <p:cNvGrpSpPr/>
          <p:nvPr/>
        </p:nvGrpSpPr>
        <p:grpSpPr>
          <a:xfrm>
            <a:off x="8940316" y="1457978"/>
            <a:ext cx="1090735" cy="215444"/>
            <a:chOff x="5328518" y="1725362"/>
            <a:chExt cx="1090735" cy="215444"/>
          </a:xfrm>
        </p:grpSpPr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C681C3C-3AE1-36EC-03A4-DC921B3E3AAA}"/>
                </a:ext>
              </a:extLst>
            </p:cNvPr>
            <p:cNvSpPr txBox="1"/>
            <p:nvPr/>
          </p:nvSpPr>
          <p:spPr>
            <a:xfrm>
              <a:off x="5328518" y="1725362"/>
              <a:ext cx="867997" cy="215444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광고 자동 재생</a:t>
              </a:r>
              <a:endParaRPr lang="ko-KR" altLang="en-US" sz="900" dirty="0"/>
            </a:p>
          </p:txBody>
        </p:sp>
        <p:grpSp>
          <p:nvGrpSpPr>
            <p:cNvPr id="102" name="그룹 101">
              <a:extLst>
                <a:ext uri="{FF2B5EF4-FFF2-40B4-BE49-F238E27FC236}">
                  <a16:creationId xmlns:a16="http://schemas.microsoft.com/office/drawing/2014/main" id="{732B1113-7641-62E0-F87A-AB93EFE3FA47}"/>
                </a:ext>
              </a:extLst>
            </p:cNvPr>
            <p:cNvGrpSpPr/>
            <p:nvPr/>
          </p:nvGrpSpPr>
          <p:grpSpPr>
            <a:xfrm>
              <a:off x="6155353" y="1764509"/>
              <a:ext cx="263900" cy="146480"/>
              <a:chOff x="5960046" y="5573029"/>
              <a:chExt cx="263900" cy="146480"/>
            </a:xfrm>
          </p:grpSpPr>
          <p:sp>
            <p:nvSpPr>
              <p:cNvPr id="103" name="사각형: 둥근 모서리 102">
                <a:extLst>
                  <a:ext uri="{FF2B5EF4-FFF2-40B4-BE49-F238E27FC236}">
                    <a16:creationId xmlns:a16="http://schemas.microsoft.com/office/drawing/2014/main" id="{AAD0B93F-84FC-C26C-ACA3-E4BB35256415}"/>
                  </a:ext>
                </a:extLst>
              </p:cNvPr>
              <p:cNvSpPr/>
              <p:nvPr/>
            </p:nvSpPr>
            <p:spPr>
              <a:xfrm>
                <a:off x="5960046" y="5573029"/>
                <a:ext cx="246686" cy="13715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04" name="타원 103">
                <a:extLst>
                  <a:ext uri="{FF2B5EF4-FFF2-40B4-BE49-F238E27FC236}">
                    <a16:creationId xmlns:a16="http://schemas.microsoft.com/office/drawing/2014/main" id="{183645EC-8202-83A7-7F13-B5C6D1C304DB}"/>
                  </a:ext>
                </a:extLst>
              </p:cNvPr>
              <p:cNvSpPr/>
              <p:nvPr/>
            </p:nvSpPr>
            <p:spPr>
              <a:xfrm>
                <a:off x="6086796" y="5582359"/>
                <a:ext cx="137150" cy="13715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5E3CAFA2-A507-DB14-3F61-4AC6E9B4DF4D}"/>
              </a:ext>
            </a:extLst>
          </p:cNvPr>
          <p:cNvSpPr/>
          <p:nvPr/>
        </p:nvSpPr>
        <p:spPr>
          <a:xfrm>
            <a:off x="8109298" y="1701467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7115D7E-3B73-356C-81A8-02042E670A41}"/>
              </a:ext>
            </a:extLst>
          </p:cNvPr>
          <p:cNvSpPr txBox="1"/>
          <p:nvPr/>
        </p:nvSpPr>
        <p:spPr>
          <a:xfrm>
            <a:off x="8106456" y="1787995"/>
            <a:ext cx="126590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광고주 명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CBECF5C2-06AD-0EB2-EA79-B1E311CC89BC}"/>
              </a:ext>
            </a:extLst>
          </p:cNvPr>
          <p:cNvSpPr txBox="1"/>
          <p:nvPr/>
        </p:nvSpPr>
        <p:spPr>
          <a:xfrm>
            <a:off x="8121594" y="2019423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 타이틀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2" name="사각형: 둥근 모서리 111">
            <a:extLst>
              <a:ext uri="{FF2B5EF4-FFF2-40B4-BE49-F238E27FC236}">
                <a16:creationId xmlns:a16="http://schemas.microsoft.com/office/drawing/2014/main" id="{FD06EE35-7291-E4A6-05B7-73D87011E9AA}"/>
              </a:ext>
            </a:extLst>
          </p:cNvPr>
          <p:cNvSpPr/>
          <p:nvPr/>
        </p:nvSpPr>
        <p:spPr>
          <a:xfrm>
            <a:off x="9320209" y="1799775"/>
            <a:ext cx="651404" cy="407688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69F17E14-EF9B-EAA1-89ED-942BB0ECE460}"/>
              </a:ext>
            </a:extLst>
          </p:cNvPr>
          <p:cNvSpPr txBox="1"/>
          <p:nvPr/>
        </p:nvSpPr>
        <p:spPr>
          <a:xfrm>
            <a:off x="10020436" y="1780301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89EFB1B7-6DAD-EE47-FBFB-DD548B5DCF8E}"/>
              </a:ext>
            </a:extLst>
          </p:cNvPr>
          <p:cNvSpPr txBox="1"/>
          <p:nvPr/>
        </p:nvSpPr>
        <p:spPr>
          <a:xfrm>
            <a:off x="10066277" y="2019423"/>
            <a:ext cx="49421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00:00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D259C246-4A64-129E-1834-44081F7A79F2}"/>
              </a:ext>
            </a:extLst>
          </p:cNvPr>
          <p:cNvSpPr/>
          <p:nvPr/>
        </p:nvSpPr>
        <p:spPr>
          <a:xfrm>
            <a:off x="8109298" y="2324932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DA975191-7129-B5C1-9923-ADBC565A25A3}"/>
              </a:ext>
            </a:extLst>
          </p:cNvPr>
          <p:cNvSpPr txBox="1"/>
          <p:nvPr/>
        </p:nvSpPr>
        <p:spPr>
          <a:xfrm>
            <a:off x="8106456" y="2411460"/>
            <a:ext cx="126590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광고주 명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11C50AE0-C793-2897-E3C2-5F6F849C9820}"/>
              </a:ext>
            </a:extLst>
          </p:cNvPr>
          <p:cNvSpPr txBox="1"/>
          <p:nvPr/>
        </p:nvSpPr>
        <p:spPr>
          <a:xfrm>
            <a:off x="8121594" y="2642888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 타이틀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8" name="사각형: 둥근 모서리 127">
            <a:extLst>
              <a:ext uri="{FF2B5EF4-FFF2-40B4-BE49-F238E27FC236}">
                <a16:creationId xmlns:a16="http://schemas.microsoft.com/office/drawing/2014/main" id="{D0A44026-7781-57F5-6007-D4E38E4221E2}"/>
              </a:ext>
            </a:extLst>
          </p:cNvPr>
          <p:cNvSpPr/>
          <p:nvPr/>
        </p:nvSpPr>
        <p:spPr>
          <a:xfrm>
            <a:off x="9320209" y="2423240"/>
            <a:ext cx="651404" cy="407688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CBFA47A5-6F84-66FF-28E0-233862854112}"/>
              </a:ext>
            </a:extLst>
          </p:cNvPr>
          <p:cNvSpPr txBox="1"/>
          <p:nvPr/>
        </p:nvSpPr>
        <p:spPr>
          <a:xfrm>
            <a:off x="10020436" y="2403766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F8EFACE-F1C9-AFBA-20B7-2E4D5A123D20}"/>
              </a:ext>
            </a:extLst>
          </p:cNvPr>
          <p:cNvSpPr txBox="1"/>
          <p:nvPr/>
        </p:nvSpPr>
        <p:spPr>
          <a:xfrm>
            <a:off x="10066277" y="2642888"/>
            <a:ext cx="49421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00:00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AFAEB62B-F0E1-16C0-A534-E869F1B60979}"/>
              </a:ext>
            </a:extLst>
          </p:cNvPr>
          <p:cNvSpPr/>
          <p:nvPr/>
        </p:nvSpPr>
        <p:spPr>
          <a:xfrm>
            <a:off x="8109298" y="2942868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9D9D011C-EC1C-28D7-8C46-B4911F521CE3}"/>
              </a:ext>
            </a:extLst>
          </p:cNvPr>
          <p:cNvSpPr txBox="1"/>
          <p:nvPr/>
        </p:nvSpPr>
        <p:spPr>
          <a:xfrm>
            <a:off x="8106456" y="3029396"/>
            <a:ext cx="126590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광고주 명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43944564-2F6E-0BE2-026E-EF7DD32A1900}"/>
              </a:ext>
            </a:extLst>
          </p:cNvPr>
          <p:cNvSpPr txBox="1"/>
          <p:nvPr/>
        </p:nvSpPr>
        <p:spPr>
          <a:xfrm>
            <a:off x="8121594" y="3260824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 타이틀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1D76CB61-AC4B-ED42-28C3-4EC0000DE127}"/>
              </a:ext>
            </a:extLst>
          </p:cNvPr>
          <p:cNvSpPr/>
          <p:nvPr/>
        </p:nvSpPr>
        <p:spPr>
          <a:xfrm>
            <a:off x="9320209" y="3041176"/>
            <a:ext cx="651404" cy="407688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A21918FE-CE2A-2087-1080-4213CA1431E9}"/>
              </a:ext>
            </a:extLst>
          </p:cNvPr>
          <p:cNvSpPr txBox="1"/>
          <p:nvPr/>
        </p:nvSpPr>
        <p:spPr>
          <a:xfrm>
            <a:off x="10020436" y="3021702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00AA48A4-B2C6-9150-E60D-70349C3E45E1}"/>
              </a:ext>
            </a:extLst>
          </p:cNvPr>
          <p:cNvSpPr txBox="1"/>
          <p:nvPr/>
        </p:nvSpPr>
        <p:spPr>
          <a:xfrm>
            <a:off x="10066277" y="3260824"/>
            <a:ext cx="49421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00:00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C96ACB8-AE27-B094-9DEB-C016074B1518}"/>
              </a:ext>
            </a:extLst>
          </p:cNvPr>
          <p:cNvSpPr/>
          <p:nvPr/>
        </p:nvSpPr>
        <p:spPr>
          <a:xfrm>
            <a:off x="8109298" y="3566333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B69CEB92-BA85-7FE4-F4B5-D91E8DE59479}"/>
              </a:ext>
            </a:extLst>
          </p:cNvPr>
          <p:cNvSpPr txBox="1"/>
          <p:nvPr/>
        </p:nvSpPr>
        <p:spPr>
          <a:xfrm>
            <a:off x="8106456" y="3652861"/>
            <a:ext cx="126590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광고주 명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A14B254F-A6CA-8C1C-D2DE-E539D3DFA757}"/>
              </a:ext>
            </a:extLst>
          </p:cNvPr>
          <p:cNvSpPr txBox="1"/>
          <p:nvPr/>
        </p:nvSpPr>
        <p:spPr>
          <a:xfrm>
            <a:off x="8121594" y="3884289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 타이틀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0" name="사각형: 둥근 모서리 139">
            <a:extLst>
              <a:ext uri="{FF2B5EF4-FFF2-40B4-BE49-F238E27FC236}">
                <a16:creationId xmlns:a16="http://schemas.microsoft.com/office/drawing/2014/main" id="{C2A5F598-BBEA-8ECA-5449-DE32CEFAB7C9}"/>
              </a:ext>
            </a:extLst>
          </p:cNvPr>
          <p:cNvSpPr/>
          <p:nvPr/>
        </p:nvSpPr>
        <p:spPr>
          <a:xfrm>
            <a:off x="9320209" y="3664641"/>
            <a:ext cx="651404" cy="407688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C97595BB-3C90-F759-425D-B47438E66991}"/>
              </a:ext>
            </a:extLst>
          </p:cNvPr>
          <p:cNvSpPr txBox="1"/>
          <p:nvPr/>
        </p:nvSpPr>
        <p:spPr>
          <a:xfrm>
            <a:off x="10020436" y="3645167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92DA4EDA-37EA-152F-3898-F5E37F14B2A4}"/>
              </a:ext>
            </a:extLst>
          </p:cNvPr>
          <p:cNvSpPr txBox="1"/>
          <p:nvPr/>
        </p:nvSpPr>
        <p:spPr>
          <a:xfrm>
            <a:off x="10066277" y="3884289"/>
            <a:ext cx="49421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00:00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1E316361-9633-DC05-45FC-BA4BB8E9498D}"/>
              </a:ext>
            </a:extLst>
          </p:cNvPr>
          <p:cNvSpPr/>
          <p:nvPr/>
        </p:nvSpPr>
        <p:spPr>
          <a:xfrm>
            <a:off x="8109298" y="4192781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160D8B64-91AB-148E-7557-048530ADCCAE}"/>
              </a:ext>
            </a:extLst>
          </p:cNvPr>
          <p:cNvSpPr txBox="1"/>
          <p:nvPr/>
        </p:nvSpPr>
        <p:spPr>
          <a:xfrm>
            <a:off x="8106456" y="4279309"/>
            <a:ext cx="126590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광고주 명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20FBE110-D19F-DA99-951D-663AABDEEB7A}"/>
              </a:ext>
            </a:extLst>
          </p:cNvPr>
          <p:cNvSpPr txBox="1"/>
          <p:nvPr/>
        </p:nvSpPr>
        <p:spPr>
          <a:xfrm>
            <a:off x="8121594" y="4510737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 타이틀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6" name="사각형: 둥근 모서리 145">
            <a:extLst>
              <a:ext uri="{FF2B5EF4-FFF2-40B4-BE49-F238E27FC236}">
                <a16:creationId xmlns:a16="http://schemas.microsoft.com/office/drawing/2014/main" id="{F20B098E-99B3-FED0-1487-619C56DBF682}"/>
              </a:ext>
            </a:extLst>
          </p:cNvPr>
          <p:cNvSpPr/>
          <p:nvPr/>
        </p:nvSpPr>
        <p:spPr>
          <a:xfrm>
            <a:off x="9320209" y="4291089"/>
            <a:ext cx="651404" cy="407688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E060C745-E7C9-4955-7895-DE03BA50CB4F}"/>
              </a:ext>
            </a:extLst>
          </p:cNvPr>
          <p:cNvSpPr txBox="1"/>
          <p:nvPr/>
        </p:nvSpPr>
        <p:spPr>
          <a:xfrm>
            <a:off x="10020436" y="4271615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AA3E89AE-24D3-CA01-363F-49887A25271C}"/>
              </a:ext>
            </a:extLst>
          </p:cNvPr>
          <p:cNvSpPr txBox="1"/>
          <p:nvPr/>
        </p:nvSpPr>
        <p:spPr>
          <a:xfrm>
            <a:off x="10066277" y="4510737"/>
            <a:ext cx="49421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00:00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BEF0B419-01E1-2A9C-DA28-29ADE29C8891}"/>
              </a:ext>
            </a:extLst>
          </p:cNvPr>
          <p:cNvSpPr/>
          <p:nvPr/>
        </p:nvSpPr>
        <p:spPr>
          <a:xfrm>
            <a:off x="8109298" y="4810717"/>
            <a:ext cx="2417540" cy="62559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FD860339-755D-8A0D-AB2A-CC985D368D79}"/>
              </a:ext>
            </a:extLst>
          </p:cNvPr>
          <p:cNvSpPr txBox="1"/>
          <p:nvPr/>
        </p:nvSpPr>
        <p:spPr>
          <a:xfrm>
            <a:off x="8106456" y="4897245"/>
            <a:ext cx="126590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광고주 명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2EB801B8-EF4C-E92A-1658-D55BC83784A1}"/>
              </a:ext>
            </a:extLst>
          </p:cNvPr>
          <p:cNvSpPr txBox="1"/>
          <p:nvPr/>
        </p:nvSpPr>
        <p:spPr>
          <a:xfrm>
            <a:off x="8121594" y="5128673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 타이틀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2" name="사각형: 둥근 모서리 151">
            <a:extLst>
              <a:ext uri="{FF2B5EF4-FFF2-40B4-BE49-F238E27FC236}">
                <a16:creationId xmlns:a16="http://schemas.microsoft.com/office/drawing/2014/main" id="{E577C45A-7E90-3332-1BD3-29FD026252C3}"/>
              </a:ext>
            </a:extLst>
          </p:cNvPr>
          <p:cNvSpPr/>
          <p:nvPr/>
        </p:nvSpPr>
        <p:spPr>
          <a:xfrm>
            <a:off x="9320209" y="4909025"/>
            <a:ext cx="651404" cy="407688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A836718D-B84A-A231-C1D8-50ECC655E81A}"/>
              </a:ext>
            </a:extLst>
          </p:cNvPr>
          <p:cNvSpPr txBox="1"/>
          <p:nvPr/>
        </p:nvSpPr>
        <p:spPr>
          <a:xfrm>
            <a:off x="10020436" y="4889551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406DA808-44F0-A90B-6C53-B6F0B02D22E6}"/>
              </a:ext>
            </a:extLst>
          </p:cNvPr>
          <p:cNvSpPr txBox="1"/>
          <p:nvPr/>
        </p:nvSpPr>
        <p:spPr>
          <a:xfrm>
            <a:off x="10066277" y="5128673"/>
            <a:ext cx="49421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완료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9BBBB214-AAD3-F5EF-E64D-1702CB9CCC74}"/>
              </a:ext>
            </a:extLst>
          </p:cNvPr>
          <p:cNvSpPr/>
          <p:nvPr/>
        </p:nvSpPr>
        <p:spPr>
          <a:xfrm>
            <a:off x="8109298" y="5434182"/>
            <a:ext cx="2417540" cy="62559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AF1F018B-2F29-282D-A80D-0F53486A60A5}"/>
              </a:ext>
            </a:extLst>
          </p:cNvPr>
          <p:cNvSpPr txBox="1"/>
          <p:nvPr/>
        </p:nvSpPr>
        <p:spPr>
          <a:xfrm>
            <a:off x="8106456" y="5520710"/>
            <a:ext cx="126590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광고주 명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D51DA3D3-0B90-227A-F5E6-1BFF3EB0BEB6}"/>
              </a:ext>
            </a:extLst>
          </p:cNvPr>
          <p:cNvSpPr txBox="1"/>
          <p:nvPr/>
        </p:nvSpPr>
        <p:spPr>
          <a:xfrm>
            <a:off x="8121594" y="5752138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 타이틀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8" name="사각형: 둥근 모서리 157">
            <a:extLst>
              <a:ext uri="{FF2B5EF4-FFF2-40B4-BE49-F238E27FC236}">
                <a16:creationId xmlns:a16="http://schemas.microsoft.com/office/drawing/2014/main" id="{5C1CE143-3B3E-C169-4922-C79DB0426444}"/>
              </a:ext>
            </a:extLst>
          </p:cNvPr>
          <p:cNvSpPr/>
          <p:nvPr/>
        </p:nvSpPr>
        <p:spPr>
          <a:xfrm>
            <a:off x="9320209" y="5532490"/>
            <a:ext cx="651404" cy="407688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04B10B3F-9086-2828-00D8-F2DA6BC58B6B}"/>
              </a:ext>
            </a:extLst>
          </p:cNvPr>
          <p:cNvSpPr txBox="1"/>
          <p:nvPr/>
        </p:nvSpPr>
        <p:spPr>
          <a:xfrm>
            <a:off x="10020436" y="5513016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5DC70F49-5EE2-1C07-EF8B-F2C76E0D2F6B}"/>
              </a:ext>
            </a:extLst>
          </p:cNvPr>
          <p:cNvSpPr txBox="1"/>
          <p:nvPr/>
        </p:nvSpPr>
        <p:spPr>
          <a:xfrm>
            <a:off x="10066277" y="5752138"/>
            <a:ext cx="49421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완료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1" name="타원 160">
            <a:extLst>
              <a:ext uri="{FF2B5EF4-FFF2-40B4-BE49-F238E27FC236}">
                <a16:creationId xmlns:a16="http://schemas.microsoft.com/office/drawing/2014/main" id="{54AB984C-BAD2-5DC1-A101-DB7A80498C6C}"/>
              </a:ext>
            </a:extLst>
          </p:cNvPr>
          <p:cNvSpPr/>
          <p:nvPr/>
        </p:nvSpPr>
        <p:spPr>
          <a:xfrm>
            <a:off x="1739517" y="1755565"/>
            <a:ext cx="144052" cy="14405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dirty="0"/>
              <a:t>3</a:t>
            </a:r>
            <a:endParaRPr lang="ko-KR" altLang="en-US" sz="900" dirty="0"/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1E6CC28C-9F1B-9432-40F8-1A8815C13094}"/>
              </a:ext>
            </a:extLst>
          </p:cNvPr>
          <p:cNvGrpSpPr/>
          <p:nvPr/>
        </p:nvGrpSpPr>
        <p:grpSpPr>
          <a:xfrm>
            <a:off x="6487207" y="1755565"/>
            <a:ext cx="387008" cy="118852"/>
            <a:chOff x="8850325" y="2256508"/>
            <a:chExt cx="387008" cy="118852"/>
          </a:xfrm>
        </p:grpSpPr>
        <p:sp>
          <p:nvSpPr>
            <p:cNvPr id="5" name="Google Shape;1200;p27">
              <a:extLst>
                <a:ext uri="{FF2B5EF4-FFF2-40B4-BE49-F238E27FC236}">
                  <a16:creationId xmlns:a16="http://schemas.microsoft.com/office/drawing/2014/main" id="{36A4EEB6-8C4B-2A35-D622-76587DE4788C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" name="그래픽 8">
              <a:extLst>
                <a:ext uri="{FF2B5EF4-FFF2-40B4-BE49-F238E27FC236}">
                  <a16:creationId xmlns:a16="http://schemas.microsoft.com/office/drawing/2014/main" id="{F26E20EE-FF80-FDBF-D08C-266BE91733F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12" name="Google Shape;1202;p27">
              <a:extLst>
                <a:ext uri="{FF2B5EF4-FFF2-40B4-BE49-F238E27FC236}">
                  <a16:creationId xmlns:a16="http://schemas.microsoft.com/office/drawing/2014/main" id="{E2232821-C24B-EA09-1F3D-56543A434F88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ED7A1487-F8D4-CCED-93E2-483CE0B49F40}"/>
              </a:ext>
            </a:extLst>
          </p:cNvPr>
          <p:cNvGrpSpPr/>
          <p:nvPr/>
        </p:nvGrpSpPr>
        <p:grpSpPr>
          <a:xfrm>
            <a:off x="10106707" y="1517440"/>
            <a:ext cx="387008" cy="118852"/>
            <a:chOff x="8850325" y="2256508"/>
            <a:chExt cx="387008" cy="118852"/>
          </a:xfrm>
        </p:grpSpPr>
        <p:sp>
          <p:nvSpPr>
            <p:cNvPr id="21" name="Google Shape;1200;p27">
              <a:extLst>
                <a:ext uri="{FF2B5EF4-FFF2-40B4-BE49-F238E27FC236}">
                  <a16:creationId xmlns:a16="http://schemas.microsoft.com/office/drawing/2014/main" id="{85D4CD55-64A7-12BC-1219-E8A5D9B4A7D0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2" name="그래픽 21">
              <a:extLst>
                <a:ext uri="{FF2B5EF4-FFF2-40B4-BE49-F238E27FC236}">
                  <a16:creationId xmlns:a16="http://schemas.microsoft.com/office/drawing/2014/main" id="{48E76AA5-7601-E427-9E3D-570722D1361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23" name="Google Shape;1202;p27">
              <a:extLst>
                <a:ext uri="{FF2B5EF4-FFF2-40B4-BE49-F238E27FC236}">
                  <a16:creationId xmlns:a16="http://schemas.microsoft.com/office/drawing/2014/main" id="{30D8C9B8-0B22-8175-6259-1D1BAF3214FE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42457237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B57FF921-D88C-2D08-EA8F-843A3FD9835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5340" y="411980"/>
            <a:ext cx="9436335" cy="424732"/>
          </a:xfrm>
        </p:spPr>
        <p:txBody>
          <a:bodyPr/>
          <a:lstStyle/>
          <a:p>
            <a:r>
              <a:rPr lang="ko-KR" altLang="en-US" dirty="0" err="1"/>
              <a:t>투네애드</a:t>
            </a:r>
            <a:endParaRPr lang="ko-KR" altLang="en-US" dirty="0"/>
          </a:p>
        </p:txBody>
      </p:sp>
      <p:sp>
        <p:nvSpPr>
          <p:cNvPr id="4" name="제목 3">
            <a:extLst>
              <a:ext uri="{FF2B5EF4-FFF2-40B4-BE49-F238E27FC236}">
                <a16:creationId xmlns:a16="http://schemas.microsoft.com/office/drawing/2014/main" id="{06417D5C-E123-D705-80DB-A26034C3E5C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기타 위젯 </a:t>
            </a:r>
            <a:r>
              <a:rPr lang="en-US" altLang="ko-KR" dirty="0"/>
              <a:t>&gt; </a:t>
            </a:r>
            <a:r>
              <a:rPr lang="ko-KR" altLang="en-US" dirty="0" err="1"/>
              <a:t>투네애드</a:t>
            </a:r>
            <a:endParaRPr lang="ko-KR" altLang="en-US" dirty="0"/>
          </a:p>
        </p:txBody>
      </p:sp>
      <p:sp>
        <p:nvSpPr>
          <p:cNvPr id="6" name="Google Shape;1197;p27">
            <a:extLst>
              <a:ext uri="{FF2B5EF4-FFF2-40B4-BE49-F238E27FC236}">
                <a16:creationId xmlns:a16="http://schemas.microsoft.com/office/drawing/2014/main" id="{51A9CE95-9BC2-78D2-B50E-69607838F9C8}"/>
              </a:ext>
            </a:extLst>
          </p:cNvPr>
          <p:cNvSpPr/>
          <p:nvPr/>
        </p:nvSpPr>
        <p:spPr>
          <a:xfrm>
            <a:off x="1153179" y="1693379"/>
            <a:ext cx="5832867" cy="4255901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54000" rIns="61650" bIns="24650" anchor="t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투네애드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돋움" pitchFamily="50" charset="-127"/>
              <a:ea typeface="돋움" pitchFamily="50" charset="-127"/>
              <a:cs typeface="+mn-cs"/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F7A03E6-5100-B0F7-027D-88DEA37211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830317"/>
              </p:ext>
            </p:extLst>
          </p:nvPr>
        </p:nvGraphicFramePr>
        <p:xfrm>
          <a:off x="1214480" y="1973166"/>
          <a:ext cx="5709612" cy="3844989"/>
        </p:xfrm>
        <a:graphic>
          <a:graphicData uri="http://schemas.openxmlformats.org/drawingml/2006/table">
            <a:tbl>
              <a:tblPr firstRow="1" bandRow="1"/>
              <a:tblGrid>
                <a:gridCol w="1209112">
                  <a:extLst>
                    <a:ext uri="{9D8B030D-6E8A-4147-A177-3AD203B41FA5}">
                      <a16:colId xmlns:a16="http://schemas.microsoft.com/office/drawing/2014/main" val="1453498877"/>
                    </a:ext>
                  </a:extLst>
                </a:gridCol>
                <a:gridCol w="702814">
                  <a:extLst>
                    <a:ext uri="{9D8B030D-6E8A-4147-A177-3AD203B41FA5}">
                      <a16:colId xmlns:a16="http://schemas.microsoft.com/office/drawing/2014/main" val="2012202451"/>
                    </a:ext>
                  </a:extLst>
                </a:gridCol>
                <a:gridCol w="2861582">
                  <a:extLst>
                    <a:ext uri="{9D8B030D-6E8A-4147-A177-3AD203B41FA5}">
                      <a16:colId xmlns:a16="http://schemas.microsoft.com/office/drawing/2014/main" val="439943395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val="3066059222"/>
                    </a:ext>
                  </a:extLst>
                </a:gridCol>
              </a:tblGrid>
              <a:tr h="31054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+mn-ea"/>
                        </a:rPr>
                        <a:t>광고주 명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후원 캐시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내용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재생 시간</a:t>
                      </a:r>
                    </a:p>
                  </a:txBody>
                  <a:tcPr marL="0" marR="72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7653606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2625082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0248099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3766220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031777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9017808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8127382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5773418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5245360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6449258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4880776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1D274B30-1055-61F1-7232-7DCADB5AF94C}"/>
              </a:ext>
            </a:extLst>
          </p:cNvPr>
          <p:cNvSpPr/>
          <p:nvPr/>
        </p:nvSpPr>
        <p:spPr>
          <a:xfrm>
            <a:off x="3169292" y="232433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4D434B78-6CAE-FBF9-71CA-29804C77E69E}"/>
              </a:ext>
            </a:extLst>
          </p:cNvPr>
          <p:cNvGrpSpPr/>
          <p:nvPr/>
        </p:nvGrpSpPr>
        <p:grpSpPr>
          <a:xfrm>
            <a:off x="6900619" y="1965736"/>
            <a:ext cx="32251" cy="3895458"/>
            <a:chOff x="7049058" y="1944130"/>
            <a:chExt cx="32251" cy="3895458"/>
          </a:xfrm>
        </p:grpSpPr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852D28F0-7299-3377-4AE9-3044E78E9124}"/>
                </a:ext>
              </a:extLst>
            </p:cNvPr>
            <p:cNvCxnSpPr>
              <a:cxnSpLocks/>
            </p:cNvCxnSpPr>
            <p:nvPr/>
          </p:nvCxnSpPr>
          <p:spPr>
            <a:xfrm>
              <a:off x="7068108" y="1944130"/>
              <a:ext cx="13201" cy="3895458"/>
            </a:xfrm>
            <a:prstGeom prst="line">
              <a:avLst/>
            </a:prstGeom>
            <a:noFill/>
            <a:ln w="38100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04B37DA-13B6-804C-200A-3C3A812F61DB}"/>
                </a:ext>
              </a:extLst>
            </p:cNvPr>
            <p:cNvCxnSpPr>
              <a:cxnSpLocks/>
            </p:cNvCxnSpPr>
            <p:nvPr/>
          </p:nvCxnSpPr>
          <p:spPr>
            <a:xfrm>
              <a:off x="7049058" y="1951628"/>
              <a:ext cx="0" cy="1901182"/>
            </a:xfrm>
            <a:prstGeom prst="line">
              <a:avLst/>
            </a:prstGeom>
            <a:noFill/>
            <a:ln w="285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</p:cxn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3D20C6BF-5CA6-3643-E357-B330ADC8149B}"/>
              </a:ext>
            </a:extLst>
          </p:cNvPr>
          <p:cNvGrpSpPr/>
          <p:nvPr/>
        </p:nvGrpSpPr>
        <p:grpSpPr>
          <a:xfrm>
            <a:off x="5195900" y="1716484"/>
            <a:ext cx="1090735" cy="215444"/>
            <a:chOff x="5328518" y="1725362"/>
            <a:chExt cx="1090735" cy="215444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86B7FAD-F72E-6478-326D-A6AABB09EB58}"/>
                </a:ext>
              </a:extLst>
            </p:cNvPr>
            <p:cNvSpPr txBox="1"/>
            <p:nvPr/>
          </p:nvSpPr>
          <p:spPr>
            <a:xfrm>
              <a:off x="5328518" y="1725362"/>
              <a:ext cx="867997" cy="215444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광고 자동 재생</a:t>
              </a:r>
              <a:endParaRPr lang="ko-KR" altLang="en-US" sz="900" dirty="0"/>
            </a:p>
          </p:txBody>
        </p:sp>
        <p:grpSp>
          <p:nvGrpSpPr>
            <p:cNvPr id="15" name="그룹 14">
              <a:extLst>
                <a:ext uri="{FF2B5EF4-FFF2-40B4-BE49-F238E27FC236}">
                  <a16:creationId xmlns:a16="http://schemas.microsoft.com/office/drawing/2014/main" id="{6263430C-9A60-30BC-DC04-3AC38B1D1952}"/>
                </a:ext>
              </a:extLst>
            </p:cNvPr>
            <p:cNvGrpSpPr/>
            <p:nvPr/>
          </p:nvGrpSpPr>
          <p:grpSpPr>
            <a:xfrm>
              <a:off x="6155353" y="1764509"/>
              <a:ext cx="263900" cy="146480"/>
              <a:chOff x="5960046" y="5573029"/>
              <a:chExt cx="263900" cy="146480"/>
            </a:xfrm>
          </p:grpSpPr>
          <p:sp>
            <p:nvSpPr>
              <p:cNvPr id="16" name="사각형: 둥근 모서리 15">
                <a:extLst>
                  <a:ext uri="{FF2B5EF4-FFF2-40B4-BE49-F238E27FC236}">
                    <a16:creationId xmlns:a16="http://schemas.microsoft.com/office/drawing/2014/main" id="{C570C83A-A9AF-B53D-BDC2-266127FDB5AD}"/>
                  </a:ext>
                </a:extLst>
              </p:cNvPr>
              <p:cNvSpPr/>
              <p:nvPr/>
            </p:nvSpPr>
            <p:spPr>
              <a:xfrm>
                <a:off x="5960046" y="5573029"/>
                <a:ext cx="246686" cy="13715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7" name="타원 16">
                <a:extLst>
                  <a:ext uri="{FF2B5EF4-FFF2-40B4-BE49-F238E27FC236}">
                    <a16:creationId xmlns:a16="http://schemas.microsoft.com/office/drawing/2014/main" id="{A66002E5-98F4-6E41-CB2A-D9D18CCBA995}"/>
                  </a:ext>
                </a:extLst>
              </p:cNvPr>
              <p:cNvSpPr/>
              <p:nvPr/>
            </p:nvSpPr>
            <p:spPr>
              <a:xfrm>
                <a:off x="6086796" y="5582359"/>
                <a:ext cx="137150" cy="13715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FFA7A2B-91D7-8272-202D-384010055EEF}"/>
              </a:ext>
            </a:extLst>
          </p:cNvPr>
          <p:cNvSpPr/>
          <p:nvPr/>
        </p:nvSpPr>
        <p:spPr>
          <a:xfrm>
            <a:off x="3169292" y="267811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A5A814EF-0A3A-F3C2-3A7D-DA1D245D9DD3}"/>
              </a:ext>
            </a:extLst>
          </p:cNvPr>
          <p:cNvSpPr/>
          <p:nvPr/>
        </p:nvSpPr>
        <p:spPr>
          <a:xfrm>
            <a:off x="3169292" y="338567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D269297-301B-A50F-37F2-ED230FFC3408}"/>
              </a:ext>
            </a:extLst>
          </p:cNvPr>
          <p:cNvSpPr/>
          <p:nvPr/>
        </p:nvSpPr>
        <p:spPr>
          <a:xfrm>
            <a:off x="3169292" y="409323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2B444541-EAA9-6BA1-7A9E-0FDC35DB5D83}"/>
              </a:ext>
            </a:extLst>
          </p:cNvPr>
          <p:cNvSpPr/>
          <p:nvPr/>
        </p:nvSpPr>
        <p:spPr>
          <a:xfrm>
            <a:off x="3169292" y="444701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29DF3201-D74B-0C94-FC08-8D2D01255403}"/>
              </a:ext>
            </a:extLst>
          </p:cNvPr>
          <p:cNvSpPr/>
          <p:nvPr/>
        </p:nvSpPr>
        <p:spPr>
          <a:xfrm>
            <a:off x="3169292" y="515457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A06451F7-9CEA-8731-A3AB-D2F616F07B5C}"/>
              </a:ext>
            </a:extLst>
          </p:cNvPr>
          <p:cNvSpPr/>
          <p:nvPr/>
        </p:nvSpPr>
        <p:spPr>
          <a:xfrm>
            <a:off x="3169292" y="5508354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FAEFDEA3-8552-04EF-29A3-77A39C6B477E}"/>
              </a:ext>
            </a:extLst>
          </p:cNvPr>
          <p:cNvSpPr/>
          <p:nvPr/>
        </p:nvSpPr>
        <p:spPr>
          <a:xfrm>
            <a:off x="2942865" y="2065702"/>
            <a:ext cx="134951" cy="134951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/>
              <a:t>?</a:t>
            </a:r>
            <a:endParaRPr lang="ko-KR" altLang="en-US" sz="800" b="1" dirty="0"/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23B2F3CB-9CFD-DA86-E866-0B101D3649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6096266"/>
              </p:ext>
            </p:extLst>
          </p:nvPr>
        </p:nvGraphicFramePr>
        <p:xfrm>
          <a:off x="1210055" y="2986010"/>
          <a:ext cx="5709612" cy="353444"/>
        </p:xfrm>
        <a:graphic>
          <a:graphicData uri="http://schemas.openxmlformats.org/drawingml/2006/table">
            <a:tbl>
              <a:tblPr firstRow="1" bandRow="1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tblPr>
              <a:tblGrid>
                <a:gridCol w="1209112">
                  <a:extLst>
                    <a:ext uri="{9D8B030D-6E8A-4147-A177-3AD203B41FA5}">
                      <a16:colId xmlns:a16="http://schemas.microsoft.com/office/drawing/2014/main" val="2552246990"/>
                    </a:ext>
                  </a:extLst>
                </a:gridCol>
                <a:gridCol w="702814">
                  <a:extLst>
                    <a:ext uri="{9D8B030D-6E8A-4147-A177-3AD203B41FA5}">
                      <a16:colId xmlns:a16="http://schemas.microsoft.com/office/drawing/2014/main" val="379092251"/>
                    </a:ext>
                  </a:extLst>
                </a:gridCol>
                <a:gridCol w="3797686">
                  <a:extLst>
                    <a:ext uri="{9D8B030D-6E8A-4147-A177-3AD203B41FA5}">
                      <a16:colId xmlns:a16="http://schemas.microsoft.com/office/drawing/2014/main" val="267341155"/>
                    </a:ext>
                  </a:extLst>
                </a:gridCol>
              </a:tblGrid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1490961"/>
                  </a:ext>
                </a:extLst>
              </a:tr>
            </a:tbl>
          </a:graphicData>
        </a:graphic>
      </p:graphicFrame>
      <p:sp>
        <p:nvSpPr>
          <p:cNvPr id="28" name="직사각형 27">
            <a:extLst>
              <a:ext uri="{FF2B5EF4-FFF2-40B4-BE49-F238E27FC236}">
                <a16:creationId xmlns:a16="http://schemas.microsoft.com/office/drawing/2014/main" id="{4412314F-E2DB-DFB2-BB01-8578B1D4230E}"/>
              </a:ext>
            </a:extLst>
          </p:cNvPr>
          <p:cNvSpPr/>
          <p:nvPr/>
        </p:nvSpPr>
        <p:spPr>
          <a:xfrm>
            <a:off x="3160413" y="3726820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9" name="Picture 6" descr="손 모양 커서 PNG 이미지 | PNGWing">
            <a:extLst>
              <a:ext uri="{FF2B5EF4-FFF2-40B4-BE49-F238E27FC236}">
                <a16:creationId xmlns:a16="http://schemas.microsoft.com/office/drawing/2014/main" id="{43BD32B7-B6AE-E260-6BC2-B4CC83B8C0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2193" b="98246" l="2778" r="98056">
                        <a14:foregroundMark x1="44722" y1="7018" x2="44722" y2="7018"/>
                        <a14:foregroundMark x1="35833" y1="2193" x2="35833" y2="2193"/>
                        <a14:foregroundMark x1="25833" y1="10307" x2="25833" y2="10307"/>
                        <a14:foregroundMark x1="91944" y1="39254" x2="91944" y2="39254"/>
                        <a14:foregroundMark x1="97222" y1="48684" x2="97222" y2="48684"/>
                        <a14:foregroundMark x1="90833" y1="83114" x2="90833" y2="83114"/>
                        <a14:foregroundMark x1="93056" y1="76974" x2="93056" y2="76974"/>
                        <a14:foregroundMark x1="98333" y1="68421" x2="98333" y2="68421"/>
                        <a14:foregroundMark x1="98333" y1="68421" x2="98333" y2="68421"/>
                        <a14:foregroundMark x1="98333" y1="68421" x2="98333" y2="68421"/>
                        <a14:foregroundMark x1="97778" y1="62500" x2="97778" y2="62500"/>
                        <a14:foregroundMark x1="97500" y1="57456" x2="97500" y2="57456"/>
                        <a14:foregroundMark x1="97778" y1="51096" x2="97778" y2="51096"/>
                        <a14:foregroundMark x1="80833" y1="34430" x2="80833" y2="34430"/>
                        <a14:foregroundMark x1="80833" y1="34430" x2="80833" y2="34430"/>
                        <a14:foregroundMark x1="80278" y1="38596" x2="80278" y2="38596"/>
                        <a14:foregroundMark x1="80278" y1="40132" x2="80278" y2="40132"/>
                        <a14:foregroundMark x1="80278" y1="40132" x2="80278" y2="40132"/>
                        <a14:foregroundMark x1="72778" y1="29825" x2="63333" y2="35088"/>
                        <a14:foregroundMark x1="61944" y1="30044" x2="61944" y2="30044"/>
                        <a14:foregroundMark x1="65278" y1="30044" x2="65278" y2="30044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42222" y1="24781" x2="42222" y2="24781"/>
                        <a14:foregroundMark x1="44167" y1="24781" x2="57500" y2="25658"/>
                        <a14:foregroundMark x1="43889" y1="29825" x2="43889" y2="29825"/>
                        <a14:foregroundMark x1="27222" y1="11404" x2="27222" y2="11404"/>
                        <a14:foregroundMark x1="25278" y1="17544" x2="25278" y2="30921"/>
                        <a14:foregroundMark x1="25278" y1="30921" x2="25278" y2="30921"/>
                        <a14:foregroundMark x1="23333" y1="42325" x2="23333" y2="42325"/>
                        <a14:foregroundMark x1="25278" y1="47149" x2="25278" y2="47149"/>
                        <a14:foregroundMark x1="26111" y1="50439" x2="26389" y2="51974"/>
                        <a14:foregroundMark x1="26389" y1="52851" x2="24444" y2="61842"/>
                        <a14:foregroundMark x1="9444" y1="41447" x2="9444" y2="41447"/>
                        <a14:foregroundMark x1="7500" y1="42763" x2="7500" y2="42763"/>
                        <a14:foregroundMark x1="2778" y1="43421" x2="14722" y2="43421"/>
                        <a14:foregroundMark x1="30833" y1="92325" x2="30833" y2="94956"/>
                        <a14:foregroundMark x1="40000" y1="97588" x2="44167" y2="97588"/>
                        <a14:foregroundMark x1="63056" y1="97807" x2="70278" y2="97368"/>
                        <a14:foregroundMark x1="78333" y1="98246" x2="83333" y2="97807"/>
                        <a14:foregroundMark x1="43889" y1="41886" x2="43611" y2="37719"/>
                        <a14:foregroundMark x1="9167" y1="56140" x2="9167" y2="56140"/>
                        <a14:foregroundMark x1="14444" y1="61623" x2="14444" y2="61623"/>
                        <a14:foregroundMark x1="19444" y1="71711" x2="19444" y2="71711"/>
                        <a14:foregroundMark x1="28333" y1="82018" x2="28333" y2="82018"/>
                        <a14:backgroundMark x1="14444" y1="14254" x2="14444" y2="14254"/>
                        <a14:backgroundMark x1="14444" y1="14254" x2="14444" y2="14254"/>
                        <a14:backgroundMark x1="92593" y1="13235" x2="92593" y2="13235"/>
                        <a14:backgroundMark x1="98148" y1="94118" x2="98148" y2="94118"/>
                        <a14:backgroundMark x1="98148" y1="76471" x2="98148" y2="76471"/>
                        <a14:backgroundMark x1="20370" y1="44118" x2="20370" y2="44118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4704" y="3250710"/>
            <a:ext cx="222981" cy="2824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타원 29">
            <a:extLst>
              <a:ext uri="{FF2B5EF4-FFF2-40B4-BE49-F238E27FC236}">
                <a16:creationId xmlns:a16="http://schemas.microsoft.com/office/drawing/2014/main" id="{C9CE5A41-DEA0-56BA-6AE3-A9AE40619101}"/>
              </a:ext>
            </a:extLst>
          </p:cNvPr>
          <p:cNvSpPr/>
          <p:nvPr/>
        </p:nvSpPr>
        <p:spPr>
          <a:xfrm>
            <a:off x="1739517" y="1755565"/>
            <a:ext cx="144052" cy="14405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dirty="0"/>
              <a:t>3</a:t>
            </a:r>
            <a:endParaRPr lang="ko-KR" altLang="en-US" sz="900" dirty="0"/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6EDBF907-F04A-DA8E-DD5D-68AB5F8555AD}"/>
              </a:ext>
            </a:extLst>
          </p:cNvPr>
          <p:cNvGrpSpPr/>
          <p:nvPr/>
        </p:nvGrpSpPr>
        <p:grpSpPr>
          <a:xfrm>
            <a:off x="6265694" y="3058925"/>
            <a:ext cx="473125" cy="216000"/>
            <a:chOff x="2578948" y="3620244"/>
            <a:chExt cx="666576" cy="216000"/>
          </a:xfrm>
          <a:solidFill>
            <a:sysClr val="windowText" lastClr="000000">
              <a:lumMod val="65000"/>
              <a:lumOff val="35000"/>
            </a:sysClr>
          </a:solidFill>
        </p:grpSpPr>
        <p:sp>
          <p:nvSpPr>
            <p:cNvPr id="32" name="사각형: 둥근 모서리 31">
              <a:extLst>
                <a:ext uri="{FF2B5EF4-FFF2-40B4-BE49-F238E27FC236}">
                  <a16:creationId xmlns:a16="http://schemas.microsoft.com/office/drawing/2014/main" id="{0796AB33-63FD-2118-0920-A163E3008880}"/>
                </a:ext>
              </a:extLst>
            </p:cNvPr>
            <p:cNvSpPr/>
            <p:nvPr/>
          </p:nvSpPr>
          <p:spPr bwMode="auto">
            <a:xfrm>
              <a:off x="2941206" y="3620244"/>
              <a:ext cx="304318" cy="216000"/>
            </a:xfrm>
            <a:prstGeom prst="roundRect">
              <a:avLst/>
            </a:prstGeom>
            <a:solidFill>
              <a:srgbClr val="FF0000">
                <a:lumMod val="75000"/>
              </a:srgb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</a:t>
              </a:r>
              <a:endPara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" name="사각형: 둥근 모서리 32">
              <a:extLst>
                <a:ext uri="{FF2B5EF4-FFF2-40B4-BE49-F238E27FC236}">
                  <a16:creationId xmlns:a16="http://schemas.microsoft.com/office/drawing/2014/main" id="{E775B363-F72B-2AC0-6BE3-5505082F75C4}"/>
                </a:ext>
              </a:extLst>
            </p:cNvPr>
            <p:cNvSpPr/>
            <p:nvPr/>
          </p:nvSpPr>
          <p:spPr bwMode="auto">
            <a:xfrm>
              <a:off x="2578948" y="3620244"/>
              <a:ext cx="304318" cy="216000"/>
            </a:xfrm>
            <a:prstGeom prst="roundRect">
              <a:avLst/>
            </a:prstGeom>
            <a:solidFill>
              <a:srgbClr val="529EFF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▶</a:t>
              </a:r>
            </a:p>
          </p:txBody>
        </p:sp>
      </p:grp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00189333-A49C-3802-4C4F-5BAD8FAFF008}"/>
              </a:ext>
            </a:extLst>
          </p:cNvPr>
          <p:cNvSpPr/>
          <p:nvPr/>
        </p:nvSpPr>
        <p:spPr>
          <a:xfrm>
            <a:off x="6148319" y="3539665"/>
            <a:ext cx="324036" cy="195341"/>
          </a:xfrm>
          <a:prstGeom prst="round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ko-KR" altLang="en-US" sz="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재생</a:t>
            </a: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A38AA5BF-B6EA-7E3B-CE0C-A67814A3E2CA}"/>
              </a:ext>
            </a:extLst>
          </p:cNvPr>
          <p:cNvSpPr/>
          <p:nvPr/>
        </p:nvSpPr>
        <p:spPr>
          <a:xfrm>
            <a:off x="6492044" y="3539665"/>
            <a:ext cx="324036" cy="195341"/>
          </a:xfrm>
          <a:prstGeom prst="round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SKIP</a:t>
            </a:r>
            <a:endParaRPr lang="ko-KR" altLang="en-US" sz="8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36" name="Picture 6" descr="손 모양 커서 PNG 이미지 | PNGWing">
            <a:extLst>
              <a:ext uri="{FF2B5EF4-FFF2-40B4-BE49-F238E27FC236}">
                <a16:creationId xmlns:a16="http://schemas.microsoft.com/office/drawing/2014/main" id="{A962565E-E484-105A-24BC-C9290B19D3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2193" b="98246" l="2778" r="98056">
                        <a14:foregroundMark x1="44722" y1="7018" x2="44722" y2="7018"/>
                        <a14:foregroundMark x1="35833" y1="2193" x2="35833" y2="2193"/>
                        <a14:foregroundMark x1="25833" y1="10307" x2="25833" y2="10307"/>
                        <a14:foregroundMark x1="91944" y1="39254" x2="91944" y2="39254"/>
                        <a14:foregroundMark x1="97222" y1="48684" x2="97222" y2="48684"/>
                        <a14:foregroundMark x1="90833" y1="83114" x2="90833" y2="83114"/>
                        <a14:foregroundMark x1="93056" y1="76974" x2="93056" y2="76974"/>
                        <a14:foregroundMark x1="98333" y1="68421" x2="98333" y2="68421"/>
                        <a14:foregroundMark x1="98333" y1="68421" x2="98333" y2="68421"/>
                        <a14:foregroundMark x1="98333" y1="68421" x2="98333" y2="68421"/>
                        <a14:foregroundMark x1="97778" y1="62500" x2="97778" y2="62500"/>
                        <a14:foregroundMark x1="97500" y1="57456" x2="97500" y2="57456"/>
                        <a14:foregroundMark x1="97778" y1="51096" x2="97778" y2="51096"/>
                        <a14:foregroundMark x1="80833" y1="34430" x2="80833" y2="34430"/>
                        <a14:foregroundMark x1="80833" y1="34430" x2="80833" y2="34430"/>
                        <a14:foregroundMark x1="80278" y1="38596" x2="80278" y2="38596"/>
                        <a14:foregroundMark x1="80278" y1="40132" x2="80278" y2="40132"/>
                        <a14:foregroundMark x1="80278" y1="40132" x2="80278" y2="40132"/>
                        <a14:foregroundMark x1="72778" y1="29825" x2="63333" y2="35088"/>
                        <a14:foregroundMark x1="61944" y1="30044" x2="61944" y2="30044"/>
                        <a14:foregroundMark x1="65278" y1="30044" x2="65278" y2="30044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42222" y1="24781" x2="42222" y2="24781"/>
                        <a14:foregroundMark x1="44167" y1="24781" x2="57500" y2="25658"/>
                        <a14:foregroundMark x1="43889" y1="29825" x2="43889" y2="29825"/>
                        <a14:foregroundMark x1="27222" y1="11404" x2="27222" y2="11404"/>
                        <a14:foregroundMark x1="25278" y1="17544" x2="25278" y2="30921"/>
                        <a14:foregroundMark x1="25278" y1="30921" x2="25278" y2="30921"/>
                        <a14:foregroundMark x1="23333" y1="42325" x2="23333" y2="42325"/>
                        <a14:foregroundMark x1="25278" y1="47149" x2="25278" y2="47149"/>
                        <a14:foregroundMark x1="26111" y1="50439" x2="26389" y2="51974"/>
                        <a14:foregroundMark x1="26389" y1="52851" x2="24444" y2="61842"/>
                        <a14:foregroundMark x1="9444" y1="41447" x2="9444" y2="41447"/>
                        <a14:foregroundMark x1="7500" y1="42763" x2="7500" y2="42763"/>
                        <a14:foregroundMark x1="2778" y1="43421" x2="14722" y2="43421"/>
                        <a14:foregroundMark x1="30833" y1="92325" x2="30833" y2="94956"/>
                        <a14:foregroundMark x1="40000" y1="97588" x2="44167" y2="97588"/>
                        <a14:foregroundMark x1="63056" y1="97807" x2="70278" y2="97368"/>
                        <a14:foregroundMark x1="78333" y1="98246" x2="83333" y2="97807"/>
                        <a14:foregroundMark x1="43889" y1="41886" x2="43611" y2="37719"/>
                        <a14:foregroundMark x1="9167" y1="56140" x2="9167" y2="56140"/>
                        <a14:foregroundMark x1="14444" y1="61623" x2="14444" y2="61623"/>
                        <a14:foregroundMark x1="19444" y1="71711" x2="19444" y2="71711"/>
                        <a14:foregroundMark x1="28333" y1="82018" x2="28333" y2="82018"/>
                        <a14:backgroundMark x1="14444" y1="14254" x2="14444" y2="14254"/>
                        <a14:backgroundMark x1="14444" y1="14254" x2="14444" y2="14254"/>
                        <a14:backgroundMark x1="92593" y1="13235" x2="92593" y2="13235"/>
                        <a14:backgroundMark x1="98148" y1="94118" x2="98148" y2="94118"/>
                        <a14:backgroundMark x1="98148" y1="76471" x2="98148" y2="76471"/>
                        <a14:backgroundMark x1="20370" y1="44118" x2="20370" y2="44118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6020" y="3230497"/>
            <a:ext cx="222981" cy="2824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37" name="Group 323">
            <a:extLst>
              <a:ext uri="{FF2B5EF4-FFF2-40B4-BE49-F238E27FC236}">
                <a16:creationId xmlns:a16="http://schemas.microsoft.com/office/drawing/2014/main" id="{47193988-729F-5869-0F06-B21139BA65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0108161"/>
              </p:ext>
            </p:extLst>
          </p:nvPr>
        </p:nvGraphicFramePr>
        <p:xfrm>
          <a:off x="9625013" y="575703"/>
          <a:ext cx="2519969" cy="3702579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집행하지 않은 광고 수를 배지로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툴팁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9295457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행 노출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마우스 오버된 행은 입체 효과로 노출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r>
                        <a:rPr kumimoji="1" lang="en-US" altLang="ko-KR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3-1 </a:t>
                      </a: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버튼 노출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- [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재생 시간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영역에 버튼 개 노출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-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버튼 위로 마우스 오버 시 포인터는 손가락 모양으로 변경 후 </a:t>
                      </a: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툴팁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노출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재생 버튼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 노출 기준에 부합하지 않는 경우</a:t>
                      </a:r>
                    </a:p>
                    <a:p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└ 토스트 메시지 노출 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“재생이 가능하지 않은 상태 입니다”</a:t>
                      </a:r>
                    </a:p>
                    <a:p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└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메시지 노출 및 광고 재생 불가 처리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r>
                        <a:rPr kumimoji="1" lang="en-US" altLang="ko-KR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SKIP </a:t>
                      </a: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버튼</a:t>
                      </a:r>
                    </a:p>
                    <a:p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-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 시해당 영상 광고 재생 목록에서 삭제 및 광고 리스트에서 제외 처리</a:t>
                      </a:r>
                    </a:p>
                    <a:p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-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다음 대기 목록이 있는 경우 해당 광고 노</a:t>
                      </a:r>
                    </a:p>
                    <a:p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6802520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집행 완료된 광고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집행 완료된 행은 회색으로 변경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6075747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17101272"/>
                  </a:ext>
                </a:extLst>
              </a:tr>
            </a:tbl>
          </a:graphicData>
        </a:graphic>
      </p:graphicFrame>
      <p:graphicFrame>
        <p:nvGraphicFramePr>
          <p:cNvPr id="38" name="표 37">
            <a:extLst>
              <a:ext uri="{FF2B5EF4-FFF2-40B4-BE49-F238E27FC236}">
                <a16:creationId xmlns:a16="http://schemas.microsoft.com/office/drawing/2014/main" id="{1ABFE50F-34E5-9BB2-AE4C-455C385FE5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3252412"/>
              </p:ext>
            </p:extLst>
          </p:nvPr>
        </p:nvGraphicFramePr>
        <p:xfrm>
          <a:off x="1216657" y="4755476"/>
          <a:ext cx="5709612" cy="353444"/>
        </p:xfrm>
        <a:graphic>
          <a:graphicData uri="http://schemas.openxmlformats.org/drawingml/2006/table">
            <a:tbl>
              <a:tblPr firstRow="1" bandRow="1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tblPr>
              <a:tblGrid>
                <a:gridCol w="1209112">
                  <a:extLst>
                    <a:ext uri="{9D8B030D-6E8A-4147-A177-3AD203B41FA5}">
                      <a16:colId xmlns:a16="http://schemas.microsoft.com/office/drawing/2014/main" val="2257245851"/>
                    </a:ext>
                  </a:extLst>
                </a:gridCol>
                <a:gridCol w="702814">
                  <a:extLst>
                    <a:ext uri="{9D8B030D-6E8A-4147-A177-3AD203B41FA5}">
                      <a16:colId xmlns:a16="http://schemas.microsoft.com/office/drawing/2014/main" val="1034389926"/>
                    </a:ext>
                  </a:extLst>
                </a:gridCol>
                <a:gridCol w="2861582">
                  <a:extLst>
                    <a:ext uri="{9D8B030D-6E8A-4147-A177-3AD203B41FA5}">
                      <a16:colId xmlns:a16="http://schemas.microsoft.com/office/drawing/2014/main" val="2041519103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val="2941912205"/>
                    </a:ext>
                  </a:extLst>
                </a:gridCol>
              </a:tblGrid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9500181"/>
                  </a:ext>
                </a:extLst>
              </a:tr>
            </a:tbl>
          </a:graphicData>
        </a:graphic>
      </p:graphicFrame>
      <p:sp>
        <p:nvSpPr>
          <p:cNvPr id="39" name="직사각형 38">
            <a:extLst>
              <a:ext uri="{FF2B5EF4-FFF2-40B4-BE49-F238E27FC236}">
                <a16:creationId xmlns:a16="http://schemas.microsoft.com/office/drawing/2014/main" id="{71FFF61A-5DA6-7E62-67B2-46DC419D4F22}"/>
              </a:ext>
            </a:extLst>
          </p:cNvPr>
          <p:cNvSpPr/>
          <p:nvPr/>
        </p:nvSpPr>
        <p:spPr>
          <a:xfrm>
            <a:off x="3169292" y="480079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7E024D0D-D50D-593F-3FFA-8216680BFA02}"/>
              </a:ext>
            </a:extLst>
          </p:cNvPr>
          <p:cNvSpPr/>
          <p:nvPr/>
        </p:nvSpPr>
        <p:spPr>
          <a:xfrm>
            <a:off x="3169292" y="303189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1" name="Picture 6" descr="손 모양 커서 PNG 이미지 | PNGWing">
            <a:extLst>
              <a:ext uri="{FF2B5EF4-FFF2-40B4-BE49-F238E27FC236}">
                <a16:creationId xmlns:a16="http://schemas.microsoft.com/office/drawing/2014/main" id="{2B92A39C-5EA1-1B03-41B0-822826D161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2193" b="98246" l="2778" r="98056">
                        <a14:foregroundMark x1="44722" y1="7018" x2="44722" y2="7018"/>
                        <a14:foregroundMark x1="35833" y1="2193" x2="35833" y2="2193"/>
                        <a14:foregroundMark x1="25833" y1="10307" x2="25833" y2="10307"/>
                        <a14:foregroundMark x1="91944" y1="39254" x2="91944" y2="39254"/>
                        <a14:foregroundMark x1="97222" y1="48684" x2="97222" y2="48684"/>
                        <a14:foregroundMark x1="90833" y1="83114" x2="90833" y2="83114"/>
                        <a14:foregroundMark x1="93056" y1="76974" x2="93056" y2="76974"/>
                        <a14:foregroundMark x1="98333" y1="68421" x2="98333" y2="68421"/>
                        <a14:foregroundMark x1="98333" y1="68421" x2="98333" y2="68421"/>
                        <a14:foregroundMark x1="98333" y1="68421" x2="98333" y2="68421"/>
                        <a14:foregroundMark x1="97778" y1="62500" x2="97778" y2="62500"/>
                        <a14:foregroundMark x1="97500" y1="57456" x2="97500" y2="57456"/>
                        <a14:foregroundMark x1="97778" y1="51096" x2="97778" y2="51096"/>
                        <a14:foregroundMark x1="80833" y1="34430" x2="80833" y2="34430"/>
                        <a14:foregroundMark x1="80833" y1="34430" x2="80833" y2="34430"/>
                        <a14:foregroundMark x1="80278" y1="38596" x2="80278" y2="38596"/>
                        <a14:foregroundMark x1="80278" y1="40132" x2="80278" y2="40132"/>
                        <a14:foregroundMark x1="80278" y1="40132" x2="80278" y2="40132"/>
                        <a14:foregroundMark x1="72778" y1="29825" x2="63333" y2="35088"/>
                        <a14:foregroundMark x1="61944" y1="30044" x2="61944" y2="30044"/>
                        <a14:foregroundMark x1="65278" y1="30044" x2="65278" y2="30044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42222" y1="24781" x2="42222" y2="24781"/>
                        <a14:foregroundMark x1="44167" y1="24781" x2="57500" y2="25658"/>
                        <a14:foregroundMark x1="43889" y1="29825" x2="43889" y2="29825"/>
                        <a14:foregroundMark x1="27222" y1="11404" x2="27222" y2="11404"/>
                        <a14:foregroundMark x1="25278" y1="17544" x2="25278" y2="30921"/>
                        <a14:foregroundMark x1="25278" y1="30921" x2="25278" y2="30921"/>
                        <a14:foregroundMark x1="23333" y1="42325" x2="23333" y2="42325"/>
                        <a14:foregroundMark x1="25278" y1="47149" x2="25278" y2="47149"/>
                        <a14:foregroundMark x1="26111" y1="50439" x2="26389" y2="51974"/>
                        <a14:foregroundMark x1="26389" y1="52851" x2="24444" y2="61842"/>
                        <a14:foregroundMark x1="9444" y1="41447" x2="9444" y2="41447"/>
                        <a14:foregroundMark x1="7500" y1="42763" x2="7500" y2="42763"/>
                        <a14:foregroundMark x1="2778" y1="43421" x2="14722" y2="43421"/>
                        <a14:foregroundMark x1="30833" y1="92325" x2="30833" y2="94956"/>
                        <a14:foregroundMark x1="40000" y1="97588" x2="44167" y2="97588"/>
                        <a14:foregroundMark x1="63056" y1="97807" x2="70278" y2="97368"/>
                        <a14:foregroundMark x1="78333" y1="98246" x2="83333" y2="97807"/>
                        <a14:foregroundMark x1="43889" y1="41886" x2="43611" y2="37719"/>
                        <a14:foregroundMark x1="9167" y1="56140" x2="9167" y2="56140"/>
                        <a14:foregroundMark x1="14444" y1="61623" x2="14444" y2="61623"/>
                        <a14:foregroundMark x1="19444" y1="71711" x2="19444" y2="71711"/>
                        <a14:foregroundMark x1="28333" y1="82018" x2="28333" y2="82018"/>
                        <a14:backgroundMark x1="14444" y1="14254" x2="14444" y2="14254"/>
                        <a14:backgroundMark x1="14444" y1="14254" x2="14444" y2="14254"/>
                        <a14:backgroundMark x1="92593" y1="13235" x2="92593" y2="13235"/>
                        <a14:backgroundMark x1="98148" y1="94118" x2="98148" y2="94118"/>
                        <a14:backgroundMark x1="98148" y1="76471" x2="98148" y2="76471"/>
                        <a14:backgroundMark x1="20370" y1="44118" x2="20370" y2="44118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4704" y="4932198"/>
            <a:ext cx="222981" cy="2824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3" name="타원 42">
            <a:extLst>
              <a:ext uri="{FF2B5EF4-FFF2-40B4-BE49-F238E27FC236}">
                <a16:creationId xmlns:a16="http://schemas.microsoft.com/office/drawing/2014/main" id="{A3828135-1C2A-D874-6053-3BBFB6E49C8E}"/>
              </a:ext>
            </a:extLst>
          </p:cNvPr>
          <p:cNvSpPr/>
          <p:nvPr/>
        </p:nvSpPr>
        <p:spPr>
          <a:xfrm>
            <a:off x="1929880" y="1518324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44" name="직선 화살표 연결선 43">
            <a:extLst>
              <a:ext uri="{FF2B5EF4-FFF2-40B4-BE49-F238E27FC236}">
                <a16:creationId xmlns:a16="http://schemas.microsoft.com/office/drawing/2014/main" id="{CE89D56D-D44E-504F-D079-EF05A85D6C2B}"/>
              </a:ext>
            </a:extLst>
          </p:cNvPr>
          <p:cNvCxnSpPr>
            <a:cxnSpLocks/>
            <a:stCxn id="43" idx="3"/>
          </p:cNvCxnSpPr>
          <p:nvPr/>
        </p:nvCxnSpPr>
        <p:spPr>
          <a:xfrm flipH="1">
            <a:off x="1879625" y="1645503"/>
            <a:ext cx="72075" cy="90022"/>
          </a:xfrm>
          <a:prstGeom prst="straightConnector1">
            <a:avLst/>
          </a:prstGeom>
          <a:ln>
            <a:solidFill>
              <a:srgbClr val="FF000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TextBox 48">
            <a:extLst>
              <a:ext uri="{FF2B5EF4-FFF2-40B4-BE49-F238E27FC236}">
                <a16:creationId xmlns:a16="http://schemas.microsoft.com/office/drawing/2014/main" id="{24D0F62C-BB75-3E47-4728-26324B6BFE42}"/>
              </a:ext>
            </a:extLst>
          </p:cNvPr>
          <p:cNvSpPr txBox="1"/>
          <p:nvPr/>
        </p:nvSpPr>
        <p:spPr>
          <a:xfrm>
            <a:off x="2078879" y="2377297"/>
            <a:ext cx="1745110" cy="584775"/>
          </a:xfrm>
          <a:prstGeom prst="wedgeRectCallout">
            <a:avLst>
              <a:gd name="adj1" fmla="val 4603"/>
              <a:gd name="adj2" fmla="val -80205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>
            <a:spAutoFit/>
          </a:bodyPr>
          <a:lstStyle/>
          <a:p>
            <a:r>
              <a:rPr lang="ko-KR" altLang="en-US" sz="800" b="1" dirty="0">
                <a:latin typeface="+mn-ea"/>
                <a:ea typeface="+mn-ea"/>
              </a:rPr>
              <a:t>광고비 지원 캐시조건</a:t>
            </a:r>
          </a:p>
          <a:p>
            <a:r>
              <a:rPr lang="en-US" altLang="ko-KR" sz="800" dirty="0">
                <a:latin typeface="+mn-ea"/>
                <a:ea typeface="+mn-ea"/>
              </a:rPr>
              <a:t>* </a:t>
            </a:r>
            <a:r>
              <a:rPr lang="ko-KR" altLang="en-US" sz="800" dirty="0">
                <a:latin typeface="+mn-ea"/>
                <a:ea typeface="+mn-ea"/>
              </a:rPr>
              <a:t>수수료 포함 캐시 금액입니다</a:t>
            </a:r>
            <a:r>
              <a:rPr lang="en-US" altLang="ko-KR" sz="800" dirty="0">
                <a:latin typeface="+mn-ea"/>
                <a:ea typeface="+mn-ea"/>
              </a:rPr>
              <a:t>.</a:t>
            </a:r>
            <a:endParaRPr lang="ko-KR" altLang="en-US" sz="800" dirty="0">
              <a:latin typeface="+mn-ea"/>
              <a:ea typeface="+mn-ea"/>
            </a:endParaRPr>
          </a:p>
          <a:p>
            <a:r>
              <a:rPr lang="en-US" altLang="ko-KR" sz="800" dirty="0">
                <a:latin typeface="+mn-ea"/>
                <a:ea typeface="+mn-ea"/>
              </a:rPr>
              <a:t>* </a:t>
            </a:r>
            <a:r>
              <a:rPr lang="ko-KR" altLang="en-US" sz="800" dirty="0">
                <a:latin typeface="+mn-ea"/>
                <a:ea typeface="+mn-ea"/>
              </a:rPr>
              <a:t>동영상 광고가 정상적으로 PLAY 완료 시 캐시가 지급됩니다</a:t>
            </a: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BF3209A3-1A9A-BBA6-21E4-4A6A3E2D9268}"/>
              </a:ext>
            </a:extLst>
          </p:cNvPr>
          <p:cNvSpPr/>
          <p:nvPr/>
        </p:nvSpPr>
        <p:spPr>
          <a:xfrm>
            <a:off x="3082241" y="1973166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4C559A14-660E-2195-E5E4-368FC5058D14}"/>
              </a:ext>
            </a:extLst>
          </p:cNvPr>
          <p:cNvSpPr/>
          <p:nvPr/>
        </p:nvSpPr>
        <p:spPr>
          <a:xfrm>
            <a:off x="1057095" y="3088232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C6523438-A034-0B9D-949E-D638F6B130DE}"/>
              </a:ext>
            </a:extLst>
          </p:cNvPr>
          <p:cNvSpPr/>
          <p:nvPr/>
        </p:nvSpPr>
        <p:spPr>
          <a:xfrm>
            <a:off x="6099388" y="3088232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3-1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CDDD3962-8FA1-537B-0EED-0B3AAEFBB8D3}"/>
              </a:ext>
            </a:extLst>
          </p:cNvPr>
          <p:cNvSpPr txBox="1"/>
          <p:nvPr/>
        </p:nvSpPr>
        <p:spPr>
          <a:xfrm>
            <a:off x="2945114" y="5387698"/>
            <a:ext cx="2250786" cy="273550"/>
          </a:xfrm>
          <a:prstGeom prst="roundRect">
            <a:avLst/>
          </a:prstGeom>
          <a:solidFill>
            <a:schemeClr val="accent2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anchor="ctr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재생이 가능하지 않은 상태 입니다</a:t>
            </a:r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12A4F710-5178-5B4D-F674-9BCDAC248C60}"/>
              </a:ext>
            </a:extLst>
          </p:cNvPr>
          <p:cNvSpPr/>
          <p:nvPr/>
        </p:nvSpPr>
        <p:spPr>
          <a:xfrm>
            <a:off x="1153179" y="4860803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170B2161-7F00-2794-16C1-B19FD7FE404B}"/>
              </a:ext>
            </a:extLst>
          </p:cNvPr>
          <p:cNvGrpSpPr/>
          <p:nvPr/>
        </p:nvGrpSpPr>
        <p:grpSpPr>
          <a:xfrm>
            <a:off x="6478536" y="1758620"/>
            <a:ext cx="387008" cy="118852"/>
            <a:chOff x="8850325" y="2256508"/>
            <a:chExt cx="387008" cy="118852"/>
          </a:xfrm>
        </p:grpSpPr>
        <p:sp>
          <p:nvSpPr>
            <p:cNvPr id="3" name="Google Shape;1200;p27">
              <a:extLst>
                <a:ext uri="{FF2B5EF4-FFF2-40B4-BE49-F238E27FC236}">
                  <a16:creationId xmlns:a16="http://schemas.microsoft.com/office/drawing/2014/main" id="{5839D2B9-11B8-074F-B199-DBBF691939B1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9" name="그래픽 18">
              <a:extLst>
                <a:ext uri="{FF2B5EF4-FFF2-40B4-BE49-F238E27FC236}">
                  <a16:creationId xmlns:a16="http://schemas.microsoft.com/office/drawing/2014/main" id="{68E84CC5-A5F3-8FBF-EB2A-0E500E971FF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23" name="Google Shape;1202;p27">
              <a:extLst>
                <a:ext uri="{FF2B5EF4-FFF2-40B4-BE49-F238E27FC236}">
                  <a16:creationId xmlns:a16="http://schemas.microsoft.com/office/drawing/2014/main" id="{B2DE632E-EAE9-501E-BADF-00E2192E90F4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30172632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1DEF10CB-73BF-9E0E-5A47-BF9FCC05790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5340" y="411980"/>
            <a:ext cx="9436335" cy="424732"/>
          </a:xfrm>
        </p:spPr>
        <p:txBody>
          <a:bodyPr/>
          <a:lstStyle/>
          <a:p>
            <a:r>
              <a:rPr lang="ko-KR" altLang="en-US" dirty="0" err="1"/>
              <a:t>투네애드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광고 자세히 보기 팝업</a:t>
            </a:r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83284DF1-DADD-8905-4730-E2148AD4AD7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기타 위젯 </a:t>
            </a:r>
            <a:r>
              <a:rPr lang="en-US" altLang="ko-KR" dirty="0"/>
              <a:t>&gt; </a:t>
            </a:r>
            <a:r>
              <a:rPr lang="ko-KR" altLang="en-US" dirty="0" err="1"/>
              <a:t>투네애드</a:t>
            </a:r>
            <a:endParaRPr lang="ko-KR" altLang="en-US" dirty="0"/>
          </a:p>
        </p:txBody>
      </p:sp>
      <p:sp>
        <p:nvSpPr>
          <p:cNvPr id="4" name="Google Shape;1197;p27">
            <a:extLst>
              <a:ext uri="{FF2B5EF4-FFF2-40B4-BE49-F238E27FC236}">
                <a16:creationId xmlns:a16="http://schemas.microsoft.com/office/drawing/2014/main" id="{45DDE568-7CB8-879F-2D8D-954AC2D32E88}"/>
              </a:ext>
            </a:extLst>
          </p:cNvPr>
          <p:cNvSpPr/>
          <p:nvPr/>
        </p:nvSpPr>
        <p:spPr>
          <a:xfrm>
            <a:off x="1153179" y="1693379"/>
            <a:ext cx="5832867" cy="4255901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54000" rIns="61650" bIns="24650" anchor="t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투네애드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돋움" pitchFamily="50" charset="-127"/>
              <a:ea typeface="돋움" pitchFamily="50" charset="-127"/>
              <a:cs typeface="+mn-cs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B09BDB8-2B56-616F-2226-7EEC0E1A88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1038226"/>
              </p:ext>
            </p:extLst>
          </p:nvPr>
        </p:nvGraphicFramePr>
        <p:xfrm>
          <a:off x="1214480" y="1973166"/>
          <a:ext cx="5709612" cy="3844989"/>
        </p:xfrm>
        <a:graphic>
          <a:graphicData uri="http://schemas.openxmlformats.org/drawingml/2006/table">
            <a:tbl>
              <a:tblPr firstRow="1" bandRow="1"/>
              <a:tblGrid>
                <a:gridCol w="1209112">
                  <a:extLst>
                    <a:ext uri="{9D8B030D-6E8A-4147-A177-3AD203B41FA5}">
                      <a16:colId xmlns:a16="http://schemas.microsoft.com/office/drawing/2014/main" val="1453498877"/>
                    </a:ext>
                  </a:extLst>
                </a:gridCol>
                <a:gridCol w="702814">
                  <a:extLst>
                    <a:ext uri="{9D8B030D-6E8A-4147-A177-3AD203B41FA5}">
                      <a16:colId xmlns:a16="http://schemas.microsoft.com/office/drawing/2014/main" val="2012202451"/>
                    </a:ext>
                  </a:extLst>
                </a:gridCol>
                <a:gridCol w="2861582">
                  <a:extLst>
                    <a:ext uri="{9D8B030D-6E8A-4147-A177-3AD203B41FA5}">
                      <a16:colId xmlns:a16="http://schemas.microsoft.com/office/drawing/2014/main" val="439943395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val="3066059222"/>
                    </a:ext>
                  </a:extLst>
                </a:gridCol>
              </a:tblGrid>
              <a:tr h="31054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+mn-ea"/>
                        </a:rPr>
                        <a:t>광고주 명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후원 캐시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내용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재생 시간</a:t>
                      </a:r>
                    </a:p>
                  </a:txBody>
                  <a:tcPr marL="0" marR="72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7653606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2625082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0248099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3766220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031777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9017808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8127382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5773418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5245360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6449258"/>
                  </a:ext>
                </a:extLst>
              </a:tr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488077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92D13CB-3825-EA77-A252-14D183C07DB7}"/>
              </a:ext>
            </a:extLst>
          </p:cNvPr>
          <p:cNvSpPr/>
          <p:nvPr/>
        </p:nvSpPr>
        <p:spPr>
          <a:xfrm>
            <a:off x="3169292" y="232433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6BD2D01C-5BC1-0E0F-D54F-B6EA7305EF5C}"/>
              </a:ext>
            </a:extLst>
          </p:cNvPr>
          <p:cNvGrpSpPr/>
          <p:nvPr/>
        </p:nvGrpSpPr>
        <p:grpSpPr>
          <a:xfrm>
            <a:off x="6900619" y="1965736"/>
            <a:ext cx="32251" cy="3895458"/>
            <a:chOff x="7049058" y="1944130"/>
            <a:chExt cx="32251" cy="3895458"/>
          </a:xfrm>
        </p:grpSpPr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EC00CCCD-BF78-21FD-23D6-A529394CFD15}"/>
                </a:ext>
              </a:extLst>
            </p:cNvPr>
            <p:cNvCxnSpPr>
              <a:cxnSpLocks/>
            </p:cNvCxnSpPr>
            <p:nvPr/>
          </p:nvCxnSpPr>
          <p:spPr>
            <a:xfrm>
              <a:off x="7068108" y="1944130"/>
              <a:ext cx="13201" cy="3895458"/>
            </a:xfrm>
            <a:prstGeom prst="line">
              <a:avLst/>
            </a:prstGeom>
            <a:noFill/>
            <a:ln w="38100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8B4BABB8-8C73-18BD-1B19-40C63174504D}"/>
                </a:ext>
              </a:extLst>
            </p:cNvPr>
            <p:cNvCxnSpPr>
              <a:cxnSpLocks/>
            </p:cNvCxnSpPr>
            <p:nvPr/>
          </p:nvCxnSpPr>
          <p:spPr>
            <a:xfrm>
              <a:off x="7049058" y="1951628"/>
              <a:ext cx="0" cy="1901182"/>
            </a:xfrm>
            <a:prstGeom prst="line">
              <a:avLst/>
            </a:prstGeom>
            <a:noFill/>
            <a:ln w="285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</p:cxn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8F4D3D6D-4AF9-8BE5-B2C5-13C512CC4C41}"/>
              </a:ext>
            </a:extLst>
          </p:cNvPr>
          <p:cNvGrpSpPr/>
          <p:nvPr/>
        </p:nvGrpSpPr>
        <p:grpSpPr>
          <a:xfrm>
            <a:off x="5195900" y="1716484"/>
            <a:ext cx="1090735" cy="215444"/>
            <a:chOff x="5328518" y="1725362"/>
            <a:chExt cx="1090735" cy="215444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BF0DF4EF-1835-D73A-FFB7-4D8D1154C350}"/>
                </a:ext>
              </a:extLst>
            </p:cNvPr>
            <p:cNvSpPr txBox="1"/>
            <p:nvPr/>
          </p:nvSpPr>
          <p:spPr>
            <a:xfrm>
              <a:off x="5328518" y="1725362"/>
              <a:ext cx="867997" cy="215444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광고 자동 재생</a:t>
              </a:r>
              <a:endParaRPr lang="ko-KR" altLang="en-US" sz="900" dirty="0"/>
            </a:p>
          </p:txBody>
        </p:sp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3CEF1F7D-1342-63BD-EA39-B1968EC6CD30}"/>
                </a:ext>
              </a:extLst>
            </p:cNvPr>
            <p:cNvGrpSpPr/>
            <p:nvPr/>
          </p:nvGrpSpPr>
          <p:grpSpPr>
            <a:xfrm>
              <a:off x="6155353" y="1764509"/>
              <a:ext cx="263900" cy="146480"/>
              <a:chOff x="5960046" y="5573029"/>
              <a:chExt cx="263900" cy="146480"/>
            </a:xfrm>
          </p:grpSpPr>
          <p:sp>
            <p:nvSpPr>
              <p:cNvPr id="14" name="사각형: 둥근 모서리 13">
                <a:extLst>
                  <a:ext uri="{FF2B5EF4-FFF2-40B4-BE49-F238E27FC236}">
                    <a16:creationId xmlns:a16="http://schemas.microsoft.com/office/drawing/2014/main" id="{A89EC4A9-DE3F-328D-3BB0-FD7BA2AA8E95}"/>
                  </a:ext>
                </a:extLst>
              </p:cNvPr>
              <p:cNvSpPr/>
              <p:nvPr/>
            </p:nvSpPr>
            <p:spPr>
              <a:xfrm>
                <a:off x="5960046" y="5573029"/>
                <a:ext cx="246686" cy="13715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5" name="타원 14">
                <a:extLst>
                  <a:ext uri="{FF2B5EF4-FFF2-40B4-BE49-F238E27FC236}">
                    <a16:creationId xmlns:a16="http://schemas.microsoft.com/office/drawing/2014/main" id="{89B4DF26-8DA5-1989-9485-6A8A15D24522}"/>
                  </a:ext>
                </a:extLst>
              </p:cNvPr>
              <p:cNvSpPr/>
              <p:nvPr/>
            </p:nvSpPr>
            <p:spPr>
              <a:xfrm>
                <a:off x="6086796" y="5582359"/>
                <a:ext cx="137150" cy="13715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0C36533A-EC78-DC34-A578-B5DAC7E00D37}"/>
              </a:ext>
            </a:extLst>
          </p:cNvPr>
          <p:cNvSpPr/>
          <p:nvPr/>
        </p:nvSpPr>
        <p:spPr>
          <a:xfrm>
            <a:off x="3169292" y="267811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5073BD9-9C53-3CB7-1359-F099E29F2EB3}"/>
              </a:ext>
            </a:extLst>
          </p:cNvPr>
          <p:cNvSpPr/>
          <p:nvPr/>
        </p:nvSpPr>
        <p:spPr>
          <a:xfrm>
            <a:off x="3169292" y="338567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62417E20-873D-DBD9-E863-ADD4D9485B50}"/>
              </a:ext>
            </a:extLst>
          </p:cNvPr>
          <p:cNvSpPr/>
          <p:nvPr/>
        </p:nvSpPr>
        <p:spPr>
          <a:xfrm>
            <a:off x="3169292" y="409323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CFCA0D7-E239-18E6-0F4E-BEC73CFFD4B9}"/>
              </a:ext>
            </a:extLst>
          </p:cNvPr>
          <p:cNvSpPr/>
          <p:nvPr/>
        </p:nvSpPr>
        <p:spPr>
          <a:xfrm>
            <a:off x="3169292" y="444701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417F909-F115-59DA-21B2-67967A390FC7}"/>
              </a:ext>
            </a:extLst>
          </p:cNvPr>
          <p:cNvSpPr/>
          <p:nvPr/>
        </p:nvSpPr>
        <p:spPr>
          <a:xfrm>
            <a:off x="3169292" y="515457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35CAA95-FC6B-C94F-031C-8D586026D013}"/>
              </a:ext>
            </a:extLst>
          </p:cNvPr>
          <p:cNvSpPr/>
          <p:nvPr/>
        </p:nvSpPr>
        <p:spPr>
          <a:xfrm>
            <a:off x="3169292" y="5508354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CEDB945-CFA2-8DEE-8A05-91F495E41972}"/>
              </a:ext>
            </a:extLst>
          </p:cNvPr>
          <p:cNvSpPr/>
          <p:nvPr/>
        </p:nvSpPr>
        <p:spPr>
          <a:xfrm>
            <a:off x="2942865" y="2065702"/>
            <a:ext cx="134951" cy="134951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/>
              <a:t>?</a:t>
            </a:r>
            <a:endParaRPr lang="ko-KR" altLang="en-US" sz="800" b="1" dirty="0"/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D3703EE3-166F-E49B-0FD8-30A0719D5D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2228385"/>
              </p:ext>
            </p:extLst>
          </p:nvPr>
        </p:nvGraphicFramePr>
        <p:xfrm>
          <a:off x="1210055" y="2986010"/>
          <a:ext cx="5709612" cy="353444"/>
        </p:xfrm>
        <a:graphic>
          <a:graphicData uri="http://schemas.openxmlformats.org/drawingml/2006/table">
            <a:tbl>
              <a:tblPr firstRow="1" bandRow="1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tblPr>
              <a:tblGrid>
                <a:gridCol w="1209112">
                  <a:extLst>
                    <a:ext uri="{9D8B030D-6E8A-4147-A177-3AD203B41FA5}">
                      <a16:colId xmlns:a16="http://schemas.microsoft.com/office/drawing/2014/main" val="2552246990"/>
                    </a:ext>
                  </a:extLst>
                </a:gridCol>
                <a:gridCol w="702814">
                  <a:extLst>
                    <a:ext uri="{9D8B030D-6E8A-4147-A177-3AD203B41FA5}">
                      <a16:colId xmlns:a16="http://schemas.microsoft.com/office/drawing/2014/main" val="379092251"/>
                    </a:ext>
                  </a:extLst>
                </a:gridCol>
                <a:gridCol w="3797686">
                  <a:extLst>
                    <a:ext uri="{9D8B030D-6E8A-4147-A177-3AD203B41FA5}">
                      <a16:colId xmlns:a16="http://schemas.microsoft.com/office/drawing/2014/main" val="267341155"/>
                    </a:ext>
                  </a:extLst>
                </a:gridCol>
              </a:tblGrid>
              <a:tr h="3534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광고주 명</a:t>
                      </a:r>
                      <a:endParaRPr kumimoji="1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mbria" panose="02040503050406030204"/>
                        </a:defRPr>
                      </a:lvl9pPr>
                    </a:lstStyle>
                    <a:p>
                      <a:pPr marL="0" marR="0" lvl="0" indent="0" algn="l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  광고 타이틀</a:t>
                      </a:r>
                    </a:p>
                  </a:txBody>
                  <a:tcPr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1490961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B8F925E0-0BEF-0860-E457-52B9CF8720B7}"/>
              </a:ext>
            </a:extLst>
          </p:cNvPr>
          <p:cNvSpPr/>
          <p:nvPr/>
        </p:nvSpPr>
        <p:spPr>
          <a:xfrm>
            <a:off x="3160413" y="3726820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5" name="Picture 6" descr="손 모양 커서 PNG 이미지 | PNGWing">
            <a:extLst>
              <a:ext uri="{FF2B5EF4-FFF2-40B4-BE49-F238E27FC236}">
                <a16:creationId xmlns:a16="http://schemas.microsoft.com/office/drawing/2014/main" id="{35E62FEB-21A3-2652-0159-B79F207318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2193" b="98246" l="2778" r="98056">
                        <a14:foregroundMark x1="44722" y1="7018" x2="44722" y2="7018"/>
                        <a14:foregroundMark x1="35833" y1="2193" x2="35833" y2="2193"/>
                        <a14:foregroundMark x1="25833" y1="10307" x2="25833" y2="10307"/>
                        <a14:foregroundMark x1="91944" y1="39254" x2="91944" y2="39254"/>
                        <a14:foregroundMark x1="97222" y1="48684" x2="97222" y2="48684"/>
                        <a14:foregroundMark x1="90833" y1="83114" x2="90833" y2="83114"/>
                        <a14:foregroundMark x1="93056" y1="76974" x2="93056" y2="76974"/>
                        <a14:foregroundMark x1="98333" y1="68421" x2="98333" y2="68421"/>
                        <a14:foregroundMark x1="98333" y1="68421" x2="98333" y2="68421"/>
                        <a14:foregroundMark x1="98333" y1="68421" x2="98333" y2="68421"/>
                        <a14:foregroundMark x1="97778" y1="62500" x2="97778" y2="62500"/>
                        <a14:foregroundMark x1="97500" y1="57456" x2="97500" y2="57456"/>
                        <a14:foregroundMark x1="97778" y1="51096" x2="97778" y2="51096"/>
                        <a14:foregroundMark x1="80833" y1="34430" x2="80833" y2="34430"/>
                        <a14:foregroundMark x1="80833" y1="34430" x2="80833" y2="34430"/>
                        <a14:foregroundMark x1="80278" y1="38596" x2="80278" y2="38596"/>
                        <a14:foregroundMark x1="80278" y1="40132" x2="80278" y2="40132"/>
                        <a14:foregroundMark x1="80278" y1="40132" x2="80278" y2="40132"/>
                        <a14:foregroundMark x1="72778" y1="29825" x2="63333" y2="35088"/>
                        <a14:foregroundMark x1="61944" y1="30044" x2="61944" y2="30044"/>
                        <a14:foregroundMark x1="65278" y1="30044" x2="65278" y2="30044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52222" y1="24342" x2="52222" y2="24342"/>
                        <a14:foregroundMark x1="42222" y1="24781" x2="42222" y2="24781"/>
                        <a14:foregroundMark x1="44167" y1="24781" x2="57500" y2="25658"/>
                        <a14:foregroundMark x1="43889" y1="29825" x2="43889" y2="29825"/>
                        <a14:foregroundMark x1="27222" y1="11404" x2="27222" y2="11404"/>
                        <a14:foregroundMark x1="25278" y1="17544" x2="25278" y2="30921"/>
                        <a14:foregroundMark x1="25278" y1="30921" x2="25278" y2="30921"/>
                        <a14:foregroundMark x1="23333" y1="42325" x2="23333" y2="42325"/>
                        <a14:foregroundMark x1="25278" y1="47149" x2="25278" y2="47149"/>
                        <a14:foregroundMark x1="26111" y1="50439" x2="26389" y2="51974"/>
                        <a14:foregroundMark x1="26389" y1="52851" x2="24444" y2="61842"/>
                        <a14:foregroundMark x1="9444" y1="41447" x2="9444" y2="41447"/>
                        <a14:foregroundMark x1="7500" y1="42763" x2="7500" y2="42763"/>
                        <a14:foregroundMark x1="2778" y1="43421" x2="14722" y2="43421"/>
                        <a14:foregroundMark x1="30833" y1="92325" x2="30833" y2="94956"/>
                        <a14:foregroundMark x1="40000" y1="97588" x2="44167" y2="97588"/>
                        <a14:foregroundMark x1="63056" y1="97807" x2="70278" y2="97368"/>
                        <a14:foregroundMark x1="78333" y1="98246" x2="83333" y2="97807"/>
                        <a14:foregroundMark x1="43889" y1="41886" x2="43611" y2="37719"/>
                        <a14:foregroundMark x1="9167" y1="56140" x2="9167" y2="56140"/>
                        <a14:foregroundMark x1="14444" y1="61623" x2="14444" y2="61623"/>
                        <a14:foregroundMark x1="19444" y1="71711" x2="19444" y2="71711"/>
                        <a14:foregroundMark x1="28333" y1="82018" x2="28333" y2="82018"/>
                        <a14:backgroundMark x1="14444" y1="14254" x2="14444" y2="14254"/>
                        <a14:backgroundMark x1="14444" y1="14254" x2="14444" y2="14254"/>
                        <a14:backgroundMark x1="92593" y1="13235" x2="92593" y2="13235"/>
                        <a14:backgroundMark x1="98148" y1="94118" x2="98148" y2="94118"/>
                        <a14:backgroundMark x1="98148" y1="76471" x2="98148" y2="76471"/>
                        <a14:backgroundMark x1="20370" y1="44118" x2="20370" y2="44118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99754" y="3250710"/>
            <a:ext cx="222981" cy="2824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6" name="타원 25">
            <a:extLst>
              <a:ext uri="{FF2B5EF4-FFF2-40B4-BE49-F238E27FC236}">
                <a16:creationId xmlns:a16="http://schemas.microsoft.com/office/drawing/2014/main" id="{E536EDA4-01B4-1ED6-16B3-6A9F246B6933}"/>
              </a:ext>
            </a:extLst>
          </p:cNvPr>
          <p:cNvSpPr/>
          <p:nvPr/>
        </p:nvSpPr>
        <p:spPr>
          <a:xfrm>
            <a:off x="1739517" y="1755565"/>
            <a:ext cx="144052" cy="14405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dirty="0"/>
              <a:t>3</a:t>
            </a:r>
            <a:endParaRPr lang="ko-KR" altLang="en-US" sz="900" dirty="0"/>
          </a:p>
        </p:txBody>
      </p: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C476CA41-3C3F-CFB8-A705-AFED945A2188}"/>
              </a:ext>
            </a:extLst>
          </p:cNvPr>
          <p:cNvGrpSpPr/>
          <p:nvPr/>
        </p:nvGrpSpPr>
        <p:grpSpPr>
          <a:xfrm>
            <a:off x="6265694" y="3058925"/>
            <a:ext cx="473125" cy="216000"/>
            <a:chOff x="2578948" y="3620244"/>
            <a:chExt cx="666576" cy="216000"/>
          </a:xfrm>
          <a:solidFill>
            <a:sysClr val="windowText" lastClr="000000">
              <a:lumMod val="65000"/>
              <a:lumOff val="35000"/>
            </a:sysClr>
          </a:solidFill>
        </p:grpSpPr>
        <p:sp>
          <p:nvSpPr>
            <p:cNvPr id="28" name="사각형: 둥근 모서리 27">
              <a:extLst>
                <a:ext uri="{FF2B5EF4-FFF2-40B4-BE49-F238E27FC236}">
                  <a16:creationId xmlns:a16="http://schemas.microsoft.com/office/drawing/2014/main" id="{024153B3-5445-CBA8-817D-7410C6983ED6}"/>
                </a:ext>
              </a:extLst>
            </p:cNvPr>
            <p:cNvSpPr/>
            <p:nvPr/>
          </p:nvSpPr>
          <p:spPr bwMode="auto">
            <a:xfrm>
              <a:off x="2941206" y="3620244"/>
              <a:ext cx="304318" cy="216000"/>
            </a:xfrm>
            <a:prstGeom prst="roundRect">
              <a:avLst/>
            </a:prstGeom>
            <a:solidFill>
              <a:srgbClr val="FF0000">
                <a:lumMod val="75000"/>
              </a:srgb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</a:t>
              </a:r>
              <a:endPara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9" name="사각형: 둥근 모서리 28">
              <a:extLst>
                <a:ext uri="{FF2B5EF4-FFF2-40B4-BE49-F238E27FC236}">
                  <a16:creationId xmlns:a16="http://schemas.microsoft.com/office/drawing/2014/main" id="{97D618CE-E6D8-6EBB-8EC2-8E245522B2AA}"/>
                </a:ext>
              </a:extLst>
            </p:cNvPr>
            <p:cNvSpPr/>
            <p:nvPr/>
          </p:nvSpPr>
          <p:spPr bwMode="auto">
            <a:xfrm>
              <a:off x="2578948" y="3620244"/>
              <a:ext cx="304318" cy="216000"/>
            </a:xfrm>
            <a:prstGeom prst="roundRect">
              <a:avLst/>
            </a:prstGeom>
            <a:solidFill>
              <a:srgbClr val="529EFF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▶</a:t>
              </a:r>
            </a:p>
          </p:txBody>
        </p:sp>
      </p:grp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ADAB7DB2-8919-A942-3ACD-0082074EA860}"/>
              </a:ext>
            </a:extLst>
          </p:cNvPr>
          <p:cNvSpPr/>
          <p:nvPr/>
        </p:nvSpPr>
        <p:spPr>
          <a:xfrm>
            <a:off x="3169292" y="480079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0A8C5C1-16CC-FCA6-96F6-851340210550}"/>
              </a:ext>
            </a:extLst>
          </p:cNvPr>
          <p:cNvSpPr/>
          <p:nvPr/>
        </p:nvSpPr>
        <p:spPr>
          <a:xfrm>
            <a:off x="3169292" y="3031892"/>
            <a:ext cx="488299" cy="267758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1" name="순서도: 처리 50">
            <a:extLst>
              <a:ext uri="{FF2B5EF4-FFF2-40B4-BE49-F238E27FC236}">
                <a16:creationId xmlns:a16="http://schemas.microsoft.com/office/drawing/2014/main" id="{CD94B707-8792-13FD-BA3A-C2867FA8AAFE}"/>
              </a:ext>
            </a:extLst>
          </p:cNvPr>
          <p:cNvSpPr/>
          <p:nvPr/>
        </p:nvSpPr>
        <p:spPr>
          <a:xfrm>
            <a:off x="1205701" y="1960726"/>
            <a:ext cx="5754391" cy="3895457"/>
          </a:xfrm>
          <a:prstGeom prst="flowChartProcess">
            <a:avLst/>
          </a:prstGeom>
          <a:solidFill>
            <a:schemeClr val="tx1">
              <a:lumMod val="50000"/>
              <a:lumOff val="50000"/>
              <a:alpha val="6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45E8ED0C-705C-D7BB-50D0-09B5D482C40C}"/>
              </a:ext>
            </a:extLst>
          </p:cNvPr>
          <p:cNvGrpSpPr/>
          <p:nvPr/>
        </p:nvGrpSpPr>
        <p:grpSpPr>
          <a:xfrm>
            <a:off x="2804853" y="2549406"/>
            <a:ext cx="2489310" cy="2739769"/>
            <a:chOff x="4187788" y="3311036"/>
            <a:chExt cx="2810541" cy="2145298"/>
          </a:xfrm>
        </p:grpSpPr>
        <p:sp>
          <p:nvSpPr>
            <p:cNvPr id="59" name="Google Shape;1301;p29">
              <a:extLst>
                <a:ext uri="{FF2B5EF4-FFF2-40B4-BE49-F238E27FC236}">
                  <a16:creationId xmlns:a16="http://schemas.microsoft.com/office/drawing/2014/main" id="{8971CCE7-AA1C-5F05-8571-B8894F1385BD}"/>
                </a:ext>
              </a:extLst>
            </p:cNvPr>
            <p:cNvSpPr/>
            <p:nvPr/>
          </p:nvSpPr>
          <p:spPr>
            <a:xfrm>
              <a:off x="4187788" y="3311036"/>
              <a:ext cx="2810541" cy="2145298"/>
            </a:xfrm>
            <a:prstGeom prst="roundRect">
              <a:avLst>
                <a:gd name="adj" fmla="val 663"/>
              </a:avLst>
            </a:prstGeom>
            <a:solidFill>
              <a:schemeClr val="bg1"/>
            </a:solidFill>
            <a:ln w="19050" cap="flat" cmpd="sng">
              <a:solidFill>
                <a:schemeClr val="bg1">
                  <a:lumMod val="65000"/>
                </a:schemeClr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108000" tIns="90000" rIns="30825" bIns="27725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광고 자세히 보기</a:t>
              </a:r>
              <a:endParaRPr sz="9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1991DD25-01E8-247C-1B1D-7E2650934984}"/>
                </a:ext>
              </a:extLst>
            </p:cNvPr>
            <p:cNvSpPr/>
            <p:nvPr/>
          </p:nvSpPr>
          <p:spPr>
            <a:xfrm>
              <a:off x="4241472" y="3566365"/>
              <a:ext cx="2720641" cy="1065882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썸네일</a:t>
              </a:r>
            </a:p>
          </p:txBody>
        </p:sp>
      </p:grp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50B8B261-9947-73B3-E275-53E05529BCB0}"/>
              </a:ext>
            </a:extLst>
          </p:cNvPr>
          <p:cNvSpPr/>
          <p:nvPr/>
        </p:nvSpPr>
        <p:spPr>
          <a:xfrm>
            <a:off x="2851869" y="2871498"/>
            <a:ext cx="341796" cy="181748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/>
              <a:t>AD</a:t>
            </a:r>
            <a:endParaRPr lang="ko-KR" altLang="en-US" sz="800" b="1" dirty="0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34DE165E-F3C2-0401-3688-FFE8D537F276}"/>
              </a:ext>
            </a:extLst>
          </p:cNvPr>
          <p:cNvSpPr txBox="1"/>
          <p:nvPr/>
        </p:nvSpPr>
        <p:spPr>
          <a:xfrm>
            <a:off x="4997341" y="2582620"/>
            <a:ext cx="31290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  <a:sym typeface="Webdings" panose="05030102010509060703" pitchFamily="18" charset="2"/>
              </a:rPr>
              <a:t>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63" name="표 62">
            <a:extLst>
              <a:ext uri="{FF2B5EF4-FFF2-40B4-BE49-F238E27FC236}">
                <a16:creationId xmlns:a16="http://schemas.microsoft.com/office/drawing/2014/main" id="{C595BFE7-27D8-6258-B83D-42DA825E04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8340416"/>
              </p:ext>
            </p:extLst>
          </p:nvPr>
        </p:nvGraphicFramePr>
        <p:xfrm>
          <a:off x="2851869" y="4303622"/>
          <a:ext cx="2410217" cy="640080"/>
        </p:xfrm>
        <a:graphic>
          <a:graphicData uri="http://schemas.openxmlformats.org/drawingml/2006/table">
            <a:tbl>
              <a:tblPr/>
              <a:tblGrid>
                <a:gridCol w="764966">
                  <a:extLst>
                    <a:ext uri="{9D8B030D-6E8A-4147-A177-3AD203B41FA5}">
                      <a16:colId xmlns:a16="http://schemas.microsoft.com/office/drawing/2014/main" val="1809591971"/>
                    </a:ext>
                  </a:extLst>
                </a:gridCol>
                <a:gridCol w="1645251">
                  <a:extLst>
                    <a:ext uri="{9D8B030D-6E8A-4147-A177-3AD203B41FA5}">
                      <a16:colId xmlns:a16="http://schemas.microsoft.com/office/drawing/2014/main" val="369053297"/>
                    </a:ext>
                  </a:extLst>
                </a:gridCol>
              </a:tblGrid>
              <a:tr h="19498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타이틀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광고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타이틀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069969"/>
                  </a:ext>
                </a:extLst>
              </a:tr>
              <a:tr h="19498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재생 시간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00:00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5670205"/>
                  </a:ext>
                </a:extLst>
              </a:tr>
              <a:tr h="19498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캐시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1,000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캐시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수수료 포함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7055439"/>
                  </a:ext>
                </a:extLst>
              </a:tr>
            </a:tbl>
          </a:graphicData>
        </a:graphic>
      </p:graphicFrame>
      <p:cxnSp>
        <p:nvCxnSpPr>
          <p:cNvPr id="64" name="연결선: 꺾임 63">
            <a:extLst>
              <a:ext uri="{FF2B5EF4-FFF2-40B4-BE49-F238E27FC236}">
                <a16:creationId xmlns:a16="http://schemas.microsoft.com/office/drawing/2014/main" id="{7178E6A6-AEFA-2A97-4ED8-FDA7BFA200EB}"/>
              </a:ext>
            </a:extLst>
          </p:cNvPr>
          <p:cNvCxnSpPr>
            <a:cxnSpLocks/>
            <a:endCxn id="59" idx="3"/>
          </p:cNvCxnSpPr>
          <p:nvPr/>
        </p:nvCxnSpPr>
        <p:spPr>
          <a:xfrm rot="5400000">
            <a:off x="5173765" y="3371112"/>
            <a:ext cx="668578" cy="427781"/>
          </a:xfrm>
          <a:prstGeom prst="bentConnector2">
            <a:avLst/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2BFC7463-DF27-EB0A-B042-CC61EB6887A6}"/>
              </a:ext>
            </a:extLst>
          </p:cNvPr>
          <p:cNvGrpSpPr/>
          <p:nvPr/>
        </p:nvGrpSpPr>
        <p:grpSpPr>
          <a:xfrm>
            <a:off x="2851866" y="5010354"/>
            <a:ext cx="2409685" cy="216000"/>
            <a:chOff x="2578948" y="3620244"/>
            <a:chExt cx="625881" cy="216000"/>
          </a:xfrm>
          <a:solidFill>
            <a:sysClr val="windowText" lastClr="000000">
              <a:lumMod val="65000"/>
              <a:lumOff val="35000"/>
            </a:sysClr>
          </a:solidFill>
        </p:grpSpPr>
        <p:sp>
          <p:nvSpPr>
            <p:cNvPr id="69" name="사각형: 둥근 모서리 68">
              <a:extLst>
                <a:ext uri="{FF2B5EF4-FFF2-40B4-BE49-F238E27FC236}">
                  <a16:creationId xmlns:a16="http://schemas.microsoft.com/office/drawing/2014/main" id="{A753AEF2-106E-6314-53BE-5675B95D9FF5}"/>
                </a:ext>
              </a:extLst>
            </p:cNvPr>
            <p:cNvSpPr/>
            <p:nvPr/>
          </p:nvSpPr>
          <p:spPr bwMode="auto">
            <a:xfrm>
              <a:off x="2900511" y="3620244"/>
              <a:ext cx="304318" cy="216000"/>
            </a:xfrm>
            <a:prstGeom prst="roundRect">
              <a:avLst/>
            </a:prstGeom>
            <a:solidFill>
              <a:srgbClr val="FF0000">
                <a:lumMod val="75000"/>
              </a:srgb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SKIP</a:t>
              </a:r>
              <a:endPara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0" name="사각형: 둥근 모서리 69">
              <a:extLst>
                <a:ext uri="{FF2B5EF4-FFF2-40B4-BE49-F238E27FC236}">
                  <a16:creationId xmlns:a16="http://schemas.microsoft.com/office/drawing/2014/main" id="{7DA1DFCE-C2CD-4F67-EA58-13B253E9F114}"/>
                </a:ext>
              </a:extLst>
            </p:cNvPr>
            <p:cNvSpPr/>
            <p:nvPr/>
          </p:nvSpPr>
          <p:spPr bwMode="auto">
            <a:xfrm>
              <a:off x="2578948" y="3620244"/>
              <a:ext cx="304318" cy="216000"/>
            </a:xfrm>
            <a:prstGeom prst="roundRect">
              <a:avLst/>
            </a:prstGeom>
            <a:solidFill>
              <a:srgbClr val="529EFF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kern="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재생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73" name="Group 323">
            <a:extLst>
              <a:ext uri="{FF2B5EF4-FFF2-40B4-BE49-F238E27FC236}">
                <a16:creationId xmlns:a16="http://schemas.microsoft.com/office/drawing/2014/main" id="{3546E500-ADE8-276A-8114-9A3705177B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4690305"/>
              </p:ext>
            </p:extLst>
          </p:nvPr>
        </p:nvGraphicFramePr>
        <p:xfrm>
          <a:off x="9625013" y="575703"/>
          <a:ext cx="2519969" cy="2540769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광고 자세히 보기 팝업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 행 클릭 시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모달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팝업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X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버튼 또는 팝업 이외의 영역 클릭 시 팝업 닫힘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1-1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재생 시간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광고 집행 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&gt;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광고 플레이 타임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광고 집행 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&gt;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재생 완료된 시간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: YYYY:MM:DD H:MM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1-2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재생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/skip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광고 집행 전의 팝업에서만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광고 집행 후의 팝업에서는 노출되지 않음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9295457"/>
                  </a:ext>
                </a:extLst>
              </a:tr>
            </a:tbl>
          </a:graphicData>
        </a:graphic>
      </p:graphicFrame>
      <p:sp>
        <p:nvSpPr>
          <p:cNvPr id="74" name="타원 73">
            <a:extLst>
              <a:ext uri="{FF2B5EF4-FFF2-40B4-BE49-F238E27FC236}">
                <a16:creationId xmlns:a16="http://schemas.microsoft.com/office/drawing/2014/main" id="{4A781638-B3D7-8CCB-63B0-F6C307A8B9BC}"/>
              </a:ext>
            </a:extLst>
          </p:cNvPr>
          <p:cNvSpPr/>
          <p:nvPr/>
        </p:nvSpPr>
        <p:spPr>
          <a:xfrm>
            <a:off x="2655854" y="2542621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3DBC1D94-0283-7407-E4C7-325AFE522E29}"/>
              </a:ext>
            </a:extLst>
          </p:cNvPr>
          <p:cNvSpPr/>
          <p:nvPr/>
        </p:nvSpPr>
        <p:spPr>
          <a:xfrm>
            <a:off x="2736537" y="4532786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1-1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2FF34D25-C768-BE73-F9D5-58A89903C210}"/>
              </a:ext>
            </a:extLst>
          </p:cNvPr>
          <p:cNvSpPr/>
          <p:nvPr/>
        </p:nvSpPr>
        <p:spPr>
          <a:xfrm>
            <a:off x="2736537" y="5024102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1-2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551EB6DF-6BD1-005F-3891-A6B53C05E77E}"/>
              </a:ext>
            </a:extLst>
          </p:cNvPr>
          <p:cNvGrpSpPr/>
          <p:nvPr/>
        </p:nvGrpSpPr>
        <p:grpSpPr>
          <a:xfrm>
            <a:off x="6492044" y="1749095"/>
            <a:ext cx="387008" cy="118852"/>
            <a:chOff x="8850325" y="2256508"/>
            <a:chExt cx="387008" cy="118852"/>
          </a:xfrm>
        </p:grpSpPr>
        <p:sp>
          <p:nvSpPr>
            <p:cNvPr id="31" name="Google Shape;1200;p27">
              <a:extLst>
                <a:ext uri="{FF2B5EF4-FFF2-40B4-BE49-F238E27FC236}">
                  <a16:creationId xmlns:a16="http://schemas.microsoft.com/office/drawing/2014/main" id="{604340DE-34C7-CF58-BCF2-114AB1EFA8EE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2" name="그래픽 31">
              <a:extLst>
                <a:ext uri="{FF2B5EF4-FFF2-40B4-BE49-F238E27FC236}">
                  <a16:creationId xmlns:a16="http://schemas.microsoft.com/office/drawing/2014/main" id="{5BE9528D-C841-7433-0296-5276D31AA50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33" name="Google Shape;1202;p27">
              <a:extLst>
                <a:ext uri="{FF2B5EF4-FFF2-40B4-BE49-F238E27FC236}">
                  <a16:creationId xmlns:a16="http://schemas.microsoft.com/office/drawing/2014/main" id="{0954A2A9-44C7-F9B9-E022-189CB32D72F8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83060621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08C128CA-AF80-D17B-B284-02B85074E98A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5340" y="411980"/>
            <a:ext cx="9436335" cy="424732"/>
          </a:xfrm>
        </p:spPr>
        <p:txBody>
          <a:bodyPr/>
          <a:lstStyle/>
          <a:p>
            <a:r>
              <a:rPr lang="ko-KR" altLang="en-US" dirty="0" err="1"/>
              <a:t>투네애드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반영형 </a:t>
            </a:r>
            <a:r>
              <a:rPr lang="en-US" altLang="ko-KR" dirty="0"/>
              <a:t>UI </a:t>
            </a:r>
            <a:r>
              <a:rPr lang="ko-KR" altLang="en-US" dirty="0"/>
              <a:t>상세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BADBEB71-271F-818A-29B1-DE17B39F0E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기타 위젯 </a:t>
            </a:r>
            <a:r>
              <a:rPr lang="en-US" altLang="ko-KR" dirty="0"/>
              <a:t>&gt; </a:t>
            </a:r>
            <a:r>
              <a:rPr lang="ko-KR" altLang="en-US" dirty="0" err="1"/>
              <a:t>투네애드</a:t>
            </a:r>
            <a:endParaRPr lang="ko-KR" altLang="en-US" dirty="0"/>
          </a:p>
        </p:txBody>
      </p:sp>
      <p:sp>
        <p:nvSpPr>
          <p:cNvPr id="5" name="Google Shape;1197;p27">
            <a:extLst>
              <a:ext uri="{FF2B5EF4-FFF2-40B4-BE49-F238E27FC236}">
                <a16:creationId xmlns:a16="http://schemas.microsoft.com/office/drawing/2014/main" id="{9E188AD7-F939-E6F9-B4B6-50B1A16CB70E}"/>
              </a:ext>
            </a:extLst>
          </p:cNvPr>
          <p:cNvSpPr/>
          <p:nvPr/>
        </p:nvSpPr>
        <p:spPr>
          <a:xfrm>
            <a:off x="1271464" y="1448780"/>
            <a:ext cx="2566556" cy="4680520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54000" rIns="61650" bIns="24650" anchor="t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투네애드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돋움" pitchFamily="50" charset="-127"/>
              <a:ea typeface="돋움" pitchFamily="50" charset="-127"/>
              <a:cs typeface="+mn-cs"/>
            </a:endParaRPr>
          </a:p>
        </p:txBody>
      </p:sp>
      <p:sp>
        <p:nvSpPr>
          <p:cNvPr id="7" name="Google Shape;1198;p27">
            <a:extLst>
              <a:ext uri="{FF2B5EF4-FFF2-40B4-BE49-F238E27FC236}">
                <a16:creationId xmlns:a16="http://schemas.microsoft.com/office/drawing/2014/main" id="{153CD71F-F9FA-28B0-068B-F3280A34D0D2}"/>
              </a:ext>
            </a:extLst>
          </p:cNvPr>
          <p:cNvSpPr/>
          <p:nvPr/>
        </p:nvSpPr>
        <p:spPr>
          <a:xfrm>
            <a:off x="1326518" y="1682045"/>
            <a:ext cx="2470586" cy="4411251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52412BD4-EEC2-21D4-2C77-A868026F8CAA}"/>
              </a:ext>
            </a:extLst>
          </p:cNvPr>
          <p:cNvGrpSpPr/>
          <p:nvPr/>
        </p:nvGrpSpPr>
        <p:grpSpPr>
          <a:xfrm>
            <a:off x="2207568" y="1457978"/>
            <a:ext cx="1090735" cy="215444"/>
            <a:chOff x="5328518" y="1725362"/>
            <a:chExt cx="1090735" cy="215444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B6C59F76-058C-D59D-0472-73A78517A514}"/>
                </a:ext>
              </a:extLst>
            </p:cNvPr>
            <p:cNvSpPr txBox="1"/>
            <p:nvPr/>
          </p:nvSpPr>
          <p:spPr>
            <a:xfrm>
              <a:off x="5328518" y="1725362"/>
              <a:ext cx="867997" cy="215444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광고 자동 재생</a:t>
              </a:r>
              <a:endParaRPr lang="ko-KR" altLang="en-US" sz="900" dirty="0"/>
            </a:p>
          </p:txBody>
        </p:sp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E98594E8-AF80-D828-3226-EB9023274D3C}"/>
                </a:ext>
              </a:extLst>
            </p:cNvPr>
            <p:cNvGrpSpPr/>
            <p:nvPr/>
          </p:nvGrpSpPr>
          <p:grpSpPr>
            <a:xfrm>
              <a:off x="6155353" y="1764509"/>
              <a:ext cx="263900" cy="146480"/>
              <a:chOff x="5960046" y="5573029"/>
              <a:chExt cx="263900" cy="146480"/>
            </a:xfrm>
          </p:grpSpPr>
          <p:sp>
            <p:nvSpPr>
              <p:cNvPr id="11" name="사각형: 둥근 모서리 10">
                <a:extLst>
                  <a:ext uri="{FF2B5EF4-FFF2-40B4-BE49-F238E27FC236}">
                    <a16:creationId xmlns:a16="http://schemas.microsoft.com/office/drawing/2014/main" id="{27C7E066-1F44-ECF4-1CE9-B90FEF6D9B88}"/>
                  </a:ext>
                </a:extLst>
              </p:cNvPr>
              <p:cNvSpPr/>
              <p:nvPr/>
            </p:nvSpPr>
            <p:spPr>
              <a:xfrm>
                <a:off x="5960046" y="5573029"/>
                <a:ext cx="246686" cy="13715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" name="타원 11">
                <a:extLst>
                  <a:ext uri="{FF2B5EF4-FFF2-40B4-BE49-F238E27FC236}">
                    <a16:creationId xmlns:a16="http://schemas.microsoft.com/office/drawing/2014/main" id="{E131EA2F-6FA2-AA55-416A-15EE3D7A176B}"/>
                  </a:ext>
                </a:extLst>
              </p:cNvPr>
              <p:cNvSpPr/>
              <p:nvPr/>
            </p:nvSpPr>
            <p:spPr>
              <a:xfrm>
                <a:off x="6086796" y="5582359"/>
                <a:ext cx="137150" cy="13715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E621F45-73CE-6865-4334-AB1AC23ACCA5}"/>
              </a:ext>
            </a:extLst>
          </p:cNvPr>
          <p:cNvSpPr/>
          <p:nvPr/>
        </p:nvSpPr>
        <p:spPr>
          <a:xfrm>
            <a:off x="1350818" y="1701467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2D922EF7-0DD0-D9A3-ED01-E44B439586AB}"/>
              </a:ext>
            </a:extLst>
          </p:cNvPr>
          <p:cNvSpPr txBox="1"/>
          <p:nvPr/>
        </p:nvSpPr>
        <p:spPr>
          <a:xfrm>
            <a:off x="1347976" y="1787995"/>
            <a:ext cx="126590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광고주 명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5EB7DA3-873A-6C0B-F16A-3D1A3A0CF4F4}"/>
              </a:ext>
            </a:extLst>
          </p:cNvPr>
          <p:cNvSpPr txBox="1"/>
          <p:nvPr/>
        </p:nvSpPr>
        <p:spPr>
          <a:xfrm>
            <a:off x="1363114" y="2019423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 타이틀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17EB24EC-E56D-AD5B-9A63-1BF05A4F9795}"/>
              </a:ext>
            </a:extLst>
          </p:cNvPr>
          <p:cNvSpPr/>
          <p:nvPr/>
        </p:nvSpPr>
        <p:spPr>
          <a:xfrm>
            <a:off x="2561729" y="1799775"/>
            <a:ext cx="651404" cy="407688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8E3DBAC-360A-57A3-2347-9D6A340C58E3}"/>
              </a:ext>
            </a:extLst>
          </p:cNvPr>
          <p:cNvSpPr txBox="1"/>
          <p:nvPr/>
        </p:nvSpPr>
        <p:spPr>
          <a:xfrm>
            <a:off x="3261956" y="1780301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FD0DD59-B199-E0DB-C0DF-A9C52A99B314}"/>
              </a:ext>
            </a:extLst>
          </p:cNvPr>
          <p:cNvSpPr txBox="1"/>
          <p:nvPr/>
        </p:nvSpPr>
        <p:spPr>
          <a:xfrm>
            <a:off x="3307797" y="2019423"/>
            <a:ext cx="49421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00:00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A046B319-48E9-B953-75FE-6A54C9F8FC88}"/>
              </a:ext>
            </a:extLst>
          </p:cNvPr>
          <p:cNvSpPr/>
          <p:nvPr/>
        </p:nvSpPr>
        <p:spPr>
          <a:xfrm>
            <a:off x="1350818" y="2942868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02001AB-8C1A-88AF-2792-0F75611BF583}"/>
              </a:ext>
            </a:extLst>
          </p:cNvPr>
          <p:cNvSpPr txBox="1"/>
          <p:nvPr/>
        </p:nvSpPr>
        <p:spPr>
          <a:xfrm>
            <a:off x="1347976" y="3029396"/>
            <a:ext cx="126590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광고주 명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888B61B3-456A-DFD4-6C10-54A624CDEA3E}"/>
              </a:ext>
            </a:extLst>
          </p:cNvPr>
          <p:cNvSpPr txBox="1"/>
          <p:nvPr/>
        </p:nvSpPr>
        <p:spPr>
          <a:xfrm>
            <a:off x="1363114" y="3260824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 타이틀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365291D1-0D32-A285-B55C-6762F5822188}"/>
              </a:ext>
            </a:extLst>
          </p:cNvPr>
          <p:cNvSpPr/>
          <p:nvPr/>
        </p:nvSpPr>
        <p:spPr>
          <a:xfrm>
            <a:off x="2561729" y="3041176"/>
            <a:ext cx="651404" cy="407688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9F69DF0-D99D-B859-72E2-224E257A066F}"/>
              </a:ext>
            </a:extLst>
          </p:cNvPr>
          <p:cNvSpPr txBox="1"/>
          <p:nvPr/>
        </p:nvSpPr>
        <p:spPr>
          <a:xfrm>
            <a:off x="3261956" y="3021702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CF083F1-989D-1B64-8AE4-5B3911FC68B0}"/>
              </a:ext>
            </a:extLst>
          </p:cNvPr>
          <p:cNvSpPr txBox="1"/>
          <p:nvPr/>
        </p:nvSpPr>
        <p:spPr>
          <a:xfrm>
            <a:off x="3307797" y="3260824"/>
            <a:ext cx="49421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00:00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546AC8C7-4351-B9A9-5C72-B24BEEC278D7}"/>
              </a:ext>
            </a:extLst>
          </p:cNvPr>
          <p:cNvSpPr/>
          <p:nvPr/>
        </p:nvSpPr>
        <p:spPr>
          <a:xfrm>
            <a:off x="1350818" y="3566333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B497B883-EC22-6E01-EA58-43381298D260}"/>
              </a:ext>
            </a:extLst>
          </p:cNvPr>
          <p:cNvSpPr txBox="1"/>
          <p:nvPr/>
        </p:nvSpPr>
        <p:spPr>
          <a:xfrm>
            <a:off x="1347976" y="3652861"/>
            <a:ext cx="126590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광고주 명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B341C2FC-DF72-BD40-D75D-304B41FC3808}"/>
              </a:ext>
            </a:extLst>
          </p:cNvPr>
          <p:cNvSpPr txBox="1"/>
          <p:nvPr/>
        </p:nvSpPr>
        <p:spPr>
          <a:xfrm>
            <a:off x="1363114" y="3884289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 타이틀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795BA007-6F8C-54D5-A83F-E79E940308C7}"/>
              </a:ext>
            </a:extLst>
          </p:cNvPr>
          <p:cNvSpPr/>
          <p:nvPr/>
        </p:nvSpPr>
        <p:spPr>
          <a:xfrm>
            <a:off x="2561729" y="3664641"/>
            <a:ext cx="651404" cy="407688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69A547B5-D46D-2807-9575-414207F33ABA}"/>
              </a:ext>
            </a:extLst>
          </p:cNvPr>
          <p:cNvSpPr txBox="1"/>
          <p:nvPr/>
        </p:nvSpPr>
        <p:spPr>
          <a:xfrm>
            <a:off x="3261956" y="3645167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513E590-AEF9-2CF2-47D5-7D8C593A3600}"/>
              </a:ext>
            </a:extLst>
          </p:cNvPr>
          <p:cNvSpPr txBox="1"/>
          <p:nvPr/>
        </p:nvSpPr>
        <p:spPr>
          <a:xfrm>
            <a:off x="3307797" y="3884289"/>
            <a:ext cx="49421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00:00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A6EFFFA-F0B8-3BC9-88B5-5A14E8102EBB}"/>
              </a:ext>
            </a:extLst>
          </p:cNvPr>
          <p:cNvSpPr/>
          <p:nvPr/>
        </p:nvSpPr>
        <p:spPr>
          <a:xfrm>
            <a:off x="1350818" y="4192781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E607D474-DD24-52E1-075D-84C67D8891C1}"/>
              </a:ext>
            </a:extLst>
          </p:cNvPr>
          <p:cNvSpPr txBox="1"/>
          <p:nvPr/>
        </p:nvSpPr>
        <p:spPr>
          <a:xfrm>
            <a:off x="1347976" y="4279309"/>
            <a:ext cx="126590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광고주 명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6D15CD4A-C760-27F3-56C3-7A0B1970AB79}"/>
              </a:ext>
            </a:extLst>
          </p:cNvPr>
          <p:cNvSpPr txBox="1"/>
          <p:nvPr/>
        </p:nvSpPr>
        <p:spPr>
          <a:xfrm>
            <a:off x="1363114" y="4510737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 타이틀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7B075175-7AE4-A67C-7010-4E97EE53137E}"/>
              </a:ext>
            </a:extLst>
          </p:cNvPr>
          <p:cNvSpPr/>
          <p:nvPr/>
        </p:nvSpPr>
        <p:spPr>
          <a:xfrm>
            <a:off x="2561729" y="4291089"/>
            <a:ext cx="651404" cy="407688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8E7169C3-D776-3C59-58A2-4C03ABCC0320}"/>
              </a:ext>
            </a:extLst>
          </p:cNvPr>
          <p:cNvSpPr txBox="1"/>
          <p:nvPr/>
        </p:nvSpPr>
        <p:spPr>
          <a:xfrm>
            <a:off x="3261956" y="4271615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2D4B6515-BAA4-6C57-52F2-2FB1CAAFE685}"/>
              </a:ext>
            </a:extLst>
          </p:cNvPr>
          <p:cNvSpPr txBox="1"/>
          <p:nvPr/>
        </p:nvSpPr>
        <p:spPr>
          <a:xfrm>
            <a:off x="3307797" y="4510737"/>
            <a:ext cx="49421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00:00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EC4582A3-9F49-8FE1-5BD0-1DB50EB11CEC}"/>
              </a:ext>
            </a:extLst>
          </p:cNvPr>
          <p:cNvSpPr/>
          <p:nvPr/>
        </p:nvSpPr>
        <p:spPr>
          <a:xfrm>
            <a:off x="1350818" y="4810717"/>
            <a:ext cx="2417540" cy="62559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6F6B8372-08D5-7639-1D1D-8296E06D583E}"/>
              </a:ext>
            </a:extLst>
          </p:cNvPr>
          <p:cNvSpPr txBox="1"/>
          <p:nvPr/>
        </p:nvSpPr>
        <p:spPr>
          <a:xfrm>
            <a:off x="1347976" y="4897245"/>
            <a:ext cx="126590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광고주 명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90E6A9A6-AE62-540C-356B-999ED3603C76}"/>
              </a:ext>
            </a:extLst>
          </p:cNvPr>
          <p:cNvSpPr txBox="1"/>
          <p:nvPr/>
        </p:nvSpPr>
        <p:spPr>
          <a:xfrm>
            <a:off x="1363114" y="5128673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 타이틀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5A7CB9D3-68C1-47F8-DAE4-985A9AEA947B}"/>
              </a:ext>
            </a:extLst>
          </p:cNvPr>
          <p:cNvSpPr/>
          <p:nvPr/>
        </p:nvSpPr>
        <p:spPr>
          <a:xfrm>
            <a:off x="2561729" y="4909025"/>
            <a:ext cx="651404" cy="407688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A5795EDB-E5C0-1934-BF93-2B5A252209E2}"/>
              </a:ext>
            </a:extLst>
          </p:cNvPr>
          <p:cNvSpPr txBox="1"/>
          <p:nvPr/>
        </p:nvSpPr>
        <p:spPr>
          <a:xfrm>
            <a:off x="3261956" y="4889551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346823B-DEA8-2554-13A4-672ED22B71E6}"/>
              </a:ext>
            </a:extLst>
          </p:cNvPr>
          <p:cNvSpPr txBox="1"/>
          <p:nvPr/>
        </p:nvSpPr>
        <p:spPr>
          <a:xfrm>
            <a:off x="3307797" y="5128673"/>
            <a:ext cx="49421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완료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658F9B2C-427F-BACD-FEE7-FF6910D21B21}"/>
              </a:ext>
            </a:extLst>
          </p:cNvPr>
          <p:cNvSpPr/>
          <p:nvPr/>
        </p:nvSpPr>
        <p:spPr>
          <a:xfrm>
            <a:off x="1350818" y="5434182"/>
            <a:ext cx="2417540" cy="62559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B02CC386-B13C-8DD7-E5A5-C94CC1C62636}"/>
              </a:ext>
            </a:extLst>
          </p:cNvPr>
          <p:cNvSpPr txBox="1"/>
          <p:nvPr/>
        </p:nvSpPr>
        <p:spPr>
          <a:xfrm>
            <a:off x="1347976" y="5520710"/>
            <a:ext cx="126590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광고주 명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C064E02F-B3D3-C7C3-492E-91B8A61CA1C7}"/>
              </a:ext>
            </a:extLst>
          </p:cNvPr>
          <p:cNvSpPr txBox="1"/>
          <p:nvPr/>
        </p:nvSpPr>
        <p:spPr>
          <a:xfrm>
            <a:off x="1363114" y="5752138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 타이틀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92F778BC-8B2D-187F-EDA2-38D658634D5B}"/>
              </a:ext>
            </a:extLst>
          </p:cNvPr>
          <p:cNvSpPr/>
          <p:nvPr/>
        </p:nvSpPr>
        <p:spPr>
          <a:xfrm>
            <a:off x="2561729" y="5532490"/>
            <a:ext cx="651404" cy="407688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AB09F0D0-3FCD-7EC1-6AF0-28B874C51236}"/>
              </a:ext>
            </a:extLst>
          </p:cNvPr>
          <p:cNvSpPr txBox="1"/>
          <p:nvPr/>
        </p:nvSpPr>
        <p:spPr>
          <a:xfrm>
            <a:off x="3261956" y="5513016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4D67893E-8D0A-A6DF-CD34-872C6F01AF94}"/>
              </a:ext>
            </a:extLst>
          </p:cNvPr>
          <p:cNvSpPr txBox="1"/>
          <p:nvPr/>
        </p:nvSpPr>
        <p:spPr>
          <a:xfrm>
            <a:off x="3307797" y="5752138"/>
            <a:ext cx="49421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완료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6" name="Google Shape;1197;p27">
            <a:extLst>
              <a:ext uri="{FF2B5EF4-FFF2-40B4-BE49-F238E27FC236}">
                <a16:creationId xmlns:a16="http://schemas.microsoft.com/office/drawing/2014/main" id="{2A534169-98E5-539B-CC73-43A3431D8A06}"/>
              </a:ext>
            </a:extLst>
          </p:cNvPr>
          <p:cNvSpPr/>
          <p:nvPr/>
        </p:nvSpPr>
        <p:spPr>
          <a:xfrm>
            <a:off x="4391372" y="1448780"/>
            <a:ext cx="2566556" cy="4680520"/>
          </a:xfrm>
          <a:prstGeom prst="roundRect">
            <a:avLst>
              <a:gd name="adj" fmla="val 580"/>
            </a:avLst>
          </a:prstGeom>
          <a:solidFill>
            <a:srgbClr val="7F7F7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54000" rIns="61650" bIns="24650" anchor="t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투네애드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돋움" pitchFamily="50" charset="-127"/>
              <a:ea typeface="돋움" pitchFamily="50" charset="-127"/>
              <a:cs typeface="+mn-cs"/>
            </a:endParaRPr>
          </a:p>
        </p:txBody>
      </p:sp>
      <p:sp>
        <p:nvSpPr>
          <p:cNvPr id="58" name="Google Shape;1198;p27">
            <a:extLst>
              <a:ext uri="{FF2B5EF4-FFF2-40B4-BE49-F238E27FC236}">
                <a16:creationId xmlns:a16="http://schemas.microsoft.com/office/drawing/2014/main" id="{D468186D-27ED-02B7-99E0-BA2FFBDAD069}"/>
              </a:ext>
            </a:extLst>
          </p:cNvPr>
          <p:cNvSpPr/>
          <p:nvPr/>
        </p:nvSpPr>
        <p:spPr>
          <a:xfrm>
            <a:off x="4446426" y="1682045"/>
            <a:ext cx="2470586" cy="4411251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9638CF48-117C-694B-2962-52A4BEB65687}"/>
              </a:ext>
            </a:extLst>
          </p:cNvPr>
          <p:cNvGrpSpPr/>
          <p:nvPr/>
        </p:nvGrpSpPr>
        <p:grpSpPr>
          <a:xfrm>
            <a:off x="5303912" y="1457978"/>
            <a:ext cx="1090735" cy="215444"/>
            <a:chOff x="5328518" y="1725362"/>
            <a:chExt cx="1090735" cy="215444"/>
          </a:xfrm>
        </p:grpSpPr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AF34C19F-A354-823C-14D6-CA99FFBA71AB}"/>
                </a:ext>
              </a:extLst>
            </p:cNvPr>
            <p:cNvSpPr txBox="1"/>
            <p:nvPr/>
          </p:nvSpPr>
          <p:spPr>
            <a:xfrm>
              <a:off x="5328518" y="1725362"/>
              <a:ext cx="867997" cy="215444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광고 자동 재생</a:t>
              </a:r>
              <a:endParaRPr lang="ko-KR" altLang="en-US" sz="900" dirty="0"/>
            </a:p>
          </p:txBody>
        </p:sp>
        <p:grpSp>
          <p:nvGrpSpPr>
            <p:cNvPr id="61" name="그룹 60">
              <a:extLst>
                <a:ext uri="{FF2B5EF4-FFF2-40B4-BE49-F238E27FC236}">
                  <a16:creationId xmlns:a16="http://schemas.microsoft.com/office/drawing/2014/main" id="{535F02A9-645B-2F72-9125-0092CE0EDFD7}"/>
                </a:ext>
              </a:extLst>
            </p:cNvPr>
            <p:cNvGrpSpPr/>
            <p:nvPr/>
          </p:nvGrpSpPr>
          <p:grpSpPr>
            <a:xfrm>
              <a:off x="6155353" y="1764509"/>
              <a:ext cx="263900" cy="146480"/>
              <a:chOff x="5960046" y="5573029"/>
              <a:chExt cx="263900" cy="146480"/>
            </a:xfrm>
          </p:grpSpPr>
          <p:sp>
            <p:nvSpPr>
              <p:cNvPr id="62" name="사각형: 둥근 모서리 61">
                <a:extLst>
                  <a:ext uri="{FF2B5EF4-FFF2-40B4-BE49-F238E27FC236}">
                    <a16:creationId xmlns:a16="http://schemas.microsoft.com/office/drawing/2014/main" id="{16677052-FDA1-22D8-7B52-7A514073D2C5}"/>
                  </a:ext>
                </a:extLst>
              </p:cNvPr>
              <p:cNvSpPr/>
              <p:nvPr/>
            </p:nvSpPr>
            <p:spPr>
              <a:xfrm>
                <a:off x="5960046" y="5573029"/>
                <a:ext cx="246686" cy="13715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3" name="타원 62">
                <a:extLst>
                  <a:ext uri="{FF2B5EF4-FFF2-40B4-BE49-F238E27FC236}">
                    <a16:creationId xmlns:a16="http://schemas.microsoft.com/office/drawing/2014/main" id="{76405FD2-40FE-7DB5-9294-AEDFC2788570}"/>
                  </a:ext>
                </a:extLst>
              </p:cNvPr>
              <p:cNvSpPr/>
              <p:nvPr/>
            </p:nvSpPr>
            <p:spPr>
              <a:xfrm>
                <a:off x="6086796" y="5582359"/>
                <a:ext cx="137150" cy="13715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4A0C31D2-7433-60A5-1A7A-ADBB00BD80D2}"/>
              </a:ext>
            </a:extLst>
          </p:cNvPr>
          <p:cNvSpPr/>
          <p:nvPr/>
        </p:nvSpPr>
        <p:spPr>
          <a:xfrm>
            <a:off x="4470726" y="1701467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398BD7DA-A5B4-788E-CE08-6DE643AA6F39}"/>
              </a:ext>
            </a:extLst>
          </p:cNvPr>
          <p:cNvSpPr txBox="1"/>
          <p:nvPr/>
        </p:nvSpPr>
        <p:spPr>
          <a:xfrm>
            <a:off x="4467884" y="1787995"/>
            <a:ext cx="126590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광고주 명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D18E4A40-B511-9EB7-BAB9-24B708EB871B}"/>
              </a:ext>
            </a:extLst>
          </p:cNvPr>
          <p:cNvSpPr txBox="1"/>
          <p:nvPr/>
        </p:nvSpPr>
        <p:spPr>
          <a:xfrm>
            <a:off x="4483022" y="2019423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 타이틀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9E26CA25-0246-12EE-85B1-CDD6CEB8E440}"/>
              </a:ext>
            </a:extLst>
          </p:cNvPr>
          <p:cNvSpPr/>
          <p:nvPr/>
        </p:nvSpPr>
        <p:spPr>
          <a:xfrm>
            <a:off x="5681637" y="1799775"/>
            <a:ext cx="651404" cy="407688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E0A50F7B-143F-003B-E48C-D0FED3095B30}"/>
              </a:ext>
            </a:extLst>
          </p:cNvPr>
          <p:cNvSpPr txBox="1"/>
          <p:nvPr/>
        </p:nvSpPr>
        <p:spPr>
          <a:xfrm>
            <a:off x="6381864" y="1780301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CE6BC176-84D5-D567-531F-F9F81044B2A0}"/>
              </a:ext>
            </a:extLst>
          </p:cNvPr>
          <p:cNvSpPr txBox="1"/>
          <p:nvPr/>
        </p:nvSpPr>
        <p:spPr>
          <a:xfrm>
            <a:off x="6427705" y="2019423"/>
            <a:ext cx="49421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00:00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8AA59BBE-CC41-B7F7-8F58-73B89CFAD4AF}"/>
              </a:ext>
            </a:extLst>
          </p:cNvPr>
          <p:cNvSpPr txBox="1"/>
          <p:nvPr/>
        </p:nvSpPr>
        <p:spPr>
          <a:xfrm>
            <a:off x="4467884" y="2411460"/>
            <a:ext cx="126590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광고주 명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7B02BFBE-342F-FF76-EF2B-5DD3D672B635}"/>
              </a:ext>
            </a:extLst>
          </p:cNvPr>
          <p:cNvSpPr txBox="1"/>
          <p:nvPr/>
        </p:nvSpPr>
        <p:spPr>
          <a:xfrm>
            <a:off x="4483022" y="2642888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 타이틀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001453B2-21F5-6D49-7483-8BBC54388308}"/>
              </a:ext>
            </a:extLst>
          </p:cNvPr>
          <p:cNvSpPr txBox="1"/>
          <p:nvPr/>
        </p:nvSpPr>
        <p:spPr>
          <a:xfrm>
            <a:off x="6381864" y="2403766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4B5D46C-810C-2EE8-1BC9-62C0665A41E9}"/>
              </a:ext>
            </a:extLst>
          </p:cNvPr>
          <p:cNvSpPr txBox="1"/>
          <p:nvPr/>
        </p:nvSpPr>
        <p:spPr>
          <a:xfrm>
            <a:off x="6427705" y="2642888"/>
            <a:ext cx="49421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00:00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FA94701C-27D6-B624-D2A2-19A3945B39DB}"/>
              </a:ext>
            </a:extLst>
          </p:cNvPr>
          <p:cNvSpPr/>
          <p:nvPr/>
        </p:nvSpPr>
        <p:spPr>
          <a:xfrm>
            <a:off x="4470726" y="4765806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6F8232D2-E76C-EB18-6CEC-5B6D91471BD9}"/>
              </a:ext>
            </a:extLst>
          </p:cNvPr>
          <p:cNvSpPr txBox="1"/>
          <p:nvPr/>
        </p:nvSpPr>
        <p:spPr>
          <a:xfrm>
            <a:off x="4467884" y="4852334"/>
            <a:ext cx="126590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광고주 명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E37A34C0-D503-C28F-0DF5-163618479891}"/>
              </a:ext>
            </a:extLst>
          </p:cNvPr>
          <p:cNvSpPr txBox="1"/>
          <p:nvPr/>
        </p:nvSpPr>
        <p:spPr>
          <a:xfrm>
            <a:off x="4483022" y="5083762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 타이틀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F7830DC5-EEDA-54EF-EB7F-4008C265EEC2}"/>
              </a:ext>
            </a:extLst>
          </p:cNvPr>
          <p:cNvSpPr/>
          <p:nvPr/>
        </p:nvSpPr>
        <p:spPr>
          <a:xfrm>
            <a:off x="5681637" y="4864114"/>
            <a:ext cx="651404" cy="407688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95BE1B7D-3C23-09A5-CBB0-22A45E0717E1}"/>
              </a:ext>
            </a:extLst>
          </p:cNvPr>
          <p:cNvSpPr txBox="1"/>
          <p:nvPr/>
        </p:nvSpPr>
        <p:spPr>
          <a:xfrm>
            <a:off x="6381864" y="4844640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5CCC3CDC-EE8D-531B-5284-AB6F0092703D}"/>
              </a:ext>
            </a:extLst>
          </p:cNvPr>
          <p:cNvSpPr txBox="1"/>
          <p:nvPr/>
        </p:nvSpPr>
        <p:spPr>
          <a:xfrm>
            <a:off x="6427705" y="5083762"/>
            <a:ext cx="49421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00:00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31109F2C-C968-7F21-D2C9-E40CBD2988F0}"/>
              </a:ext>
            </a:extLst>
          </p:cNvPr>
          <p:cNvSpPr/>
          <p:nvPr/>
        </p:nvSpPr>
        <p:spPr>
          <a:xfrm>
            <a:off x="4470726" y="5395818"/>
            <a:ext cx="2417540" cy="62559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13A445F8-4E0F-BE52-E8A7-5462FF2C9583}"/>
              </a:ext>
            </a:extLst>
          </p:cNvPr>
          <p:cNvSpPr txBox="1"/>
          <p:nvPr/>
        </p:nvSpPr>
        <p:spPr>
          <a:xfrm>
            <a:off x="4467884" y="5482346"/>
            <a:ext cx="126590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광고주 명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8141C035-76CF-B127-C22B-2498066D33F4}"/>
              </a:ext>
            </a:extLst>
          </p:cNvPr>
          <p:cNvSpPr txBox="1"/>
          <p:nvPr/>
        </p:nvSpPr>
        <p:spPr>
          <a:xfrm>
            <a:off x="4483022" y="5713774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 타이틀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F48B8752-DF66-FABF-D658-B50B885D52B1}"/>
              </a:ext>
            </a:extLst>
          </p:cNvPr>
          <p:cNvSpPr/>
          <p:nvPr/>
        </p:nvSpPr>
        <p:spPr>
          <a:xfrm>
            <a:off x="5681637" y="5494126"/>
            <a:ext cx="651404" cy="407688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2242BF03-FE35-A6D0-CCC2-4510A85E4B8D}"/>
              </a:ext>
            </a:extLst>
          </p:cNvPr>
          <p:cNvSpPr txBox="1"/>
          <p:nvPr/>
        </p:nvSpPr>
        <p:spPr>
          <a:xfrm>
            <a:off x="6381864" y="5474652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BE3E0509-AB06-8CA5-F599-208311A3B2F8}"/>
              </a:ext>
            </a:extLst>
          </p:cNvPr>
          <p:cNvSpPr txBox="1"/>
          <p:nvPr/>
        </p:nvSpPr>
        <p:spPr>
          <a:xfrm>
            <a:off x="6427705" y="5713774"/>
            <a:ext cx="49421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00:00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112" name="표 111">
            <a:extLst>
              <a:ext uri="{FF2B5EF4-FFF2-40B4-BE49-F238E27FC236}">
                <a16:creationId xmlns:a16="http://schemas.microsoft.com/office/drawing/2014/main" id="{FF70CD8C-06C2-298F-C1BC-9F3F718B03F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338700"/>
              </p:ext>
            </p:extLst>
          </p:nvPr>
        </p:nvGraphicFramePr>
        <p:xfrm>
          <a:off x="4471132" y="4548192"/>
          <a:ext cx="2417540" cy="213360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1208770">
                  <a:extLst>
                    <a:ext uri="{9D8B030D-6E8A-4147-A177-3AD203B41FA5}">
                      <a16:colId xmlns:a16="http://schemas.microsoft.com/office/drawing/2014/main" val="2045282246"/>
                    </a:ext>
                  </a:extLst>
                </a:gridCol>
                <a:gridCol w="1208770">
                  <a:extLst>
                    <a:ext uri="{9D8B030D-6E8A-4147-A177-3AD203B41FA5}">
                      <a16:colId xmlns:a16="http://schemas.microsoft.com/office/drawing/2014/main" val="859422954"/>
                    </a:ext>
                  </a:extLst>
                </a:gridCol>
              </a:tblGrid>
              <a:tr h="19227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▶ 재생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29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ebdings" panose="05030102010509060703" pitchFamily="18" charset="2"/>
                        </a:rPr>
                        <a:t>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ebdings" panose="05030102010509060703" pitchFamily="18" charset="2"/>
                        </a:rPr>
                        <a:t>SKIP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7501084"/>
                  </a:ext>
                </a:extLst>
              </a:tr>
            </a:tbl>
          </a:graphicData>
        </a:graphic>
      </p:graphicFrame>
      <p:pic>
        <p:nvPicPr>
          <p:cNvPr id="121" name="그림 120">
            <a:extLst>
              <a:ext uri="{FF2B5EF4-FFF2-40B4-BE49-F238E27FC236}">
                <a16:creationId xmlns:a16="http://schemas.microsoft.com/office/drawing/2014/main" id="{110F9923-91B0-FF67-6528-FF5B0851DF1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b="92858"/>
          <a:stretch>
            <a:fillRect/>
          </a:stretch>
        </p:blipFill>
        <p:spPr>
          <a:xfrm>
            <a:off x="4462579" y="6028420"/>
            <a:ext cx="2456901" cy="45719"/>
          </a:xfrm>
          <a:prstGeom prst="rect">
            <a:avLst/>
          </a:prstGeom>
        </p:spPr>
      </p:pic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529A20BC-027C-FA40-0A5D-E52F45F7786D}"/>
              </a:ext>
            </a:extLst>
          </p:cNvPr>
          <p:cNvSpPr/>
          <p:nvPr/>
        </p:nvSpPr>
        <p:spPr>
          <a:xfrm>
            <a:off x="1350818" y="2324932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75407425-4615-CF5F-0FEA-4CDA063AF40D}"/>
              </a:ext>
            </a:extLst>
          </p:cNvPr>
          <p:cNvSpPr txBox="1"/>
          <p:nvPr/>
        </p:nvSpPr>
        <p:spPr>
          <a:xfrm>
            <a:off x="1347976" y="2411460"/>
            <a:ext cx="126590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광고주 명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8FA3C513-20A8-4D21-1E9C-53196F101E48}"/>
              </a:ext>
            </a:extLst>
          </p:cNvPr>
          <p:cNvSpPr txBox="1"/>
          <p:nvPr/>
        </p:nvSpPr>
        <p:spPr>
          <a:xfrm>
            <a:off x="1363114" y="2642888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 타이틀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5" name="사각형: 둥근 모서리 124">
            <a:extLst>
              <a:ext uri="{FF2B5EF4-FFF2-40B4-BE49-F238E27FC236}">
                <a16:creationId xmlns:a16="http://schemas.microsoft.com/office/drawing/2014/main" id="{2E9EC695-D64F-6710-713C-701F94053411}"/>
              </a:ext>
            </a:extLst>
          </p:cNvPr>
          <p:cNvSpPr/>
          <p:nvPr/>
        </p:nvSpPr>
        <p:spPr>
          <a:xfrm>
            <a:off x="2561729" y="2423240"/>
            <a:ext cx="651404" cy="407688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18646D8A-74D6-5ACD-3254-3B0C0D3BDA7C}"/>
              </a:ext>
            </a:extLst>
          </p:cNvPr>
          <p:cNvSpPr txBox="1"/>
          <p:nvPr/>
        </p:nvSpPr>
        <p:spPr>
          <a:xfrm>
            <a:off x="3261956" y="2403766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66D94DD4-852B-FCE5-EF99-5A2930130A03}"/>
              </a:ext>
            </a:extLst>
          </p:cNvPr>
          <p:cNvSpPr txBox="1"/>
          <p:nvPr/>
        </p:nvSpPr>
        <p:spPr>
          <a:xfrm>
            <a:off x="3307797" y="2642888"/>
            <a:ext cx="49421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00:00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506E3E0A-0207-4B72-700D-73D95B207FD9}"/>
              </a:ext>
            </a:extLst>
          </p:cNvPr>
          <p:cNvSpPr/>
          <p:nvPr/>
        </p:nvSpPr>
        <p:spPr>
          <a:xfrm>
            <a:off x="4470726" y="2324931"/>
            <a:ext cx="2417540" cy="2443919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0B10C863-67D4-39C8-C367-DBB436C1A85E}"/>
              </a:ext>
            </a:extLst>
          </p:cNvPr>
          <p:cNvGrpSpPr/>
          <p:nvPr/>
        </p:nvGrpSpPr>
        <p:grpSpPr>
          <a:xfrm rot="5400000">
            <a:off x="3200902" y="3678221"/>
            <a:ext cx="1817723" cy="363534"/>
            <a:chOff x="6600056" y="1538514"/>
            <a:chExt cx="1692190" cy="305304"/>
          </a:xfrm>
        </p:grpSpPr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4C4C832F-BF3C-FE3A-CCB4-39E1F11B5806}"/>
                </a:ext>
              </a:extLst>
            </p:cNvPr>
            <p:cNvCxnSpPr/>
            <p:nvPr/>
          </p:nvCxnSpPr>
          <p:spPr>
            <a:xfrm>
              <a:off x="6600056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24A83B71-CCC2-D47C-B9D4-D4F30D870D20}"/>
                </a:ext>
              </a:extLst>
            </p:cNvPr>
            <p:cNvCxnSpPr/>
            <p:nvPr/>
          </p:nvCxnSpPr>
          <p:spPr>
            <a:xfrm>
              <a:off x="8292244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화살표 연결선 135">
              <a:extLst>
                <a:ext uri="{FF2B5EF4-FFF2-40B4-BE49-F238E27FC236}">
                  <a16:creationId xmlns:a16="http://schemas.microsoft.com/office/drawing/2014/main" id="{57604633-A751-8BA2-089C-FA413E36A4AE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60" y="1731525"/>
              <a:ext cx="1692186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화살표 연결선 136">
              <a:extLst>
                <a:ext uri="{FF2B5EF4-FFF2-40B4-BE49-F238E27FC236}">
                  <a16:creationId xmlns:a16="http://schemas.microsoft.com/office/drawing/2014/main" id="{6AD9C95C-0F97-BB68-B25A-C1626B6A6D43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60" y="1648806"/>
              <a:ext cx="1692186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04CD1175-08EA-02D5-98AB-58B128171994}"/>
              </a:ext>
            </a:extLst>
          </p:cNvPr>
          <p:cNvSpPr/>
          <p:nvPr/>
        </p:nvSpPr>
        <p:spPr>
          <a:xfrm>
            <a:off x="4511824" y="2934646"/>
            <a:ext cx="2327126" cy="891204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썸네일</a:t>
            </a:r>
          </a:p>
        </p:txBody>
      </p:sp>
      <p:cxnSp>
        <p:nvCxnSpPr>
          <p:cNvPr id="139" name="연결선: 꺾임 138">
            <a:extLst>
              <a:ext uri="{FF2B5EF4-FFF2-40B4-BE49-F238E27FC236}">
                <a16:creationId xmlns:a16="http://schemas.microsoft.com/office/drawing/2014/main" id="{80597CE6-E8BA-767B-CC17-C10A21F27FE3}"/>
              </a:ext>
            </a:extLst>
          </p:cNvPr>
          <p:cNvCxnSpPr>
            <a:cxnSpLocks/>
            <a:stCxn id="140" idx="6"/>
            <a:endCxn id="141" idx="2"/>
          </p:cNvCxnSpPr>
          <p:nvPr/>
        </p:nvCxnSpPr>
        <p:spPr>
          <a:xfrm>
            <a:off x="3690303" y="2642133"/>
            <a:ext cx="910642" cy="132430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" name="타원 139">
            <a:extLst>
              <a:ext uri="{FF2B5EF4-FFF2-40B4-BE49-F238E27FC236}">
                <a16:creationId xmlns:a16="http://schemas.microsoft.com/office/drawing/2014/main" id="{348B54F6-3AFA-3540-29EB-DF2DC31021C9}"/>
              </a:ext>
            </a:extLst>
          </p:cNvPr>
          <p:cNvSpPr/>
          <p:nvPr/>
        </p:nvSpPr>
        <p:spPr>
          <a:xfrm>
            <a:off x="3101508" y="2347735"/>
            <a:ext cx="588795" cy="588795"/>
          </a:xfrm>
          <a:prstGeom prst="ellipse">
            <a:avLst/>
          </a:prstGeom>
          <a:solidFill>
            <a:srgbClr val="FF0000">
              <a:alpha val="50000"/>
            </a:srgbClr>
          </a:solidFill>
          <a:ln>
            <a:noFill/>
            <a:prstDash val="sysDot"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1" name="타원 140">
            <a:extLst>
              <a:ext uri="{FF2B5EF4-FFF2-40B4-BE49-F238E27FC236}">
                <a16:creationId xmlns:a16="http://schemas.microsoft.com/office/drawing/2014/main" id="{7E4DF077-D923-5CDB-6ED7-44995847DCC4}"/>
              </a:ext>
            </a:extLst>
          </p:cNvPr>
          <p:cNvSpPr/>
          <p:nvPr/>
        </p:nvSpPr>
        <p:spPr>
          <a:xfrm>
            <a:off x="4600945" y="2480165"/>
            <a:ext cx="588795" cy="588795"/>
          </a:xfrm>
          <a:prstGeom prst="ellipse">
            <a:avLst/>
          </a:prstGeom>
          <a:solidFill>
            <a:srgbClr val="FF0000">
              <a:alpha val="50000"/>
            </a:srgbClr>
          </a:solidFill>
          <a:ln>
            <a:noFill/>
            <a:prstDash val="sysDot"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aphicFrame>
        <p:nvGraphicFramePr>
          <p:cNvPr id="145" name="Group 323">
            <a:extLst>
              <a:ext uri="{FF2B5EF4-FFF2-40B4-BE49-F238E27FC236}">
                <a16:creationId xmlns:a16="http://schemas.microsoft.com/office/drawing/2014/main" id="{EE94E593-F8CA-8674-2B9F-A5A59EE444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0820859"/>
              </p:ext>
            </p:extLst>
          </p:nvPr>
        </p:nvGraphicFramePr>
        <p:xfrm>
          <a:off x="9625013" y="575703"/>
          <a:ext cx="2519969" cy="1320306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자세히 보기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영역 클릭 시 축약된 내용 및 버튼 오픈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다시 클릭하면 닫힘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다른 영역 클릭 시 기존 후원 영역은 닫히고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클릭한 후원의 내용만 오픈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4805243"/>
                  </a:ext>
                </a:extLst>
              </a:tr>
            </a:tbl>
          </a:graphicData>
        </a:graphic>
      </p:graphicFrame>
      <p:sp>
        <p:nvSpPr>
          <p:cNvPr id="146" name="타원 145">
            <a:extLst>
              <a:ext uri="{FF2B5EF4-FFF2-40B4-BE49-F238E27FC236}">
                <a16:creationId xmlns:a16="http://schemas.microsoft.com/office/drawing/2014/main" id="{A54E4F9B-2CB1-4EB5-EE3C-A48A7B334101}"/>
              </a:ext>
            </a:extLst>
          </p:cNvPr>
          <p:cNvSpPr/>
          <p:nvPr/>
        </p:nvSpPr>
        <p:spPr>
          <a:xfrm>
            <a:off x="3889200" y="2714448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A8CC5A73-9890-AC8A-EAB3-B9F2D2114FEB}"/>
              </a:ext>
            </a:extLst>
          </p:cNvPr>
          <p:cNvGrpSpPr/>
          <p:nvPr/>
        </p:nvGrpSpPr>
        <p:grpSpPr>
          <a:xfrm>
            <a:off x="3373386" y="1494721"/>
            <a:ext cx="387008" cy="118852"/>
            <a:chOff x="8850325" y="2256508"/>
            <a:chExt cx="387008" cy="118852"/>
          </a:xfrm>
        </p:grpSpPr>
        <p:sp>
          <p:nvSpPr>
            <p:cNvPr id="152" name="Google Shape;1200;p27">
              <a:extLst>
                <a:ext uri="{FF2B5EF4-FFF2-40B4-BE49-F238E27FC236}">
                  <a16:creationId xmlns:a16="http://schemas.microsoft.com/office/drawing/2014/main" id="{21B79C70-ED13-B819-715D-0941A0AB04EC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3" name="그래픽 152">
              <a:extLst>
                <a:ext uri="{FF2B5EF4-FFF2-40B4-BE49-F238E27FC236}">
                  <a16:creationId xmlns:a16="http://schemas.microsoft.com/office/drawing/2014/main" id="{A0BD0E2B-BD2E-9EE4-628E-4B751F5EE57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154" name="Google Shape;1202;p27">
              <a:extLst>
                <a:ext uri="{FF2B5EF4-FFF2-40B4-BE49-F238E27FC236}">
                  <a16:creationId xmlns:a16="http://schemas.microsoft.com/office/drawing/2014/main" id="{49059B01-8CFD-F769-4685-2231BE4A9A85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55" name="그룹 154">
            <a:extLst>
              <a:ext uri="{FF2B5EF4-FFF2-40B4-BE49-F238E27FC236}">
                <a16:creationId xmlns:a16="http://schemas.microsoft.com/office/drawing/2014/main" id="{B5A7C2FE-88D1-FB0F-3AAA-5296244DFDF9}"/>
              </a:ext>
            </a:extLst>
          </p:cNvPr>
          <p:cNvGrpSpPr/>
          <p:nvPr/>
        </p:nvGrpSpPr>
        <p:grpSpPr>
          <a:xfrm>
            <a:off x="6501258" y="1494721"/>
            <a:ext cx="387008" cy="118852"/>
            <a:chOff x="8850325" y="2256508"/>
            <a:chExt cx="387008" cy="118852"/>
          </a:xfrm>
        </p:grpSpPr>
        <p:sp>
          <p:nvSpPr>
            <p:cNvPr id="156" name="Google Shape;1200;p27">
              <a:extLst>
                <a:ext uri="{FF2B5EF4-FFF2-40B4-BE49-F238E27FC236}">
                  <a16:creationId xmlns:a16="http://schemas.microsoft.com/office/drawing/2014/main" id="{9D984EC3-A091-050C-FEFE-FFB3D2269475}"/>
                </a:ext>
              </a:extLst>
            </p:cNvPr>
            <p:cNvSpPr/>
            <p:nvPr/>
          </p:nvSpPr>
          <p:spPr>
            <a:xfrm>
              <a:off x="9149396" y="2284097"/>
              <a:ext cx="87937" cy="85596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" y="15"/>
                  </a:moveTo>
                  <a:cubicBezTo>
                    <a:pt x="0" y="26"/>
                    <a:pt x="0" y="45"/>
                    <a:pt x="12" y="56"/>
                  </a:cubicBezTo>
                  <a:lnTo>
                    <a:pt x="80" y="122"/>
                  </a:lnTo>
                  <a:lnTo>
                    <a:pt x="12" y="188"/>
                  </a:lnTo>
                  <a:cubicBezTo>
                    <a:pt x="0" y="199"/>
                    <a:pt x="0" y="218"/>
                    <a:pt x="12" y="229"/>
                  </a:cubicBezTo>
                  <a:cubicBezTo>
                    <a:pt x="24" y="241"/>
                    <a:pt x="44" y="241"/>
                    <a:pt x="56" y="229"/>
                  </a:cubicBezTo>
                  <a:lnTo>
                    <a:pt x="123" y="165"/>
                  </a:lnTo>
                  <a:lnTo>
                    <a:pt x="190" y="229"/>
                  </a:lnTo>
                  <a:cubicBezTo>
                    <a:pt x="202" y="241"/>
                    <a:pt x="222" y="241"/>
                    <a:pt x="234" y="229"/>
                  </a:cubicBezTo>
                  <a:cubicBezTo>
                    <a:pt x="246" y="218"/>
                    <a:pt x="246" y="199"/>
                    <a:pt x="234" y="188"/>
                  </a:cubicBezTo>
                  <a:lnTo>
                    <a:pt x="167" y="122"/>
                  </a:lnTo>
                  <a:lnTo>
                    <a:pt x="234" y="56"/>
                  </a:lnTo>
                  <a:cubicBezTo>
                    <a:pt x="246" y="45"/>
                    <a:pt x="246" y="26"/>
                    <a:pt x="234" y="15"/>
                  </a:cubicBezTo>
                  <a:cubicBezTo>
                    <a:pt x="222" y="3"/>
                    <a:pt x="202" y="3"/>
                    <a:pt x="190" y="15"/>
                  </a:cubicBezTo>
                  <a:lnTo>
                    <a:pt x="123" y="79"/>
                  </a:lnTo>
                  <a:lnTo>
                    <a:pt x="56" y="15"/>
                  </a:lnTo>
                  <a:cubicBezTo>
                    <a:pt x="41" y="0"/>
                    <a:pt x="26" y="3"/>
                    <a:pt x="12" y="15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771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7" name="그래픽 156">
              <a:extLst>
                <a:ext uri="{FF2B5EF4-FFF2-40B4-BE49-F238E27FC236}">
                  <a16:creationId xmlns:a16="http://schemas.microsoft.com/office/drawing/2014/main" id="{2EF48095-AE21-A610-8FF2-CC1827DB766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850325" y="2256508"/>
              <a:ext cx="118852" cy="118852"/>
            </a:xfrm>
            <a:prstGeom prst="rect">
              <a:avLst/>
            </a:prstGeom>
          </p:spPr>
        </p:pic>
        <p:sp>
          <p:nvSpPr>
            <p:cNvPr id="158" name="Google Shape;1202;p27">
              <a:extLst>
                <a:ext uri="{FF2B5EF4-FFF2-40B4-BE49-F238E27FC236}">
                  <a16:creationId xmlns:a16="http://schemas.microsoft.com/office/drawing/2014/main" id="{628E0AA1-B216-130B-54A8-EF85708EBD1B}"/>
                </a:ext>
              </a:extLst>
            </p:cNvPr>
            <p:cNvSpPr/>
            <p:nvPr/>
          </p:nvSpPr>
          <p:spPr>
            <a:xfrm>
              <a:off x="9017173" y="2346722"/>
              <a:ext cx="84227" cy="20775"/>
            </a:xfrm>
            <a:custGeom>
              <a:avLst/>
              <a:gdLst/>
              <a:ahLst/>
              <a:cxnLst/>
              <a:rect l="l" t="t" r="r" b="b"/>
              <a:pathLst>
                <a:path w="236" h="59" extrusionOk="0">
                  <a:moveTo>
                    <a:pt x="32" y="0"/>
                  </a:moveTo>
                  <a:cubicBezTo>
                    <a:pt x="15" y="0"/>
                    <a:pt x="0" y="13"/>
                    <a:pt x="0" y="30"/>
                  </a:cubicBezTo>
                  <a:cubicBezTo>
                    <a:pt x="0" y="46"/>
                    <a:pt x="15" y="59"/>
                    <a:pt x="32" y="59"/>
                  </a:cubicBezTo>
                  <a:lnTo>
                    <a:pt x="205" y="59"/>
                  </a:lnTo>
                  <a:cubicBezTo>
                    <a:pt x="222" y="59"/>
                    <a:pt x="236" y="46"/>
                    <a:pt x="236" y="30"/>
                  </a:cubicBezTo>
                  <a:cubicBezTo>
                    <a:pt x="236" y="13"/>
                    <a:pt x="222" y="0"/>
                    <a:pt x="205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sz="771" kern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" name="직사각형 3">
            <a:extLst>
              <a:ext uri="{FF2B5EF4-FFF2-40B4-BE49-F238E27FC236}">
                <a16:creationId xmlns:a16="http://schemas.microsoft.com/office/drawing/2014/main" id="{DC1E9051-94E9-A1C1-5AE3-697CBE744FCB}"/>
              </a:ext>
            </a:extLst>
          </p:cNvPr>
          <p:cNvSpPr/>
          <p:nvPr/>
        </p:nvSpPr>
        <p:spPr>
          <a:xfrm>
            <a:off x="4518744" y="2947698"/>
            <a:ext cx="341796" cy="181748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/>
              <a:t>AD</a:t>
            </a:r>
            <a:endParaRPr lang="ko-KR" altLang="en-US" sz="800" b="1" dirty="0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7654396-BF69-B667-4A50-DEFE71CEEB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6517952"/>
              </p:ext>
            </p:extLst>
          </p:nvPr>
        </p:nvGraphicFramePr>
        <p:xfrm>
          <a:off x="4521177" y="3860078"/>
          <a:ext cx="2316925" cy="640080"/>
        </p:xfrm>
        <a:graphic>
          <a:graphicData uri="http://schemas.openxmlformats.org/drawingml/2006/table">
            <a:tbl>
              <a:tblPr/>
              <a:tblGrid>
                <a:gridCol w="763283">
                  <a:extLst>
                    <a:ext uri="{9D8B030D-6E8A-4147-A177-3AD203B41FA5}">
                      <a16:colId xmlns:a16="http://schemas.microsoft.com/office/drawing/2014/main" val="1809591971"/>
                    </a:ext>
                  </a:extLst>
                </a:gridCol>
                <a:gridCol w="1553642">
                  <a:extLst>
                    <a:ext uri="{9D8B030D-6E8A-4147-A177-3AD203B41FA5}">
                      <a16:colId xmlns:a16="http://schemas.microsoft.com/office/drawing/2014/main" val="369053297"/>
                    </a:ext>
                  </a:extLst>
                </a:gridCol>
              </a:tblGrid>
              <a:tr h="19498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타이틀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광고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타이틀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069969"/>
                  </a:ext>
                </a:extLst>
              </a:tr>
              <a:tr h="19498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재생 시간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00:00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5670205"/>
                  </a:ext>
                </a:extLst>
              </a:tr>
              <a:tr h="19498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캐시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1,000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캐시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수수료 포함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70554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21874678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F7D626AC-7AD3-AD78-45D8-31E2D321776A}"/>
              </a:ext>
            </a:extLst>
          </p:cNvPr>
          <p:cNvSpPr>
            <a:spLocks noGrp="1"/>
          </p:cNvSpPr>
          <p:nvPr>
            <p:ph sz="quarter" idx="10"/>
          </p:nvPr>
        </p:nvSpPr>
        <p:spPr/>
        <p:txBody>
          <a:bodyPr/>
          <a:lstStyle/>
          <a:p>
            <a:r>
              <a:rPr lang="en-US" altLang="ko-KR" dirty="0"/>
              <a:t>PC </a:t>
            </a:r>
            <a:r>
              <a:rPr lang="ko-KR" altLang="en-US" dirty="0"/>
              <a:t>웹 리모컨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07A1E749-3C65-99D9-0797-622B63EF1F5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2612753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" name="그림 102">
            <a:extLst>
              <a:ext uri="{FF2B5EF4-FFF2-40B4-BE49-F238E27FC236}">
                <a16:creationId xmlns:a16="http://schemas.microsoft.com/office/drawing/2014/main" id="{B261ED48-0518-5689-9566-AA6C8966FD6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23892" y="1340768"/>
            <a:ext cx="6208119" cy="4032448"/>
          </a:xfrm>
          <a:prstGeom prst="rect">
            <a:avLst/>
          </a:prstGeom>
        </p:spPr>
      </p:pic>
      <p:pic>
        <p:nvPicPr>
          <p:cNvPr id="119" name="그림 118">
            <a:extLst>
              <a:ext uri="{FF2B5EF4-FFF2-40B4-BE49-F238E27FC236}">
                <a16:creationId xmlns:a16="http://schemas.microsoft.com/office/drawing/2014/main" id="{4558348D-64F0-9280-7B17-259040CA9FC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57477" y="1732980"/>
            <a:ext cx="6139173" cy="3597986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C644263F-031A-B57A-C2B6-4A0FDA8AAE4D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altLang="ko-KR" dirty="0"/>
              <a:t>PC </a:t>
            </a:r>
            <a:r>
              <a:rPr lang="ko-KR" altLang="en-US" dirty="0"/>
              <a:t>웹 리모컨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3B3CB2D1-4D7B-2556-7386-6981A7BB15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PC </a:t>
            </a:r>
            <a:r>
              <a:rPr lang="ko-KR" altLang="en-US" dirty="0"/>
              <a:t>웹 리모컨</a:t>
            </a:r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9FA69090-7DD9-8A43-E3DF-281DCB99EA1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3996" y="1340768"/>
            <a:ext cx="4533852" cy="2854281"/>
          </a:xfrm>
          <a:prstGeom prst="rect">
            <a:avLst/>
          </a:prstGeom>
        </p:spPr>
      </p:pic>
      <p:pic>
        <p:nvPicPr>
          <p:cNvPr id="104" name="그림 103">
            <a:extLst>
              <a:ext uri="{FF2B5EF4-FFF2-40B4-BE49-F238E27FC236}">
                <a16:creationId xmlns:a16="http://schemas.microsoft.com/office/drawing/2014/main" id="{3531F37F-7F30-5974-335E-E6E603B902CE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3794427" y="2873978"/>
            <a:ext cx="1437476" cy="807012"/>
          </a:xfrm>
          <a:prstGeom prst="rect">
            <a:avLst/>
          </a:prstGeom>
        </p:spPr>
      </p:pic>
      <p:sp>
        <p:nvSpPr>
          <p:cNvPr id="105" name="사각형: 둥근 모서리 104">
            <a:extLst>
              <a:ext uri="{FF2B5EF4-FFF2-40B4-BE49-F238E27FC236}">
                <a16:creationId xmlns:a16="http://schemas.microsoft.com/office/drawing/2014/main" id="{E043CE11-2263-33E7-DF06-16404314D299}"/>
              </a:ext>
            </a:extLst>
          </p:cNvPr>
          <p:cNvSpPr/>
          <p:nvPr/>
        </p:nvSpPr>
        <p:spPr>
          <a:xfrm>
            <a:off x="3457499" y="3617255"/>
            <a:ext cx="485852" cy="211795"/>
          </a:xfrm>
          <a:prstGeom prst="roundRect">
            <a:avLst/>
          </a:prstGeom>
          <a:noFill/>
          <a:ln w="28575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94302867-7864-80C0-0714-C81B959847F8}"/>
              </a:ext>
            </a:extLst>
          </p:cNvPr>
          <p:cNvSpPr txBox="1"/>
          <p:nvPr/>
        </p:nvSpPr>
        <p:spPr>
          <a:xfrm>
            <a:off x="6053255" y="3034653"/>
            <a:ext cx="4550048" cy="782627"/>
          </a:xfrm>
          <a:prstGeom prst="rect">
            <a:avLst/>
          </a:prstGeom>
          <a:solidFill>
            <a:srgbClr val="FF0000">
              <a:alpha val="81000"/>
            </a:srgbClr>
          </a:solidFill>
          <a:ln>
            <a:noFill/>
          </a:ln>
        </p:spPr>
        <p:txBody>
          <a:bodyPr wrap="none" rtlCol="0" anchor="t" anchorCtr="0">
            <a:no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클라이언트 리모컨의</a:t>
            </a:r>
            <a:endParaRPr lang="en-US" altLang="ko-KR" sz="14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위젯 창 분리 기능만 제외하고 동일 기능</a:t>
            </a:r>
            <a:endParaRPr lang="en-US" altLang="ko-KR" sz="14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49F57C77-E4C4-8438-23E0-4126AE3FFC5F}"/>
              </a:ext>
            </a:extLst>
          </p:cNvPr>
          <p:cNvGrpSpPr/>
          <p:nvPr/>
        </p:nvGrpSpPr>
        <p:grpSpPr>
          <a:xfrm rot="5400000">
            <a:off x="9480292" y="3231750"/>
            <a:ext cx="4032448" cy="250484"/>
            <a:chOff x="6600056" y="1538514"/>
            <a:chExt cx="1692188" cy="305304"/>
          </a:xfrm>
        </p:grpSpPr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922E9AB0-9C90-69BA-DE5A-FF6F87D44E36}"/>
                </a:ext>
              </a:extLst>
            </p:cNvPr>
            <p:cNvCxnSpPr/>
            <p:nvPr/>
          </p:nvCxnSpPr>
          <p:spPr>
            <a:xfrm>
              <a:off x="6600056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DF83B4BB-C83F-1771-70E7-0EB43F0819C0}"/>
                </a:ext>
              </a:extLst>
            </p:cNvPr>
            <p:cNvCxnSpPr/>
            <p:nvPr/>
          </p:nvCxnSpPr>
          <p:spPr>
            <a:xfrm>
              <a:off x="8292244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화살표 연결선 109">
              <a:extLst>
                <a:ext uri="{FF2B5EF4-FFF2-40B4-BE49-F238E27FC236}">
                  <a16:creationId xmlns:a16="http://schemas.microsoft.com/office/drawing/2014/main" id="{B4EDBCED-FB29-D672-D910-E8E214607076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56" y="1685893"/>
              <a:ext cx="1692188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7040D17E-8C1E-21E4-AF20-23ACB0E8E1D0}"/>
              </a:ext>
            </a:extLst>
          </p:cNvPr>
          <p:cNvGrpSpPr/>
          <p:nvPr/>
        </p:nvGrpSpPr>
        <p:grpSpPr>
          <a:xfrm>
            <a:off x="5123891" y="5393694"/>
            <a:ext cx="6208120" cy="250484"/>
            <a:chOff x="6600056" y="1538514"/>
            <a:chExt cx="1692188" cy="305304"/>
          </a:xfrm>
        </p:grpSpPr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2E8C2330-8BDA-7ACA-851E-032C86CFA8FD}"/>
                </a:ext>
              </a:extLst>
            </p:cNvPr>
            <p:cNvCxnSpPr/>
            <p:nvPr/>
          </p:nvCxnSpPr>
          <p:spPr>
            <a:xfrm>
              <a:off x="6600056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5A4FD91C-56FF-6AB0-2C37-46C6B5A59F7A}"/>
                </a:ext>
              </a:extLst>
            </p:cNvPr>
            <p:cNvCxnSpPr/>
            <p:nvPr/>
          </p:nvCxnSpPr>
          <p:spPr>
            <a:xfrm>
              <a:off x="8292244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화살표 연결선 113">
              <a:extLst>
                <a:ext uri="{FF2B5EF4-FFF2-40B4-BE49-F238E27FC236}">
                  <a16:creationId xmlns:a16="http://schemas.microsoft.com/office/drawing/2014/main" id="{6EE67648-C4C6-FC03-09F0-E5113C6BBD03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56" y="1685893"/>
              <a:ext cx="1692188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633179D4-931B-B82A-26BA-6D8E6136AE35}"/>
              </a:ext>
            </a:extLst>
          </p:cNvPr>
          <p:cNvSpPr txBox="1"/>
          <p:nvPr/>
        </p:nvSpPr>
        <p:spPr>
          <a:xfrm>
            <a:off x="9660396" y="5090242"/>
            <a:ext cx="1685951" cy="338554"/>
          </a:xfrm>
          <a:prstGeom prst="rect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가로 세로 사이즈는 최소 값을 설정해 그 이하로 축소되지 않음</a:t>
            </a:r>
            <a:endParaRPr lang="en-US" altLang="ko-KR" sz="8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16613560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그룹 24">
            <a:extLst>
              <a:ext uri="{FF2B5EF4-FFF2-40B4-BE49-F238E27FC236}">
                <a16:creationId xmlns:a16="http://schemas.microsoft.com/office/drawing/2014/main" id="{1DA3062D-4510-AC13-1780-DB0670E20497}"/>
              </a:ext>
            </a:extLst>
          </p:cNvPr>
          <p:cNvGrpSpPr/>
          <p:nvPr/>
        </p:nvGrpSpPr>
        <p:grpSpPr>
          <a:xfrm>
            <a:off x="1994981" y="1689473"/>
            <a:ext cx="7587960" cy="4928716"/>
            <a:chOff x="1195482" y="1416608"/>
            <a:chExt cx="6208119" cy="4032448"/>
          </a:xfrm>
        </p:grpSpPr>
        <p:pic>
          <p:nvPicPr>
            <p:cNvPr id="4" name="그림 3">
              <a:extLst>
                <a:ext uri="{FF2B5EF4-FFF2-40B4-BE49-F238E27FC236}">
                  <a16:creationId xmlns:a16="http://schemas.microsoft.com/office/drawing/2014/main" id="{51FEFE3F-0A10-B8AF-14A3-92B28508692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195482" y="1416608"/>
              <a:ext cx="6208119" cy="4032448"/>
            </a:xfrm>
            <a:prstGeom prst="rect">
              <a:avLst/>
            </a:prstGeom>
          </p:spPr>
        </p:pic>
        <p:pic>
          <p:nvPicPr>
            <p:cNvPr id="5" name="그림 4">
              <a:extLst>
                <a:ext uri="{FF2B5EF4-FFF2-40B4-BE49-F238E27FC236}">
                  <a16:creationId xmlns:a16="http://schemas.microsoft.com/office/drawing/2014/main" id="{4EA3D6EF-DEA5-6590-8729-2C56A3F97E9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rightnessContrast bright="-40000" contrast="-4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1229067" y="1808820"/>
              <a:ext cx="6139173" cy="3597986"/>
            </a:xfrm>
            <a:prstGeom prst="rect">
              <a:avLst/>
            </a:prstGeom>
            <a:solidFill>
              <a:schemeClr val="bg1"/>
            </a:solidFill>
          </p:spPr>
        </p:pic>
      </p:grp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7715CB79-E66A-FCD7-82E0-FC8E769047B2}"/>
              </a:ext>
            </a:extLst>
          </p:cNvPr>
          <p:cNvSpPr/>
          <p:nvPr/>
        </p:nvSpPr>
        <p:spPr>
          <a:xfrm>
            <a:off x="2036031" y="2168860"/>
            <a:ext cx="7514913" cy="4462740"/>
          </a:xfrm>
          <a:prstGeom prst="rect">
            <a:avLst/>
          </a:prstGeom>
          <a:solidFill>
            <a:schemeClr val="tx1">
              <a:lumMod val="50000"/>
              <a:lumOff val="50000"/>
              <a:alpha val="8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BBA77AA3-3D6C-1BCF-3A09-5B41C1D54C23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5340" y="411980"/>
            <a:ext cx="9436335" cy="424732"/>
          </a:xfrm>
        </p:spPr>
        <p:txBody>
          <a:bodyPr/>
          <a:lstStyle/>
          <a:p>
            <a:pPr marL="0" indent="0">
              <a:buNone/>
            </a:pPr>
            <a:r>
              <a:rPr lang="en-US" altLang="ko-KR" dirty="0"/>
              <a:t>PC </a:t>
            </a:r>
            <a:r>
              <a:rPr lang="ko-KR" altLang="en-US" dirty="0"/>
              <a:t>웹 리모컨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BF2474D6-775F-1AFD-C532-EFD6C4E987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PC </a:t>
            </a:r>
            <a:r>
              <a:rPr lang="ko-KR" altLang="en-US" dirty="0"/>
              <a:t>웹 리모컨</a:t>
            </a: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B5F859A4-B7B7-F389-0341-75CE248D000D}"/>
              </a:ext>
            </a:extLst>
          </p:cNvPr>
          <p:cNvGrpSpPr/>
          <p:nvPr/>
        </p:nvGrpSpPr>
        <p:grpSpPr>
          <a:xfrm>
            <a:off x="3021199" y="2252429"/>
            <a:ext cx="5274374" cy="4025036"/>
            <a:chOff x="2118986" y="2104264"/>
            <a:chExt cx="5274374" cy="4025036"/>
          </a:xfrm>
        </p:grpSpPr>
        <p:sp>
          <p:nvSpPr>
            <p:cNvPr id="7" name="사각형: 둥근 모서리 6">
              <a:extLst>
                <a:ext uri="{FF2B5EF4-FFF2-40B4-BE49-F238E27FC236}">
                  <a16:creationId xmlns:a16="http://schemas.microsoft.com/office/drawing/2014/main" id="{C7028153-9F37-4FC5-0797-A79285A6055E}"/>
                </a:ext>
              </a:extLst>
            </p:cNvPr>
            <p:cNvSpPr/>
            <p:nvPr/>
          </p:nvSpPr>
          <p:spPr bwMode="auto">
            <a:xfrm>
              <a:off x="2118986" y="2104264"/>
              <a:ext cx="5274374" cy="402503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tIns="90000" rtlCol="0" anchor="t"/>
            <a:lstStyle/>
            <a:p>
              <a:pPr algn="ctr"/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설정</a:t>
              </a:r>
            </a:p>
          </p:txBody>
        </p: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914FB225-3153-8EC8-6F3E-C85E173040F4}"/>
                </a:ext>
              </a:extLst>
            </p:cNvPr>
            <p:cNvCxnSpPr/>
            <p:nvPr/>
          </p:nvCxnSpPr>
          <p:spPr>
            <a:xfrm>
              <a:off x="2118986" y="2420888"/>
              <a:ext cx="5274374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4E4713C0-5EE2-DA89-2352-77515F9DBEDC}"/>
                </a:ext>
              </a:extLst>
            </p:cNvPr>
            <p:cNvCxnSpPr>
              <a:cxnSpLocks/>
            </p:cNvCxnSpPr>
            <p:nvPr/>
          </p:nvCxnSpPr>
          <p:spPr>
            <a:xfrm>
              <a:off x="3071664" y="2420888"/>
              <a:ext cx="0" cy="3708412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9E21B56A-D68F-7488-C5CB-4BC12EF9EAEA}"/>
              </a:ext>
            </a:extLst>
          </p:cNvPr>
          <p:cNvSpPr txBox="1"/>
          <p:nvPr/>
        </p:nvSpPr>
        <p:spPr>
          <a:xfrm>
            <a:off x="4261909" y="2659643"/>
            <a:ext cx="80182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단축키 설정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C447071D-3B10-CB71-8416-9AC8035C2E3F}"/>
              </a:ext>
            </a:extLst>
          </p:cNvPr>
          <p:cNvSpPr/>
          <p:nvPr/>
        </p:nvSpPr>
        <p:spPr>
          <a:xfrm>
            <a:off x="3068824" y="3007034"/>
            <a:ext cx="862339" cy="219129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DA704CB-008E-EF1E-6CC9-7EA781BE846E}"/>
              </a:ext>
            </a:extLst>
          </p:cNvPr>
          <p:cNvSpPr txBox="1"/>
          <p:nvPr/>
        </p:nvSpPr>
        <p:spPr>
          <a:xfrm>
            <a:off x="3402749" y="2659643"/>
            <a:ext cx="41549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기본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34ABC22-7DD3-14D2-A7AB-F88929331C89}"/>
              </a:ext>
            </a:extLst>
          </p:cNvPr>
          <p:cNvSpPr txBox="1"/>
          <p:nvPr/>
        </p:nvSpPr>
        <p:spPr>
          <a:xfrm>
            <a:off x="3287332" y="3001681"/>
            <a:ext cx="53091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단축키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34E24C9-E72E-9E12-97D2-D31E2F4AEDCA}"/>
              </a:ext>
            </a:extLst>
          </p:cNvPr>
          <p:cNvSpPr txBox="1"/>
          <p:nvPr/>
        </p:nvSpPr>
        <p:spPr>
          <a:xfrm>
            <a:off x="3402750" y="3343719"/>
            <a:ext cx="41549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정보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5604EFC-A130-8D77-8F07-779200A87D44}"/>
              </a:ext>
            </a:extLst>
          </p:cNvPr>
          <p:cNvSpPr txBox="1"/>
          <p:nvPr/>
        </p:nvSpPr>
        <p:spPr>
          <a:xfrm>
            <a:off x="7975727" y="2293080"/>
            <a:ext cx="29848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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4AFD2BD-0B3F-1125-7FBA-106FE836FADD}"/>
              </a:ext>
            </a:extLst>
          </p:cNvPr>
          <p:cNvSpPr txBox="1"/>
          <p:nvPr/>
        </p:nvSpPr>
        <p:spPr>
          <a:xfrm>
            <a:off x="4926556" y="3932803"/>
            <a:ext cx="2256884" cy="659491"/>
          </a:xfrm>
          <a:prstGeom prst="roundRect">
            <a:avLst>
              <a:gd name="adj" fmla="val 11304"/>
            </a:avLst>
          </a:prstGeom>
          <a:solidFill>
            <a:schemeClr val="bg1">
              <a:lumMod val="95000"/>
            </a:schemeClr>
          </a:solidFill>
        </p:spPr>
        <p:txBody>
          <a:bodyPr wrap="none" anchor="ctr">
            <a:noAutofit/>
          </a:bodyPr>
          <a:lstStyle/>
          <a:p>
            <a:pPr algn="ctr">
              <a:lnSpc>
                <a:spcPts val="1080"/>
              </a:lnSpc>
            </a:pPr>
            <a:r>
              <a:rPr lang="en-US" altLang="ko-KR" sz="90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+mn-ea"/>
                <a:ea typeface="+mn-ea"/>
              </a:rPr>
              <a:t>PC </a:t>
            </a:r>
            <a:r>
              <a:rPr lang="ko-KR" altLang="en-US" sz="90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+mn-ea"/>
                <a:ea typeface="+mn-ea"/>
              </a:rPr>
              <a:t>버전에서만 이용할 수 있습니다</a:t>
            </a:r>
            <a:r>
              <a:rPr lang="en-US" altLang="ko-KR" sz="90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+mn-ea"/>
                <a:ea typeface="+mn-ea"/>
              </a:rPr>
              <a:t>.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0C5BE780-CEA7-EC7A-490A-E0009C3C4E1E}"/>
              </a:ext>
            </a:extLst>
          </p:cNvPr>
          <p:cNvSpPr txBox="1"/>
          <p:nvPr/>
        </p:nvSpPr>
        <p:spPr>
          <a:xfrm>
            <a:off x="4449827" y="1299279"/>
            <a:ext cx="2387861" cy="338554"/>
          </a:xfrm>
          <a:prstGeom prst="rect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예외 사항</a:t>
            </a:r>
            <a:endParaRPr lang="en-US" altLang="ko-KR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- </a:t>
            </a: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설정 </a:t>
            </a:r>
            <a:r>
              <a:rPr lang="en-US" altLang="ko-KR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단축키는 </a:t>
            </a:r>
            <a:r>
              <a:rPr lang="en-US" altLang="ko-KR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PC </a:t>
            </a: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버전에서만 이용 가능</a:t>
            </a:r>
            <a:r>
              <a:rPr lang="en-US" altLang="ko-KR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56143829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342616A6-B87C-E7EC-4A8E-47C48CFCD22D}"/>
              </a:ext>
            </a:extLst>
          </p:cNvPr>
          <p:cNvSpPr>
            <a:spLocks noGrp="1"/>
          </p:cNvSpPr>
          <p:nvPr>
            <p:ph sz="quarter" idx="10"/>
          </p:nvPr>
        </p:nvSpPr>
        <p:spPr/>
        <p:txBody>
          <a:bodyPr/>
          <a:lstStyle/>
          <a:p>
            <a:r>
              <a:rPr lang="ko-KR" altLang="en-US" dirty="0"/>
              <a:t>모바일 </a:t>
            </a:r>
            <a:r>
              <a:rPr lang="ko-KR" altLang="en-US"/>
              <a:t>웹 리모컨</a:t>
            </a:r>
            <a:endParaRPr lang="ko-KR" altLang="en-US" dirty="0"/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AEE900C7-BCFC-F129-7439-7275F2F58E2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06311323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2D152E14-CA66-D951-060D-7DF68B1DAE6D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/>
              <a:t>모바일 웹 리모컨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000A1651-A80D-78B7-3A5D-29796C982E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모바일 웹 리모컨</a:t>
            </a: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47E37981-FAB7-055A-4F97-3BFACC352A67}"/>
              </a:ext>
            </a:extLst>
          </p:cNvPr>
          <p:cNvGrpSpPr/>
          <p:nvPr/>
        </p:nvGrpSpPr>
        <p:grpSpPr>
          <a:xfrm>
            <a:off x="5560643" y="1096903"/>
            <a:ext cx="2765399" cy="5536453"/>
            <a:chOff x="3588235" y="1088740"/>
            <a:chExt cx="2765399" cy="5536453"/>
          </a:xfrm>
        </p:grpSpPr>
        <p:pic>
          <p:nvPicPr>
            <p:cNvPr id="9" name="그림 8">
              <a:extLst>
                <a:ext uri="{FF2B5EF4-FFF2-40B4-BE49-F238E27FC236}">
                  <a16:creationId xmlns:a16="http://schemas.microsoft.com/office/drawing/2014/main" id="{EE1853CB-C2B5-79FF-74E2-BB1B8459B12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588235" y="1088740"/>
              <a:ext cx="2765399" cy="5536453"/>
            </a:xfrm>
            <a:prstGeom prst="rect">
              <a:avLst/>
            </a:prstGeom>
          </p:spPr>
        </p:pic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F89909FD-1256-C236-BB8C-D0E3E4A86BC9}"/>
                </a:ext>
              </a:extLst>
            </p:cNvPr>
            <p:cNvSpPr txBox="1"/>
            <p:nvPr/>
          </p:nvSpPr>
          <p:spPr>
            <a:xfrm>
              <a:off x="3950656" y="1269340"/>
              <a:ext cx="44916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altLang="ko-KR" sz="800" b="1" dirty="0">
                  <a:latin typeface="Arial" panose="020B0604020202020204" pitchFamily="34" charset="0"/>
                  <a:ea typeface="맑은 고딕" panose="020B0503020000020004" pitchFamily="50" charset="-127"/>
                  <a:cs typeface="Arial" panose="020B0604020202020204" pitchFamily="34" charset="0"/>
                </a:rPr>
                <a:t>12:21</a:t>
              </a:r>
              <a:endParaRPr lang="ko-KR" altLang="en-US" sz="800" b="1" dirty="0" err="1"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endParaRPr>
            </a:p>
          </p:txBody>
        </p:sp>
        <p:sp>
          <p:nvSpPr>
            <p:cNvPr id="11" name="Google Shape;376;p19">
              <a:extLst>
                <a:ext uri="{FF2B5EF4-FFF2-40B4-BE49-F238E27FC236}">
                  <a16:creationId xmlns:a16="http://schemas.microsoft.com/office/drawing/2014/main" id="{970CB575-D471-4631-13B3-28F59190F3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691638" y="1323062"/>
              <a:ext cx="143028" cy="108000"/>
            </a:xfrm>
            <a:custGeom>
              <a:avLst/>
              <a:gdLst/>
              <a:ahLst/>
              <a:cxnLst/>
              <a:rect l="l" t="t" r="r" b="b"/>
              <a:pathLst>
                <a:path w="1345" h="1021" extrusionOk="0">
                  <a:moveTo>
                    <a:pt x="676" y="0"/>
                  </a:moveTo>
                  <a:cubicBezTo>
                    <a:pt x="428" y="0"/>
                    <a:pt x="206" y="96"/>
                    <a:pt x="40" y="256"/>
                  </a:cubicBezTo>
                  <a:cubicBezTo>
                    <a:pt x="4" y="284"/>
                    <a:pt x="0" y="344"/>
                    <a:pt x="31" y="377"/>
                  </a:cubicBezTo>
                  <a:cubicBezTo>
                    <a:pt x="63" y="409"/>
                    <a:pt x="123" y="408"/>
                    <a:pt x="152" y="373"/>
                  </a:cubicBezTo>
                  <a:cubicBezTo>
                    <a:pt x="290" y="240"/>
                    <a:pt x="469" y="163"/>
                    <a:pt x="676" y="163"/>
                  </a:cubicBezTo>
                  <a:cubicBezTo>
                    <a:pt x="883" y="163"/>
                    <a:pt x="1062" y="240"/>
                    <a:pt x="1200" y="373"/>
                  </a:cubicBezTo>
                  <a:cubicBezTo>
                    <a:pt x="1231" y="403"/>
                    <a:pt x="1286" y="402"/>
                    <a:pt x="1316" y="371"/>
                  </a:cubicBezTo>
                  <a:cubicBezTo>
                    <a:pt x="1345" y="341"/>
                    <a:pt x="1344" y="286"/>
                    <a:pt x="1314" y="256"/>
                  </a:cubicBezTo>
                  <a:cubicBezTo>
                    <a:pt x="1148" y="96"/>
                    <a:pt x="925" y="0"/>
                    <a:pt x="676" y="0"/>
                  </a:cubicBezTo>
                  <a:close/>
                  <a:moveTo>
                    <a:pt x="676" y="271"/>
                  </a:moveTo>
                  <a:cubicBezTo>
                    <a:pt x="496" y="271"/>
                    <a:pt x="335" y="346"/>
                    <a:pt x="218" y="463"/>
                  </a:cubicBezTo>
                  <a:cubicBezTo>
                    <a:pt x="183" y="491"/>
                    <a:pt x="179" y="551"/>
                    <a:pt x="211" y="584"/>
                  </a:cubicBezTo>
                  <a:cubicBezTo>
                    <a:pt x="243" y="616"/>
                    <a:pt x="303" y="613"/>
                    <a:pt x="332" y="578"/>
                  </a:cubicBezTo>
                  <a:cubicBezTo>
                    <a:pt x="421" y="489"/>
                    <a:pt x="541" y="434"/>
                    <a:pt x="676" y="434"/>
                  </a:cubicBezTo>
                  <a:cubicBezTo>
                    <a:pt x="811" y="434"/>
                    <a:pt x="931" y="489"/>
                    <a:pt x="1020" y="578"/>
                  </a:cubicBezTo>
                  <a:cubicBezTo>
                    <a:pt x="1051" y="608"/>
                    <a:pt x="1106" y="608"/>
                    <a:pt x="1136" y="578"/>
                  </a:cubicBezTo>
                  <a:cubicBezTo>
                    <a:pt x="1166" y="548"/>
                    <a:pt x="1166" y="493"/>
                    <a:pt x="1136" y="463"/>
                  </a:cubicBezTo>
                  <a:cubicBezTo>
                    <a:pt x="1019" y="346"/>
                    <a:pt x="856" y="271"/>
                    <a:pt x="676" y="271"/>
                  </a:cubicBezTo>
                  <a:close/>
                  <a:moveTo>
                    <a:pt x="676" y="543"/>
                  </a:moveTo>
                  <a:cubicBezTo>
                    <a:pt x="566" y="543"/>
                    <a:pt x="465" y="589"/>
                    <a:pt x="395" y="666"/>
                  </a:cubicBezTo>
                  <a:cubicBezTo>
                    <a:pt x="366" y="698"/>
                    <a:pt x="368" y="753"/>
                    <a:pt x="400" y="781"/>
                  </a:cubicBezTo>
                  <a:cubicBezTo>
                    <a:pt x="431" y="810"/>
                    <a:pt x="486" y="808"/>
                    <a:pt x="515" y="777"/>
                  </a:cubicBezTo>
                  <a:cubicBezTo>
                    <a:pt x="554" y="734"/>
                    <a:pt x="613" y="705"/>
                    <a:pt x="676" y="705"/>
                  </a:cubicBezTo>
                  <a:cubicBezTo>
                    <a:pt x="739" y="705"/>
                    <a:pt x="800" y="734"/>
                    <a:pt x="839" y="777"/>
                  </a:cubicBezTo>
                  <a:cubicBezTo>
                    <a:pt x="868" y="808"/>
                    <a:pt x="923" y="810"/>
                    <a:pt x="954" y="781"/>
                  </a:cubicBezTo>
                  <a:cubicBezTo>
                    <a:pt x="985" y="753"/>
                    <a:pt x="988" y="698"/>
                    <a:pt x="959" y="666"/>
                  </a:cubicBezTo>
                  <a:cubicBezTo>
                    <a:pt x="889" y="589"/>
                    <a:pt x="787" y="543"/>
                    <a:pt x="676" y="543"/>
                  </a:cubicBezTo>
                  <a:close/>
                  <a:moveTo>
                    <a:pt x="676" y="826"/>
                  </a:moveTo>
                  <a:cubicBezTo>
                    <a:pt x="622" y="826"/>
                    <a:pt x="578" y="868"/>
                    <a:pt x="578" y="922"/>
                  </a:cubicBezTo>
                  <a:cubicBezTo>
                    <a:pt x="578" y="976"/>
                    <a:pt x="622" y="1021"/>
                    <a:pt x="676" y="1021"/>
                  </a:cubicBezTo>
                  <a:cubicBezTo>
                    <a:pt x="730" y="1021"/>
                    <a:pt x="775" y="976"/>
                    <a:pt x="775" y="922"/>
                  </a:cubicBezTo>
                  <a:cubicBezTo>
                    <a:pt x="775" y="868"/>
                    <a:pt x="730" y="826"/>
                    <a:pt x="676" y="82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75600" tIns="37800" rIns="75600" bIns="378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744" dirty="0">
                <a:solidFill>
                  <a:schemeClr val="dk1"/>
                </a:solidFill>
                <a:latin typeface="Quattrocento Sans"/>
                <a:ea typeface="Quattrocento Sans"/>
                <a:cs typeface="Quattrocento Sans"/>
                <a:sym typeface="Quattrocento Sans"/>
              </a:endParaRPr>
            </a:p>
          </p:txBody>
        </p:sp>
        <p:sp>
          <p:nvSpPr>
            <p:cNvPr id="12" name="Google Shape;367;p19">
              <a:extLst>
                <a:ext uri="{FF2B5EF4-FFF2-40B4-BE49-F238E27FC236}">
                  <a16:creationId xmlns:a16="http://schemas.microsoft.com/office/drawing/2014/main" id="{F9FC73F9-357B-7271-5AB4-A5A5299F0F53}"/>
                </a:ext>
              </a:extLst>
            </p:cNvPr>
            <p:cNvSpPr>
              <a:spLocks noChangeAspect="1"/>
            </p:cNvSpPr>
            <p:nvPr/>
          </p:nvSpPr>
          <p:spPr>
            <a:xfrm rot="10800000">
              <a:off x="5908366" y="1323062"/>
              <a:ext cx="174855" cy="108000"/>
            </a:xfrm>
            <a:custGeom>
              <a:avLst/>
              <a:gdLst/>
              <a:ahLst/>
              <a:cxnLst/>
              <a:rect l="l" t="t" r="r" b="b"/>
              <a:pathLst>
                <a:path w="1411" h="868" extrusionOk="0">
                  <a:moveTo>
                    <a:pt x="272" y="0"/>
                  </a:moveTo>
                  <a:cubicBezTo>
                    <a:pt x="179" y="0"/>
                    <a:pt x="109" y="70"/>
                    <a:pt x="109" y="162"/>
                  </a:cubicBezTo>
                  <a:lnTo>
                    <a:pt x="109" y="217"/>
                  </a:lnTo>
                  <a:lnTo>
                    <a:pt x="55" y="217"/>
                  </a:lnTo>
                  <a:cubicBezTo>
                    <a:pt x="22" y="217"/>
                    <a:pt x="0" y="238"/>
                    <a:pt x="0" y="271"/>
                  </a:cubicBezTo>
                  <a:lnTo>
                    <a:pt x="0" y="597"/>
                  </a:lnTo>
                  <a:cubicBezTo>
                    <a:pt x="0" y="629"/>
                    <a:pt x="22" y="651"/>
                    <a:pt x="55" y="651"/>
                  </a:cubicBezTo>
                  <a:lnTo>
                    <a:pt x="109" y="651"/>
                  </a:lnTo>
                  <a:lnTo>
                    <a:pt x="109" y="705"/>
                  </a:lnTo>
                  <a:cubicBezTo>
                    <a:pt x="109" y="797"/>
                    <a:pt x="179" y="868"/>
                    <a:pt x="272" y="868"/>
                  </a:cubicBezTo>
                  <a:lnTo>
                    <a:pt x="1249" y="868"/>
                  </a:lnTo>
                  <a:cubicBezTo>
                    <a:pt x="1341" y="868"/>
                    <a:pt x="1411" y="797"/>
                    <a:pt x="1411" y="705"/>
                  </a:cubicBezTo>
                  <a:lnTo>
                    <a:pt x="1411" y="162"/>
                  </a:lnTo>
                  <a:cubicBezTo>
                    <a:pt x="1411" y="70"/>
                    <a:pt x="1341" y="0"/>
                    <a:pt x="1249" y="0"/>
                  </a:cubicBezTo>
                  <a:lnTo>
                    <a:pt x="272" y="0"/>
                  </a:lnTo>
                  <a:close/>
                  <a:moveTo>
                    <a:pt x="272" y="108"/>
                  </a:moveTo>
                  <a:lnTo>
                    <a:pt x="441" y="108"/>
                  </a:lnTo>
                  <a:lnTo>
                    <a:pt x="441" y="759"/>
                  </a:lnTo>
                  <a:lnTo>
                    <a:pt x="272" y="759"/>
                  </a:lnTo>
                  <a:cubicBezTo>
                    <a:pt x="239" y="759"/>
                    <a:pt x="217" y="738"/>
                    <a:pt x="217" y="705"/>
                  </a:cubicBezTo>
                  <a:lnTo>
                    <a:pt x="217" y="651"/>
                  </a:lnTo>
                  <a:lnTo>
                    <a:pt x="217" y="542"/>
                  </a:lnTo>
                  <a:lnTo>
                    <a:pt x="109" y="542"/>
                  </a:lnTo>
                  <a:lnTo>
                    <a:pt x="109" y="325"/>
                  </a:lnTo>
                  <a:lnTo>
                    <a:pt x="217" y="325"/>
                  </a:lnTo>
                  <a:lnTo>
                    <a:pt x="217" y="217"/>
                  </a:lnTo>
                  <a:lnTo>
                    <a:pt x="217" y="162"/>
                  </a:lnTo>
                  <a:cubicBezTo>
                    <a:pt x="217" y="130"/>
                    <a:pt x="239" y="108"/>
                    <a:pt x="272" y="10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spcFirstLastPara="1" wrap="square" lIns="75600" tIns="37800" rIns="75600" bIns="378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744" dirty="0">
                <a:solidFill>
                  <a:schemeClr val="dk1"/>
                </a:solidFill>
                <a:latin typeface="Quattrocento Sans"/>
                <a:ea typeface="Quattrocento Sans"/>
                <a:cs typeface="Quattrocento Sans"/>
                <a:sym typeface="Quattrocento Sans"/>
              </a:endParaRPr>
            </a:p>
          </p:txBody>
        </p:sp>
        <p:pic>
          <p:nvPicPr>
            <p:cNvPr id="13" name="그림 12">
              <a:extLst>
                <a:ext uri="{FF2B5EF4-FFF2-40B4-BE49-F238E27FC236}">
                  <a16:creationId xmlns:a16="http://schemas.microsoft.com/office/drawing/2014/main" id="{B92F27EC-A354-881E-F3BA-16ABEEF1DE5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/>
            <a:srcRect t="20759" r="17210" b="1584"/>
            <a:stretch/>
          </p:blipFill>
          <p:spPr>
            <a:xfrm>
              <a:off x="5447817" y="1323062"/>
              <a:ext cx="174915" cy="108000"/>
            </a:xfrm>
            <a:prstGeom prst="rect">
              <a:avLst/>
            </a:prstGeom>
          </p:spPr>
        </p:pic>
      </p:grpSp>
      <p:pic>
        <p:nvPicPr>
          <p:cNvPr id="17" name="그림 16">
            <a:extLst>
              <a:ext uri="{FF2B5EF4-FFF2-40B4-BE49-F238E27FC236}">
                <a16:creationId xmlns:a16="http://schemas.microsoft.com/office/drawing/2014/main" id="{4114A5F0-428E-3D3A-6753-CA11CE5AE7A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34063" y="1494089"/>
            <a:ext cx="2422105" cy="355790"/>
          </a:xfrm>
          <a:prstGeom prst="rect">
            <a:avLst/>
          </a:prstGeom>
        </p:spPr>
      </p:pic>
      <p:sp>
        <p:nvSpPr>
          <p:cNvPr id="18" name="TextBox 17">
            <a:extLst>
              <a:ext uri="{FF2B5EF4-FFF2-40B4-BE49-F238E27FC236}">
                <a16:creationId xmlns:a16="http://schemas.microsoft.com/office/drawing/2014/main" id="{BCF5E1F8-9EB2-D762-884D-31D715A32DCF}"/>
              </a:ext>
            </a:extLst>
          </p:cNvPr>
          <p:cNvSpPr txBox="1"/>
          <p:nvPr/>
        </p:nvSpPr>
        <p:spPr>
          <a:xfrm>
            <a:off x="6220296" y="1618553"/>
            <a:ext cx="1107676" cy="107722"/>
          </a:xfrm>
          <a:prstGeom prst="rect">
            <a:avLst/>
          </a:prstGeom>
          <a:solidFill>
            <a:srgbClr val="EDEFF1"/>
          </a:solidFill>
        </p:spPr>
        <p:txBody>
          <a:bodyPr wrap="none" lIns="0" tIns="0" rIns="0" bIns="0" rtlCol="0" anchor="ctr" anchorCtr="0">
            <a:spAutoFit/>
          </a:bodyPr>
          <a:lstStyle/>
          <a:p>
            <a:r>
              <a:rPr lang="en-US" altLang="ko-KR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toon.at/widget/controller/6</a:t>
            </a:r>
            <a:endParaRPr lang="ko-KR" altLang="en-US" sz="700" dirty="0" err="1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7" name="그림 26">
            <a:extLst>
              <a:ext uri="{FF2B5EF4-FFF2-40B4-BE49-F238E27FC236}">
                <a16:creationId xmlns:a16="http://schemas.microsoft.com/office/drawing/2014/main" id="{BE6F59AF-2D93-BC57-5379-96CF379C80E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287381" y="1097708"/>
            <a:ext cx="2767824" cy="5535648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F681FD3F-78DD-4F10-1B71-7647A1CE13AD}"/>
              </a:ext>
            </a:extLst>
          </p:cNvPr>
          <p:cNvPicPr>
            <a:picLocks noChangeAspect="1"/>
          </p:cNvPicPr>
          <p:nvPr/>
        </p:nvPicPr>
        <p:blipFill>
          <a:blip r:embed="rId6"/>
          <a:srcRect t="18162" r="2" b="-1"/>
          <a:stretch>
            <a:fillRect/>
          </a:stretch>
        </p:blipFill>
        <p:spPr>
          <a:xfrm>
            <a:off x="1458733" y="1849879"/>
            <a:ext cx="2426987" cy="4316260"/>
          </a:xfrm>
          <a:prstGeom prst="roundRect">
            <a:avLst>
              <a:gd name="adj" fmla="val 0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/>
        </p:spPr>
      </p:pic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A8A3F730-98B4-2E5E-3B3C-E339343BA053}"/>
              </a:ext>
            </a:extLst>
          </p:cNvPr>
          <p:cNvSpPr/>
          <p:nvPr/>
        </p:nvSpPr>
        <p:spPr>
          <a:xfrm>
            <a:off x="1496886" y="5341280"/>
            <a:ext cx="866685" cy="322925"/>
          </a:xfrm>
          <a:prstGeom prst="roundRect">
            <a:avLst/>
          </a:prstGeom>
          <a:noFill/>
          <a:ln w="28575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01" name="그룹 100">
            <a:extLst>
              <a:ext uri="{FF2B5EF4-FFF2-40B4-BE49-F238E27FC236}">
                <a16:creationId xmlns:a16="http://schemas.microsoft.com/office/drawing/2014/main" id="{2FE3B130-7280-2B50-C311-3DA0A504AF63}"/>
              </a:ext>
            </a:extLst>
          </p:cNvPr>
          <p:cNvGrpSpPr/>
          <p:nvPr/>
        </p:nvGrpSpPr>
        <p:grpSpPr>
          <a:xfrm>
            <a:off x="1446957" y="6167533"/>
            <a:ext cx="2450306" cy="330897"/>
            <a:chOff x="1273969" y="6167533"/>
            <a:chExt cx="2450306" cy="330897"/>
          </a:xfrm>
        </p:grpSpPr>
        <p:sp>
          <p:nvSpPr>
            <p:cNvPr id="90" name="사각형: 둥근 위쪽 모서리 89">
              <a:extLst>
                <a:ext uri="{FF2B5EF4-FFF2-40B4-BE49-F238E27FC236}">
                  <a16:creationId xmlns:a16="http://schemas.microsoft.com/office/drawing/2014/main" id="{6ACBA770-9AC1-CCF0-2B13-6EC9336A3746}"/>
                </a:ext>
              </a:extLst>
            </p:cNvPr>
            <p:cNvSpPr/>
            <p:nvPr/>
          </p:nvSpPr>
          <p:spPr>
            <a:xfrm>
              <a:off x="1273969" y="6167533"/>
              <a:ext cx="2450306" cy="330897"/>
            </a:xfrm>
            <a:prstGeom prst="round2SameRect">
              <a:avLst>
                <a:gd name="adj1" fmla="val 0"/>
                <a:gd name="adj2" fmla="val 50000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1" name="타원 90">
              <a:extLst>
                <a:ext uri="{FF2B5EF4-FFF2-40B4-BE49-F238E27FC236}">
                  <a16:creationId xmlns:a16="http://schemas.microsoft.com/office/drawing/2014/main" id="{F9AB1B39-B1AA-C7ED-57F8-A0AC359DD110}"/>
                </a:ext>
              </a:extLst>
            </p:cNvPr>
            <p:cNvSpPr/>
            <p:nvPr/>
          </p:nvSpPr>
          <p:spPr>
            <a:xfrm>
              <a:off x="2409409" y="6244085"/>
              <a:ext cx="177791" cy="177791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438102A5-4018-C0B9-2D04-7A258448D8BA}"/>
                </a:ext>
              </a:extLst>
            </p:cNvPr>
            <p:cNvSpPr>
              <a:spLocks/>
            </p:cNvSpPr>
            <p:nvPr/>
          </p:nvSpPr>
          <p:spPr>
            <a:xfrm>
              <a:off x="1739516" y="6244085"/>
              <a:ext cx="176400" cy="1764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5" name="이등변 삼각형 94">
              <a:extLst>
                <a:ext uri="{FF2B5EF4-FFF2-40B4-BE49-F238E27FC236}">
                  <a16:creationId xmlns:a16="http://schemas.microsoft.com/office/drawing/2014/main" id="{C6CE9DAE-4C89-7355-1324-3D14BDE7191A}"/>
                </a:ext>
              </a:extLst>
            </p:cNvPr>
            <p:cNvSpPr/>
            <p:nvPr/>
          </p:nvSpPr>
          <p:spPr>
            <a:xfrm rot="16200000">
              <a:off x="3051356" y="6244085"/>
              <a:ext cx="176400" cy="176400"/>
            </a:xfrm>
            <a:prstGeom prst="triangl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100" name="그룹 99">
            <a:extLst>
              <a:ext uri="{FF2B5EF4-FFF2-40B4-BE49-F238E27FC236}">
                <a16:creationId xmlns:a16="http://schemas.microsoft.com/office/drawing/2014/main" id="{E9095AB0-2F85-62E5-A318-904439B8B2A7}"/>
              </a:ext>
            </a:extLst>
          </p:cNvPr>
          <p:cNvGrpSpPr/>
          <p:nvPr/>
        </p:nvGrpSpPr>
        <p:grpSpPr>
          <a:xfrm>
            <a:off x="5721098" y="6167533"/>
            <a:ext cx="2445002" cy="330897"/>
            <a:chOff x="5714748" y="6167533"/>
            <a:chExt cx="2445002" cy="330897"/>
          </a:xfrm>
        </p:grpSpPr>
        <p:sp>
          <p:nvSpPr>
            <p:cNvPr id="96" name="사각형: 둥근 위쪽 모서리 95">
              <a:extLst>
                <a:ext uri="{FF2B5EF4-FFF2-40B4-BE49-F238E27FC236}">
                  <a16:creationId xmlns:a16="http://schemas.microsoft.com/office/drawing/2014/main" id="{9B668A1E-D890-2593-6BB5-CEE3CFDFF5EB}"/>
                </a:ext>
              </a:extLst>
            </p:cNvPr>
            <p:cNvSpPr/>
            <p:nvPr/>
          </p:nvSpPr>
          <p:spPr>
            <a:xfrm>
              <a:off x="5714748" y="6167533"/>
              <a:ext cx="2445002" cy="330897"/>
            </a:xfrm>
            <a:prstGeom prst="round2SameRect">
              <a:avLst>
                <a:gd name="adj1" fmla="val 0"/>
                <a:gd name="adj2" fmla="val 50000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7" name="타원 96">
              <a:extLst>
                <a:ext uri="{FF2B5EF4-FFF2-40B4-BE49-F238E27FC236}">
                  <a16:creationId xmlns:a16="http://schemas.microsoft.com/office/drawing/2014/main" id="{49F36BE4-7DCB-6C9B-8CEC-11CC2DE2DA0F}"/>
                </a:ext>
              </a:extLst>
            </p:cNvPr>
            <p:cNvSpPr/>
            <p:nvPr/>
          </p:nvSpPr>
          <p:spPr>
            <a:xfrm>
              <a:off x="6850188" y="6244085"/>
              <a:ext cx="177791" cy="177791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83FD4008-2248-5A65-2E08-E2106BA1E559}"/>
                </a:ext>
              </a:extLst>
            </p:cNvPr>
            <p:cNvSpPr>
              <a:spLocks/>
            </p:cNvSpPr>
            <p:nvPr/>
          </p:nvSpPr>
          <p:spPr>
            <a:xfrm>
              <a:off x="6180295" y="6244085"/>
              <a:ext cx="176400" cy="1764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9" name="이등변 삼각형 98">
              <a:extLst>
                <a:ext uri="{FF2B5EF4-FFF2-40B4-BE49-F238E27FC236}">
                  <a16:creationId xmlns:a16="http://schemas.microsoft.com/office/drawing/2014/main" id="{1FE15C04-0887-E79C-A7D7-B70B1099C837}"/>
                </a:ext>
              </a:extLst>
            </p:cNvPr>
            <p:cNvSpPr/>
            <p:nvPr/>
          </p:nvSpPr>
          <p:spPr>
            <a:xfrm rot="16200000">
              <a:off x="7492135" y="6244085"/>
              <a:ext cx="176400" cy="176400"/>
            </a:xfrm>
            <a:prstGeom prst="triangl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pic>
        <p:nvPicPr>
          <p:cNvPr id="380" name="그림 379">
            <a:extLst>
              <a:ext uri="{FF2B5EF4-FFF2-40B4-BE49-F238E27FC236}">
                <a16:creationId xmlns:a16="http://schemas.microsoft.com/office/drawing/2014/main" id="{57F8ECF9-FE8C-8EB3-C998-6AECEC3820A6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b="7851"/>
          <a:stretch>
            <a:fillRect/>
          </a:stretch>
        </p:blipFill>
        <p:spPr>
          <a:xfrm>
            <a:off x="5702048" y="1880592"/>
            <a:ext cx="2502151" cy="4317007"/>
          </a:xfrm>
          <a:prstGeom prst="rect">
            <a:avLst/>
          </a:prstGeom>
        </p:spPr>
      </p:pic>
      <p:pic>
        <p:nvPicPr>
          <p:cNvPr id="336" name="그림 335">
            <a:extLst>
              <a:ext uri="{FF2B5EF4-FFF2-40B4-BE49-F238E27FC236}">
                <a16:creationId xmlns:a16="http://schemas.microsoft.com/office/drawing/2014/main" id="{2DA5FDA3-0D4A-6264-854A-45D393191067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2270797" y="4497382"/>
            <a:ext cx="3120361" cy="933874"/>
          </a:xfrm>
          <a:prstGeom prst="rect">
            <a:avLst/>
          </a:prstGeom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BB5602DA-08C9-3E69-0F3D-180F3447B486}"/>
              </a:ext>
            </a:extLst>
          </p:cNvPr>
          <p:cNvSpPr/>
          <p:nvPr/>
        </p:nvSpPr>
        <p:spPr>
          <a:xfrm>
            <a:off x="7982327" y="2211497"/>
            <a:ext cx="123825" cy="100013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CA86E25B-E265-CC34-133F-CE6B704097AB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655773" y="1950527"/>
            <a:ext cx="207184" cy="214411"/>
          </a:xfrm>
          <a:prstGeom prst="rect">
            <a:avLst/>
          </a:prstGeom>
        </p:spPr>
      </p:pic>
      <p:sp>
        <p:nvSpPr>
          <p:cNvPr id="7" name="직사각형 6">
            <a:extLst>
              <a:ext uri="{FF2B5EF4-FFF2-40B4-BE49-F238E27FC236}">
                <a16:creationId xmlns:a16="http://schemas.microsoft.com/office/drawing/2014/main" id="{06969B83-D51F-C16B-63AE-F67C8FB2FB86}"/>
              </a:ext>
            </a:extLst>
          </p:cNvPr>
          <p:cNvSpPr/>
          <p:nvPr/>
        </p:nvSpPr>
        <p:spPr>
          <a:xfrm>
            <a:off x="7894221" y="1947178"/>
            <a:ext cx="192881" cy="21193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4F0FD80B-AB3B-8D15-372B-8EC25D54A8B2}"/>
              </a:ext>
            </a:extLst>
          </p:cNvPr>
          <p:cNvPicPr>
            <a:picLocks noChangeAspect="1"/>
          </p:cNvPicPr>
          <p:nvPr/>
        </p:nvPicPr>
        <p:blipFill>
          <a:blip r:embed="rId10">
            <a:biLevel thresh="75000"/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899219" y="1964648"/>
            <a:ext cx="193901" cy="193903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3B8110E6-5EA3-CFC9-7573-6B8C4EAD46B1}"/>
              </a:ext>
            </a:extLst>
          </p:cNvPr>
          <p:cNvSpPr/>
          <p:nvPr/>
        </p:nvSpPr>
        <p:spPr>
          <a:xfrm>
            <a:off x="6008930" y="1947178"/>
            <a:ext cx="1025399" cy="16289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16" name="그림 15">
            <a:extLst>
              <a:ext uri="{FF2B5EF4-FFF2-40B4-BE49-F238E27FC236}">
                <a16:creationId xmlns:a16="http://schemas.microsoft.com/office/drawing/2014/main" id="{E82FC23E-3860-B567-63A7-41614D4AB0CD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5801604" y="1966912"/>
            <a:ext cx="463092" cy="173563"/>
          </a:xfrm>
          <a:prstGeom prst="rect">
            <a:avLst/>
          </a:prstGeom>
          <a:solidFill>
            <a:srgbClr val="FFFFFF"/>
          </a:solidFill>
        </p:spPr>
      </p:pic>
      <p:grpSp>
        <p:nvGrpSpPr>
          <p:cNvPr id="20" name="그룹 19">
            <a:extLst>
              <a:ext uri="{FF2B5EF4-FFF2-40B4-BE49-F238E27FC236}">
                <a16:creationId xmlns:a16="http://schemas.microsoft.com/office/drawing/2014/main" id="{CF53AE5F-562C-BC0C-6211-EC96ADF11492}"/>
              </a:ext>
            </a:extLst>
          </p:cNvPr>
          <p:cNvGrpSpPr/>
          <p:nvPr/>
        </p:nvGrpSpPr>
        <p:grpSpPr>
          <a:xfrm>
            <a:off x="7391396" y="1959798"/>
            <a:ext cx="194773" cy="194773"/>
            <a:chOff x="6601555" y="4882678"/>
            <a:chExt cx="216000" cy="216000"/>
          </a:xfrm>
        </p:grpSpPr>
        <p:sp>
          <p:nvSpPr>
            <p:cNvPr id="4" name="사각형: 둥근 모서리 3">
              <a:extLst>
                <a:ext uri="{FF2B5EF4-FFF2-40B4-BE49-F238E27FC236}">
                  <a16:creationId xmlns:a16="http://schemas.microsoft.com/office/drawing/2014/main" id="{F1E70EB2-C9DD-24B5-BC42-BFBBCFF4D308}"/>
                </a:ext>
              </a:extLst>
            </p:cNvPr>
            <p:cNvSpPr/>
            <p:nvPr/>
          </p:nvSpPr>
          <p:spPr bwMode="auto">
            <a:xfrm>
              <a:off x="6601555" y="4882678"/>
              <a:ext cx="216000" cy="216000"/>
            </a:xfrm>
            <a:prstGeom prst="roundRect">
              <a:avLst/>
            </a:prstGeom>
            <a:solidFill>
              <a:sysClr val="windowText" lastClr="00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+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9" name="그림 18">
              <a:extLst>
                <a:ext uri="{FF2B5EF4-FFF2-40B4-BE49-F238E27FC236}">
                  <a16:creationId xmlns:a16="http://schemas.microsoft.com/office/drawing/2014/main" id="{E82224A5-08A2-1235-8B99-ACE96937D293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BEBA8EAE-BF5A-486C-A8C5-ECC9F3942E4B}">
                  <a14:imgProps xmlns:a14="http://schemas.microsoft.com/office/drawing/2010/main">
                    <a14:imgLayer r:embed="rId14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627165" y="4911088"/>
              <a:ext cx="164692" cy="16469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979472975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텍스트 개체 틀 37">
            <a:extLst>
              <a:ext uri="{FF2B5EF4-FFF2-40B4-BE49-F238E27FC236}">
                <a16:creationId xmlns:a16="http://schemas.microsoft.com/office/drawing/2014/main" id="{C3E6E0C9-5640-614E-A2CF-E5B150B24E43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로그인 화면</a:t>
            </a:r>
          </a:p>
        </p:txBody>
      </p:sp>
      <p:sp>
        <p:nvSpPr>
          <p:cNvPr id="37" name="제목 36">
            <a:extLst>
              <a:ext uri="{FF2B5EF4-FFF2-40B4-BE49-F238E27FC236}">
                <a16:creationId xmlns:a16="http://schemas.microsoft.com/office/drawing/2014/main" id="{CB8D0E1A-9CB9-E286-ACB7-B1C16DC5A4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모바일 웹 리모컨</a:t>
            </a:r>
            <a:r>
              <a:rPr lang="en-US" altLang="ko-KR" dirty="0"/>
              <a:t> &gt; </a:t>
            </a:r>
            <a:r>
              <a:rPr lang="ko-KR" altLang="en-US" dirty="0"/>
              <a:t>로그인 화면</a:t>
            </a:r>
          </a:p>
        </p:txBody>
      </p:sp>
      <p:sp>
        <p:nvSpPr>
          <p:cNvPr id="5" name="Google Shape;1197;p27">
            <a:extLst>
              <a:ext uri="{FF2B5EF4-FFF2-40B4-BE49-F238E27FC236}">
                <a16:creationId xmlns:a16="http://schemas.microsoft.com/office/drawing/2014/main" id="{D1DD27F5-E3D0-380B-A33A-3D688CC63174}"/>
              </a:ext>
            </a:extLst>
          </p:cNvPr>
          <p:cNvSpPr/>
          <p:nvPr/>
        </p:nvSpPr>
        <p:spPr>
          <a:xfrm>
            <a:off x="6589784" y="1232756"/>
            <a:ext cx="2566556" cy="5004561"/>
          </a:xfrm>
          <a:prstGeom prst="roundRect">
            <a:avLst>
              <a:gd name="adj" fmla="val 3549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" name="Google Shape;1198;p27">
            <a:extLst>
              <a:ext uri="{FF2B5EF4-FFF2-40B4-BE49-F238E27FC236}">
                <a16:creationId xmlns:a16="http://schemas.microsoft.com/office/drawing/2014/main" id="{04DF7171-1DB1-5034-EBE6-E0EACDE8A774}"/>
              </a:ext>
            </a:extLst>
          </p:cNvPr>
          <p:cNvSpPr/>
          <p:nvPr/>
        </p:nvSpPr>
        <p:spPr>
          <a:xfrm>
            <a:off x="6635313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" name="Google Shape;1197;p27">
            <a:extLst>
              <a:ext uri="{FF2B5EF4-FFF2-40B4-BE49-F238E27FC236}">
                <a16:creationId xmlns:a16="http://schemas.microsoft.com/office/drawing/2014/main" id="{529E96FF-B2FB-B789-D162-226B4CD0A996}"/>
              </a:ext>
            </a:extLst>
          </p:cNvPr>
          <p:cNvSpPr/>
          <p:nvPr/>
        </p:nvSpPr>
        <p:spPr>
          <a:xfrm>
            <a:off x="512116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" name="Google Shape;1198;p27">
            <a:extLst>
              <a:ext uri="{FF2B5EF4-FFF2-40B4-BE49-F238E27FC236}">
                <a16:creationId xmlns:a16="http://schemas.microsoft.com/office/drawing/2014/main" id="{47E27648-5A74-86BD-4BDC-61245EA75D86}"/>
              </a:ext>
            </a:extLst>
          </p:cNvPr>
          <p:cNvSpPr/>
          <p:nvPr/>
        </p:nvSpPr>
        <p:spPr>
          <a:xfrm>
            <a:off x="566354" y="1437445"/>
            <a:ext cx="2470586" cy="4739032"/>
          </a:xfrm>
          <a:prstGeom prst="rect">
            <a:avLst/>
          </a:prstGeom>
          <a:solidFill>
            <a:srgbClr val="529E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kern="0" dirty="0">
                <a:solidFill>
                  <a:schemeClr val="bg1"/>
                </a:solidFill>
                <a:latin typeface="+mn-ea"/>
                <a:ea typeface="+mn-ea"/>
                <a:cs typeface="Calibri"/>
                <a:sym typeface="Calibri"/>
              </a:rPr>
              <a:t>리모컨 네이밍</a:t>
            </a:r>
            <a:endParaRPr kumimoji="0" sz="11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27" name="Google Shape;1197;p27">
            <a:extLst>
              <a:ext uri="{FF2B5EF4-FFF2-40B4-BE49-F238E27FC236}">
                <a16:creationId xmlns:a16="http://schemas.microsoft.com/office/drawing/2014/main" id="{112ED545-9774-B0A9-D72A-8A7D99E6C8DA}"/>
              </a:ext>
            </a:extLst>
          </p:cNvPr>
          <p:cNvSpPr/>
          <p:nvPr/>
        </p:nvSpPr>
        <p:spPr>
          <a:xfrm>
            <a:off x="3542783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endParaRPr kumimoji="0" sz="856" b="1" kern="0" dirty="0">
              <a:solidFill>
                <a:prstClr val="white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" name="Google Shape;1198;p27">
            <a:extLst>
              <a:ext uri="{FF2B5EF4-FFF2-40B4-BE49-F238E27FC236}">
                <a16:creationId xmlns:a16="http://schemas.microsoft.com/office/drawing/2014/main" id="{67507C68-C5E0-8977-6414-C7D5D7183C1F}"/>
              </a:ext>
            </a:extLst>
          </p:cNvPr>
          <p:cNvSpPr/>
          <p:nvPr/>
        </p:nvSpPr>
        <p:spPr>
          <a:xfrm>
            <a:off x="3588312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0C3302FA-7F24-99F7-97F7-4951A6171E7F}"/>
              </a:ext>
            </a:extLst>
          </p:cNvPr>
          <p:cNvSpPr/>
          <p:nvPr/>
        </p:nvSpPr>
        <p:spPr>
          <a:xfrm>
            <a:off x="1453420" y="2960948"/>
            <a:ext cx="682140" cy="648072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>BI</a:t>
            </a:r>
            <a:endParaRPr lang="ko-KR" altLang="en-US" sz="12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73" name="그림 72">
            <a:extLst>
              <a:ext uri="{FF2B5EF4-FFF2-40B4-BE49-F238E27FC236}">
                <a16:creationId xmlns:a16="http://schemas.microsoft.com/office/drawing/2014/main" id="{E1EB608E-AF7C-961E-5FB0-3A5A7B823878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76072" y="1879010"/>
            <a:ext cx="699032" cy="257524"/>
          </a:xfrm>
          <a:prstGeom prst="rect">
            <a:avLst/>
          </a:prstGeom>
        </p:spPr>
      </p:pic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C7899C9D-FE28-CF1F-1029-43F76F4DFBCA}"/>
              </a:ext>
            </a:extLst>
          </p:cNvPr>
          <p:cNvSpPr/>
          <p:nvPr/>
        </p:nvSpPr>
        <p:spPr>
          <a:xfrm>
            <a:off x="3817476" y="2944825"/>
            <a:ext cx="2016224" cy="335258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bg1">
                    <a:lumMod val="75000"/>
                  </a:schemeClr>
                </a:solidFill>
              </a:rPr>
              <a:t>아이디</a:t>
            </a: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AB5B21DA-3363-7049-36EE-51D12692C856}"/>
              </a:ext>
            </a:extLst>
          </p:cNvPr>
          <p:cNvSpPr/>
          <p:nvPr/>
        </p:nvSpPr>
        <p:spPr>
          <a:xfrm>
            <a:off x="3817476" y="3329227"/>
            <a:ext cx="2016224" cy="335258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bg1">
                    <a:lumMod val="75000"/>
                  </a:schemeClr>
                </a:solidFill>
              </a:rPr>
              <a:t>비밀번호</a:t>
            </a:r>
          </a:p>
        </p:txBody>
      </p:sp>
      <p:sp>
        <p:nvSpPr>
          <p:cNvPr id="76" name="사각형: 둥근 모서리 75">
            <a:extLst>
              <a:ext uri="{FF2B5EF4-FFF2-40B4-BE49-F238E27FC236}">
                <a16:creationId xmlns:a16="http://schemas.microsoft.com/office/drawing/2014/main" id="{47E1E699-5E1E-5280-1061-7B926DC7D582}"/>
              </a:ext>
            </a:extLst>
          </p:cNvPr>
          <p:cNvSpPr/>
          <p:nvPr/>
        </p:nvSpPr>
        <p:spPr>
          <a:xfrm>
            <a:off x="3817476" y="3987086"/>
            <a:ext cx="2016224" cy="335258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b="1"/>
              <a:t>로그인</a:t>
            </a:r>
            <a:endParaRPr lang="ko-KR" altLang="en-US" sz="900" b="1" dirty="0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6C7DDD22-C5CB-0B7B-171A-C24453596518}"/>
              </a:ext>
            </a:extLst>
          </p:cNvPr>
          <p:cNvSpPr txBox="1"/>
          <p:nvPr/>
        </p:nvSpPr>
        <p:spPr>
          <a:xfrm>
            <a:off x="3762331" y="4365684"/>
            <a:ext cx="7344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아이디 찾기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561F9FB1-521F-D3C1-C95B-5203FEB4E07D}"/>
              </a:ext>
            </a:extLst>
          </p:cNvPr>
          <p:cNvSpPr txBox="1"/>
          <p:nvPr/>
        </p:nvSpPr>
        <p:spPr>
          <a:xfrm>
            <a:off x="4404322" y="4365684"/>
            <a:ext cx="83708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비밀번호 찾기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EA82E7FA-FDE1-AF48-44D1-3B266CF4EA3B}"/>
              </a:ext>
            </a:extLst>
          </p:cNvPr>
          <p:cNvSpPr txBox="1"/>
          <p:nvPr/>
        </p:nvSpPr>
        <p:spPr>
          <a:xfrm>
            <a:off x="5182459" y="4365684"/>
            <a:ext cx="59503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회원가입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2BD19C72-F268-2B39-B690-6A2DC6C18624}"/>
              </a:ext>
            </a:extLst>
          </p:cNvPr>
          <p:cNvSpPr txBox="1"/>
          <p:nvPr/>
        </p:nvSpPr>
        <p:spPr>
          <a:xfrm>
            <a:off x="3807204" y="2672916"/>
            <a:ext cx="203676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Calibri"/>
                <a:sym typeface="Calibri"/>
              </a:rPr>
              <a:t>투네이션 통합 계정</a:t>
            </a:r>
            <a:endParaRPr kumimoji="0" lang="en-US" altLang="ko-KR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Calibri"/>
              <a:sym typeface="Calibri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09A12398-2DD0-459E-1295-C0E67F55E59E}"/>
              </a:ext>
            </a:extLst>
          </p:cNvPr>
          <p:cNvSpPr txBox="1"/>
          <p:nvPr/>
        </p:nvSpPr>
        <p:spPr>
          <a:xfrm>
            <a:off x="3588312" y="5470608"/>
            <a:ext cx="245729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800" dirty="0">
                <a:solidFill>
                  <a:srgbClr val="FF0000"/>
                </a:solidFill>
                <a:latin typeface="+mn-ea"/>
                <a:ea typeface="+mn-ea"/>
              </a:rPr>
              <a:t>※ </a:t>
            </a:r>
            <a:r>
              <a:rPr lang="ko-KR" altLang="en-US" sz="800" dirty="0">
                <a:solidFill>
                  <a:srgbClr val="FF0000"/>
                </a:solidFill>
                <a:latin typeface="+mn-ea"/>
                <a:ea typeface="+mn-ea"/>
              </a:rPr>
              <a:t>일부 플랫폼 로그인 기능의 "이 컴퓨터를 기억합니다" 기능은 작동되지 않습니다.</a:t>
            </a:r>
          </a:p>
        </p:txBody>
      </p:sp>
      <p:pic>
        <p:nvPicPr>
          <p:cNvPr id="85" name="그림 84">
            <a:extLst>
              <a:ext uri="{FF2B5EF4-FFF2-40B4-BE49-F238E27FC236}">
                <a16:creationId xmlns:a16="http://schemas.microsoft.com/office/drawing/2014/main" id="{0BEAE748-E855-75AB-2D39-06EA0057FE5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2203" y="5027212"/>
            <a:ext cx="1369508" cy="436532"/>
          </a:xfrm>
          <a:prstGeom prst="rect">
            <a:avLst/>
          </a:prstGeom>
        </p:spPr>
      </p:pic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59CE3392-7925-33AB-6FAF-C4F978E04F9C}"/>
              </a:ext>
            </a:extLst>
          </p:cNvPr>
          <p:cNvCxnSpPr>
            <a:cxnSpLocks/>
          </p:cNvCxnSpPr>
          <p:nvPr/>
        </p:nvCxnSpPr>
        <p:spPr>
          <a:xfrm>
            <a:off x="3808845" y="4909642"/>
            <a:ext cx="201622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TextBox 86">
            <a:extLst>
              <a:ext uri="{FF2B5EF4-FFF2-40B4-BE49-F238E27FC236}">
                <a16:creationId xmlns:a16="http://schemas.microsoft.com/office/drawing/2014/main" id="{AB2EB019-4A6F-7893-D8CB-F1CD4FC59615}"/>
              </a:ext>
            </a:extLst>
          </p:cNvPr>
          <p:cNvSpPr txBox="1"/>
          <p:nvPr/>
        </p:nvSpPr>
        <p:spPr>
          <a:xfrm>
            <a:off x="4317148" y="4797152"/>
            <a:ext cx="1012914" cy="230832"/>
          </a:xfrm>
          <a:prstGeom prst="rect">
            <a:avLst/>
          </a:prstGeom>
          <a:solidFill>
            <a:schemeClr val="bg1"/>
          </a:solidFill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kern="0" dirty="0">
                <a:solidFill>
                  <a:prstClr val="black">
                    <a:lumMod val="50000"/>
                    <a:lumOff val="50000"/>
                  </a:prstClr>
                </a:solidFill>
                <a:latin typeface="+mn-ea"/>
                <a:ea typeface="+mn-ea"/>
                <a:cs typeface="Calibri"/>
                <a:sym typeface="Calibri"/>
              </a:rPr>
              <a:t>플랫폼</a:t>
            </a:r>
            <a:r>
              <a: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+mn-ea"/>
                <a:ea typeface="+mn-ea"/>
                <a:cs typeface="Calibri"/>
                <a:sym typeface="Calibri"/>
              </a:rPr>
              <a:t> 로그인</a:t>
            </a:r>
            <a:endParaRPr kumimoji="0" lang="en-US" altLang="ko-KR" sz="900" b="1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1FB603B5-D5B1-6E37-E423-9D4C1A7844F9}"/>
              </a:ext>
            </a:extLst>
          </p:cNvPr>
          <p:cNvSpPr txBox="1"/>
          <p:nvPr/>
        </p:nvSpPr>
        <p:spPr>
          <a:xfrm>
            <a:off x="3601608" y="2174667"/>
            <a:ext cx="2457290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1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Calibri"/>
                <a:sym typeface="Calibri"/>
              </a:rPr>
              <a:t>크리에이터 리모컨 로그인</a:t>
            </a:r>
            <a:endParaRPr kumimoji="0" lang="en-US" altLang="ko-KR" b="1" i="0" u="none" strike="noStrike" kern="0" cap="none" spc="0" normalizeH="0" baseline="0" noProof="0" dirty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Calibri"/>
              <a:sym typeface="Calibri"/>
            </a:endParaRPr>
          </a:p>
        </p:txBody>
      </p:sp>
      <p:pic>
        <p:nvPicPr>
          <p:cNvPr id="92" name="그림 91">
            <a:extLst>
              <a:ext uri="{FF2B5EF4-FFF2-40B4-BE49-F238E27FC236}">
                <a16:creationId xmlns:a16="http://schemas.microsoft.com/office/drawing/2014/main" id="{CC0B74F7-039F-193C-DA25-3FC003113A78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22379" y="1879010"/>
            <a:ext cx="699032" cy="257524"/>
          </a:xfrm>
          <a:prstGeom prst="rect">
            <a:avLst/>
          </a:prstGeom>
        </p:spPr>
      </p:pic>
      <p:sp>
        <p:nvSpPr>
          <p:cNvPr id="93" name="TextBox 92">
            <a:extLst>
              <a:ext uri="{FF2B5EF4-FFF2-40B4-BE49-F238E27FC236}">
                <a16:creationId xmlns:a16="http://schemas.microsoft.com/office/drawing/2014/main" id="{AF5A4267-4983-226E-0DE3-4A1B1C65AE4B}"/>
              </a:ext>
            </a:extLst>
          </p:cNvPr>
          <p:cNvSpPr txBox="1"/>
          <p:nvPr/>
        </p:nvSpPr>
        <p:spPr>
          <a:xfrm>
            <a:off x="6647915" y="2174667"/>
            <a:ext cx="2457290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1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Calibri"/>
                <a:sym typeface="Calibri"/>
              </a:rPr>
              <a:t>크리에이터 리모컨 로그인</a:t>
            </a:r>
            <a:endParaRPr kumimoji="0" lang="en-US" altLang="ko-KR" b="1" i="0" u="none" strike="noStrike" kern="0" cap="none" spc="0" normalizeH="0" baseline="0" noProof="0" dirty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Calibri"/>
              <a:sym typeface="Calibri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6B3E773A-B0EC-93F4-A076-C7C6487EDEE6}"/>
              </a:ext>
            </a:extLst>
          </p:cNvPr>
          <p:cNvSpPr txBox="1"/>
          <p:nvPr/>
        </p:nvSpPr>
        <p:spPr>
          <a:xfrm>
            <a:off x="6852445" y="2833682"/>
            <a:ext cx="203676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Calibri"/>
                <a:sym typeface="Calibri"/>
              </a:rPr>
              <a:t>로그인 계정 선택</a:t>
            </a:r>
            <a:endParaRPr kumimoji="0" lang="en-US" altLang="ko-KR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Calibri"/>
              <a:sym typeface="Calibri"/>
            </a:endParaRP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95AFBD18-D1DC-352B-8EAA-3AD062416E0C}"/>
              </a:ext>
            </a:extLst>
          </p:cNvPr>
          <p:cNvSpPr/>
          <p:nvPr/>
        </p:nvSpPr>
        <p:spPr>
          <a:xfrm>
            <a:off x="6862717" y="3105591"/>
            <a:ext cx="2016224" cy="335258"/>
          </a:xfrm>
          <a:prstGeom prst="roundRect">
            <a:avLst/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</a:rPr>
              <a:t>          닉네임</a:t>
            </a:r>
          </a:p>
        </p:txBody>
      </p:sp>
      <p:pic>
        <p:nvPicPr>
          <p:cNvPr id="96" name="그래픽 95">
            <a:extLst>
              <a:ext uri="{FF2B5EF4-FFF2-40B4-BE49-F238E27FC236}">
                <a16:creationId xmlns:a16="http://schemas.microsoft.com/office/drawing/2014/main" id="{24466FB6-0765-FD97-CF6F-FF43415C3DA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561188" y="3158377"/>
            <a:ext cx="228600" cy="238125"/>
          </a:xfrm>
          <a:prstGeom prst="rect">
            <a:avLst/>
          </a:prstGeom>
        </p:spPr>
      </p:pic>
      <p:sp>
        <p:nvSpPr>
          <p:cNvPr id="97" name="사각형: 둥근 모서리 96">
            <a:extLst>
              <a:ext uri="{FF2B5EF4-FFF2-40B4-BE49-F238E27FC236}">
                <a16:creationId xmlns:a16="http://schemas.microsoft.com/office/drawing/2014/main" id="{42D70738-52F7-C947-2696-9B7AE70176D3}"/>
              </a:ext>
            </a:extLst>
          </p:cNvPr>
          <p:cNvSpPr/>
          <p:nvPr/>
        </p:nvSpPr>
        <p:spPr>
          <a:xfrm>
            <a:off x="6862717" y="3489993"/>
            <a:ext cx="2016224" cy="335258"/>
          </a:xfrm>
          <a:prstGeom prst="round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</a:rPr>
              <a:t>          닉네임</a:t>
            </a:r>
          </a:p>
        </p:txBody>
      </p:sp>
      <p:sp>
        <p:nvSpPr>
          <p:cNvPr id="98" name="사각형: 둥근 모서리 97">
            <a:extLst>
              <a:ext uri="{FF2B5EF4-FFF2-40B4-BE49-F238E27FC236}">
                <a16:creationId xmlns:a16="http://schemas.microsoft.com/office/drawing/2014/main" id="{A11E67FE-C8ED-104B-09C2-8085B220BB21}"/>
              </a:ext>
            </a:extLst>
          </p:cNvPr>
          <p:cNvSpPr/>
          <p:nvPr/>
        </p:nvSpPr>
        <p:spPr>
          <a:xfrm>
            <a:off x="6862717" y="3879701"/>
            <a:ext cx="2016224" cy="335258"/>
          </a:xfrm>
          <a:prstGeom prst="round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</a:rPr>
              <a:t>          닉네임</a:t>
            </a:r>
          </a:p>
        </p:txBody>
      </p: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AC09004F-3664-D985-D847-697079DBBA3B}"/>
              </a:ext>
            </a:extLst>
          </p:cNvPr>
          <p:cNvSpPr/>
          <p:nvPr/>
        </p:nvSpPr>
        <p:spPr>
          <a:xfrm>
            <a:off x="6862717" y="4269484"/>
            <a:ext cx="2016224" cy="335258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b="1"/>
              <a:t>로그인</a:t>
            </a:r>
            <a:endParaRPr lang="ko-KR" altLang="en-US" sz="900" b="1" dirty="0"/>
          </a:p>
        </p:txBody>
      </p:sp>
      <p:pic>
        <p:nvPicPr>
          <p:cNvPr id="100" name="그래픽 99">
            <a:extLst>
              <a:ext uri="{FF2B5EF4-FFF2-40B4-BE49-F238E27FC236}">
                <a16:creationId xmlns:a16="http://schemas.microsoft.com/office/drawing/2014/main" id="{4C2248E3-FBCC-E16A-5BB2-9B27008E5A4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8561188" y="3544177"/>
            <a:ext cx="228600" cy="238125"/>
          </a:xfrm>
          <a:prstGeom prst="rect">
            <a:avLst/>
          </a:prstGeom>
        </p:spPr>
      </p:pic>
      <p:pic>
        <p:nvPicPr>
          <p:cNvPr id="101" name="그래픽 100">
            <a:extLst>
              <a:ext uri="{FF2B5EF4-FFF2-40B4-BE49-F238E27FC236}">
                <a16:creationId xmlns:a16="http://schemas.microsoft.com/office/drawing/2014/main" id="{C10AA805-FC7C-5E8C-4A57-F75850D5F71C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8561188" y="3935705"/>
            <a:ext cx="228600" cy="238125"/>
          </a:xfrm>
          <a:prstGeom prst="rect">
            <a:avLst/>
          </a:prstGeom>
        </p:spPr>
      </p:pic>
      <p:pic>
        <p:nvPicPr>
          <p:cNvPr id="102" name="그림 101">
            <a:extLst>
              <a:ext uri="{FF2B5EF4-FFF2-40B4-BE49-F238E27FC236}">
                <a16:creationId xmlns:a16="http://schemas.microsoft.com/office/drawing/2014/main" id="{C2FD5593-F004-AE6C-BEF9-0603149977B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935096" y="3143679"/>
            <a:ext cx="247685" cy="266737"/>
          </a:xfrm>
          <a:prstGeom prst="rect">
            <a:avLst/>
          </a:prstGeom>
        </p:spPr>
      </p:pic>
      <p:pic>
        <p:nvPicPr>
          <p:cNvPr id="103" name="그림 102">
            <a:extLst>
              <a:ext uri="{FF2B5EF4-FFF2-40B4-BE49-F238E27FC236}">
                <a16:creationId xmlns:a16="http://schemas.microsoft.com/office/drawing/2014/main" id="{6C5C571F-DD86-92A9-EA08-4C36E799FEF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911280" y="3544082"/>
            <a:ext cx="295316" cy="219106"/>
          </a:xfrm>
          <a:prstGeom prst="rect">
            <a:avLst/>
          </a:prstGeom>
        </p:spPr>
      </p:pic>
      <p:pic>
        <p:nvPicPr>
          <p:cNvPr id="104" name="그림 103">
            <a:extLst>
              <a:ext uri="{FF2B5EF4-FFF2-40B4-BE49-F238E27FC236}">
                <a16:creationId xmlns:a16="http://schemas.microsoft.com/office/drawing/2014/main" id="{0344A60F-44AA-C44A-05D6-325C361FA4D0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44622" y="3935705"/>
            <a:ext cx="228632" cy="228632"/>
          </a:xfrm>
          <a:prstGeom prst="rect">
            <a:avLst/>
          </a:prstGeom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ACAF334B-5E69-364B-B641-8BEE0D5AAA64}"/>
              </a:ext>
            </a:extLst>
          </p:cNvPr>
          <p:cNvSpPr/>
          <p:nvPr/>
        </p:nvSpPr>
        <p:spPr>
          <a:xfrm>
            <a:off x="3889781" y="3769888"/>
            <a:ext cx="110893" cy="110893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C78F1F1-DAED-17E6-44D9-605CE24251B4}"/>
              </a:ext>
            </a:extLst>
          </p:cNvPr>
          <p:cNvSpPr txBox="1"/>
          <p:nvPr/>
        </p:nvSpPr>
        <p:spPr>
          <a:xfrm>
            <a:off x="3957348" y="3717612"/>
            <a:ext cx="97654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로그인 상태 유지</a:t>
            </a:r>
            <a:endParaRPr lang="ko-KR" altLang="en-US" sz="800" dirty="0" err="1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8591BDC6-38B0-3AB4-90A3-0F0C6E0CB1E2}"/>
              </a:ext>
            </a:extLst>
          </p:cNvPr>
          <p:cNvSpPr/>
          <p:nvPr/>
        </p:nvSpPr>
        <p:spPr>
          <a:xfrm>
            <a:off x="5041909" y="3769888"/>
            <a:ext cx="110893" cy="110893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8C2CDA7F-D62F-B930-E037-CCBE90273266}"/>
              </a:ext>
            </a:extLst>
          </p:cNvPr>
          <p:cNvSpPr txBox="1"/>
          <p:nvPr/>
        </p:nvSpPr>
        <p:spPr>
          <a:xfrm>
            <a:off x="5109476" y="3717612"/>
            <a:ext cx="7344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아이디 저장</a:t>
            </a:r>
          </a:p>
        </p:txBody>
      </p:sp>
      <p:sp>
        <p:nvSpPr>
          <p:cNvPr id="4" name="순서도: 처리 3">
            <a:extLst>
              <a:ext uri="{FF2B5EF4-FFF2-40B4-BE49-F238E27FC236}">
                <a16:creationId xmlns:a16="http://schemas.microsoft.com/office/drawing/2014/main" id="{8DCD3C2E-46A5-F81E-AFBC-1DE9ADF64D0F}"/>
              </a:ext>
            </a:extLst>
          </p:cNvPr>
          <p:cNvSpPr/>
          <p:nvPr/>
        </p:nvSpPr>
        <p:spPr>
          <a:xfrm>
            <a:off x="6647915" y="1444726"/>
            <a:ext cx="2457848" cy="4739032"/>
          </a:xfrm>
          <a:prstGeom prst="flowChartProcess">
            <a:avLst/>
          </a:prstGeom>
          <a:solidFill>
            <a:schemeClr val="tx1">
              <a:lumMod val="50000"/>
              <a:lumOff val="50000"/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차세대 통합계정</a:t>
            </a:r>
            <a:endParaRPr lang="en-US" altLang="ko-KR" sz="18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ko-KR" altLang="en-US" sz="1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적용 시 삭제</a:t>
            </a:r>
          </a:p>
        </p:txBody>
      </p:sp>
    </p:spTree>
    <p:extLst>
      <p:ext uri="{BB962C8B-B14F-4D97-AF65-F5344CB8AC3E}">
        <p14:creationId xmlns:p14="http://schemas.microsoft.com/office/powerpoint/2010/main" val="3481136723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1197;p27">
            <a:extLst>
              <a:ext uri="{FF2B5EF4-FFF2-40B4-BE49-F238E27FC236}">
                <a16:creationId xmlns:a16="http://schemas.microsoft.com/office/drawing/2014/main" id="{933E3358-A8B5-0BA9-0B6F-7B2456750684}"/>
              </a:ext>
            </a:extLst>
          </p:cNvPr>
          <p:cNvSpPr/>
          <p:nvPr/>
        </p:nvSpPr>
        <p:spPr>
          <a:xfrm>
            <a:off x="6589784" y="1232756"/>
            <a:ext cx="2566556" cy="5004561"/>
          </a:xfrm>
          <a:prstGeom prst="roundRect">
            <a:avLst>
              <a:gd name="adj" fmla="val 3549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" name="Google Shape;1197;p27">
            <a:extLst>
              <a:ext uri="{FF2B5EF4-FFF2-40B4-BE49-F238E27FC236}">
                <a16:creationId xmlns:a16="http://schemas.microsoft.com/office/drawing/2014/main" id="{DC4BD9CD-9765-1A7E-9826-893EB8FDF8FB}"/>
              </a:ext>
            </a:extLst>
          </p:cNvPr>
          <p:cNvSpPr/>
          <p:nvPr/>
        </p:nvSpPr>
        <p:spPr>
          <a:xfrm>
            <a:off x="3542783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endParaRPr kumimoji="0" sz="856" b="1" kern="0" dirty="0">
              <a:solidFill>
                <a:prstClr val="white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271" name="그림 270">
            <a:extLst>
              <a:ext uri="{FF2B5EF4-FFF2-40B4-BE49-F238E27FC236}">
                <a16:creationId xmlns:a16="http://schemas.microsoft.com/office/drawing/2014/main" id="{6C6DC71D-EED8-5B22-25DC-E29EA7005DE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-70000"/>
                    </a14:imgEffect>
                  </a14:imgLayer>
                </a14:imgProps>
              </a:ext>
            </a:extLst>
          </a:blip>
          <a:srcRect r="1299"/>
          <a:stretch>
            <a:fillRect/>
          </a:stretch>
        </p:blipFill>
        <p:spPr>
          <a:xfrm>
            <a:off x="3581192" y="1471757"/>
            <a:ext cx="2497204" cy="4755292"/>
          </a:xfrm>
          <a:prstGeom prst="rect">
            <a:avLst/>
          </a:prstGeom>
        </p:spPr>
      </p:pic>
      <p:pic>
        <p:nvPicPr>
          <p:cNvPr id="272" name="그림 271">
            <a:extLst>
              <a:ext uri="{FF2B5EF4-FFF2-40B4-BE49-F238E27FC236}">
                <a16:creationId xmlns:a16="http://schemas.microsoft.com/office/drawing/2014/main" id="{16117016-041C-1241-A68C-632D57CBE1D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-70000"/>
                    </a14:imgEffect>
                  </a14:imgLayer>
                </a14:imgProps>
              </a:ext>
            </a:extLst>
          </a:blip>
          <a:srcRect r="1299"/>
          <a:stretch>
            <a:fillRect/>
          </a:stretch>
        </p:blipFill>
        <p:spPr>
          <a:xfrm>
            <a:off x="6628848" y="1471757"/>
            <a:ext cx="2497204" cy="4755292"/>
          </a:xfrm>
          <a:prstGeom prst="rect">
            <a:avLst/>
          </a:prstGeom>
        </p:spPr>
      </p:pic>
      <p:sp>
        <p:nvSpPr>
          <p:cNvPr id="38" name="Google Shape;1197;p27">
            <a:extLst>
              <a:ext uri="{FF2B5EF4-FFF2-40B4-BE49-F238E27FC236}">
                <a16:creationId xmlns:a16="http://schemas.microsoft.com/office/drawing/2014/main" id="{D67CC3B7-6CB5-8038-A069-E27621F76F9F}"/>
              </a:ext>
            </a:extLst>
          </p:cNvPr>
          <p:cNvSpPr/>
          <p:nvPr/>
        </p:nvSpPr>
        <p:spPr>
          <a:xfrm>
            <a:off x="512116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270" name="그림 269">
            <a:extLst>
              <a:ext uri="{FF2B5EF4-FFF2-40B4-BE49-F238E27FC236}">
                <a16:creationId xmlns:a16="http://schemas.microsoft.com/office/drawing/2014/main" id="{652F8C75-B2F8-6BEF-A3BB-6455CAC850F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-70000"/>
                    </a14:imgEffect>
                  </a14:imgLayer>
                </a14:imgProps>
              </a:ext>
            </a:extLst>
          </a:blip>
          <a:srcRect r="1299"/>
          <a:stretch>
            <a:fillRect/>
          </a:stretch>
        </p:blipFill>
        <p:spPr>
          <a:xfrm>
            <a:off x="555439" y="1471757"/>
            <a:ext cx="2497204" cy="4755292"/>
          </a:xfrm>
          <a:prstGeom prst="rect">
            <a:avLst/>
          </a:prstGeom>
        </p:spPr>
      </p:pic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5D585EA1-BF02-9855-F909-85B21AF1621F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광고 팝업</a:t>
            </a:r>
            <a:r>
              <a:rPr lang="en-US" altLang="ko-KR" dirty="0"/>
              <a:t>, </a:t>
            </a:r>
            <a:r>
              <a:rPr lang="ko-KR" altLang="en-US" dirty="0"/>
              <a:t>점검</a:t>
            </a:r>
            <a:r>
              <a:rPr lang="en-US" altLang="ko-KR" dirty="0"/>
              <a:t>&amp;</a:t>
            </a:r>
            <a:r>
              <a:rPr lang="ko-KR" altLang="en-US" dirty="0"/>
              <a:t>업데이트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247B35E1-B000-7369-AF6D-56AA18D44DA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모바일 웹 리모컨</a:t>
            </a:r>
            <a:r>
              <a:rPr lang="en-US" altLang="ko-KR" dirty="0"/>
              <a:t> &gt; </a:t>
            </a:r>
            <a:r>
              <a:rPr lang="ko-KR" altLang="en-US" dirty="0"/>
              <a:t>광고 팝업</a:t>
            </a:r>
            <a:r>
              <a:rPr lang="en-US" altLang="ko-KR" dirty="0"/>
              <a:t>, </a:t>
            </a:r>
            <a:r>
              <a:rPr lang="ko-KR" altLang="en-US" dirty="0"/>
              <a:t>점검</a:t>
            </a:r>
            <a:r>
              <a:rPr lang="en-US" altLang="ko-KR" dirty="0"/>
              <a:t>&amp;</a:t>
            </a:r>
            <a:r>
              <a:rPr lang="ko-KR" altLang="en-US" dirty="0"/>
              <a:t>업데이트</a:t>
            </a:r>
          </a:p>
        </p:txBody>
      </p:sp>
      <p:sp>
        <p:nvSpPr>
          <p:cNvPr id="234" name="사각형: 둥근 모서리 233">
            <a:extLst>
              <a:ext uri="{FF2B5EF4-FFF2-40B4-BE49-F238E27FC236}">
                <a16:creationId xmlns:a16="http://schemas.microsoft.com/office/drawing/2014/main" id="{A95CCD5F-E819-2F55-AC4A-C888B35B7B50}"/>
              </a:ext>
            </a:extLst>
          </p:cNvPr>
          <p:cNvSpPr/>
          <p:nvPr/>
        </p:nvSpPr>
        <p:spPr>
          <a:xfrm>
            <a:off x="810998" y="2516542"/>
            <a:ext cx="1967036" cy="2676654"/>
          </a:xfrm>
          <a:prstGeom prst="roundRect">
            <a:avLst>
              <a:gd name="adj" fmla="val 5203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altLang="ko-KR" sz="800" dirty="0" err="1">
                <a:solidFill>
                  <a:schemeClr val="tx1"/>
                </a:solidFill>
              </a:rPr>
              <a:t>Img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50000"/>
              </a:lnSpc>
            </a:pPr>
            <a:endParaRPr lang="ko-KR" altLang="en-US" sz="800" dirty="0">
              <a:solidFill>
                <a:schemeClr val="tx1"/>
              </a:solidFill>
            </a:endParaRPr>
          </a:p>
        </p:txBody>
      </p:sp>
      <p:pic>
        <p:nvPicPr>
          <p:cNvPr id="235" name="그래픽 234">
            <a:extLst>
              <a:ext uri="{FF2B5EF4-FFF2-40B4-BE49-F238E27FC236}">
                <a16:creationId xmlns:a16="http://schemas.microsoft.com/office/drawing/2014/main" id="{83DB375C-75A1-B457-C02C-C59BFF838F6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783632" y="3740569"/>
            <a:ext cx="228600" cy="228600"/>
          </a:xfrm>
          <a:prstGeom prst="rect">
            <a:avLst/>
          </a:prstGeom>
        </p:spPr>
      </p:pic>
      <p:pic>
        <p:nvPicPr>
          <p:cNvPr id="236" name="그래픽 235">
            <a:extLst>
              <a:ext uri="{FF2B5EF4-FFF2-40B4-BE49-F238E27FC236}">
                <a16:creationId xmlns:a16="http://schemas.microsoft.com/office/drawing/2014/main" id="{16F5170D-5029-6659-35C5-D644D60BE7B5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rot="10800000">
            <a:off x="556226" y="3740569"/>
            <a:ext cx="228600" cy="228600"/>
          </a:xfrm>
          <a:prstGeom prst="rect">
            <a:avLst/>
          </a:prstGeom>
        </p:spPr>
      </p:pic>
      <p:sp>
        <p:nvSpPr>
          <p:cNvPr id="237" name="사각형: 둥근 위쪽 모서리 236">
            <a:extLst>
              <a:ext uri="{FF2B5EF4-FFF2-40B4-BE49-F238E27FC236}">
                <a16:creationId xmlns:a16="http://schemas.microsoft.com/office/drawing/2014/main" id="{3D2074D5-0B4D-D829-9E05-21048FB5BC4B}"/>
              </a:ext>
            </a:extLst>
          </p:cNvPr>
          <p:cNvSpPr/>
          <p:nvPr/>
        </p:nvSpPr>
        <p:spPr>
          <a:xfrm>
            <a:off x="810998" y="4897043"/>
            <a:ext cx="1967036" cy="296153"/>
          </a:xfrm>
          <a:prstGeom prst="round2SameRect">
            <a:avLst>
              <a:gd name="adj1" fmla="val 0"/>
              <a:gd name="adj2" fmla="val 30703"/>
            </a:avLst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/>
          <a:lstStyle/>
          <a:p>
            <a:r>
              <a:rPr lang="ko-KR" altLang="en-US" sz="800" b="1" dirty="0"/>
              <a:t>       오늘 하루 열지 않음                     </a:t>
            </a:r>
            <a:r>
              <a:rPr lang="ko-KR" altLang="en-US" sz="800" b="1" u="sng" dirty="0"/>
              <a:t>닫기</a:t>
            </a:r>
          </a:p>
        </p:txBody>
      </p:sp>
      <p:sp>
        <p:nvSpPr>
          <p:cNvPr id="238" name="직사각형 237">
            <a:extLst>
              <a:ext uri="{FF2B5EF4-FFF2-40B4-BE49-F238E27FC236}">
                <a16:creationId xmlns:a16="http://schemas.microsoft.com/office/drawing/2014/main" id="{8BA1FF42-C9EE-26B9-6642-A9D2A2DCB364}"/>
              </a:ext>
            </a:extLst>
          </p:cNvPr>
          <p:cNvSpPr/>
          <p:nvPr/>
        </p:nvSpPr>
        <p:spPr>
          <a:xfrm>
            <a:off x="895611" y="4983206"/>
            <a:ext cx="123825" cy="1238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52" name="TextBox 251">
            <a:extLst>
              <a:ext uri="{FF2B5EF4-FFF2-40B4-BE49-F238E27FC236}">
                <a16:creationId xmlns:a16="http://schemas.microsoft.com/office/drawing/2014/main" id="{A0505B20-ED39-39FF-FFC8-49968F841761}"/>
              </a:ext>
            </a:extLst>
          </p:cNvPr>
          <p:cNvSpPr txBox="1"/>
          <p:nvPr/>
        </p:nvSpPr>
        <p:spPr>
          <a:xfrm>
            <a:off x="3924160" y="3125579"/>
            <a:ext cx="1792478" cy="47705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현재 점검 중입니다</a:t>
            </a:r>
            <a:r>
              <a:rPr kumimoji="1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잠시 기다려 주세요</a:t>
            </a:r>
            <a:r>
              <a:rPr kumimoji="1" lang="en-US" altLang="ko-KR" sz="11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  <a:endParaRPr kumimoji="1" lang="ko-KR" altLang="en-US" sz="1100" b="1" i="0" u="none" strike="noStrike" kern="1200" cap="none" spc="0" normalizeH="0" baseline="0" noProof="0" dirty="0" err="1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3" name="사각형: 둥근 모서리 252">
            <a:extLst>
              <a:ext uri="{FF2B5EF4-FFF2-40B4-BE49-F238E27FC236}">
                <a16:creationId xmlns:a16="http://schemas.microsoft.com/office/drawing/2014/main" id="{B826735D-AEBB-7889-3829-E7BB57E9E812}"/>
              </a:ext>
            </a:extLst>
          </p:cNvPr>
          <p:cNvSpPr/>
          <p:nvPr/>
        </p:nvSpPr>
        <p:spPr>
          <a:xfrm>
            <a:off x="4485430" y="4105986"/>
            <a:ext cx="669937" cy="223114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새로 고침</a:t>
            </a:r>
          </a:p>
        </p:txBody>
      </p:sp>
      <p:pic>
        <p:nvPicPr>
          <p:cNvPr id="254" name="그림 253">
            <a:extLst>
              <a:ext uri="{FF2B5EF4-FFF2-40B4-BE49-F238E27FC236}">
                <a16:creationId xmlns:a16="http://schemas.microsoft.com/office/drawing/2014/main" id="{6534071A-3965-3B18-957C-077134CDF772}"/>
              </a:ext>
            </a:extLst>
          </p:cNvPr>
          <p:cNvPicPr>
            <a:picLocks noChangeAspect="1"/>
          </p:cNvPicPr>
          <p:nvPr/>
        </p:nvPicPr>
        <p:blipFill>
          <a:blip r:embed="rId6">
            <a:lum bright="70000" contrast="-70000"/>
          </a:blip>
          <a:stretch>
            <a:fillRect/>
          </a:stretch>
        </p:blipFill>
        <p:spPr>
          <a:xfrm>
            <a:off x="4646647" y="3633210"/>
            <a:ext cx="347502" cy="347502"/>
          </a:xfrm>
          <a:prstGeom prst="rect">
            <a:avLst/>
          </a:prstGeom>
        </p:spPr>
      </p:pic>
      <p:grpSp>
        <p:nvGrpSpPr>
          <p:cNvPr id="255" name="그룹 254">
            <a:extLst>
              <a:ext uri="{FF2B5EF4-FFF2-40B4-BE49-F238E27FC236}">
                <a16:creationId xmlns:a16="http://schemas.microsoft.com/office/drawing/2014/main" id="{45FBA831-58D1-3FFD-81E3-1004B95FB123}"/>
              </a:ext>
            </a:extLst>
          </p:cNvPr>
          <p:cNvGrpSpPr/>
          <p:nvPr/>
        </p:nvGrpSpPr>
        <p:grpSpPr>
          <a:xfrm>
            <a:off x="6793132" y="2132856"/>
            <a:ext cx="2159172" cy="1145292"/>
            <a:chOff x="3622172" y="4934785"/>
            <a:chExt cx="2535388" cy="1145292"/>
          </a:xfrm>
        </p:grpSpPr>
        <p:sp>
          <p:nvSpPr>
            <p:cNvPr id="256" name="사각형: 둥근 모서리 255">
              <a:extLst>
                <a:ext uri="{FF2B5EF4-FFF2-40B4-BE49-F238E27FC236}">
                  <a16:creationId xmlns:a16="http://schemas.microsoft.com/office/drawing/2014/main" id="{07656DFD-668D-5A25-2354-375357F92211}"/>
                </a:ext>
              </a:extLst>
            </p:cNvPr>
            <p:cNvSpPr/>
            <p:nvPr/>
          </p:nvSpPr>
          <p:spPr bwMode="auto">
            <a:xfrm>
              <a:off x="3622172" y="4934785"/>
              <a:ext cx="2535388" cy="1145292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tIns="72000" rtlCol="0" anchor="t"/>
            <a:lstStyle/>
            <a:p>
              <a:endPara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57" name="Button">
              <a:extLst>
                <a:ext uri="{FF2B5EF4-FFF2-40B4-BE49-F238E27FC236}">
                  <a16:creationId xmlns:a16="http://schemas.microsoft.com/office/drawing/2014/main" id="{8DBA45E6-8996-B9DC-CB0F-F5FD1CA5D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555" y="5691887"/>
              <a:ext cx="852622" cy="230676"/>
            </a:xfrm>
            <a:prstGeom prst="roundRect">
              <a:avLst>
                <a:gd name="adj" fmla="val 15416"/>
              </a:avLst>
            </a:prstGeom>
            <a:solidFill>
              <a:schemeClr val="tx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rIns="36000"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지금 설치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18EF911B-7E10-8374-D59A-00D9349966E9}"/>
                </a:ext>
              </a:extLst>
            </p:cNvPr>
            <p:cNvSpPr txBox="1"/>
            <p:nvPr/>
          </p:nvSpPr>
          <p:spPr>
            <a:xfrm>
              <a:off x="3643635" y="5067331"/>
              <a:ext cx="2485308" cy="51552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버전이 업데이트 되었습니다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</a:t>
              </a:r>
            </a:p>
            <a:p>
              <a:pPr marL="0" marR="0" lvl="0" indent="0" algn="ctr" defTabSz="914400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Toonation Remote V0.00.0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259" name="사각형: 둥근 모서리 258">
            <a:extLst>
              <a:ext uri="{FF2B5EF4-FFF2-40B4-BE49-F238E27FC236}">
                <a16:creationId xmlns:a16="http://schemas.microsoft.com/office/drawing/2014/main" id="{C61AC132-9AC4-A0C5-B53C-6A4687176617}"/>
              </a:ext>
            </a:extLst>
          </p:cNvPr>
          <p:cNvSpPr/>
          <p:nvPr/>
        </p:nvSpPr>
        <p:spPr bwMode="auto">
          <a:xfrm>
            <a:off x="6793132" y="3712848"/>
            <a:ext cx="2159172" cy="61807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tIns="72000" rtlCol="0" anchor="ctr"/>
          <a:lstStyle/>
          <a:p>
            <a:pPr marL="0" marR="0" lvl="0" indent="0" algn="ctr" defTabSz="914400" rtl="0" eaLnBrk="1" fontAlgn="base" latinLnBrk="1" hangingPunct="1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업데이트 파일을 다운 받는 중입니다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60" name="그림 259">
            <a:extLst>
              <a:ext uri="{FF2B5EF4-FFF2-40B4-BE49-F238E27FC236}">
                <a16:creationId xmlns:a16="http://schemas.microsoft.com/office/drawing/2014/main" id="{D3A8B4C5-8E3E-5210-97E1-83EAFF191806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l="620" t="3596" r="2731" b="6509"/>
          <a:stretch>
            <a:fillRect/>
          </a:stretch>
        </p:blipFill>
        <p:spPr>
          <a:xfrm>
            <a:off x="6811841" y="4821301"/>
            <a:ext cx="2140464" cy="851802"/>
          </a:xfrm>
          <a:prstGeom prst="rect">
            <a:avLst/>
          </a:prstGeom>
        </p:spPr>
      </p:pic>
      <p:cxnSp>
        <p:nvCxnSpPr>
          <p:cNvPr id="261" name="직선 화살표 연결선 260">
            <a:extLst>
              <a:ext uri="{FF2B5EF4-FFF2-40B4-BE49-F238E27FC236}">
                <a16:creationId xmlns:a16="http://schemas.microsoft.com/office/drawing/2014/main" id="{48D1ABAA-3EAC-13BE-775C-B9912FBB156B}"/>
              </a:ext>
            </a:extLst>
          </p:cNvPr>
          <p:cNvCxnSpPr>
            <a:cxnSpLocks/>
            <a:stCxn id="257" idx="2"/>
            <a:endCxn id="259" idx="0"/>
          </p:cNvCxnSpPr>
          <p:nvPr/>
        </p:nvCxnSpPr>
        <p:spPr>
          <a:xfrm flipH="1">
            <a:off x="7872718" y="3120634"/>
            <a:ext cx="1" cy="592214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2" name="직선 화살표 연결선 261">
            <a:extLst>
              <a:ext uri="{FF2B5EF4-FFF2-40B4-BE49-F238E27FC236}">
                <a16:creationId xmlns:a16="http://schemas.microsoft.com/office/drawing/2014/main" id="{8072DB7E-74AD-F21B-18CE-6DBA7418EC0F}"/>
              </a:ext>
            </a:extLst>
          </p:cNvPr>
          <p:cNvCxnSpPr>
            <a:cxnSpLocks/>
            <a:stCxn id="259" idx="2"/>
            <a:endCxn id="260" idx="0"/>
          </p:cNvCxnSpPr>
          <p:nvPr/>
        </p:nvCxnSpPr>
        <p:spPr>
          <a:xfrm>
            <a:off x="7872718" y="4330924"/>
            <a:ext cx="9355" cy="490377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직사각형 4">
            <a:extLst>
              <a:ext uri="{FF2B5EF4-FFF2-40B4-BE49-F238E27FC236}">
                <a16:creationId xmlns:a16="http://schemas.microsoft.com/office/drawing/2014/main" id="{F118D30D-2C1B-8ECA-F901-21B1A085E4B9}"/>
              </a:ext>
            </a:extLst>
          </p:cNvPr>
          <p:cNvSpPr/>
          <p:nvPr/>
        </p:nvSpPr>
        <p:spPr>
          <a:xfrm>
            <a:off x="851026" y="1556792"/>
            <a:ext cx="1140518" cy="190527"/>
          </a:xfrm>
          <a:prstGeom prst="rect">
            <a:avLst/>
          </a:prstGeom>
          <a:solidFill>
            <a:srgbClr val="4D4D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C10B164E-C301-96E7-116D-FCFF547CA494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rightnessContrast bright="-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895611" y="1579995"/>
            <a:ext cx="338206" cy="138583"/>
          </a:xfrm>
          <a:prstGeom prst="rect">
            <a:avLst/>
          </a:prstGeom>
        </p:spPr>
      </p:pic>
      <p:sp>
        <p:nvSpPr>
          <p:cNvPr id="7" name="직사각형 6">
            <a:extLst>
              <a:ext uri="{FF2B5EF4-FFF2-40B4-BE49-F238E27FC236}">
                <a16:creationId xmlns:a16="http://schemas.microsoft.com/office/drawing/2014/main" id="{338D7BA1-E385-7FE2-A06C-6F732E189F95}"/>
              </a:ext>
            </a:extLst>
          </p:cNvPr>
          <p:cNvSpPr/>
          <p:nvPr/>
        </p:nvSpPr>
        <p:spPr>
          <a:xfrm>
            <a:off x="3879575" y="1556792"/>
            <a:ext cx="1140518" cy="190527"/>
          </a:xfrm>
          <a:prstGeom prst="rect">
            <a:avLst/>
          </a:prstGeom>
          <a:solidFill>
            <a:srgbClr val="4D4D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BFF57E8C-1262-0FD8-2B32-42225BE846DA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rightnessContrast bright="-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3924160" y="1579995"/>
            <a:ext cx="338206" cy="138583"/>
          </a:xfrm>
          <a:prstGeom prst="rect">
            <a:avLst/>
          </a:prstGeom>
        </p:spPr>
      </p:pic>
      <p:sp>
        <p:nvSpPr>
          <p:cNvPr id="9" name="직사각형 8">
            <a:extLst>
              <a:ext uri="{FF2B5EF4-FFF2-40B4-BE49-F238E27FC236}">
                <a16:creationId xmlns:a16="http://schemas.microsoft.com/office/drawing/2014/main" id="{B51CB496-CF88-FDC0-28E9-8A031EB5C4E3}"/>
              </a:ext>
            </a:extLst>
          </p:cNvPr>
          <p:cNvSpPr/>
          <p:nvPr/>
        </p:nvSpPr>
        <p:spPr>
          <a:xfrm>
            <a:off x="6940911" y="1556792"/>
            <a:ext cx="1140518" cy="190527"/>
          </a:xfrm>
          <a:prstGeom prst="rect">
            <a:avLst/>
          </a:prstGeom>
          <a:solidFill>
            <a:srgbClr val="4D4D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F5BE3787-4A6C-1132-70AA-D05DD8074B78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rightnessContrast bright="-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6985496" y="1579995"/>
            <a:ext cx="338206" cy="1385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61144104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Google Shape;1197;p27">
            <a:extLst>
              <a:ext uri="{FF2B5EF4-FFF2-40B4-BE49-F238E27FC236}">
                <a16:creationId xmlns:a16="http://schemas.microsoft.com/office/drawing/2014/main" id="{CBF7202F-7D20-8977-4F69-6A524DFF2158}"/>
              </a:ext>
            </a:extLst>
          </p:cNvPr>
          <p:cNvSpPr/>
          <p:nvPr/>
        </p:nvSpPr>
        <p:spPr>
          <a:xfrm>
            <a:off x="512116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7C5F06F9-E842-647E-5915-688E077C02E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-70000"/>
                    </a14:imgEffect>
                  </a14:imgLayer>
                </a14:imgProps>
              </a:ext>
            </a:extLst>
          </a:blip>
          <a:srcRect r="1299"/>
          <a:stretch>
            <a:fillRect/>
          </a:stretch>
        </p:blipFill>
        <p:spPr>
          <a:xfrm>
            <a:off x="555439" y="1471757"/>
            <a:ext cx="2497204" cy="4755292"/>
          </a:xfrm>
          <a:prstGeom prst="rect">
            <a:avLst/>
          </a:prstGeom>
        </p:spPr>
      </p:pic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E0100C0C-6765-FB4B-08AA-0D6AF23796E2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5340" y="411980"/>
            <a:ext cx="9436335" cy="424732"/>
          </a:xfrm>
        </p:spPr>
        <p:txBody>
          <a:bodyPr/>
          <a:lstStyle/>
          <a:p>
            <a:r>
              <a:rPr lang="ko-KR" altLang="en-US" dirty="0"/>
              <a:t>투네이션 </a:t>
            </a:r>
            <a:r>
              <a:rPr lang="en-US" altLang="ko-KR" dirty="0"/>
              <a:t>ID </a:t>
            </a:r>
            <a:r>
              <a:rPr lang="ko-KR" altLang="en-US" dirty="0"/>
              <a:t>없는 </a:t>
            </a:r>
            <a:r>
              <a:rPr lang="ko-KR" altLang="en-US" dirty="0" err="1"/>
              <a:t>크리에이터의</a:t>
            </a:r>
            <a:r>
              <a:rPr lang="ko-KR" altLang="en-US" dirty="0"/>
              <a:t> 로그인 만료 화면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98EB6FB3-FEC9-CED0-8B0A-6849F4F639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모바일 웹 리모컨</a:t>
            </a:r>
            <a:r>
              <a:rPr lang="en-US" altLang="ko-KR" dirty="0"/>
              <a:t> &gt; </a:t>
            </a:r>
            <a:r>
              <a:rPr lang="ko-KR" altLang="en-US" dirty="0"/>
              <a:t>로그인 만료 화면</a:t>
            </a: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34261EBE-2F60-597F-47E9-53055FA08697}"/>
              </a:ext>
            </a:extLst>
          </p:cNvPr>
          <p:cNvGrpSpPr/>
          <p:nvPr/>
        </p:nvGrpSpPr>
        <p:grpSpPr>
          <a:xfrm>
            <a:off x="684984" y="2766632"/>
            <a:ext cx="2189652" cy="1324736"/>
            <a:chOff x="3795040" y="4755341"/>
            <a:chExt cx="2189652" cy="1324736"/>
          </a:xfrm>
        </p:grpSpPr>
        <p:sp>
          <p:nvSpPr>
            <p:cNvPr id="21" name="사각형: 둥근 모서리 20">
              <a:extLst>
                <a:ext uri="{FF2B5EF4-FFF2-40B4-BE49-F238E27FC236}">
                  <a16:creationId xmlns:a16="http://schemas.microsoft.com/office/drawing/2014/main" id="{9A426AB1-73F0-5AD8-B131-E9A06429D627}"/>
                </a:ext>
              </a:extLst>
            </p:cNvPr>
            <p:cNvSpPr/>
            <p:nvPr/>
          </p:nvSpPr>
          <p:spPr bwMode="auto">
            <a:xfrm>
              <a:off x="3795040" y="4755341"/>
              <a:ext cx="2189652" cy="132473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tIns="72000" rtlCol="0" anchor="t"/>
            <a:lstStyle/>
            <a:p>
              <a:endPara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2" name="Button">
              <a:extLst>
                <a:ext uri="{FF2B5EF4-FFF2-40B4-BE49-F238E27FC236}">
                  <a16:creationId xmlns:a16="http://schemas.microsoft.com/office/drawing/2014/main" id="{E4C6DF01-C81A-6688-EB21-EF9039C9D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555" y="5691887"/>
              <a:ext cx="852622" cy="230676"/>
            </a:xfrm>
            <a:prstGeom prst="roundRect">
              <a:avLst>
                <a:gd name="adj" fmla="val 15416"/>
              </a:avLst>
            </a:prstGeom>
            <a:solidFill>
              <a:schemeClr val="tx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rIns="36000"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로그인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7B45B775-1F7B-1D91-3690-EE1912AF9C9D}"/>
                </a:ext>
              </a:extLst>
            </p:cNvPr>
            <p:cNvSpPr txBox="1"/>
            <p:nvPr/>
          </p:nvSpPr>
          <p:spPr>
            <a:xfrm>
              <a:off x="3872680" y="4935803"/>
              <a:ext cx="2027218" cy="6617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다시 로그인 해주세요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</a:t>
              </a:r>
            </a:p>
            <a:p>
              <a:pPr marL="0" marR="0" lvl="0" indent="0" algn="ctr" defTabSz="914400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로그인 유지 시간이 만료되어 자동으로 로그아웃 되었습니다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pic>
        <p:nvPicPr>
          <p:cNvPr id="24" name="그림 23">
            <a:extLst>
              <a:ext uri="{FF2B5EF4-FFF2-40B4-BE49-F238E27FC236}">
                <a16:creationId xmlns:a16="http://schemas.microsoft.com/office/drawing/2014/main" id="{C388628D-2FD5-E053-5C52-01F05402391F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l="63584" t="25235" r="1094" b="4699"/>
          <a:stretch>
            <a:fillRect/>
          </a:stretch>
        </p:blipFill>
        <p:spPr>
          <a:xfrm>
            <a:off x="3378906" y="1248971"/>
            <a:ext cx="2900003" cy="3224145"/>
          </a:xfrm>
          <a:prstGeom prst="rect">
            <a:avLst/>
          </a:prstGeom>
        </p:spPr>
      </p:pic>
      <p:cxnSp>
        <p:nvCxnSpPr>
          <p:cNvPr id="27" name="연결선: 꺾임 26">
            <a:extLst>
              <a:ext uri="{FF2B5EF4-FFF2-40B4-BE49-F238E27FC236}">
                <a16:creationId xmlns:a16="http://schemas.microsoft.com/office/drawing/2014/main" id="{507679E4-6DEB-548F-6F18-122284FC6736}"/>
              </a:ext>
            </a:extLst>
          </p:cNvPr>
          <p:cNvCxnSpPr>
            <a:cxnSpLocks/>
            <a:stCxn id="22" idx="3"/>
            <a:endCxn id="24" idx="1"/>
          </p:cNvCxnSpPr>
          <p:nvPr/>
        </p:nvCxnSpPr>
        <p:spPr>
          <a:xfrm flipV="1">
            <a:off x="2206121" y="2861044"/>
            <a:ext cx="1172785" cy="957472"/>
          </a:xfrm>
          <a:prstGeom prst="bentConnector3">
            <a:avLst>
              <a:gd name="adj1" fmla="val 82487"/>
            </a:avLst>
          </a:prstGeom>
          <a:ln>
            <a:solidFill>
              <a:srgbClr val="FF0000"/>
            </a:solidFill>
            <a:prstDash val="solid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54310456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1197;p27">
            <a:extLst>
              <a:ext uri="{FF2B5EF4-FFF2-40B4-BE49-F238E27FC236}">
                <a16:creationId xmlns:a16="http://schemas.microsoft.com/office/drawing/2014/main" id="{8D184EB2-7B71-185F-976F-AEAECAEEA0A6}"/>
              </a:ext>
            </a:extLst>
          </p:cNvPr>
          <p:cNvSpPr/>
          <p:nvPr/>
        </p:nvSpPr>
        <p:spPr>
          <a:xfrm>
            <a:off x="6589784" y="1232756"/>
            <a:ext cx="2566556" cy="5004561"/>
          </a:xfrm>
          <a:prstGeom prst="roundRect">
            <a:avLst>
              <a:gd name="adj" fmla="val 3549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" name="Google Shape;1197;p27">
            <a:extLst>
              <a:ext uri="{FF2B5EF4-FFF2-40B4-BE49-F238E27FC236}">
                <a16:creationId xmlns:a16="http://schemas.microsoft.com/office/drawing/2014/main" id="{FD541C53-E848-DA49-B3A3-FDAA63E47EA5}"/>
              </a:ext>
            </a:extLst>
          </p:cNvPr>
          <p:cNvSpPr/>
          <p:nvPr/>
        </p:nvSpPr>
        <p:spPr>
          <a:xfrm>
            <a:off x="512116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" name="Google Shape;1197;p27">
            <a:extLst>
              <a:ext uri="{FF2B5EF4-FFF2-40B4-BE49-F238E27FC236}">
                <a16:creationId xmlns:a16="http://schemas.microsoft.com/office/drawing/2014/main" id="{7B5608D7-73B5-0A53-375B-A029EA7D4DE8}"/>
              </a:ext>
            </a:extLst>
          </p:cNvPr>
          <p:cNvSpPr/>
          <p:nvPr/>
        </p:nvSpPr>
        <p:spPr>
          <a:xfrm>
            <a:off x="3542783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endParaRPr kumimoji="0" sz="856" b="1" kern="0" dirty="0">
              <a:solidFill>
                <a:prstClr val="white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54D247BD-FC80-50F4-2D95-8762E6228A61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통합 알림 </a:t>
            </a:r>
            <a:r>
              <a:rPr lang="en-US" altLang="ko-KR" dirty="0"/>
              <a:t>&gt; </a:t>
            </a:r>
            <a:r>
              <a:rPr lang="ko-KR" altLang="en-US" dirty="0"/>
              <a:t>자세히 보기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EF2D26FD-0B28-19A6-B189-7D9C751E779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모바일 웹 리모컨</a:t>
            </a:r>
            <a:r>
              <a:rPr lang="en-US" altLang="ko-KR" dirty="0"/>
              <a:t> &gt; </a:t>
            </a:r>
            <a:r>
              <a:rPr lang="ko-KR" altLang="en-US" dirty="0"/>
              <a:t>통합 알림 </a:t>
            </a:r>
            <a:r>
              <a:rPr lang="en-US" altLang="ko-KR" dirty="0"/>
              <a:t>&gt; </a:t>
            </a:r>
            <a:r>
              <a:rPr lang="ko-KR" altLang="en-US" dirty="0"/>
              <a:t>자세히 보기</a:t>
            </a:r>
          </a:p>
        </p:txBody>
      </p:sp>
      <p:sp>
        <p:nvSpPr>
          <p:cNvPr id="14" name="Google Shape;1198;p27">
            <a:extLst>
              <a:ext uri="{FF2B5EF4-FFF2-40B4-BE49-F238E27FC236}">
                <a16:creationId xmlns:a16="http://schemas.microsoft.com/office/drawing/2014/main" id="{18107E3B-76F4-8DC1-A581-7167212B07A8}"/>
              </a:ext>
            </a:extLst>
          </p:cNvPr>
          <p:cNvSpPr/>
          <p:nvPr/>
        </p:nvSpPr>
        <p:spPr>
          <a:xfrm>
            <a:off x="567170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7E9D75F1-68B7-32E3-07C6-DBEEB45C8E23}"/>
              </a:ext>
            </a:extLst>
          </p:cNvPr>
          <p:cNvSpPr txBox="1"/>
          <p:nvPr/>
        </p:nvSpPr>
        <p:spPr>
          <a:xfrm>
            <a:off x="571257" y="1943481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41B764D-D195-AFF1-8216-A0BCE9A9247A}"/>
              </a:ext>
            </a:extLst>
          </p:cNvPr>
          <p:cNvSpPr txBox="1"/>
          <p:nvPr/>
        </p:nvSpPr>
        <p:spPr>
          <a:xfrm>
            <a:off x="1847717" y="1943481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6343AC0A-99A7-D5C3-BE12-15DC4EC4BF00}"/>
              </a:ext>
            </a:extLst>
          </p:cNvPr>
          <p:cNvCxnSpPr>
            <a:cxnSpLocks/>
          </p:cNvCxnSpPr>
          <p:nvPr/>
        </p:nvCxnSpPr>
        <p:spPr>
          <a:xfrm>
            <a:off x="668972" y="2208005"/>
            <a:ext cx="526203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4FD6A354-DD63-BCA3-5B3B-87A4491D23DE}"/>
              </a:ext>
            </a:extLst>
          </p:cNvPr>
          <p:cNvSpPr txBox="1"/>
          <p:nvPr/>
        </p:nvSpPr>
        <p:spPr>
          <a:xfrm>
            <a:off x="1353186" y="1943481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A631A0B-809F-5F0B-EE2B-09F325E2116B}"/>
              </a:ext>
            </a:extLst>
          </p:cNvPr>
          <p:cNvSpPr/>
          <p:nvPr/>
        </p:nvSpPr>
        <p:spPr>
          <a:xfrm>
            <a:off x="600348" y="2215472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0" name="Picture 6" descr="필터 - 무료 ui개 아이콘">
            <a:extLst>
              <a:ext uri="{FF2B5EF4-FFF2-40B4-BE49-F238E27FC236}">
                <a16:creationId xmlns:a16="http://schemas.microsoft.com/office/drawing/2014/main" id="{2BFEEB04-DE3A-EBA6-3790-4043FBCBED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6361" y="2251192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2" name="직사각형 21">
            <a:extLst>
              <a:ext uri="{FF2B5EF4-FFF2-40B4-BE49-F238E27FC236}">
                <a16:creationId xmlns:a16="http://schemas.microsoft.com/office/drawing/2014/main" id="{50CE1162-803A-79BD-940C-F7A664D8AB6D}"/>
              </a:ext>
            </a:extLst>
          </p:cNvPr>
          <p:cNvSpPr/>
          <p:nvPr/>
        </p:nvSpPr>
        <p:spPr>
          <a:xfrm>
            <a:off x="600348" y="3073351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3" name="그래픽 22">
            <a:extLst>
              <a:ext uri="{FF2B5EF4-FFF2-40B4-BE49-F238E27FC236}">
                <a16:creationId xmlns:a16="http://schemas.microsoft.com/office/drawing/2014/main" id="{C80F7410-C6FA-05AC-8BA1-E9DAFE68E86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47760" y="3251898"/>
            <a:ext cx="263454" cy="263454"/>
          </a:xfrm>
          <a:prstGeom prst="rect">
            <a:avLst/>
          </a:prstGeom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631851E0-1436-ADD3-7424-6BE5D5047C5F}"/>
              </a:ext>
            </a:extLst>
          </p:cNvPr>
          <p:cNvSpPr txBox="1"/>
          <p:nvPr/>
        </p:nvSpPr>
        <p:spPr>
          <a:xfrm>
            <a:off x="909748" y="3099639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D1DC747-F04B-D980-E823-C52AEB157FDA}"/>
              </a:ext>
            </a:extLst>
          </p:cNvPr>
          <p:cNvSpPr txBox="1"/>
          <p:nvPr/>
        </p:nvSpPr>
        <p:spPr>
          <a:xfrm>
            <a:off x="910517" y="3467101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spcBef>
                <a:spcPct val="20000"/>
              </a:spcBef>
              <a:defRPr/>
            </a:pPr>
            <a:r>
              <a:rPr kumimoji="0"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[</a:t>
            </a:r>
            <a:r>
              <a:rPr kumimoji="0" lang="en-US" altLang="ko-KR" sz="800" dirty="0" err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Youtube</a:t>
            </a:r>
            <a:r>
              <a:rPr kumimoji="0"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 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유튜브 제목</a:t>
            </a:r>
            <a:r>
              <a:rPr kumimoji="0"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lang="en-US" altLang="ko-KR" sz="80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F341AF84-1843-9B73-4592-EA2861E776C0}"/>
              </a:ext>
            </a:extLst>
          </p:cNvPr>
          <p:cNvSpPr/>
          <p:nvPr/>
        </p:nvSpPr>
        <p:spPr>
          <a:xfrm>
            <a:off x="2289111" y="3223270"/>
            <a:ext cx="320711" cy="320711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B6A4C3EA-F75E-3731-61D7-9D85184E5A63}"/>
              </a:ext>
            </a:extLst>
          </p:cNvPr>
          <p:cNvSpPr txBox="1"/>
          <p:nvPr/>
        </p:nvSpPr>
        <p:spPr>
          <a:xfrm>
            <a:off x="2562709" y="3173505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3,000</a:t>
            </a:r>
            <a:endParaRPr lang="ko-KR" altLang="en-US" sz="1050" dirty="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9C2E3A13-1C42-E255-E080-A2B42343E8AA}"/>
              </a:ext>
            </a:extLst>
          </p:cNvPr>
          <p:cNvSpPr txBox="1"/>
          <p:nvPr/>
        </p:nvSpPr>
        <p:spPr>
          <a:xfrm>
            <a:off x="2687960" y="3467101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B3C5BC9D-558B-453F-1885-1E0171C09292}"/>
              </a:ext>
            </a:extLst>
          </p:cNvPr>
          <p:cNvSpPr/>
          <p:nvPr/>
        </p:nvSpPr>
        <p:spPr>
          <a:xfrm>
            <a:off x="600348" y="2447789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1" name="그래픽 30">
            <a:extLst>
              <a:ext uri="{FF2B5EF4-FFF2-40B4-BE49-F238E27FC236}">
                <a16:creationId xmlns:a16="http://schemas.microsoft.com/office/drawing/2014/main" id="{5D1E45DD-E79B-F882-7D91-5EA844E2088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47760" y="2626336"/>
            <a:ext cx="263454" cy="263454"/>
          </a:xfrm>
          <a:prstGeom prst="rect">
            <a:avLst/>
          </a:prstGeom>
        </p:spPr>
      </p:pic>
      <p:sp>
        <p:nvSpPr>
          <p:cNvPr id="32" name="TextBox 31">
            <a:extLst>
              <a:ext uri="{FF2B5EF4-FFF2-40B4-BE49-F238E27FC236}">
                <a16:creationId xmlns:a16="http://schemas.microsoft.com/office/drawing/2014/main" id="{0853F710-382F-7637-C6D3-DAF61B02CD4B}"/>
              </a:ext>
            </a:extLst>
          </p:cNvPr>
          <p:cNvSpPr txBox="1"/>
          <p:nvPr/>
        </p:nvSpPr>
        <p:spPr>
          <a:xfrm>
            <a:off x="909748" y="2474077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94F8EC4D-CDA8-C234-A0B9-E68B31EAF8AA}"/>
              </a:ext>
            </a:extLst>
          </p:cNvPr>
          <p:cNvSpPr txBox="1"/>
          <p:nvPr/>
        </p:nvSpPr>
        <p:spPr>
          <a:xfrm>
            <a:off x="910517" y="2841539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C7500FD1-46AD-8FA3-B41C-869DF0B58E0E}"/>
              </a:ext>
            </a:extLst>
          </p:cNvPr>
          <p:cNvSpPr txBox="1"/>
          <p:nvPr/>
        </p:nvSpPr>
        <p:spPr>
          <a:xfrm>
            <a:off x="2562709" y="2547943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8DF46383-7766-2C2E-54AE-2D01D4EE6904}"/>
              </a:ext>
            </a:extLst>
          </p:cNvPr>
          <p:cNvSpPr txBox="1"/>
          <p:nvPr/>
        </p:nvSpPr>
        <p:spPr>
          <a:xfrm>
            <a:off x="2687960" y="2841539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37" name="그래픽 36">
            <a:extLst>
              <a:ext uri="{FF2B5EF4-FFF2-40B4-BE49-F238E27FC236}">
                <a16:creationId xmlns:a16="http://schemas.microsoft.com/office/drawing/2014/main" id="{617A933C-F8F5-8530-7ED2-7B7C84E9BE7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50141" y="2626478"/>
            <a:ext cx="261988" cy="261988"/>
          </a:xfrm>
          <a:prstGeom prst="rect">
            <a:avLst/>
          </a:prstGeom>
        </p:spPr>
      </p:pic>
      <p:sp>
        <p:nvSpPr>
          <p:cNvPr id="38" name="직사각형 37">
            <a:extLst>
              <a:ext uri="{FF2B5EF4-FFF2-40B4-BE49-F238E27FC236}">
                <a16:creationId xmlns:a16="http://schemas.microsoft.com/office/drawing/2014/main" id="{6EF15FE8-4ECB-FD7C-2B30-F66544D7FD94}"/>
              </a:ext>
            </a:extLst>
          </p:cNvPr>
          <p:cNvSpPr/>
          <p:nvPr/>
        </p:nvSpPr>
        <p:spPr>
          <a:xfrm>
            <a:off x="600348" y="3699467"/>
            <a:ext cx="2417540" cy="6852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89D88CD2-62F8-11BC-272C-28D0BD00EF8D}"/>
              </a:ext>
            </a:extLst>
          </p:cNvPr>
          <p:cNvSpPr txBox="1"/>
          <p:nvPr/>
        </p:nvSpPr>
        <p:spPr>
          <a:xfrm>
            <a:off x="909748" y="3725755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1C3DD9C7-5E0B-46C5-639B-3ABFD0267908}"/>
              </a:ext>
            </a:extLst>
          </p:cNvPr>
          <p:cNvSpPr txBox="1"/>
          <p:nvPr/>
        </p:nvSpPr>
        <p:spPr>
          <a:xfrm>
            <a:off x="910517" y="4058664"/>
            <a:ext cx="1652192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 텍스트내용 텍스트 내용 텍스트 내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5917D84-A391-9EB1-E43C-1F7796E0CC6F}"/>
              </a:ext>
            </a:extLst>
          </p:cNvPr>
          <p:cNvSpPr txBox="1"/>
          <p:nvPr/>
        </p:nvSpPr>
        <p:spPr>
          <a:xfrm>
            <a:off x="2562709" y="3799621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sz="1050" dirty="0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B6B71E41-745C-C220-95EA-0F63CF3FE31F}"/>
              </a:ext>
            </a:extLst>
          </p:cNvPr>
          <p:cNvSpPr txBox="1"/>
          <p:nvPr/>
        </p:nvSpPr>
        <p:spPr>
          <a:xfrm>
            <a:off x="2687960" y="4093217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4" name="그래픽 43">
            <a:extLst>
              <a:ext uri="{FF2B5EF4-FFF2-40B4-BE49-F238E27FC236}">
                <a16:creationId xmlns:a16="http://schemas.microsoft.com/office/drawing/2014/main" id="{32283760-8413-EAEE-10D0-B71CC2760252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47058" y="3890018"/>
            <a:ext cx="263454" cy="263454"/>
          </a:xfrm>
          <a:prstGeom prst="rect">
            <a:avLst/>
          </a:prstGeom>
        </p:spPr>
      </p:pic>
      <p:sp>
        <p:nvSpPr>
          <p:cNvPr id="45" name="직사각형 44">
            <a:extLst>
              <a:ext uri="{FF2B5EF4-FFF2-40B4-BE49-F238E27FC236}">
                <a16:creationId xmlns:a16="http://schemas.microsoft.com/office/drawing/2014/main" id="{B9D43D36-069B-04EB-3C70-EC7C52022DF4}"/>
              </a:ext>
            </a:extLst>
          </p:cNvPr>
          <p:cNvSpPr/>
          <p:nvPr/>
        </p:nvSpPr>
        <p:spPr>
          <a:xfrm>
            <a:off x="600348" y="4382700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4B18BA64-D60C-3408-EBA0-0C5AB83CF79F}"/>
              </a:ext>
            </a:extLst>
          </p:cNvPr>
          <p:cNvSpPr txBox="1"/>
          <p:nvPr/>
        </p:nvSpPr>
        <p:spPr>
          <a:xfrm>
            <a:off x="909748" y="440898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179F9F2E-769B-D053-C734-7206FB0ADE3F}"/>
              </a:ext>
            </a:extLst>
          </p:cNvPr>
          <p:cNvSpPr txBox="1"/>
          <p:nvPr/>
        </p:nvSpPr>
        <p:spPr>
          <a:xfrm>
            <a:off x="910516" y="4776450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룰렛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제목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꽝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or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당첨 항목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0C72A3FB-9DD7-B7E7-E482-A442E17B2B2A}"/>
              </a:ext>
            </a:extLst>
          </p:cNvPr>
          <p:cNvSpPr txBox="1"/>
          <p:nvPr/>
        </p:nvSpPr>
        <p:spPr>
          <a:xfrm>
            <a:off x="2562709" y="4482854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57D96EEF-2F2E-B8CA-745F-BCF3D408CBBE}"/>
              </a:ext>
            </a:extLst>
          </p:cNvPr>
          <p:cNvSpPr txBox="1"/>
          <p:nvPr/>
        </p:nvSpPr>
        <p:spPr>
          <a:xfrm>
            <a:off x="2687960" y="477645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51" name="그래픽 50">
            <a:extLst>
              <a:ext uri="{FF2B5EF4-FFF2-40B4-BE49-F238E27FC236}">
                <a16:creationId xmlns:a16="http://schemas.microsoft.com/office/drawing/2014/main" id="{B99821C5-79BE-55E9-A52D-D2E567709269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50835" y="4573996"/>
            <a:ext cx="258115" cy="258115"/>
          </a:xfrm>
          <a:prstGeom prst="rect">
            <a:avLst/>
          </a:prstGeom>
        </p:spPr>
      </p:pic>
      <p:sp>
        <p:nvSpPr>
          <p:cNvPr id="52" name="직사각형 51">
            <a:extLst>
              <a:ext uri="{FF2B5EF4-FFF2-40B4-BE49-F238E27FC236}">
                <a16:creationId xmlns:a16="http://schemas.microsoft.com/office/drawing/2014/main" id="{4864714B-4D19-B5E1-2316-248E99BFCFEC}"/>
              </a:ext>
            </a:extLst>
          </p:cNvPr>
          <p:cNvSpPr/>
          <p:nvPr/>
        </p:nvSpPr>
        <p:spPr>
          <a:xfrm>
            <a:off x="600348" y="4999508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D14A9FA3-F5A0-73B8-6A30-C59E0211B21F}"/>
              </a:ext>
            </a:extLst>
          </p:cNvPr>
          <p:cNvSpPr txBox="1"/>
          <p:nvPr/>
        </p:nvSpPr>
        <p:spPr>
          <a:xfrm>
            <a:off x="909748" y="5025796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5AC7A5E8-DEA6-6DA7-BA55-33AB21DB9EE8}"/>
              </a:ext>
            </a:extLst>
          </p:cNvPr>
          <p:cNvSpPr txBox="1"/>
          <p:nvPr/>
        </p:nvSpPr>
        <p:spPr>
          <a:xfrm>
            <a:off x="910516" y="5393258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럭키박스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시간초과 환불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0C55D81F-3E0E-E04C-19BD-300230FCFB02}"/>
              </a:ext>
            </a:extLst>
          </p:cNvPr>
          <p:cNvSpPr txBox="1"/>
          <p:nvPr/>
        </p:nvSpPr>
        <p:spPr>
          <a:xfrm>
            <a:off x="2562709" y="5099662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2E42A63B-7215-480C-D613-047BF7D83791}"/>
              </a:ext>
            </a:extLst>
          </p:cNvPr>
          <p:cNvSpPr txBox="1"/>
          <p:nvPr/>
        </p:nvSpPr>
        <p:spPr>
          <a:xfrm>
            <a:off x="2687960" y="5393258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58" name="그래픽 57">
            <a:extLst>
              <a:ext uri="{FF2B5EF4-FFF2-40B4-BE49-F238E27FC236}">
                <a16:creationId xmlns:a16="http://schemas.microsoft.com/office/drawing/2014/main" id="{35CD6343-9BD2-3A15-C1D1-FA77C6441A22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651119" y="5190804"/>
            <a:ext cx="257831" cy="257831"/>
          </a:xfrm>
          <a:prstGeom prst="rect">
            <a:avLst/>
          </a:prstGeom>
        </p:spPr>
      </p:pic>
      <p:pic>
        <p:nvPicPr>
          <p:cNvPr id="59" name="그림 58">
            <a:extLst>
              <a:ext uri="{FF2B5EF4-FFF2-40B4-BE49-F238E27FC236}">
                <a16:creationId xmlns:a16="http://schemas.microsoft.com/office/drawing/2014/main" id="{0E84156F-ADC4-F684-B7EB-8298101C738A}"/>
              </a:ext>
            </a:extLst>
          </p:cNvPr>
          <p:cNvPicPr>
            <a:picLocks noChangeAspect="1"/>
          </p:cNvPicPr>
          <p:nvPr/>
        </p:nvPicPr>
        <p:blipFill>
          <a:blip r:embed="rId13"/>
          <a:srcRect b="35360"/>
          <a:stretch>
            <a:fillRect/>
          </a:stretch>
        </p:blipFill>
        <p:spPr>
          <a:xfrm>
            <a:off x="595005" y="5619240"/>
            <a:ext cx="2479066" cy="409477"/>
          </a:xfrm>
          <a:prstGeom prst="rect">
            <a:avLst/>
          </a:prstGeom>
        </p:spPr>
      </p:pic>
      <p:pic>
        <p:nvPicPr>
          <p:cNvPr id="61" name="그림 60">
            <a:extLst>
              <a:ext uri="{FF2B5EF4-FFF2-40B4-BE49-F238E27FC236}">
                <a16:creationId xmlns:a16="http://schemas.microsoft.com/office/drawing/2014/main" id="{D866B2CD-AB9B-7E49-F51A-BF044FDBDADC}"/>
              </a:ext>
            </a:extLst>
          </p:cNvPr>
          <p:cNvPicPr>
            <a:picLocks noChangeAspect="1"/>
          </p:cNvPicPr>
          <p:nvPr/>
        </p:nvPicPr>
        <p:blipFill>
          <a:blip r:embed="rId14">
            <a:biLevel thresh="75000"/>
            <a:extLst>
              <a:ext uri="{BEBA8EAE-BF5A-486C-A8C5-ECC9F3942E4B}">
                <a14:imgProps xmlns:a14="http://schemas.microsoft.com/office/drawing/2010/main">
                  <a14:imgLayer r:embed="rId15">
                    <a14:imgEffect>
                      <a14:backgroundRemoval t="10000" b="90000" l="10000" r="90000">
                        <a14:foregroundMark x1="50000" y1="74000" x2="50000" y2="74000"/>
                      </a14:backgroundRemoval>
                    </a14:imgEffect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</a:extLst>
          </a:blip>
          <a:srcRect l="22466" t="21148" r="24851" b="19009"/>
          <a:stretch>
            <a:fillRect/>
          </a:stretch>
        </p:blipFill>
        <p:spPr>
          <a:xfrm>
            <a:off x="2583143" y="1502867"/>
            <a:ext cx="181812" cy="206522"/>
          </a:xfrm>
          <a:prstGeom prst="rect">
            <a:avLst/>
          </a:prstGeom>
        </p:spPr>
      </p:pic>
      <p:pic>
        <p:nvPicPr>
          <p:cNvPr id="62" name="그림 61">
            <a:extLst>
              <a:ext uri="{FF2B5EF4-FFF2-40B4-BE49-F238E27FC236}">
                <a16:creationId xmlns:a16="http://schemas.microsoft.com/office/drawing/2014/main" id="{0669AC36-7D04-C394-2886-99B6B85FDDA4}"/>
              </a:ext>
            </a:extLst>
          </p:cNvPr>
          <p:cNvPicPr>
            <a:picLocks noChangeAspect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660760" y="1531122"/>
            <a:ext cx="338206" cy="138583"/>
          </a:xfrm>
          <a:prstGeom prst="rect">
            <a:avLst/>
          </a:prstGeom>
        </p:spPr>
      </p:pic>
      <p:pic>
        <p:nvPicPr>
          <p:cNvPr id="63" name="그림 62">
            <a:extLst>
              <a:ext uri="{FF2B5EF4-FFF2-40B4-BE49-F238E27FC236}">
                <a16:creationId xmlns:a16="http://schemas.microsoft.com/office/drawing/2014/main" id="{EB01AC7B-4FBD-EA02-E16A-8DBADB44CD5C}"/>
              </a:ext>
            </a:extLst>
          </p:cNvPr>
          <p:cNvPicPr>
            <a:picLocks noChangeAspect="1"/>
          </p:cNvPicPr>
          <p:nvPr/>
        </p:nvPicPr>
        <p:blipFill>
          <a:blip r:embed="rId13"/>
          <a:srcRect b="85616"/>
          <a:stretch>
            <a:fillRect/>
          </a:stretch>
        </p:blipFill>
        <p:spPr>
          <a:xfrm>
            <a:off x="595005" y="6078789"/>
            <a:ext cx="2479066" cy="91120"/>
          </a:xfrm>
          <a:prstGeom prst="rect">
            <a:avLst/>
          </a:prstGeom>
        </p:spPr>
      </p:pic>
      <p:sp>
        <p:nvSpPr>
          <p:cNvPr id="81" name="Google Shape;1198;p27">
            <a:extLst>
              <a:ext uri="{FF2B5EF4-FFF2-40B4-BE49-F238E27FC236}">
                <a16:creationId xmlns:a16="http://schemas.microsoft.com/office/drawing/2014/main" id="{02F7531F-11B1-FB24-1529-03BB333B3D8A}"/>
              </a:ext>
            </a:extLst>
          </p:cNvPr>
          <p:cNvSpPr/>
          <p:nvPr/>
        </p:nvSpPr>
        <p:spPr>
          <a:xfrm>
            <a:off x="3597837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EB0AC4A8-B282-2734-F5F7-2CF67F89242E}"/>
              </a:ext>
            </a:extLst>
          </p:cNvPr>
          <p:cNvSpPr txBox="1"/>
          <p:nvPr/>
        </p:nvSpPr>
        <p:spPr>
          <a:xfrm>
            <a:off x="3601924" y="1948392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E68C9A9B-F207-33E0-64D1-C06A8BF2FD93}"/>
              </a:ext>
            </a:extLst>
          </p:cNvPr>
          <p:cNvSpPr txBox="1"/>
          <p:nvPr/>
        </p:nvSpPr>
        <p:spPr>
          <a:xfrm>
            <a:off x="4878384" y="1948392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DAED36D1-9C7D-5360-A850-1470C53802A8}"/>
              </a:ext>
            </a:extLst>
          </p:cNvPr>
          <p:cNvCxnSpPr>
            <a:cxnSpLocks/>
          </p:cNvCxnSpPr>
          <p:nvPr/>
        </p:nvCxnSpPr>
        <p:spPr>
          <a:xfrm>
            <a:off x="3699639" y="2212916"/>
            <a:ext cx="526203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1E25B2C4-42BB-225B-6189-445FDB20389C}"/>
              </a:ext>
            </a:extLst>
          </p:cNvPr>
          <p:cNvSpPr txBox="1"/>
          <p:nvPr/>
        </p:nvSpPr>
        <p:spPr>
          <a:xfrm>
            <a:off x="4383853" y="1948392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83344C2D-B3CA-62BD-359F-2C31739897C9}"/>
              </a:ext>
            </a:extLst>
          </p:cNvPr>
          <p:cNvSpPr/>
          <p:nvPr/>
        </p:nvSpPr>
        <p:spPr>
          <a:xfrm>
            <a:off x="3631015" y="2220383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87" name="Picture 6" descr="필터 - 무료 ui개 아이콘">
            <a:extLst>
              <a:ext uri="{FF2B5EF4-FFF2-40B4-BE49-F238E27FC236}">
                <a16:creationId xmlns:a16="http://schemas.microsoft.com/office/drawing/2014/main" id="{62B7BF57-808C-6A18-4152-E9C481A1A3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87028" y="2256103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6" name="직사각형 95">
            <a:extLst>
              <a:ext uri="{FF2B5EF4-FFF2-40B4-BE49-F238E27FC236}">
                <a16:creationId xmlns:a16="http://schemas.microsoft.com/office/drawing/2014/main" id="{C833CF83-EC2C-84FF-AC94-A5099E559371}"/>
              </a:ext>
            </a:extLst>
          </p:cNvPr>
          <p:cNvSpPr/>
          <p:nvPr/>
        </p:nvSpPr>
        <p:spPr>
          <a:xfrm>
            <a:off x="3631015" y="2452700"/>
            <a:ext cx="2417540" cy="1080439"/>
          </a:xfrm>
          <a:prstGeom prst="rect">
            <a:avLst/>
          </a:prstGeom>
          <a:solidFill>
            <a:schemeClr val="bg1"/>
          </a:solidFill>
          <a:ln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97" name="그래픽 96">
            <a:extLst>
              <a:ext uri="{FF2B5EF4-FFF2-40B4-BE49-F238E27FC236}">
                <a16:creationId xmlns:a16="http://schemas.microsoft.com/office/drawing/2014/main" id="{DE9AB218-A89E-1DA2-0727-7C8AA479880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678427" y="2631247"/>
            <a:ext cx="263454" cy="263454"/>
          </a:xfrm>
          <a:prstGeom prst="rect">
            <a:avLst/>
          </a:prstGeom>
        </p:spPr>
      </p:pic>
      <p:sp>
        <p:nvSpPr>
          <p:cNvPr id="98" name="TextBox 97">
            <a:extLst>
              <a:ext uri="{FF2B5EF4-FFF2-40B4-BE49-F238E27FC236}">
                <a16:creationId xmlns:a16="http://schemas.microsoft.com/office/drawing/2014/main" id="{445CF2B1-DABE-9B75-9DE8-634B525B369B}"/>
              </a:ext>
            </a:extLst>
          </p:cNvPr>
          <p:cNvSpPr txBox="1"/>
          <p:nvPr/>
        </p:nvSpPr>
        <p:spPr>
          <a:xfrm>
            <a:off x="3940415" y="247898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7A9C96-86E9-63F9-AD5E-98D2E4E46A2C}"/>
              </a:ext>
            </a:extLst>
          </p:cNvPr>
          <p:cNvSpPr txBox="1"/>
          <p:nvPr/>
        </p:nvSpPr>
        <p:spPr>
          <a:xfrm>
            <a:off x="3941184" y="2846450"/>
            <a:ext cx="1709206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spcBef>
                <a:spcPct val="20000"/>
              </a:spcBef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텍스트 내용 텍스트 내용 텍스트 내용 텍스트 내용 텍스트 내용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EF8C6E4D-B161-D120-F235-56D8F2BB8CC2}"/>
              </a:ext>
            </a:extLst>
          </p:cNvPr>
          <p:cNvSpPr txBox="1"/>
          <p:nvPr/>
        </p:nvSpPr>
        <p:spPr>
          <a:xfrm>
            <a:off x="5593376" y="2552854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pic>
        <p:nvPicPr>
          <p:cNvPr id="101" name="그래픽 100">
            <a:extLst>
              <a:ext uri="{FF2B5EF4-FFF2-40B4-BE49-F238E27FC236}">
                <a16:creationId xmlns:a16="http://schemas.microsoft.com/office/drawing/2014/main" id="{854F98FF-77A8-E42A-DE37-AF08F1CBEC5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680808" y="2631389"/>
            <a:ext cx="261988" cy="261988"/>
          </a:xfrm>
          <a:prstGeom prst="rect">
            <a:avLst/>
          </a:prstGeom>
        </p:spPr>
      </p:pic>
      <p:pic>
        <p:nvPicPr>
          <p:cNvPr id="104" name="그림 103">
            <a:extLst>
              <a:ext uri="{FF2B5EF4-FFF2-40B4-BE49-F238E27FC236}">
                <a16:creationId xmlns:a16="http://schemas.microsoft.com/office/drawing/2014/main" id="{55158185-8AED-4FF1-87AB-259FF99940B2}"/>
              </a:ext>
            </a:extLst>
          </p:cNvPr>
          <p:cNvPicPr>
            <a:picLocks noChangeAspect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3691427" y="1531122"/>
            <a:ext cx="338206" cy="138583"/>
          </a:xfrm>
          <a:prstGeom prst="rect">
            <a:avLst/>
          </a:prstGeom>
        </p:spPr>
      </p:pic>
      <p:graphicFrame>
        <p:nvGraphicFramePr>
          <p:cNvPr id="109" name="표 108">
            <a:extLst>
              <a:ext uri="{FF2B5EF4-FFF2-40B4-BE49-F238E27FC236}">
                <a16:creationId xmlns:a16="http://schemas.microsoft.com/office/drawing/2014/main" id="{2E026679-5E30-3D98-9564-DCB2F19D44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7917630"/>
              </p:ext>
            </p:extLst>
          </p:nvPr>
        </p:nvGraphicFramePr>
        <p:xfrm>
          <a:off x="3643313" y="3306844"/>
          <a:ext cx="2393157" cy="213360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797719">
                  <a:extLst>
                    <a:ext uri="{9D8B030D-6E8A-4147-A177-3AD203B41FA5}">
                      <a16:colId xmlns:a16="http://schemas.microsoft.com/office/drawing/2014/main" val="2045282246"/>
                    </a:ext>
                  </a:extLst>
                </a:gridCol>
                <a:gridCol w="797719">
                  <a:extLst>
                    <a:ext uri="{9D8B030D-6E8A-4147-A177-3AD203B41FA5}">
                      <a16:colId xmlns:a16="http://schemas.microsoft.com/office/drawing/2014/main" val="859422954"/>
                    </a:ext>
                  </a:extLst>
                </a:gridCol>
                <a:gridCol w="797719">
                  <a:extLst>
                    <a:ext uri="{9D8B030D-6E8A-4147-A177-3AD203B41FA5}">
                      <a16:colId xmlns:a16="http://schemas.microsoft.com/office/drawing/2014/main" val="2961860283"/>
                    </a:ext>
                  </a:extLst>
                </a:gridCol>
              </a:tblGrid>
              <a:tr h="19227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▶ 재생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29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ebdings" panose="05030102010509060703" pitchFamily="18" charset="2"/>
                        </a:rPr>
                        <a:t>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차단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벽지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7501084"/>
                  </a:ext>
                </a:extLst>
              </a:tr>
            </a:tbl>
          </a:graphicData>
        </a:graphic>
      </p:graphicFrame>
      <p:sp>
        <p:nvSpPr>
          <p:cNvPr id="111" name="TextBox 110">
            <a:extLst>
              <a:ext uri="{FF2B5EF4-FFF2-40B4-BE49-F238E27FC236}">
                <a16:creationId xmlns:a16="http://schemas.microsoft.com/office/drawing/2014/main" id="{E0B6D500-AE53-DDE1-37A6-402719EF666E}"/>
              </a:ext>
            </a:extLst>
          </p:cNvPr>
          <p:cNvSpPr txBox="1"/>
          <p:nvPr/>
        </p:nvSpPr>
        <p:spPr>
          <a:xfrm>
            <a:off x="5519936" y="3028512"/>
            <a:ext cx="5445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BFCF1927-95B7-0212-C92D-6D8E1A69821E}"/>
              </a:ext>
            </a:extLst>
          </p:cNvPr>
          <p:cNvSpPr/>
          <p:nvPr/>
        </p:nvSpPr>
        <p:spPr>
          <a:xfrm>
            <a:off x="3628932" y="3545403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120" name="그래픽 119">
            <a:extLst>
              <a:ext uri="{FF2B5EF4-FFF2-40B4-BE49-F238E27FC236}">
                <a16:creationId xmlns:a16="http://schemas.microsoft.com/office/drawing/2014/main" id="{AEA5AE18-7076-ABFF-DFEE-1CF2EEFD305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676344" y="3723950"/>
            <a:ext cx="263454" cy="263454"/>
          </a:xfrm>
          <a:prstGeom prst="rect">
            <a:avLst/>
          </a:prstGeom>
        </p:spPr>
      </p:pic>
      <p:sp>
        <p:nvSpPr>
          <p:cNvPr id="121" name="TextBox 120">
            <a:extLst>
              <a:ext uri="{FF2B5EF4-FFF2-40B4-BE49-F238E27FC236}">
                <a16:creationId xmlns:a16="http://schemas.microsoft.com/office/drawing/2014/main" id="{4DE9715B-60DF-DA7F-3D03-F881883E41DB}"/>
              </a:ext>
            </a:extLst>
          </p:cNvPr>
          <p:cNvSpPr txBox="1"/>
          <p:nvPr/>
        </p:nvSpPr>
        <p:spPr>
          <a:xfrm>
            <a:off x="3938332" y="3571691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7774745F-2B02-C381-DCB6-45C2070EF52D}"/>
              </a:ext>
            </a:extLst>
          </p:cNvPr>
          <p:cNvSpPr txBox="1"/>
          <p:nvPr/>
        </p:nvSpPr>
        <p:spPr>
          <a:xfrm>
            <a:off x="3939101" y="3939153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spcBef>
                <a:spcPct val="20000"/>
              </a:spcBef>
              <a:defRPr/>
            </a:pPr>
            <a:r>
              <a:rPr kumimoji="0"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[</a:t>
            </a:r>
            <a:r>
              <a:rPr kumimoji="0" lang="en-US" altLang="ko-KR" sz="800" dirty="0" err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Youtube</a:t>
            </a:r>
            <a:r>
              <a:rPr kumimoji="0"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 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유튜브 제목</a:t>
            </a:r>
            <a:r>
              <a:rPr kumimoji="0"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lang="en-US" altLang="ko-KR" sz="80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18D4A8AB-72BA-41E6-EFA6-7F4CD1A82CDC}"/>
              </a:ext>
            </a:extLst>
          </p:cNvPr>
          <p:cNvSpPr/>
          <p:nvPr/>
        </p:nvSpPr>
        <p:spPr>
          <a:xfrm>
            <a:off x="5317695" y="3695322"/>
            <a:ext cx="320711" cy="320711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097EF788-D709-9080-6CE8-BBD21CE4ECC8}"/>
              </a:ext>
            </a:extLst>
          </p:cNvPr>
          <p:cNvSpPr txBox="1"/>
          <p:nvPr/>
        </p:nvSpPr>
        <p:spPr>
          <a:xfrm>
            <a:off x="5591293" y="3645557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3,000</a:t>
            </a:r>
            <a:endParaRPr lang="ko-KR" altLang="en-US" sz="1050" dirty="0"/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26BCAF01-D29B-890B-82E6-DE15AD650DD5}"/>
              </a:ext>
            </a:extLst>
          </p:cNvPr>
          <p:cNvSpPr txBox="1"/>
          <p:nvPr/>
        </p:nvSpPr>
        <p:spPr>
          <a:xfrm>
            <a:off x="5712296" y="3939153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B079F147-7A15-4C81-D713-B422A8F21361}"/>
              </a:ext>
            </a:extLst>
          </p:cNvPr>
          <p:cNvSpPr/>
          <p:nvPr/>
        </p:nvSpPr>
        <p:spPr>
          <a:xfrm>
            <a:off x="3628932" y="4171519"/>
            <a:ext cx="2417540" cy="6852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DC4DC49B-251D-9C56-A7FE-16AC67D70DB0}"/>
              </a:ext>
            </a:extLst>
          </p:cNvPr>
          <p:cNvSpPr txBox="1"/>
          <p:nvPr/>
        </p:nvSpPr>
        <p:spPr>
          <a:xfrm>
            <a:off x="3938332" y="4197807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AC0A78EE-AABA-94FD-CFDA-B1ADE88C66FE}"/>
              </a:ext>
            </a:extLst>
          </p:cNvPr>
          <p:cNvSpPr txBox="1"/>
          <p:nvPr/>
        </p:nvSpPr>
        <p:spPr>
          <a:xfrm>
            <a:off x="3939101" y="4530716"/>
            <a:ext cx="1652192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 텍스트내용 텍스트 내용 텍스트 내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E8E07026-FC1C-5736-EF35-91907255943D}"/>
              </a:ext>
            </a:extLst>
          </p:cNvPr>
          <p:cNvSpPr txBox="1"/>
          <p:nvPr/>
        </p:nvSpPr>
        <p:spPr>
          <a:xfrm>
            <a:off x="5591293" y="4271673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sz="1050" dirty="0"/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E84E3F41-C3D0-F6E9-4160-05C0B32E5E4A}"/>
              </a:ext>
            </a:extLst>
          </p:cNvPr>
          <p:cNvSpPr txBox="1"/>
          <p:nvPr/>
        </p:nvSpPr>
        <p:spPr>
          <a:xfrm>
            <a:off x="5712296" y="4565269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33" name="그래픽 132">
            <a:extLst>
              <a:ext uri="{FF2B5EF4-FFF2-40B4-BE49-F238E27FC236}">
                <a16:creationId xmlns:a16="http://schemas.microsoft.com/office/drawing/2014/main" id="{F2F494B6-6AAB-77EA-7CAD-140750CB6356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3675642" y="4362070"/>
            <a:ext cx="263454" cy="263454"/>
          </a:xfrm>
          <a:prstGeom prst="rect">
            <a:avLst/>
          </a:prstGeom>
        </p:spPr>
      </p:pic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24DCBFB3-2A6E-9275-EE0C-427FC6243E32}"/>
              </a:ext>
            </a:extLst>
          </p:cNvPr>
          <p:cNvSpPr/>
          <p:nvPr/>
        </p:nvSpPr>
        <p:spPr>
          <a:xfrm>
            <a:off x="3628932" y="4854752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05C31F5-1B53-36FD-ACBD-275452848954}"/>
              </a:ext>
            </a:extLst>
          </p:cNvPr>
          <p:cNvSpPr txBox="1"/>
          <p:nvPr/>
        </p:nvSpPr>
        <p:spPr>
          <a:xfrm>
            <a:off x="3938332" y="4881040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D6FAA2FD-D1A4-09E3-928A-DFDD07F0C877}"/>
              </a:ext>
            </a:extLst>
          </p:cNvPr>
          <p:cNvSpPr txBox="1"/>
          <p:nvPr/>
        </p:nvSpPr>
        <p:spPr>
          <a:xfrm>
            <a:off x="3939100" y="5248502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룰렛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제목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꽝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or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당첨 항목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9ABE62E7-51ED-9127-924F-5B13C4576C80}"/>
              </a:ext>
            </a:extLst>
          </p:cNvPr>
          <p:cNvSpPr txBox="1"/>
          <p:nvPr/>
        </p:nvSpPr>
        <p:spPr>
          <a:xfrm>
            <a:off x="5591293" y="4954906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DA297A2D-BE22-6632-CA1A-CDA5133B1117}"/>
              </a:ext>
            </a:extLst>
          </p:cNvPr>
          <p:cNvSpPr txBox="1"/>
          <p:nvPr/>
        </p:nvSpPr>
        <p:spPr>
          <a:xfrm>
            <a:off x="5712296" y="5248502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40" name="그래픽 139">
            <a:extLst>
              <a:ext uri="{FF2B5EF4-FFF2-40B4-BE49-F238E27FC236}">
                <a16:creationId xmlns:a16="http://schemas.microsoft.com/office/drawing/2014/main" id="{DF62285D-56AE-D035-4340-F1F4D615FA3D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3679419" y="5046048"/>
            <a:ext cx="258115" cy="258115"/>
          </a:xfrm>
          <a:prstGeom prst="rect">
            <a:avLst/>
          </a:prstGeom>
        </p:spPr>
      </p:pic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FB10C733-72E5-67E0-EFD7-70587D1FE318}"/>
              </a:ext>
            </a:extLst>
          </p:cNvPr>
          <p:cNvSpPr/>
          <p:nvPr/>
        </p:nvSpPr>
        <p:spPr>
          <a:xfrm>
            <a:off x="3627954" y="5480214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BBAF4AEC-32AD-A30B-2576-BB2FEEDCDD9D}"/>
              </a:ext>
            </a:extLst>
          </p:cNvPr>
          <p:cNvSpPr txBox="1"/>
          <p:nvPr/>
        </p:nvSpPr>
        <p:spPr>
          <a:xfrm>
            <a:off x="3937354" y="550650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E2F9E2E0-F086-0F62-657D-A1FE0F1D3A6F}"/>
              </a:ext>
            </a:extLst>
          </p:cNvPr>
          <p:cNvSpPr txBox="1"/>
          <p:nvPr/>
        </p:nvSpPr>
        <p:spPr>
          <a:xfrm>
            <a:off x="3938122" y="5873964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럭키박스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시간초과 환불</a:t>
            </a: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8D61E672-A883-4B49-8DA5-C0C3CA13BCBC}"/>
              </a:ext>
            </a:extLst>
          </p:cNvPr>
          <p:cNvSpPr txBox="1"/>
          <p:nvPr/>
        </p:nvSpPr>
        <p:spPr>
          <a:xfrm>
            <a:off x="5590315" y="558036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348F327F-6C15-19BC-CD28-AD33B512DAA1}"/>
              </a:ext>
            </a:extLst>
          </p:cNvPr>
          <p:cNvSpPr txBox="1"/>
          <p:nvPr/>
        </p:nvSpPr>
        <p:spPr>
          <a:xfrm>
            <a:off x="5601424" y="5873964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52" name="그래픽 151">
            <a:extLst>
              <a:ext uri="{FF2B5EF4-FFF2-40B4-BE49-F238E27FC236}">
                <a16:creationId xmlns:a16="http://schemas.microsoft.com/office/drawing/2014/main" id="{6929B81D-FEED-89FD-E639-F6F784EE1ACE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678725" y="5671510"/>
            <a:ext cx="257831" cy="257831"/>
          </a:xfrm>
          <a:prstGeom prst="rect">
            <a:avLst/>
          </a:prstGeom>
        </p:spPr>
      </p:pic>
      <p:cxnSp>
        <p:nvCxnSpPr>
          <p:cNvPr id="259" name="연결선: 꺾임 258">
            <a:extLst>
              <a:ext uri="{FF2B5EF4-FFF2-40B4-BE49-F238E27FC236}">
                <a16:creationId xmlns:a16="http://schemas.microsoft.com/office/drawing/2014/main" id="{B5921C5B-982D-C975-78E7-E15D09ECC4A8}"/>
              </a:ext>
            </a:extLst>
          </p:cNvPr>
          <p:cNvCxnSpPr>
            <a:cxnSpLocks/>
            <a:stCxn id="262" idx="6"/>
            <a:endCxn id="263" idx="2"/>
          </p:cNvCxnSpPr>
          <p:nvPr/>
        </p:nvCxnSpPr>
        <p:spPr>
          <a:xfrm>
            <a:off x="2832367" y="2775716"/>
            <a:ext cx="910642" cy="178456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2" name="타원 261">
            <a:extLst>
              <a:ext uri="{FF2B5EF4-FFF2-40B4-BE49-F238E27FC236}">
                <a16:creationId xmlns:a16="http://schemas.microsoft.com/office/drawing/2014/main" id="{90C88FA6-707F-039F-3220-83CCD3918ED8}"/>
              </a:ext>
            </a:extLst>
          </p:cNvPr>
          <p:cNvSpPr/>
          <p:nvPr/>
        </p:nvSpPr>
        <p:spPr>
          <a:xfrm>
            <a:off x="2243572" y="2481318"/>
            <a:ext cx="588795" cy="588795"/>
          </a:xfrm>
          <a:prstGeom prst="ellipse">
            <a:avLst/>
          </a:prstGeom>
          <a:solidFill>
            <a:srgbClr val="FF0000">
              <a:alpha val="50000"/>
            </a:srgbClr>
          </a:solidFill>
          <a:ln>
            <a:noFill/>
            <a:prstDash val="sysDot"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63" name="타원 262">
            <a:extLst>
              <a:ext uri="{FF2B5EF4-FFF2-40B4-BE49-F238E27FC236}">
                <a16:creationId xmlns:a16="http://schemas.microsoft.com/office/drawing/2014/main" id="{0C38AAFB-FAB8-527F-FCFF-93C4F5DE4942}"/>
              </a:ext>
            </a:extLst>
          </p:cNvPr>
          <p:cNvSpPr/>
          <p:nvPr/>
        </p:nvSpPr>
        <p:spPr>
          <a:xfrm>
            <a:off x="3743009" y="2659774"/>
            <a:ext cx="588795" cy="588795"/>
          </a:xfrm>
          <a:prstGeom prst="ellipse">
            <a:avLst/>
          </a:prstGeom>
          <a:solidFill>
            <a:srgbClr val="FF0000">
              <a:alpha val="50000"/>
            </a:srgbClr>
          </a:solidFill>
          <a:ln>
            <a:noFill/>
            <a:prstDash val="sysDot"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266" name="그룹 265">
            <a:extLst>
              <a:ext uri="{FF2B5EF4-FFF2-40B4-BE49-F238E27FC236}">
                <a16:creationId xmlns:a16="http://schemas.microsoft.com/office/drawing/2014/main" id="{C1DC942A-240F-1ECE-A23F-5262A97455D5}"/>
              </a:ext>
            </a:extLst>
          </p:cNvPr>
          <p:cNvGrpSpPr/>
          <p:nvPr/>
        </p:nvGrpSpPr>
        <p:grpSpPr>
          <a:xfrm rot="5400000">
            <a:off x="3083596" y="2947872"/>
            <a:ext cx="455859" cy="363534"/>
            <a:chOff x="6600056" y="1538514"/>
            <a:chExt cx="1692190" cy="305304"/>
          </a:xfrm>
        </p:grpSpPr>
        <p:cxnSp>
          <p:nvCxnSpPr>
            <p:cNvPr id="267" name="직선 연결선 266">
              <a:extLst>
                <a:ext uri="{FF2B5EF4-FFF2-40B4-BE49-F238E27FC236}">
                  <a16:creationId xmlns:a16="http://schemas.microsoft.com/office/drawing/2014/main" id="{66C05103-5355-AACB-8EF8-8A3F298B793C}"/>
                </a:ext>
              </a:extLst>
            </p:cNvPr>
            <p:cNvCxnSpPr/>
            <p:nvPr/>
          </p:nvCxnSpPr>
          <p:spPr>
            <a:xfrm>
              <a:off x="6600056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5919F585-1A63-0173-69C8-EB943874F6E3}"/>
                </a:ext>
              </a:extLst>
            </p:cNvPr>
            <p:cNvCxnSpPr/>
            <p:nvPr/>
          </p:nvCxnSpPr>
          <p:spPr>
            <a:xfrm>
              <a:off x="8292244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직선 화살표 연결선 268">
              <a:extLst>
                <a:ext uri="{FF2B5EF4-FFF2-40B4-BE49-F238E27FC236}">
                  <a16:creationId xmlns:a16="http://schemas.microsoft.com/office/drawing/2014/main" id="{41F3DCF7-DCE0-F95B-463A-ED0E9D7A3C0E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60" y="1731525"/>
              <a:ext cx="1692186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직선 화살표 연결선 269">
              <a:extLst>
                <a:ext uri="{FF2B5EF4-FFF2-40B4-BE49-F238E27FC236}">
                  <a16:creationId xmlns:a16="http://schemas.microsoft.com/office/drawing/2014/main" id="{970B415D-3E74-F21C-9812-C3866DC457CB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60" y="1648806"/>
              <a:ext cx="1692186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78" name="그림 277">
            <a:extLst>
              <a:ext uri="{FF2B5EF4-FFF2-40B4-BE49-F238E27FC236}">
                <a16:creationId xmlns:a16="http://schemas.microsoft.com/office/drawing/2014/main" id="{00C40B56-35DF-3B90-917C-840C78763EA9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5840317" y="2247395"/>
            <a:ext cx="187790" cy="192370"/>
          </a:xfrm>
          <a:prstGeom prst="rect">
            <a:avLst/>
          </a:prstGeom>
        </p:spPr>
      </p:pic>
      <p:pic>
        <p:nvPicPr>
          <p:cNvPr id="279" name="그림 278">
            <a:extLst>
              <a:ext uri="{FF2B5EF4-FFF2-40B4-BE49-F238E27FC236}">
                <a16:creationId xmlns:a16="http://schemas.microsoft.com/office/drawing/2014/main" id="{15FDDD9A-740B-A744-D885-B19D1FB2C483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2810247" y="2242484"/>
            <a:ext cx="187790" cy="192370"/>
          </a:xfrm>
          <a:prstGeom prst="rect">
            <a:avLst/>
          </a:prstGeom>
        </p:spPr>
      </p:pic>
      <p:graphicFrame>
        <p:nvGraphicFramePr>
          <p:cNvPr id="21" name="Group 323">
            <a:extLst>
              <a:ext uri="{FF2B5EF4-FFF2-40B4-BE49-F238E27FC236}">
                <a16:creationId xmlns:a16="http://schemas.microsoft.com/office/drawing/2014/main" id="{CD58C911-1A96-C999-EFF4-15B1C666CB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4250616"/>
              </p:ext>
            </p:extLst>
          </p:nvPr>
        </p:nvGraphicFramePr>
        <p:xfrm>
          <a:off x="9625013" y="575703"/>
          <a:ext cx="2519969" cy="1571505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자세히 보기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후원 영역 클릭 시 축약된 내용 및 버튼 오픈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다시 클릭하면 닫힘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다른 후원 클릭 시 기존 후원 영역은 닫히고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클릭한 후원의 내용만 오픈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공지 사항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공지 제목 누르면 고객 센터의 해당 공지로 새 창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4805243"/>
                  </a:ext>
                </a:extLst>
              </a:tr>
            </a:tbl>
          </a:graphicData>
        </a:graphic>
      </p:graphicFrame>
      <p:sp>
        <p:nvSpPr>
          <p:cNvPr id="64" name="타원 63">
            <a:extLst>
              <a:ext uri="{FF2B5EF4-FFF2-40B4-BE49-F238E27FC236}">
                <a16:creationId xmlns:a16="http://schemas.microsoft.com/office/drawing/2014/main" id="{817EAAE2-3384-5374-B277-7140B9BA977F}"/>
              </a:ext>
            </a:extLst>
          </p:cNvPr>
          <p:cNvSpPr/>
          <p:nvPr/>
        </p:nvSpPr>
        <p:spPr>
          <a:xfrm>
            <a:off x="3142375" y="2561011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89" name="그림 88">
            <a:extLst>
              <a:ext uri="{FF2B5EF4-FFF2-40B4-BE49-F238E27FC236}">
                <a16:creationId xmlns:a16="http://schemas.microsoft.com/office/drawing/2014/main" id="{8A4B0F7D-AE75-F1AC-59E1-D952FAA559E2}"/>
              </a:ext>
            </a:extLst>
          </p:cNvPr>
          <p:cNvPicPr>
            <a:picLocks noChangeAspect="1"/>
          </p:cNvPicPr>
          <p:nvPr/>
        </p:nvPicPr>
        <p:blipFill>
          <a:blip r:embed="rId13"/>
          <a:srcRect t="-1" b="61519"/>
          <a:stretch>
            <a:fillRect/>
          </a:stretch>
        </p:blipFill>
        <p:spPr>
          <a:xfrm>
            <a:off x="3625011" y="5926049"/>
            <a:ext cx="2479066" cy="243770"/>
          </a:xfrm>
          <a:prstGeom prst="rect">
            <a:avLst/>
          </a:prstGeom>
        </p:spPr>
      </p:pic>
      <p:sp>
        <p:nvSpPr>
          <p:cNvPr id="108" name="Google Shape;1198;p27">
            <a:extLst>
              <a:ext uri="{FF2B5EF4-FFF2-40B4-BE49-F238E27FC236}">
                <a16:creationId xmlns:a16="http://schemas.microsoft.com/office/drawing/2014/main" id="{F6790745-C846-001C-5AB9-E520DDEFA5D8}"/>
              </a:ext>
            </a:extLst>
          </p:cNvPr>
          <p:cNvSpPr/>
          <p:nvPr/>
        </p:nvSpPr>
        <p:spPr>
          <a:xfrm>
            <a:off x="6636312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BB5AADEC-C6E4-3515-8F2F-4948D7B7BDCB}"/>
              </a:ext>
            </a:extLst>
          </p:cNvPr>
          <p:cNvSpPr txBox="1"/>
          <p:nvPr/>
        </p:nvSpPr>
        <p:spPr>
          <a:xfrm>
            <a:off x="6640399" y="1951058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08DE8B4C-5C02-E60D-12D5-89DBB50FD836}"/>
              </a:ext>
            </a:extLst>
          </p:cNvPr>
          <p:cNvSpPr txBox="1"/>
          <p:nvPr/>
        </p:nvSpPr>
        <p:spPr>
          <a:xfrm>
            <a:off x="7916859" y="1951058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94829D82-6F11-0DCC-0EE9-457EB54A2073}"/>
              </a:ext>
            </a:extLst>
          </p:cNvPr>
          <p:cNvCxnSpPr>
            <a:cxnSpLocks/>
          </p:cNvCxnSpPr>
          <p:nvPr/>
        </p:nvCxnSpPr>
        <p:spPr>
          <a:xfrm>
            <a:off x="6738114" y="2215582"/>
            <a:ext cx="526203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820D381D-2426-3D49-CFC3-A22829E881AA}"/>
              </a:ext>
            </a:extLst>
          </p:cNvPr>
          <p:cNvSpPr txBox="1"/>
          <p:nvPr/>
        </p:nvSpPr>
        <p:spPr>
          <a:xfrm>
            <a:off x="7422328" y="1951058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B8401ED6-814E-8A35-6604-1303043C3A78}"/>
              </a:ext>
            </a:extLst>
          </p:cNvPr>
          <p:cNvSpPr/>
          <p:nvPr/>
        </p:nvSpPr>
        <p:spPr>
          <a:xfrm>
            <a:off x="6669490" y="2223049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116" name="Picture 6" descr="필터 - 무료 ui개 아이콘">
            <a:extLst>
              <a:ext uri="{FF2B5EF4-FFF2-40B4-BE49-F238E27FC236}">
                <a16:creationId xmlns:a16="http://schemas.microsoft.com/office/drawing/2014/main" id="{FECC021F-DAE7-0BC9-2A9B-16E63F825D6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5503" y="2258769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6" name="그림 125">
            <a:extLst>
              <a:ext uri="{FF2B5EF4-FFF2-40B4-BE49-F238E27FC236}">
                <a16:creationId xmlns:a16="http://schemas.microsoft.com/office/drawing/2014/main" id="{E326D568-F7F9-397B-0697-F160DF6BA252}"/>
              </a:ext>
            </a:extLst>
          </p:cNvPr>
          <p:cNvPicPr>
            <a:picLocks noChangeAspect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6729902" y="1531122"/>
            <a:ext cx="338206" cy="138583"/>
          </a:xfrm>
          <a:prstGeom prst="rect">
            <a:avLst/>
          </a:prstGeom>
        </p:spPr>
      </p:pic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A5A301B9-2206-FF3A-450B-2E1B112F2D2C}"/>
              </a:ext>
            </a:extLst>
          </p:cNvPr>
          <p:cNvSpPr/>
          <p:nvPr/>
        </p:nvSpPr>
        <p:spPr>
          <a:xfrm>
            <a:off x="6670097" y="2455366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139" name="그래픽 138">
            <a:extLst>
              <a:ext uri="{FF2B5EF4-FFF2-40B4-BE49-F238E27FC236}">
                <a16:creationId xmlns:a16="http://schemas.microsoft.com/office/drawing/2014/main" id="{B0C6A1C7-670A-58AF-0AB7-7B0897FAC39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717509" y="2633913"/>
            <a:ext cx="263454" cy="263454"/>
          </a:xfrm>
          <a:prstGeom prst="rect">
            <a:avLst/>
          </a:prstGeom>
        </p:spPr>
      </p:pic>
      <p:sp>
        <p:nvSpPr>
          <p:cNvPr id="141" name="TextBox 140">
            <a:extLst>
              <a:ext uri="{FF2B5EF4-FFF2-40B4-BE49-F238E27FC236}">
                <a16:creationId xmlns:a16="http://schemas.microsoft.com/office/drawing/2014/main" id="{2FF117F5-0131-209C-7C5C-E6ED2162E0BA}"/>
              </a:ext>
            </a:extLst>
          </p:cNvPr>
          <p:cNvSpPr txBox="1"/>
          <p:nvPr/>
        </p:nvSpPr>
        <p:spPr>
          <a:xfrm>
            <a:off x="6979497" y="2481654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0BC6A1A3-4728-11F3-33FC-0894066CEA01}"/>
              </a:ext>
            </a:extLst>
          </p:cNvPr>
          <p:cNvSpPr txBox="1"/>
          <p:nvPr/>
        </p:nvSpPr>
        <p:spPr>
          <a:xfrm>
            <a:off x="6980266" y="2849116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1E600356-18BE-5FB0-F72B-60799AFBEB3B}"/>
              </a:ext>
            </a:extLst>
          </p:cNvPr>
          <p:cNvSpPr txBox="1"/>
          <p:nvPr/>
        </p:nvSpPr>
        <p:spPr>
          <a:xfrm>
            <a:off x="8632458" y="2555520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7D4F65A6-FC9B-05E0-B6AC-997F423190A6}"/>
              </a:ext>
            </a:extLst>
          </p:cNvPr>
          <p:cNvSpPr txBox="1"/>
          <p:nvPr/>
        </p:nvSpPr>
        <p:spPr>
          <a:xfrm>
            <a:off x="8761854" y="2849116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45" name="그래픽 144">
            <a:extLst>
              <a:ext uri="{FF2B5EF4-FFF2-40B4-BE49-F238E27FC236}">
                <a16:creationId xmlns:a16="http://schemas.microsoft.com/office/drawing/2014/main" id="{C655A5A0-6430-1F8B-9A6B-C6AEDEE1335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719890" y="2634055"/>
            <a:ext cx="261988" cy="261988"/>
          </a:xfrm>
          <a:prstGeom prst="rect">
            <a:avLst/>
          </a:prstGeom>
        </p:spPr>
      </p:pic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576A52D8-E14C-C001-C2FD-9F566888E02A}"/>
              </a:ext>
            </a:extLst>
          </p:cNvPr>
          <p:cNvSpPr/>
          <p:nvPr/>
        </p:nvSpPr>
        <p:spPr>
          <a:xfrm>
            <a:off x="6668539" y="4956344"/>
            <a:ext cx="2417540" cy="6852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C03A9558-49AA-E9F4-6371-D2004E7F17F5}"/>
              </a:ext>
            </a:extLst>
          </p:cNvPr>
          <p:cNvSpPr txBox="1"/>
          <p:nvPr/>
        </p:nvSpPr>
        <p:spPr>
          <a:xfrm>
            <a:off x="6977939" y="498263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C72CC35B-9114-5907-8698-B600DF528C54}"/>
              </a:ext>
            </a:extLst>
          </p:cNvPr>
          <p:cNvSpPr txBox="1"/>
          <p:nvPr/>
        </p:nvSpPr>
        <p:spPr>
          <a:xfrm>
            <a:off x="6978708" y="5315541"/>
            <a:ext cx="1652192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 텍스트내용 텍스트 내용 텍스트 내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853B5139-834E-A78B-F058-1B3816AD3BE9}"/>
              </a:ext>
            </a:extLst>
          </p:cNvPr>
          <p:cNvSpPr txBox="1"/>
          <p:nvPr/>
        </p:nvSpPr>
        <p:spPr>
          <a:xfrm>
            <a:off x="8630900" y="505649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sz="1050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2A861CDD-B4F7-8723-2194-919D62993825}"/>
              </a:ext>
            </a:extLst>
          </p:cNvPr>
          <p:cNvSpPr txBox="1"/>
          <p:nvPr/>
        </p:nvSpPr>
        <p:spPr>
          <a:xfrm>
            <a:off x="8760296" y="5350094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57" name="그래픽 156">
            <a:extLst>
              <a:ext uri="{FF2B5EF4-FFF2-40B4-BE49-F238E27FC236}">
                <a16:creationId xmlns:a16="http://schemas.microsoft.com/office/drawing/2014/main" id="{A68542A1-8B8D-BEB1-CDEE-A391E1CAD6A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715249" y="5146895"/>
            <a:ext cx="263454" cy="263454"/>
          </a:xfrm>
          <a:prstGeom prst="rect">
            <a:avLst/>
          </a:prstGeom>
        </p:spPr>
      </p:pic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8B8F8418-B3F1-823A-10B1-F01EF0D294B9}"/>
              </a:ext>
            </a:extLst>
          </p:cNvPr>
          <p:cNvSpPr/>
          <p:nvPr/>
        </p:nvSpPr>
        <p:spPr>
          <a:xfrm>
            <a:off x="6668576" y="3081757"/>
            <a:ext cx="2417540" cy="1857633"/>
          </a:xfrm>
          <a:prstGeom prst="rect">
            <a:avLst/>
          </a:prstGeom>
          <a:solidFill>
            <a:schemeClr val="bg1"/>
          </a:solidFill>
          <a:ln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0AC72D62-23EF-B643-94C6-67874B79D3C8}"/>
              </a:ext>
            </a:extLst>
          </p:cNvPr>
          <p:cNvSpPr txBox="1"/>
          <p:nvPr/>
        </p:nvSpPr>
        <p:spPr>
          <a:xfrm>
            <a:off x="6977976" y="3108046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3E8D1F17-EF8F-AEF6-EED4-50D221F1E171}"/>
              </a:ext>
            </a:extLst>
          </p:cNvPr>
          <p:cNvSpPr txBox="1"/>
          <p:nvPr/>
        </p:nvSpPr>
        <p:spPr>
          <a:xfrm>
            <a:off x="8630937" y="3181912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3,000</a:t>
            </a:r>
            <a:endParaRPr lang="ko-KR" altLang="en-US" sz="1050" dirty="0"/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19914881-AA8A-A14F-B1B3-8BE733605CB5}"/>
              </a:ext>
            </a:extLst>
          </p:cNvPr>
          <p:cNvSpPr/>
          <p:nvPr/>
        </p:nvSpPr>
        <p:spPr>
          <a:xfrm>
            <a:off x="6724832" y="3743590"/>
            <a:ext cx="2289505" cy="891204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썸네일</a:t>
            </a:r>
          </a:p>
        </p:txBody>
      </p:sp>
      <p:graphicFrame>
        <p:nvGraphicFramePr>
          <p:cNvPr id="164" name="표 163">
            <a:extLst>
              <a:ext uri="{FF2B5EF4-FFF2-40B4-BE49-F238E27FC236}">
                <a16:creationId xmlns:a16="http://schemas.microsoft.com/office/drawing/2014/main" id="{0CD22A16-A367-E79F-1728-09805287E6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9291354"/>
              </p:ext>
            </p:extLst>
          </p:nvPr>
        </p:nvGraphicFramePr>
        <p:xfrm>
          <a:off x="6681788" y="4704316"/>
          <a:ext cx="2393157" cy="213360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797719">
                  <a:extLst>
                    <a:ext uri="{9D8B030D-6E8A-4147-A177-3AD203B41FA5}">
                      <a16:colId xmlns:a16="http://schemas.microsoft.com/office/drawing/2014/main" val="2045282246"/>
                    </a:ext>
                  </a:extLst>
                </a:gridCol>
                <a:gridCol w="797719">
                  <a:extLst>
                    <a:ext uri="{9D8B030D-6E8A-4147-A177-3AD203B41FA5}">
                      <a16:colId xmlns:a16="http://schemas.microsoft.com/office/drawing/2014/main" val="859422954"/>
                    </a:ext>
                  </a:extLst>
                </a:gridCol>
                <a:gridCol w="797719">
                  <a:extLst>
                    <a:ext uri="{9D8B030D-6E8A-4147-A177-3AD203B41FA5}">
                      <a16:colId xmlns:a16="http://schemas.microsoft.com/office/drawing/2014/main" val="2961860283"/>
                    </a:ext>
                  </a:extLst>
                </a:gridCol>
              </a:tblGrid>
              <a:tr h="19227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▶ 재생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29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ebdings" panose="05030102010509060703" pitchFamily="18" charset="2"/>
                        </a:rPr>
                        <a:t>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차단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벽지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7501084"/>
                  </a:ext>
                </a:extLst>
              </a:tr>
            </a:tbl>
          </a:graphicData>
        </a:graphic>
      </p:graphicFrame>
      <p:pic>
        <p:nvPicPr>
          <p:cNvPr id="165" name="그림 164">
            <a:extLst>
              <a:ext uri="{FF2B5EF4-FFF2-40B4-BE49-F238E27FC236}">
                <a16:creationId xmlns:a16="http://schemas.microsoft.com/office/drawing/2014/main" id="{DD16E179-8E80-388F-A26B-7388CAC889F3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878792" y="2250061"/>
            <a:ext cx="187790" cy="192370"/>
          </a:xfrm>
          <a:prstGeom prst="rect">
            <a:avLst/>
          </a:prstGeom>
        </p:spPr>
      </p:pic>
      <p:pic>
        <p:nvPicPr>
          <p:cNvPr id="166" name="그래픽 165">
            <a:extLst>
              <a:ext uri="{FF2B5EF4-FFF2-40B4-BE49-F238E27FC236}">
                <a16:creationId xmlns:a16="http://schemas.microsoft.com/office/drawing/2014/main" id="{D395F542-4231-2F46-FB53-873FC57A2255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6714418" y="3260420"/>
            <a:ext cx="263478" cy="263478"/>
          </a:xfrm>
          <a:prstGeom prst="rect">
            <a:avLst/>
          </a:prstGeom>
        </p:spPr>
      </p:pic>
      <p:sp>
        <p:nvSpPr>
          <p:cNvPr id="167" name="TextBox 166">
            <a:extLst>
              <a:ext uri="{FF2B5EF4-FFF2-40B4-BE49-F238E27FC236}">
                <a16:creationId xmlns:a16="http://schemas.microsoft.com/office/drawing/2014/main" id="{03DD2012-04F0-C6E6-04F9-B34076640188}"/>
              </a:ext>
            </a:extLst>
          </p:cNvPr>
          <p:cNvSpPr txBox="1"/>
          <p:nvPr/>
        </p:nvSpPr>
        <p:spPr>
          <a:xfrm>
            <a:off x="6980266" y="3443836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상품명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&amp;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개수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68" name="그림 167">
            <a:extLst>
              <a:ext uri="{FF2B5EF4-FFF2-40B4-BE49-F238E27FC236}">
                <a16:creationId xmlns:a16="http://schemas.microsoft.com/office/drawing/2014/main" id="{DE62B69F-4A2C-E2DE-B061-924FA0172011}"/>
              </a:ext>
            </a:extLst>
          </p:cNvPr>
          <p:cNvPicPr>
            <a:picLocks noChangeAspect="1"/>
          </p:cNvPicPr>
          <p:nvPr/>
        </p:nvPicPr>
        <p:blipFill>
          <a:blip r:embed="rId20"/>
          <a:srcRect b="39353"/>
          <a:stretch>
            <a:fillRect/>
          </a:stretch>
        </p:blipFill>
        <p:spPr>
          <a:xfrm>
            <a:off x="6662539" y="5640492"/>
            <a:ext cx="2487384" cy="388225"/>
          </a:xfrm>
          <a:prstGeom prst="rect">
            <a:avLst/>
          </a:prstGeom>
        </p:spPr>
      </p:pic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AE7AF547-1185-5F9F-E9EA-A59AEFBE6B45}"/>
              </a:ext>
            </a:extLst>
          </p:cNvPr>
          <p:cNvGrpSpPr/>
          <p:nvPr/>
        </p:nvGrpSpPr>
        <p:grpSpPr>
          <a:xfrm>
            <a:off x="547688" y="5773122"/>
            <a:ext cx="2507456" cy="413366"/>
            <a:chOff x="540805" y="6488673"/>
            <a:chExt cx="2486119" cy="413366"/>
          </a:xfrm>
        </p:grpSpPr>
        <p:sp>
          <p:nvSpPr>
            <p:cNvPr id="57" name="사각형: 둥근 모서리 56">
              <a:extLst>
                <a:ext uri="{FF2B5EF4-FFF2-40B4-BE49-F238E27FC236}">
                  <a16:creationId xmlns:a16="http://schemas.microsoft.com/office/drawing/2014/main" id="{97FCA92B-9D96-2539-8B93-3E63CD3FE5B7}"/>
                </a:ext>
              </a:extLst>
            </p:cNvPr>
            <p:cNvSpPr/>
            <p:nvPr/>
          </p:nvSpPr>
          <p:spPr bwMode="auto">
            <a:xfrm>
              <a:off x="540805" y="6488673"/>
              <a:ext cx="2486119" cy="413366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65" name="그룹 64">
              <a:extLst>
                <a:ext uri="{FF2B5EF4-FFF2-40B4-BE49-F238E27FC236}">
                  <a16:creationId xmlns:a16="http://schemas.microsoft.com/office/drawing/2014/main" id="{3D4A6173-87DC-173A-40E2-2664CC7959AE}"/>
                </a:ext>
              </a:extLst>
            </p:cNvPr>
            <p:cNvGrpSpPr/>
            <p:nvPr/>
          </p:nvGrpSpPr>
          <p:grpSpPr>
            <a:xfrm>
              <a:off x="646069" y="6557675"/>
              <a:ext cx="2294019" cy="310182"/>
              <a:chOff x="646069" y="5802457"/>
              <a:chExt cx="2294019" cy="310182"/>
            </a:xfrm>
          </p:grpSpPr>
          <p:grpSp>
            <p:nvGrpSpPr>
              <p:cNvPr id="90" name="그룹 89">
                <a:extLst>
                  <a:ext uri="{FF2B5EF4-FFF2-40B4-BE49-F238E27FC236}">
                    <a16:creationId xmlns:a16="http://schemas.microsoft.com/office/drawing/2014/main" id="{5548549C-B17F-E8D8-5D29-4228F0EA0394}"/>
                  </a:ext>
                </a:extLst>
              </p:cNvPr>
              <p:cNvGrpSpPr/>
              <p:nvPr/>
            </p:nvGrpSpPr>
            <p:grpSpPr>
              <a:xfrm>
                <a:off x="646069" y="5802457"/>
                <a:ext cx="2294019" cy="310182"/>
                <a:chOff x="655595" y="5802457"/>
                <a:chExt cx="2294019" cy="310182"/>
              </a:xfrm>
            </p:grpSpPr>
            <p:sp>
              <p:nvSpPr>
                <p:cNvPr id="169" name="사각형: 둥근 모서리 168">
                  <a:extLst>
                    <a:ext uri="{FF2B5EF4-FFF2-40B4-BE49-F238E27FC236}">
                      <a16:creationId xmlns:a16="http://schemas.microsoft.com/office/drawing/2014/main" id="{D97E104C-F1AA-C8B1-E368-AEB3463526C8}"/>
                    </a:ext>
                  </a:extLst>
                </p:cNvPr>
                <p:cNvSpPr/>
                <p:nvPr/>
              </p:nvSpPr>
              <p:spPr>
                <a:xfrm>
                  <a:off x="655595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  <p:sp>
              <p:nvSpPr>
                <p:cNvPr id="170" name="사각형: 둥근 모서리 169">
                  <a:extLst>
                    <a:ext uri="{FF2B5EF4-FFF2-40B4-BE49-F238E27FC236}">
                      <a16:creationId xmlns:a16="http://schemas.microsoft.com/office/drawing/2014/main" id="{E70C44D5-27F2-99A3-6475-F445BC6F6635}"/>
                    </a:ext>
                  </a:extLst>
                </p:cNvPr>
                <p:cNvSpPr/>
                <p:nvPr/>
              </p:nvSpPr>
              <p:spPr>
                <a:xfrm>
                  <a:off x="1848143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</p:grpSp>
          <p:pic>
            <p:nvPicPr>
              <p:cNvPr id="91" name="그림 90">
                <a:extLst>
                  <a:ext uri="{FF2B5EF4-FFF2-40B4-BE49-F238E27FC236}">
                    <a16:creationId xmlns:a16="http://schemas.microsoft.com/office/drawing/2014/main" id="{ADC71CBE-BD87-D816-8838-8CEDE84FBB4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biLevel thresh="50000"/>
              </a:blip>
              <a:stretch>
                <a:fillRect/>
              </a:stretch>
            </p:blipFill>
            <p:spPr>
              <a:xfrm>
                <a:off x="1108855" y="5880754"/>
                <a:ext cx="153589" cy="153589"/>
              </a:xfrm>
              <a:prstGeom prst="rect">
                <a:avLst/>
              </a:prstGeom>
            </p:spPr>
          </p:pic>
          <p:pic>
            <p:nvPicPr>
              <p:cNvPr id="92" name="그림 91">
                <a:extLst>
                  <a:ext uri="{FF2B5EF4-FFF2-40B4-BE49-F238E27FC236}">
                    <a16:creationId xmlns:a16="http://schemas.microsoft.com/office/drawing/2014/main" id="{CCB9B5C8-E76E-DE52-E386-5DBA9C9666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biLevel thresh="75000"/>
              </a:blip>
              <a:stretch>
                <a:fillRect/>
              </a:stretch>
            </p:blipFill>
            <p:spPr>
              <a:xfrm>
                <a:off x="2222354" y="5869660"/>
                <a:ext cx="175780" cy="175778"/>
              </a:xfrm>
              <a:prstGeom prst="rect">
                <a:avLst/>
              </a:prstGeom>
            </p:spPr>
          </p:pic>
          <p:pic>
            <p:nvPicPr>
              <p:cNvPr id="93" name="그림 92">
                <a:extLst>
                  <a:ext uri="{FF2B5EF4-FFF2-40B4-BE49-F238E27FC236}">
                    <a16:creationId xmlns:a16="http://schemas.microsoft.com/office/drawing/2014/main" id="{E908F0F4-E676-8BEA-AFD5-BED887AAB6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biLevel thresh="75000"/>
              </a:blip>
              <a:stretch>
                <a:fillRect/>
              </a:stretch>
            </p:blipFill>
            <p:spPr>
              <a:xfrm>
                <a:off x="2444223" y="5868710"/>
                <a:ext cx="138036" cy="177676"/>
              </a:xfrm>
              <a:prstGeom prst="rect">
                <a:avLst/>
              </a:prstGeom>
            </p:spPr>
          </p:pic>
        </p:grpSp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632EE0BC-79BD-D99A-4B65-B5B40AEEFB1F}"/>
                </a:ext>
              </a:extLst>
            </p:cNvPr>
            <p:cNvSpPr/>
            <p:nvPr/>
          </p:nvSpPr>
          <p:spPr>
            <a:xfrm>
              <a:off x="1305059" y="6590429"/>
              <a:ext cx="153854" cy="153854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23</a:t>
              </a:r>
              <a:endParaRPr lang="ko-KR" altLang="en-US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274" name="그룹 273">
            <a:extLst>
              <a:ext uri="{FF2B5EF4-FFF2-40B4-BE49-F238E27FC236}">
                <a16:creationId xmlns:a16="http://schemas.microsoft.com/office/drawing/2014/main" id="{3572C9F9-B4CD-B8DC-A33E-4EFB06B39EB5}"/>
              </a:ext>
            </a:extLst>
          </p:cNvPr>
          <p:cNvGrpSpPr/>
          <p:nvPr/>
        </p:nvGrpSpPr>
        <p:grpSpPr>
          <a:xfrm>
            <a:off x="3573566" y="5773122"/>
            <a:ext cx="2507456" cy="413366"/>
            <a:chOff x="540805" y="6488673"/>
            <a:chExt cx="2486119" cy="413366"/>
          </a:xfrm>
        </p:grpSpPr>
        <p:sp>
          <p:nvSpPr>
            <p:cNvPr id="275" name="사각형: 둥근 모서리 274">
              <a:extLst>
                <a:ext uri="{FF2B5EF4-FFF2-40B4-BE49-F238E27FC236}">
                  <a16:creationId xmlns:a16="http://schemas.microsoft.com/office/drawing/2014/main" id="{726F8CAD-AE20-EC20-92E5-176C76E5924D}"/>
                </a:ext>
              </a:extLst>
            </p:cNvPr>
            <p:cNvSpPr/>
            <p:nvPr/>
          </p:nvSpPr>
          <p:spPr bwMode="auto">
            <a:xfrm>
              <a:off x="540805" y="6488673"/>
              <a:ext cx="2486119" cy="413366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276" name="그룹 275">
              <a:extLst>
                <a:ext uri="{FF2B5EF4-FFF2-40B4-BE49-F238E27FC236}">
                  <a16:creationId xmlns:a16="http://schemas.microsoft.com/office/drawing/2014/main" id="{512D4955-8952-E5DF-2DE7-1EA5AD983493}"/>
                </a:ext>
              </a:extLst>
            </p:cNvPr>
            <p:cNvGrpSpPr/>
            <p:nvPr/>
          </p:nvGrpSpPr>
          <p:grpSpPr>
            <a:xfrm>
              <a:off x="646069" y="6557675"/>
              <a:ext cx="2294019" cy="310182"/>
              <a:chOff x="646069" y="5802457"/>
              <a:chExt cx="2294019" cy="310182"/>
            </a:xfrm>
          </p:grpSpPr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DD96BA98-60EB-37AC-9188-CE0E5A1ED0C6}"/>
                  </a:ext>
                </a:extLst>
              </p:cNvPr>
              <p:cNvGrpSpPr/>
              <p:nvPr/>
            </p:nvGrpSpPr>
            <p:grpSpPr>
              <a:xfrm>
                <a:off x="646069" y="5802457"/>
                <a:ext cx="2294019" cy="310182"/>
                <a:chOff x="655595" y="5802457"/>
                <a:chExt cx="2294019" cy="310182"/>
              </a:xfrm>
            </p:grpSpPr>
            <p:sp>
              <p:nvSpPr>
                <p:cNvPr id="285" name="사각형: 둥근 모서리 284">
                  <a:extLst>
                    <a:ext uri="{FF2B5EF4-FFF2-40B4-BE49-F238E27FC236}">
                      <a16:creationId xmlns:a16="http://schemas.microsoft.com/office/drawing/2014/main" id="{5A30C2AE-8686-B07D-25D5-4AA43207D08E}"/>
                    </a:ext>
                  </a:extLst>
                </p:cNvPr>
                <p:cNvSpPr/>
                <p:nvPr/>
              </p:nvSpPr>
              <p:spPr>
                <a:xfrm>
                  <a:off x="655595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  <p:sp>
              <p:nvSpPr>
                <p:cNvPr id="287" name="사각형: 둥근 모서리 286">
                  <a:extLst>
                    <a:ext uri="{FF2B5EF4-FFF2-40B4-BE49-F238E27FC236}">
                      <a16:creationId xmlns:a16="http://schemas.microsoft.com/office/drawing/2014/main" id="{66181FAF-1AA4-28BD-5E52-B8206FB1E2C4}"/>
                    </a:ext>
                  </a:extLst>
                </p:cNvPr>
                <p:cNvSpPr/>
                <p:nvPr/>
              </p:nvSpPr>
              <p:spPr>
                <a:xfrm>
                  <a:off x="1848143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</p:grpSp>
          <p:pic>
            <p:nvPicPr>
              <p:cNvPr id="281" name="그림 280">
                <a:extLst>
                  <a:ext uri="{FF2B5EF4-FFF2-40B4-BE49-F238E27FC236}">
                    <a16:creationId xmlns:a16="http://schemas.microsoft.com/office/drawing/2014/main" id="{B66E278E-1523-4ACA-1FB8-55E51F43E18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biLevel thresh="50000"/>
              </a:blip>
              <a:stretch>
                <a:fillRect/>
              </a:stretch>
            </p:blipFill>
            <p:spPr>
              <a:xfrm>
                <a:off x="1108855" y="5880754"/>
                <a:ext cx="153589" cy="153589"/>
              </a:xfrm>
              <a:prstGeom prst="rect">
                <a:avLst/>
              </a:prstGeom>
            </p:spPr>
          </p:pic>
          <p:pic>
            <p:nvPicPr>
              <p:cNvPr id="283" name="그림 282">
                <a:extLst>
                  <a:ext uri="{FF2B5EF4-FFF2-40B4-BE49-F238E27FC236}">
                    <a16:creationId xmlns:a16="http://schemas.microsoft.com/office/drawing/2014/main" id="{ABD5EC46-82B3-BB9B-355E-B6BD79ED75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biLevel thresh="75000"/>
              </a:blip>
              <a:stretch>
                <a:fillRect/>
              </a:stretch>
            </p:blipFill>
            <p:spPr>
              <a:xfrm>
                <a:off x="2222354" y="5869660"/>
                <a:ext cx="175780" cy="175778"/>
              </a:xfrm>
              <a:prstGeom prst="rect">
                <a:avLst/>
              </a:prstGeom>
            </p:spPr>
          </p:pic>
          <p:pic>
            <p:nvPicPr>
              <p:cNvPr id="284" name="그림 283">
                <a:extLst>
                  <a:ext uri="{FF2B5EF4-FFF2-40B4-BE49-F238E27FC236}">
                    <a16:creationId xmlns:a16="http://schemas.microsoft.com/office/drawing/2014/main" id="{B0E382EF-06FA-405D-773D-F7D095F0732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biLevel thresh="75000"/>
              </a:blip>
              <a:stretch>
                <a:fillRect/>
              </a:stretch>
            </p:blipFill>
            <p:spPr>
              <a:xfrm>
                <a:off x="2444223" y="5868710"/>
                <a:ext cx="138036" cy="177676"/>
              </a:xfrm>
              <a:prstGeom prst="rect">
                <a:avLst/>
              </a:prstGeom>
            </p:spPr>
          </p:pic>
        </p:grpSp>
        <p:sp>
          <p:nvSpPr>
            <p:cNvPr id="277" name="타원 276">
              <a:extLst>
                <a:ext uri="{FF2B5EF4-FFF2-40B4-BE49-F238E27FC236}">
                  <a16:creationId xmlns:a16="http://schemas.microsoft.com/office/drawing/2014/main" id="{6E1F0175-044E-B1D2-6ED7-481D9477E960}"/>
                </a:ext>
              </a:extLst>
            </p:cNvPr>
            <p:cNvSpPr/>
            <p:nvPr/>
          </p:nvSpPr>
          <p:spPr>
            <a:xfrm>
              <a:off x="1305059" y="6590429"/>
              <a:ext cx="153854" cy="153854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23</a:t>
              </a:r>
              <a:endParaRPr lang="ko-KR" altLang="en-US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306" name="그룹 305">
            <a:extLst>
              <a:ext uri="{FF2B5EF4-FFF2-40B4-BE49-F238E27FC236}">
                <a16:creationId xmlns:a16="http://schemas.microsoft.com/office/drawing/2014/main" id="{917DA355-DDB2-6C27-4EC1-D27D62F0FA4B}"/>
              </a:ext>
            </a:extLst>
          </p:cNvPr>
          <p:cNvGrpSpPr/>
          <p:nvPr/>
        </p:nvGrpSpPr>
        <p:grpSpPr>
          <a:xfrm>
            <a:off x="6625684" y="5773122"/>
            <a:ext cx="2507456" cy="413366"/>
            <a:chOff x="540805" y="6488673"/>
            <a:chExt cx="2486119" cy="413366"/>
          </a:xfrm>
        </p:grpSpPr>
        <p:sp>
          <p:nvSpPr>
            <p:cNvPr id="313" name="사각형: 둥근 모서리 312">
              <a:extLst>
                <a:ext uri="{FF2B5EF4-FFF2-40B4-BE49-F238E27FC236}">
                  <a16:creationId xmlns:a16="http://schemas.microsoft.com/office/drawing/2014/main" id="{3131144B-E659-73B5-E080-EE7D567F4DC6}"/>
                </a:ext>
              </a:extLst>
            </p:cNvPr>
            <p:cNvSpPr/>
            <p:nvPr/>
          </p:nvSpPr>
          <p:spPr bwMode="auto">
            <a:xfrm>
              <a:off x="540805" y="6488673"/>
              <a:ext cx="2486119" cy="413366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0F8631F2-9846-C78E-E735-EF61586DAD6C}"/>
                </a:ext>
              </a:extLst>
            </p:cNvPr>
            <p:cNvGrpSpPr/>
            <p:nvPr/>
          </p:nvGrpSpPr>
          <p:grpSpPr>
            <a:xfrm>
              <a:off x="646069" y="6557675"/>
              <a:ext cx="2294019" cy="310182"/>
              <a:chOff x="646069" y="5802457"/>
              <a:chExt cx="2294019" cy="310182"/>
            </a:xfrm>
          </p:grpSpPr>
          <p:grpSp>
            <p:nvGrpSpPr>
              <p:cNvPr id="316" name="그룹 315">
                <a:extLst>
                  <a:ext uri="{FF2B5EF4-FFF2-40B4-BE49-F238E27FC236}">
                    <a16:creationId xmlns:a16="http://schemas.microsoft.com/office/drawing/2014/main" id="{AFB49E8B-5E9B-5F27-3D11-D6B585920671}"/>
                  </a:ext>
                </a:extLst>
              </p:cNvPr>
              <p:cNvGrpSpPr/>
              <p:nvPr/>
            </p:nvGrpSpPr>
            <p:grpSpPr>
              <a:xfrm>
                <a:off x="646069" y="5802457"/>
                <a:ext cx="2294019" cy="310182"/>
                <a:chOff x="655595" y="5802457"/>
                <a:chExt cx="2294019" cy="310182"/>
              </a:xfrm>
            </p:grpSpPr>
            <p:sp>
              <p:nvSpPr>
                <p:cNvPr id="320" name="사각형: 둥근 모서리 319">
                  <a:extLst>
                    <a:ext uri="{FF2B5EF4-FFF2-40B4-BE49-F238E27FC236}">
                      <a16:creationId xmlns:a16="http://schemas.microsoft.com/office/drawing/2014/main" id="{B3DFA1F0-E60F-72BE-079D-550F3B1DCA7D}"/>
                    </a:ext>
                  </a:extLst>
                </p:cNvPr>
                <p:cNvSpPr/>
                <p:nvPr/>
              </p:nvSpPr>
              <p:spPr>
                <a:xfrm>
                  <a:off x="655595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  <p:sp>
              <p:nvSpPr>
                <p:cNvPr id="321" name="사각형: 둥근 모서리 320">
                  <a:extLst>
                    <a:ext uri="{FF2B5EF4-FFF2-40B4-BE49-F238E27FC236}">
                      <a16:creationId xmlns:a16="http://schemas.microsoft.com/office/drawing/2014/main" id="{FFAE7051-9353-8F90-598B-3B35F178F743}"/>
                    </a:ext>
                  </a:extLst>
                </p:cNvPr>
                <p:cNvSpPr/>
                <p:nvPr/>
              </p:nvSpPr>
              <p:spPr>
                <a:xfrm>
                  <a:off x="1848143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</p:grpSp>
          <p:pic>
            <p:nvPicPr>
              <p:cNvPr id="317" name="그림 316">
                <a:extLst>
                  <a:ext uri="{FF2B5EF4-FFF2-40B4-BE49-F238E27FC236}">
                    <a16:creationId xmlns:a16="http://schemas.microsoft.com/office/drawing/2014/main" id="{F5950028-473A-1B95-F990-CAD23DE695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biLevel thresh="50000"/>
              </a:blip>
              <a:stretch>
                <a:fillRect/>
              </a:stretch>
            </p:blipFill>
            <p:spPr>
              <a:xfrm>
                <a:off x="1108855" y="5880754"/>
                <a:ext cx="153589" cy="153589"/>
              </a:xfrm>
              <a:prstGeom prst="rect">
                <a:avLst/>
              </a:prstGeom>
            </p:spPr>
          </p:pic>
          <p:pic>
            <p:nvPicPr>
              <p:cNvPr id="318" name="그림 317">
                <a:extLst>
                  <a:ext uri="{FF2B5EF4-FFF2-40B4-BE49-F238E27FC236}">
                    <a16:creationId xmlns:a16="http://schemas.microsoft.com/office/drawing/2014/main" id="{06D1E40D-C618-6686-A99E-B38E3F77BF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biLevel thresh="75000"/>
              </a:blip>
              <a:stretch>
                <a:fillRect/>
              </a:stretch>
            </p:blipFill>
            <p:spPr>
              <a:xfrm>
                <a:off x="2222354" y="5869660"/>
                <a:ext cx="175780" cy="175778"/>
              </a:xfrm>
              <a:prstGeom prst="rect">
                <a:avLst/>
              </a:prstGeom>
            </p:spPr>
          </p:pic>
          <p:pic>
            <p:nvPicPr>
              <p:cNvPr id="319" name="그림 318">
                <a:extLst>
                  <a:ext uri="{FF2B5EF4-FFF2-40B4-BE49-F238E27FC236}">
                    <a16:creationId xmlns:a16="http://schemas.microsoft.com/office/drawing/2014/main" id="{B70C3068-E309-55EB-B712-721E38F5E8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biLevel thresh="75000"/>
              </a:blip>
              <a:stretch>
                <a:fillRect/>
              </a:stretch>
            </p:blipFill>
            <p:spPr>
              <a:xfrm>
                <a:off x="2444223" y="5868710"/>
                <a:ext cx="138036" cy="177676"/>
              </a:xfrm>
              <a:prstGeom prst="rect">
                <a:avLst/>
              </a:prstGeom>
            </p:spPr>
          </p:pic>
        </p:grpSp>
        <p:sp>
          <p:nvSpPr>
            <p:cNvPr id="315" name="타원 314">
              <a:extLst>
                <a:ext uri="{FF2B5EF4-FFF2-40B4-BE49-F238E27FC236}">
                  <a16:creationId xmlns:a16="http://schemas.microsoft.com/office/drawing/2014/main" id="{EDED5D55-7C77-6B0C-92D8-FA65A289E427}"/>
                </a:ext>
              </a:extLst>
            </p:cNvPr>
            <p:cNvSpPr/>
            <p:nvPr/>
          </p:nvSpPr>
          <p:spPr>
            <a:xfrm>
              <a:off x="1305059" y="6590429"/>
              <a:ext cx="153854" cy="153854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23</a:t>
              </a:r>
              <a:endParaRPr lang="ko-KR" altLang="en-US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322" name="그룹 321">
            <a:extLst>
              <a:ext uri="{FF2B5EF4-FFF2-40B4-BE49-F238E27FC236}">
                <a16:creationId xmlns:a16="http://schemas.microsoft.com/office/drawing/2014/main" id="{C1554720-00B2-DC51-5A19-2035FE2CE6D5}"/>
              </a:ext>
            </a:extLst>
          </p:cNvPr>
          <p:cNvGrpSpPr/>
          <p:nvPr/>
        </p:nvGrpSpPr>
        <p:grpSpPr>
          <a:xfrm>
            <a:off x="581025" y="1742002"/>
            <a:ext cx="2447925" cy="174091"/>
            <a:chOff x="4030330" y="4982273"/>
            <a:chExt cx="2447925" cy="174091"/>
          </a:xfrm>
        </p:grpSpPr>
        <p:sp>
          <p:nvSpPr>
            <p:cNvPr id="323" name="직사각형 322">
              <a:extLst>
                <a:ext uri="{FF2B5EF4-FFF2-40B4-BE49-F238E27FC236}">
                  <a16:creationId xmlns:a16="http://schemas.microsoft.com/office/drawing/2014/main" id="{2D125E55-2A85-6D88-57A7-BD78A6C30C40}"/>
                </a:ext>
              </a:extLst>
            </p:cNvPr>
            <p:cNvSpPr/>
            <p:nvPr/>
          </p:nvSpPr>
          <p:spPr>
            <a:xfrm>
              <a:off x="4030330" y="4982273"/>
              <a:ext cx="2447925" cy="174091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  <a:sym typeface="Webdings" panose="05030102010509060703" pitchFamily="18" charset="2"/>
                </a:rPr>
                <a:t>     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[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이벤트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] 2025 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투네이션 어워드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…</a:t>
              </a:r>
              <a:endParaRPr kumimoji="1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325" name="그래픽 324">
              <a:extLst>
                <a:ext uri="{FF2B5EF4-FFF2-40B4-BE49-F238E27FC236}">
                  <a16:creationId xmlns:a16="http://schemas.microsoft.com/office/drawing/2014/main" id="{65DE4810-61B7-43CE-EF30-0A9D1070F439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4056529" y="4988794"/>
              <a:ext cx="159090" cy="159090"/>
            </a:xfrm>
            <a:prstGeom prst="rect">
              <a:avLst/>
            </a:prstGeom>
          </p:spPr>
        </p:pic>
      </p:grpSp>
      <p:sp>
        <p:nvSpPr>
          <p:cNvPr id="326" name="타원 325">
            <a:extLst>
              <a:ext uri="{FF2B5EF4-FFF2-40B4-BE49-F238E27FC236}">
                <a16:creationId xmlns:a16="http://schemas.microsoft.com/office/drawing/2014/main" id="{E2B50BC4-FF4E-B4F2-FFDB-B5892810C55D}"/>
              </a:ext>
            </a:extLst>
          </p:cNvPr>
          <p:cNvSpPr/>
          <p:nvPr/>
        </p:nvSpPr>
        <p:spPr>
          <a:xfrm>
            <a:off x="437616" y="1751386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44063238-2743-F33D-09E0-9D3FDCC52684}"/>
              </a:ext>
            </a:extLst>
          </p:cNvPr>
          <p:cNvPicPr>
            <a:picLocks noChangeAspect="1"/>
          </p:cNvPicPr>
          <p:nvPr/>
        </p:nvPicPr>
        <p:blipFill>
          <a:blip r:embed="rId26">
            <a:biLevel thresh="75000"/>
            <a:extLst>
              <a:ext uri="{BEBA8EAE-BF5A-486C-A8C5-ECC9F3942E4B}">
                <a14:imgProps xmlns:a14="http://schemas.microsoft.com/office/drawing/2010/main">
                  <a14:imgLayer r:embed="rId27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805755" y="1507585"/>
            <a:ext cx="193901" cy="193903"/>
          </a:xfrm>
          <a:prstGeom prst="rect">
            <a:avLst/>
          </a:prstGeom>
        </p:spPr>
      </p:pic>
      <p:grpSp>
        <p:nvGrpSpPr>
          <p:cNvPr id="6" name="그룹 5">
            <a:extLst>
              <a:ext uri="{FF2B5EF4-FFF2-40B4-BE49-F238E27FC236}">
                <a16:creationId xmlns:a16="http://schemas.microsoft.com/office/drawing/2014/main" id="{DEAB5BA5-B811-2D42-026E-D574F2249359}"/>
              </a:ext>
            </a:extLst>
          </p:cNvPr>
          <p:cNvGrpSpPr/>
          <p:nvPr/>
        </p:nvGrpSpPr>
        <p:grpSpPr>
          <a:xfrm>
            <a:off x="3610973" y="1742002"/>
            <a:ext cx="2447925" cy="174091"/>
            <a:chOff x="4030330" y="4982273"/>
            <a:chExt cx="2447925" cy="174091"/>
          </a:xfrm>
        </p:grpSpPr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B85F88D8-3C27-41E2-0BC7-F2ECA48DC657}"/>
                </a:ext>
              </a:extLst>
            </p:cNvPr>
            <p:cNvSpPr/>
            <p:nvPr/>
          </p:nvSpPr>
          <p:spPr>
            <a:xfrm>
              <a:off x="4030330" y="4982273"/>
              <a:ext cx="2447925" cy="174091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  <a:sym typeface="Webdings" panose="05030102010509060703" pitchFamily="18" charset="2"/>
                </a:rPr>
                <a:t>     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[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이벤트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] 2025 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투네이션 어워드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…</a:t>
              </a:r>
              <a:endParaRPr kumimoji="1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8" name="그래픽 7">
              <a:extLst>
                <a:ext uri="{FF2B5EF4-FFF2-40B4-BE49-F238E27FC236}">
                  <a16:creationId xmlns:a16="http://schemas.microsoft.com/office/drawing/2014/main" id="{4C46374F-AB74-5BEA-22BD-7C624CCD8DA4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4056529" y="4988794"/>
              <a:ext cx="159090" cy="159090"/>
            </a:xfrm>
            <a:prstGeom prst="rect">
              <a:avLst/>
            </a:prstGeom>
          </p:spPr>
        </p:pic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5C9A0487-FC86-1B7C-8BAB-F8E0DF02A107}"/>
              </a:ext>
            </a:extLst>
          </p:cNvPr>
          <p:cNvGrpSpPr/>
          <p:nvPr/>
        </p:nvGrpSpPr>
        <p:grpSpPr>
          <a:xfrm>
            <a:off x="6649099" y="1742002"/>
            <a:ext cx="2447925" cy="174091"/>
            <a:chOff x="4030330" y="4982273"/>
            <a:chExt cx="2447925" cy="1740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FDF1CEF0-FD9C-1B81-D8DD-239580FC9975}"/>
                </a:ext>
              </a:extLst>
            </p:cNvPr>
            <p:cNvSpPr/>
            <p:nvPr/>
          </p:nvSpPr>
          <p:spPr>
            <a:xfrm>
              <a:off x="4030330" y="4982273"/>
              <a:ext cx="2447925" cy="174091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  <a:sym typeface="Webdings" panose="05030102010509060703" pitchFamily="18" charset="2"/>
                </a:rPr>
                <a:t>     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[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이벤트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] 2025 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투네이션 어워드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…</a:t>
              </a:r>
              <a:endParaRPr kumimoji="1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11" name="그래픽 10">
              <a:extLst>
                <a:ext uri="{FF2B5EF4-FFF2-40B4-BE49-F238E27FC236}">
                  <a16:creationId xmlns:a16="http://schemas.microsoft.com/office/drawing/2014/main" id="{EF514DC4-92EF-1E7D-71D3-860688D4ADBC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4056529" y="4988794"/>
              <a:ext cx="159090" cy="159090"/>
            </a:xfrm>
            <a:prstGeom prst="rect">
              <a:avLst/>
            </a:prstGeom>
          </p:spPr>
        </p:pic>
      </p:grpSp>
      <p:pic>
        <p:nvPicPr>
          <p:cNvPr id="12" name="그림 11">
            <a:extLst>
              <a:ext uri="{FF2B5EF4-FFF2-40B4-BE49-F238E27FC236}">
                <a16:creationId xmlns:a16="http://schemas.microsoft.com/office/drawing/2014/main" id="{3586960F-8C66-15D1-907D-DE1BAF60059E}"/>
              </a:ext>
            </a:extLst>
          </p:cNvPr>
          <p:cNvPicPr>
            <a:picLocks noChangeAspect="1"/>
          </p:cNvPicPr>
          <p:nvPr/>
        </p:nvPicPr>
        <p:blipFill>
          <a:blip r:embed="rId14">
            <a:biLevel thresh="75000"/>
            <a:extLst>
              <a:ext uri="{BEBA8EAE-BF5A-486C-A8C5-ECC9F3942E4B}">
                <a14:imgProps xmlns:a14="http://schemas.microsoft.com/office/drawing/2010/main">
                  <a14:imgLayer r:embed="rId15">
                    <a14:imgEffect>
                      <a14:backgroundRemoval t="10000" b="90000" l="10000" r="90000">
                        <a14:foregroundMark x1="50000" y1="74000" x2="50000" y2="74000"/>
                      </a14:backgroundRemoval>
                    </a14:imgEffect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</a:extLst>
          </a:blip>
          <a:srcRect l="22466" t="21148" r="24851" b="19009"/>
          <a:stretch>
            <a:fillRect/>
          </a:stretch>
        </p:blipFill>
        <p:spPr>
          <a:xfrm>
            <a:off x="5600537" y="1502867"/>
            <a:ext cx="181812" cy="206522"/>
          </a:xfrm>
          <a:prstGeom prst="rect">
            <a:avLst/>
          </a:prstGeom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9463FFD5-7CC0-7574-176C-8ABCC03101A5}"/>
              </a:ext>
            </a:extLst>
          </p:cNvPr>
          <p:cNvPicPr>
            <a:picLocks noChangeAspect="1"/>
          </p:cNvPicPr>
          <p:nvPr/>
        </p:nvPicPr>
        <p:blipFill>
          <a:blip r:embed="rId26">
            <a:biLevel thresh="75000"/>
            <a:extLst>
              <a:ext uri="{BEBA8EAE-BF5A-486C-A8C5-ECC9F3942E4B}">
                <a14:imgProps xmlns:a14="http://schemas.microsoft.com/office/drawing/2010/main">
                  <a14:imgLayer r:embed="rId27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5823149" y="1507585"/>
            <a:ext cx="193901" cy="193903"/>
          </a:xfrm>
          <a:prstGeom prst="rect">
            <a:avLst/>
          </a:prstGeom>
        </p:spPr>
      </p:pic>
      <p:pic>
        <p:nvPicPr>
          <p:cNvPr id="50" name="그림 49">
            <a:extLst>
              <a:ext uri="{FF2B5EF4-FFF2-40B4-BE49-F238E27FC236}">
                <a16:creationId xmlns:a16="http://schemas.microsoft.com/office/drawing/2014/main" id="{13C9915A-7840-F295-2DD9-72E3E07B616B}"/>
              </a:ext>
            </a:extLst>
          </p:cNvPr>
          <p:cNvPicPr>
            <a:picLocks noChangeAspect="1"/>
          </p:cNvPicPr>
          <p:nvPr/>
        </p:nvPicPr>
        <p:blipFill>
          <a:blip r:embed="rId14">
            <a:biLevel thresh="75000"/>
            <a:extLst>
              <a:ext uri="{BEBA8EAE-BF5A-486C-A8C5-ECC9F3942E4B}">
                <a14:imgProps xmlns:a14="http://schemas.microsoft.com/office/drawing/2010/main">
                  <a14:imgLayer r:embed="rId15">
                    <a14:imgEffect>
                      <a14:backgroundRemoval t="10000" b="90000" l="10000" r="90000">
                        <a14:foregroundMark x1="50000" y1="74000" x2="50000" y2="74000"/>
                      </a14:backgroundRemoval>
                    </a14:imgEffect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</a:extLst>
          </a:blip>
          <a:srcRect l="22466" t="21148" r="24851" b="19009"/>
          <a:stretch>
            <a:fillRect/>
          </a:stretch>
        </p:blipFill>
        <p:spPr>
          <a:xfrm>
            <a:off x="8655221" y="1502867"/>
            <a:ext cx="181812" cy="206522"/>
          </a:xfrm>
          <a:prstGeom prst="rect">
            <a:avLst/>
          </a:prstGeom>
        </p:spPr>
      </p:pic>
      <p:pic>
        <p:nvPicPr>
          <p:cNvPr id="66" name="그림 65">
            <a:extLst>
              <a:ext uri="{FF2B5EF4-FFF2-40B4-BE49-F238E27FC236}">
                <a16:creationId xmlns:a16="http://schemas.microsoft.com/office/drawing/2014/main" id="{846E7F7B-E212-2956-65BB-E80B89390340}"/>
              </a:ext>
            </a:extLst>
          </p:cNvPr>
          <p:cNvPicPr>
            <a:picLocks noChangeAspect="1"/>
          </p:cNvPicPr>
          <p:nvPr/>
        </p:nvPicPr>
        <p:blipFill>
          <a:blip r:embed="rId26">
            <a:biLevel thresh="75000"/>
            <a:extLst>
              <a:ext uri="{BEBA8EAE-BF5A-486C-A8C5-ECC9F3942E4B}">
                <a14:imgProps xmlns:a14="http://schemas.microsoft.com/office/drawing/2010/main">
                  <a14:imgLayer r:embed="rId27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8877833" y="1507585"/>
            <a:ext cx="193901" cy="193903"/>
          </a:xfrm>
          <a:prstGeom prst="rect">
            <a:avLst/>
          </a:prstGeom>
        </p:spPr>
      </p:pic>
      <p:grpSp>
        <p:nvGrpSpPr>
          <p:cNvPr id="5" name="그룹 4">
            <a:extLst>
              <a:ext uri="{FF2B5EF4-FFF2-40B4-BE49-F238E27FC236}">
                <a16:creationId xmlns:a16="http://schemas.microsoft.com/office/drawing/2014/main" id="{54BFC8DC-EFE8-4B27-74CD-5D9B49DE08C8}"/>
              </a:ext>
            </a:extLst>
          </p:cNvPr>
          <p:cNvGrpSpPr/>
          <p:nvPr/>
        </p:nvGrpSpPr>
        <p:grpSpPr>
          <a:xfrm>
            <a:off x="2315580" y="1502001"/>
            <a:ext cx="194773" cy="194773"/>
            <a:chOff x="6601555" y="4882678"/>
            <a:chExt cx="216000" cy="216000"/>
          </a:xfrm>
        </p:grpSpPr>
        <p:sp>
          <p:nvSpPr>
            <p:cNvPr id="67" name="사각형: 둥근 모서리 66">
              <a:extLst>
                <a:ext uri="{FF2B5EF4-FFF2-40B4-BE49-F238E27FC236}">
                  <a16:creationId xmlns:a16="http://schemas.microsoft.com/office/drawing/2014/main" id="{CF35DE37-FD7D-FE8F-D433-C4C5412AEF83}"/>
                </a:ext>
              </a:extLst>
            </p:cNvPr>
            <p:cNvSpPr/>
            <p:nvPr/>
          </p:nvSpPr>
          <p:spPr bwMode="auto">
            <a:xfrm>
              <a:off x="6601555" y="4882678"/>
              <a:ext cx="216000" cy="216000"/>
            </a:xfrm>
            <a:prstGeom prst="roundRect">
              <a:avLst/>
            </a:prstGeom>
            <a:solidFill>
              <a:sysClr val="windowText" lastClr="00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+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68" name="그림 67">
              <a:extLst>
                <a:ext uri="{FF2B5EF4-FFF2-40B4-BE49-F238E27FC236}">
                  <a16:creationId xmlns:a16="http://schemas.microsoft.com/office/drawing/2014/main" id="{98743220-D84D-D106-FADE-D88054F7F948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BEBA8EAE-BF5A-486C-A8C5-ECC9F3942E4B}">
                  <a14:imgProps xmlns:a14="http://schemas.microsoft.com/office/drawing/2010/main">
                    <a14:imgLayer r:embed="rId29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627165" y="4911088"/>
              <a:ext cx="164692" cy="164692"/>
            </a:xfrm>
            <a:prstGeom prst="rect">
              <a:avLst/>
            </a:prstGeom>
          </p:spPr>
        </p:pic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94E7433C-9388-B6FF-A492-EE7680415E65}"/>
              </a:ext>
            </a:extLst>
          </p:cNvPr>
          <p:cNvGrpSpPr/>
          <p:nvPr/>
        </p:nvGrpSpPr>
        <p:grpSpPr>
          <a:xfrm>
            <a:off x="5325163" y="1502001"/>
            <a:ext cx="194773" cy="194773"/>
            <a:chOff x="6601555" y="4882678"/>
            <a:chExt cx="216000" cy="216000"/>
          </a:xfrm>
        </p:grpSpPr>
        <p:sp>
          <p:nvSpPr>
            <p:cNvPr id="70" name="사각형: 둥근 모서리 69">
              <a:extLst>
                <a:ext uri="{FF2B5EF4-FFF2-40B4-BE49-F238E27FC236}">
                  <a16:creationId xmlns:a16="http://schemas.microsoft.com/office/drawing/2014/main" id="{754B3261-6D65-7EB7-07B9-60FD63F00421}"/>
                </a:ext>
              </a:extLst>
            </p:cNvPr>
            <p:cNvSpPr/>
            <p:nvPr/>
          </p:nvSpPr>
          <p:spPr bwMode="auto">
            <a:xfrm>
              <a:off x="6601555" y="4882678"/>
              <a:ext cx="216000" cy="216000"/>
            </a:xfrm>
            <a:prstGeom prst="roundRect">
              <a:avLst/>
            </a:prstGeom>
            <a:solidFill>
              <a:sysClr val="windowText" lastClr="00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+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71" name="그림 70">
              <a:extLst>
                <a:ext uri="{FF2B5EF4-FFF2-40B4-BE49-F238E27FC236}">
                  <a16:creationId xmlns:a16="http://schemas.microsoft.com/office/drawing/2014/main" id="{2901D092-7854-2DAC-7871-B0C01A1B9BF0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BEBA8EAE-BF5A-486C-A8C5-ECC9F3942E4B}">
                  <a14:imgProps xmlns:a14="http://schemas.microsoft.com/office/drawing/2010/main">
                    <a14:imgLayer r:embed="rId29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627165" y="4911088"/>
              <a:ext cx="164692" cy="164692"/>
            </a:xfrm>
            <a:prstGeom prst="rect">
              <a:avLst/>
            </a:prstGeom>
          </p:spPr>
        </p:pic>
      </p:grp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C0C0D217-A052-C7F6-763D-1124699EAAD7}"/>
              </a:ext>
            </a:extLst>
          </p:cNvPr>
          <p:cNvGrpSpPr/>
          <p:nvPr/>
        </p:nvGrpSpPr>
        <p:grpSpPr>
          <a:xfrm>
            <a:off x="8364252" y="1502001"/>
            <a:ext cx="194773" cy="194773"/>
            <a:chOff x="6601555" y="4882678"/>
            <a:chExt cx="216000" cy="216000"/>
          </a:xfrm>
        </p:grpSpPr>
        <p:sp>
          <p:nvSpPr>
            <p:cNvPr id="73" name="사각형: 둥근 모서리 72">
              <a:extLst>
                <a:ext uri="{FF2B5EF4-FFF2-40B4-BE49-F238E27FC236}">
                  <a16:creationId xmlns:a16="http://schemas.microsoft.com/office/drawing/2014/main" id="{809C4170-B5F8-EEAF-BA08-0B0BB5701B3C}"/>
                </a:ext>
              </a:extLst>
            </p:cNvPr>
            <p:cNvSpPr/>
            <p:nvPr/>
          </p:nvSpPr>
          <p:spPr bwMode="auto">
            <a:xfrm>
              <a:off x="6601555" y="4882678"/>
              <a:ext cx="216000" cy="216000"/>
            </a:xfrm>
            <a:prstGeom prst="roundRect">
              <a:avLst/>
            </a:prstGeom>
            <a:solidFill>
              <a:sysClr val="windowText" lastClr="00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+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74" name="그림 73">
              <a:extLst>
                <a:ext uri="{FF2B5EF4-FFF2-40B4-BE49-F238E27FC236}">
                  <a16:creationId xmlns:a16="http://schemas.microsoft.com/office/drawing/2014/main" id="{9D84724B-FBBB-4E05-83A7-811D9D8027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BEBA8EAE-BF5A-486C-A8C5-ECC9F3942E4B}">
                  <a14:imgProps xmlns:a14="http://schemas.microsoft.com/office/drawing/2010/main">
                    <a14:imgLayer r:embed="rId29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627165" y="4911088"/>
              <a:ext cx="164692" cy="16469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608296837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Google Shape;1197;p27">
            <a:extLst>
              <a:ext uri="{FF2B5EF4-FFF2-40B4-BE49-F238E27FC236}">
                <a16:creationId xmlns:a16="http://schemas.microsoft.com/office/drawing/2014/main" id="{294E2BE2-DF78-2177-78EE-734481E110F1}"/>
              </a:ext>
            </a:extLst>
          </p:cNvPr>
          <p:cNvSpPr/>
          <p:nvPr/>
        </p:nvSpPr>
        <p:spPr>
          <a:xfrm>
            <a:off x="6589784" y="1232756"/>
            <a:ext cx="2566556" cy="5004561"/>
          </a:xfrm>
          <a:prstGeom prst="roundRect">
            <a:avLst>
              <a:gd name="adj" fmla="val 3549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" name="Google Shape;1197;p27">
            <a:extLst>
              <a:ext uri="{FF2B5EF4-FFF2-40B4-BE49-F238E27FC236}">
                <a16:creationId xmlns:a16="http://schemas.microsoft.com/office/drawing/2014/main" id="{C4BF2DD2-1A30-8118-A568-27017922B190}"/>
              </a:ext>
            </a:extLst>
          </p:cNvPr>
          <p:cNvSpPr/>
          <p:nvPr/>
        </p:nvSpPr>
        <p:spPr>
          <a:xfrm>
            <a:off x="512116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" name="Google Shape;1197;p27">
            <a:extLst>
              <a:ext uri="{FF2B5EF4-FFF2-40B4-BE49-F238E27FC236}">
                <a16:creationId xmlns:a16="http://schemas.microsoft.com/office/drawing/2014/main" id="{0D704803-1525-CF83-EC0A-2165807BCFF4}"/>
              </a:ext>
            </a:extLst>
          </p:cNvPr>
          <p:cNvSpPr/>
          <p:nvPr/>
        </p:nvSpPr>
        <p:spPr>
          <a:xfrm>
            <a:off x="3542783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endParaRPr kumimoji="0" sz="856" b="1" kern="0" dirty="0">
              <a:solidFill>
                <a:prstClr val="white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192196BF-1772-BDA0-0503-650E52AC9B5F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5340" y="411980"/>
            <a:ext cx="9436335" cy="424732"/>
          </a:xfrm>
        </p:spPr>
        <p:txBody>
          <a:bodyPr/>
          <a:lstStyle/>
          <a:p>
            <a:r>
              <a:rPr lang="ko-KR" altLang="en-US" dirty="0"/>
              <a:t>통합 알림 </a:t>
            </a:r>
            <a:r>
              <a:rPr lang="en-US" altLang="ko-KR" dirty="0"/>
              <a:t>&gt; </a:t>
            </a:r>
            <a:r>
              <a:rPr lang="ko-KR" altLang="en-US" dirty="0"/>
              <a:t>영상 자세히 보기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A7F6A0F3-7C65-063F-FA93-A3ED2788D3D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모바일 웹 리모컨</a:t>
            </a:r>
            <a:r>
              <a:rPr lang="en-US" altLang="ko-KR" dirty="0"/>
              <a:t> &gt; </a:t>
            </a:r>
            <a:r>
              <a:rPr lang="ko-KR" altLang="en-US" dirty="0"/>
              <a:t>통합 알림 </a:t>
            </a:r>
            <a:r>
              <a:rPr lang="en-US" altLang="ko-KR" dirty="0"/>
              <a:t>&gt; </a:t>
            </a:r>
            <a:r>
              <a:rPr lang="ko-KR" altLang="en-US" dirty="0"/>
              <a:t>영상 자세히 보기</a:t>
            </a:r>
          </a:p>
        </p:txBody>
      </p:sp>
      <p:sp>
        <p:nvSpPr>
          <p:cNvPr id="14" name="Google Shape;1198;p27">
            <a:extLst>
              <a:ext uri="{FF2B5EF4-FFF2-40B4-BE49-F238E27FC236}">
                <a16:creationId xmlns:a16="http://schemas.microsoft.com/office/drawing/2014/main" id="{5218E41A-3394-53DB-CE90-08D10B31B9C7}"/>
              </a:ext>
            </a:extLst>
          </p:cNvPr>
          <p:cNvSpPr/>
          <p:nvPr/>
        </p:nvSpPr>
        <p:spPr>
          <a:xfrm>
            <a:off x="567170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" name="Google Shape;1198;p27">
            <a:extLst>
              <a:ext uri="{FF2B5EF4-FFF2-40B4-BE49-F238E27FC236}">
                <a16:creationId xmlns:a16="http://schemas.microsoft.com/office/drawing/2014/main" id="{44CD9E44-8927-B420-6EB5-1BE16861D9AE}"/>
              </a:ext>
            </a:extLst>
          </p:cNvPr>
          <p:cNvSpPr/>
          <p:nvPr/>
        </p:nvSpPr>
        <p:spPr>
          <a:xfrm>
            <a:off x="3597837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1EBC27B6-2B25-C810-B8E3-441EB8C2FF3F}"/>
              </a:ext>
            </a:extLst>
          </p:cNvPr>
          <p:cNvSpPr/>
          <p:nvPr/>
        </p:nvSpPr>
        <p:spPr>
          <a:xfrm>
            <a:off x="3631015" y="2222042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1" name="Picture 6" descr="필터 - 무료 ui개 아이콘">
            <a:extLst>
              <a:ext uri="{FF2B5EF4-FFF2-40B4-BE49-F238E27FC236}">
                <a16:creationId xmlns:a16="http://schemas.microsoft.com/office/drawing/2014/main" id="{F53EF2DD-EAC6-0AF7-795D-18E1E96C61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87028" y="2257762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" name="직사각형 74">
            <a:extLst>
              <a:ext uri="{FF2B5EF4-FFF2-40B4-BE49-F238E27FC236}">
                <a16:creationId xmlns:a16="http://schemas.microsoft.com/office/drawing/2014/main" id="{B6A2413B-31B6-5594-27C2-156AB7CC20D7}"/>
              </a:ext>
            </a:extLst>
          </p:cNvPr>
          <p:cNvSpPr/>
          <p:nvPr/>
        </p:nvSpPr>
        <p:spPr>
          <a:xfrm>
            <a:off x="600348" y="2448285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76" name="그래픽 75">
            <a:extLst>
              <a:ext uri="{FF2B5EF4-FFF2-40B4-BE49-F238E27FC236}">
                <a16:creationId xmlns:a16="http://schemas.microsoft.com/office/drawing/2014/main" id="{B2953B36-194B-CEE6-2C86-8973E6C56C0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47760" y="2626832"/>
            <a:ext cx="263454" cy="263454"/>
          </a:xfrm>
          <a:prstGeom prst="rect">
            <a:avLst/>
          </a:prstGeom>
        </p:spPr>
      </p:pic>
      <p:sp>
        <p:nvSpPr>
          <p:cNvPr id="77" name="TextBox 76">
            <a:extLst>
              <a:ext uri="{FF2B5EF4-FFF2-40B4-BE49-F238E27FC236}">
                <a16:creationId xmlns:a16="http://schemas.microsoft.com/office/drawing/2014/main" id="{89C21253-173D-0E18-7B0C-9BB0ADE063C2}"/>
              </a:ext>
            </a:extLst>
          </p:cNvPr>
          <p:cNvSpPr txBox="1"/>
          <p:nvPr/>
        </p:nvSpPr>
        <p:spPr>
          <a:xfrm>
            <a:off x="909748" y="2474573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24416AAB-AE56-5812-CCBD-0EEBB601CD84}"/>
              </a:ext>
            </a:extLst>
          </p:cNvPr>
          <p:cNvSpPr txBox="1"/>
          <p:nvPr/>
        </p:nvSpPr>
        <p:spPr>
          <a:xfrm>
            <a:off x="910517" y="2842035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E17ADB37-EF56-F9D2-D829-BCD021214544}"/>
              </a:ext>
            </a:extLst>
          </p:cNvPr>
          <p:cNvSpPr txBox="1"/>
          <p:nvPr/>
        </p:nvSpPr>
        <p:spPr>
          <a:xfrm>
            <a:off x="2562709" y="2548439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9FA3C91A-C3FC-594B-FD46-8B0EFF1B1617}"/>
              </a:ext>
            </a:extLst>
          </p:cNvPr>
          <p:cNvSpPr txBox="1"/>
          <p:nvPr/>
        </p:nvSpPr>
        <p:spPr>
          <a:xfrm>
            <a:off x="2675620" y="2842035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82" name="그래픽 81">
            <a:extLst>
              <a:ext uri="{FF2B5EF4-FFF2-40B4-BE49-F238E27FC236}">
                <a16:creationId xmlns:a16="http://schemas.microsoft.com/office/drawing/2014/main" id="{FC11C06D-3657-9D5A-13FB-32170B239A7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50141" y="2626974"/>
            <a:ext cx="261988" cy="261988"/>
          </a:xfrm>
          <a:prstGeom prst="rect">
            <a:avLst/>
          </a:prstGeom>
        </p:spPr>
      </p:pic>
      <p:sp>
        <p:nvSpPr>
          <p:cNvPr id="83" name="직사각형 82">
            <a:extLst>
              <a:ext uri="{FF2B5EF4-FFF2-40B4-BE49-F238E27FC236}">
                <a16:creationId xmlns:a16="http://schemas.microsoft.com/office/drawing/2014/main" id="{EC28A256-C560-33DD-F072-F38961D401A7}"/>
              </a:ext>
            </a:extLst>
          </p:cNvPr>
          <p:cNvSpPr/>
          <p:nvPr/>
        </p:nvSpPr>
        <p:spPr>
          <a:xfrm>
            <a:off x="600348" y="3699963"/>
            <a:ext cx="2417540" cy="6852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BA030D65-4961-86E1-AFE1-FB87973BFEBB}"/>
              </a:ext>
            </a:extLst>
          </p:cNvPr>
          <p:cNvSpPr txBox="1"/>
          <p:nvPr/>
        </p:nvSpPr>
        <p:spPr>
          <a:xfrm>
            <a:off x="909748" y="3726251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BC6961A6-79A2-4F25-89A1-44175ED17E81}"/>
              </a:ext>
            </a:extLst>
          </p:cNvPr>
          <p:cNvSpPr txBox="1"/>
          <p:nvPr/>
        </p:nvSpPr>
        <p:spPr>
          <a:xfrm>
            <a:off x="910517" y="4059160"/>
            <a:ext cx="1652192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 텍스트내용 텍스트 내용 텍스트 내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85E38070-4C07-4BBF-40D2-C51C2E8E7BF5}"/>
              </a:ext>
            </a:extLst>
          </p:cNvPr>
          <p:cNvSpPr txBox="1"/>
          <p:nvPr/>
        </p:nvSpPr>
        <p:spPr>
          <a:xfrm>
            <a:off x="2562709" y="3800117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sz="1050" dirty="0"/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1311C2B8-9E55-5AD1-4A4F-C686DCE469DC}"/>
              </a:ext>
            </a:extLst>
          </p:cNvPr>
          <p:cNvSpPr txBox="1"/>
          <p:nvPr/>
        </p:nvSpPr>
        <p:spPr>
          <a:xfrm>
            <a:off x="2675620" y="4093713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89" name="그래픽 88">
            <a:extLst>
              <a:ext uri="{FF2B5EF4-FFF2-40B4-BE49-F238E27FC236}">
                <a16:creationId xmlns:a16="http://schemas.microsoft.com/office/drawing/2014/main" id="{5700CB81-4584-196C-447C-3674BDF96FFD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47058" y="3890514"/>
            <a:ext cx="263454" cy="263454"/>
          </a:xfrm>
          <a:prstGeom prst="rect">
            <a:avLst/>
          </a:prstGeom>
        </p:spPr>
      </p:pic>
      <p:sp>
        <p:nvSpPr>
          <p:cNvPr id="90" name="직사각형 89">
            <a:extLst>
              <a:ext uri="{FF2B5EF4-FFF2-40B4-BE49-F238E27FC236}">
                <a16:creationId xmlns:a16="http://schemas.microsoft.com/office/drawing/2014/main" id="{0E9D2F39-B4F7-CCD1-7AE8-C44FC9F04ECF}"/>
              </a:ext>
            </a:extLst>
          </p:cNvPr>
          <p:cNvSpPr/>
          <p:nvPr/>
        </p:nvSpPr>
        <p:spPr>
          <a:xfrm>
            <a:off x="600348" y="4383196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B6DE18CE-3F2B-1D2E-8948-CD93845B40EA}"/>
              </a:ext>
            </a:extLst>
          </p:cNvPr>
          <p:cNvSpPr txBox="1"/>
          <p:nvPr/>
        </p:nvSpPr>
        <p:spPr>
          <a:xfrm>
            <a:off x="909748" y="4409484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152EB78A-43A5-03CD-5ABE-A62EF9E1A8A0}"/>
              </a:ext>
            </a:extLst>
          </p:cNvPr>
          <p:cNvSpPr txBox="1"/>
          <p:nvPr/>
        </p:nvSpPr>
        <p:spPr>
          <a:xfrm>
            <a:off x="910516" y="4776946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룰렛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제목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꽝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or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당첨 항목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C151B8BE-66CB-8039-BC13-1C8645689DCF}"/>
              </a:ext>
            </a:extLst>
          </p:cNvPr>
          <p:cNvSpPr txBox="1"/>
          <p:nvPr/>
        </p:nvSpPr>
        <p:spPr>
          <a:xfrm>
            <a:off x="2562709" y="4483350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434C6905-E6E0-64C5-E322-4B1531F97E22}"/>
              </a:ext>
            </a:extLst>
          </p:cNvPr>
          <p:cNvSpPr txBox="1"/>
          <p:nvPr/>
        </p:nvSpPr>
        <p:spPr>
          <a:xfrm>
            <a:off x="2675620" y="4776946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96" name="그래픽 95">
            <a:extLst>
              <a:ext uri="{FF2B5EF4-FFF2-40B4-BE49-F238E27FC236}">
                <a16:creationId xmlns:a16="http://schemas.microsoft.com/office/drawing/2014/main" id="{8C723ED5-A645-45CA-A121-C3E0CEBA459E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50835" y="4574492"/>
            <a:ext cx="258115" cy="258115"/>
          </a:xfrm>
          <a:prstGeom prst="rect">
            <a:avLst/>
          </a:prstGeom>
        </p:spPr>
      </p:pic>
      <p:sp>
        <p:nvSpPr>
          <p:cNvPr id="97" name="직사각형 96">
            <a:extLst>
              <a:ext uri="{FF2B5EF4-FFF2-40B4-BE49-F238E27FC236}">
                <a16:creationId xmlns:a16="http://schemas.microsoft.com/office/drawing/2014/main" id="{9BA03132-4E91-F241-549F-99E17201262D}"/>
              </a:ext>
            </a:extLst>
          </p:cNvPr>
          <p:cNvSpPr/>
          <p:nvPr/>
        </p:nvSpPr>
        <p:spPr>
          <a:xfrm>
            <a:off x="600348" y="5000004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7CA89657-B165-F36A-1402-FE893C39977C}"/>
              </a:ext>
            </a:extLst>
          </p:cNvPr>
          <p:cNvSpPr txBox="1"/>
          <p:nvPr/>
        </p:nvSpPr>
        <p:spPr>
          <a:xfrm>
            <a:off x="909748" y="502629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582920CD-AE77-A290-DD80-0E34AB834BD1}"/>
              </a:ext>
            </a:extLst>
          </p:cNvPr>
          <p:cNvSpPr txBox="1"/>
          <p:nvPr/>
        </p:nvSpPr>
        <p:spPr>
          <a:xfrm>
            <a:off x="910516" y="5393754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럭키박스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시간초과 환불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0A43B717-F4E9-2A39-9523-8FEF469031E4}"/>
              </a:ext>
            </a:extLst>
          </p:cNvPr>
          <p:cNvSpPr txBox="1"/>
          <p:nvPr/>
        </p:nvSpPr>
        <p:spPr>
          <a:xfrm>
            <a:off x="2562709" y="510015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169C9C3A-9396-D13C-2531-70A5B2BF86E0}"/>
              </a:ext>
            </a:extLst>
          </p:cNvPr>
          <p:cNvSpPr txBox="1"/>
          <p:nvPr/>
        </p:nvSpPr>
        <p:spPr>
          <a:xfrm>
            <a:off x="2675620" y="5393754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03" name="그래픽 102">
            <a:extLst>
              <a:ext uri="{FF2B5EF4-FFF2-40B4-BE49-F238E27FC236}">
                <a16:creationId xmlns:a16="http://schemas.microsoft.com/office/drawing/2014/main" id="{0DF5D4D3-4AB9-6222-3A0E-AE8C4B09AE5E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651119" y="5191300"/>
            <a:ext cx="257831" cy="257831"/>
          </a:xfrm>
          <a:prstGeom prst="rect">
            <a:avLst/>
          </a:prstGeom>
        </p:spPr>
      </p:pic>
      <p:pic>
        <p:nvPicPr>
          <p:cNvPr id="104" name="그림 103">
            <a:extLst>
              <a:ext uri="{FF2B5EF4-FFF2-40B4-BE49-F238E27FC236}">
                <a16:creationId xmlns:a16="http://schemas.microsoft.com/office/drawing/2014/main" id="{F0F588D4-B169-CE74-2A42-AC7387A14945}"/>
              </a:ext>
            </a:extLst>
          </p:cNvPr>
          <p:cNvPicPr>
            <a:picLocks noChangeAspect="1"/>
          </p:cNvPicPr>
          <p:nvPr/>
        </p:nvPicPr>
        <p:blipFill>
          <a:blip r:embed="rId13"/>
          <a:srcRect b="32312"/>
          <a:stretch>
            <a:fillRect/>
          </a:stretch>
        </p:blipFill>
        <p:spPr>
          <a:xfrm>
            <a:off x="595005" y="5619736"/>
            <a:ext cx="2479066" cy="428785"/>
          </a:xfrm>
          <a:prstGeom prst="rect">
            <a:avLst/>
          </a:prstGeom>
        </p:spPr>
      </p:pic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FCBB4F0C-8841-6CB6-9BD9-051BF09974DC}"/>
              </a:ext>
            </a:extLst>
          </p:cNvPr>
          <p:cNvSpPr/>
          <p:nvPr/>
        </p:nvSpPr>
        <p:spPr>
          <a:xfrm>
            <a:off x="3631622" y="2452689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113" name="그래픽 112">
            <a:extLst>
              <a:ext uri="{FF2B5EF4-FFF2-40B4-BE49-F238E27FC236}">
                <a16:creationId xmlns:a16="http://schemas.microsoft.com/office/drawing/2014/main" id="{12D2E534-7153-2858-7EBF-18B370CADBD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679034" y="2631236"/>
            <a:ext cx="263454" cy="263454"/>
          </a:xfrm>
          <a:prstGeom prst="rect">
            <a:avLst/>
          </a:prstGeom>
        </p:spPr>
      </p:pic>
      <p:sp>
        <p:nvSpPr>
          <p:cNvPr id="114" name="TextBox 113">
            <a:extLst>
              <a:ext uri="{FF2B5EF4-FFF2-40B4-BE49-F238E27FC236}">
                <a16:creationId xmlns:a16="http://schemas.microsoft.com/office/drawing/2014/main" id="{74754A44-1776-0E46-D0E7-24CA8F41D74C}"/>
              </a:ext>
            </a:extLst>
          </p:cNvPr>
          <p:cNvSpPr txBox="1"/>
          <p:nvPr/>
        </p:nvSpPr>
        <p:spPr>
          <a:xfrm>
            <a:off x="3941022" y="2478977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2B157D26-15C0-1707-99DA-4238EA0979AB}"/>
              </a:ext>
            </a:extLst>
          </p:cNvPr>
          <p:cNvSpPr txBox="1"/>
          <p:nvPr/>
        </p:nvSpPr>
        <p:spPr>
          <a:xfrm>
            <a:off x="3941791" y="2846439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6DC5D31B-00B4-E2EF-C54C-277A45E9A86B}"/>
              </a:ext>
            </a:extLst>
          </p:cNvPr>
          <p:cNvSpPr txBox="1"/>
          <p:nvPr/>
        </p:nvSpPr>
        <p:spPr>
          <a:xfrm>
            <a:off x="5593983" y="2552843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477231D-F830-C010-737A-945540091F0E}"/>
              </a:ext>
            </a:extLst>
          </p:cNvPr>
          <p:cNvSpPr txBox="1"/>
          <p:nvPr/>
        </p:nvSpPr>
        <p:spPr>
          <a:xfrm>
            <a:off x="5712296" y="2846439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19" name="그래픽 118">
            <a:extLst>
              <a:ext uri="{FF2B5EF4-FFF2-40B4-BE49-F238E27FC236}">
                <a16:creationId xmlns:a16="http://schemas.microsoft.com/office/drawing/2014/main" id="{8F2F8ABF-FE74-3E4F-B763-7DB9FBFD630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681415" y="2631378"/>
            <a:ext cx="261988" cy="261988"/>
          </a:xfrm>
          <a:prstGeom prst="rect">
            <a:avLst/>
          </a:prstGeom>
        </p:spPr>
      </p:pic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F5858B4E-527A-BC0F-1745-6C53B30DF048}"/>
              </a:ext>
            </a:extLst>
          </p:cNvPr>
          <p:cNvSpPr/>
          <p:nvPr/>
        </p:nvSpPr>
        <p:spPr>
          <a:xfrm>
            <a:off x="3630064" y="5335138"/>
            <a:ext cx="2417540" cy="6852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8201EC4E-F99F-82BF-1093-F6D0FE5414CA}"/>
              </a:ext>
            </a:extLst>
          </p:cNvPr>
          <p:cNvSpPr txBox="1"/>
          <p:nvPr/>
        </p:nvSpPr>
        <p:spPr>
          <a:xfrm>
            <a:off x="3939464" y="5361426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7EBEFF82-E07B-F4A4-B536-75BC2F357EB9}"/>
              </a:ext>
            </a:extLst>
          </p:cNvPr>
          <p:cNvSpPr txBox="1"/>
          <p:nvPr/>
        </p:nvSpPr>
        <p:spPr>
          <a:xfrm>
            <a:off x="3940233" y="5694335"/>
            <a:ext cx="1652192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 텍스트내용 텍스트 내용 텍스트 내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CD787E5E-FE80-F2A8-9951-1D443CB6AD46}"/>
              </a:ext>
            </a:extLst>
          </p:cNvPr>
          <p:cNvSpPr txBox="1"/>
          <p:nvPr/>
        </p:nvSpPr>
        <p:spPr>
          <a:xfrm>
            <a:off x="5592425" y="5435292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sz="1050" dirty="0"/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A7031638-9C68-220D-3DC4-E32F1A8F8436}"/>
              </a:ext>
            </a:extLst>
          </p:cNvPr>
          <p:cNvSpPr txBox="1"/>
          <p:nvPr/>
        </p:nvSpPr>
        <p:spPr>
          <a:xfrm>
            <a:off x="5710738" y="5728888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37" name="그래픽 136">
            <a:extLst>
              <a:ext uri="{FF2B5EF4-FFF2-40B4-BE49-F238E27FC236}">
                <a16:creationId xmlns:a16="http://schemas.microsoft.com/office/drawing/2014/main" id="{49CF6F3A-4A00-B50A-685F-F6BD2E7EFB7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3676774" y="5525689"/>
            <a:ext cx="263454" cy="263454"/>
          </a:xfrm>
          <a:prstGeom prst="rect">
            <a:avLst/>
          </a:prstGeom>
        </p:spPr>
      </p:pic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2D25519C-B175-5811-41C6-99D6D21B2DAF}"/>
              </a:ext>
            </a:extLst>
          </p:cNvPr>
          <p:cNvSpPr/>
          <p:nvPr/>
        </p:nvSpPr>
        <p:spPr>
          <a:xfrm>
            <a:off x="600348" y="3073847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145" name="그래픽 144">
            <a:extLst>
              <a:ext uri="{FF2B5EF4-FFF2-40B4-BE49-F238E27FC236}">
                <a16:creationId xmlns:a16="http://schemas.microsoft.com/office/drawing/2014/main" id="{3E3CBB64-3D21-62B8-04AE-347FC04BB07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47760" y="3252394"/>
            <a:ext cx="263454" cy="263454"/>
          </a:xfrm>
          <a:prstGeom prst="rect">
            <a:avLst/>
          </a:prstGeom>
        </p:spPr>
      </p:pic>
      <p:sp>
        <p:nvSpPr>
          <p:cNvPr id="146" name="TextBox 145">
            <a:extLst>
              <a:ext uri="{FF2B5EF4-FFF2-40B4-BE49-F238E27FC236}">
                <a16:creationId xmlns:a16="http://schemas.microsoft.com/office/drawing/2014/main" id="{FE098E1B-8DFA-7272-0953-07CCD991148C}"/>
              </a:ext>
            </a:extLst>
          </p:cNvPr>
          <p:cNvSpPr txBox="1"/>
          <p:nvPr/>
        </p:nvSpPr>
        <p:spPr>
          <a:xfrm>
            <a:off x="909748" y="3100135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E9467DAB-5E84-7D73-9B09-11CF4E95F21E}"/>
              </a:ext>
            </a:extLst>
          </p:cNvPr>
          <p:cNvSpPr txBox="1"/>
          <p:nvPr/>
        </p:nvSpPr>
        <p:spPr>
          <a:xfrm>
            <a:off x="910517" y="3467597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spcBef>
                <a:spcPct val="20000"/>
              </a:spcBef>
              <a:defRPr/>
            </a:pPr>
            <a:r>
              <a:rPr kumimoji="0"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[</a:t>
            </a:r>
            <a:r>
              <a:rPr kumimoji="0" lang="en-US" altLang="ko-KR" sz="800" dirty="0" err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Youtube</a:t>
            </a:r>
            <a:r>
              <a:rPr kumimoji="0"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 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유튜브 제목</a:t>
            </a:r>
            <a:r>
              <a:rPr kumimoji="0"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lang="en-US" altLang="ko-KR" sz="80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8" name="사각형: 둥근 모서리 147">
            <a:extLst>
              <a:ext uri="{FF2B5EF4-FFF2-40B4-BE49-F238E27FC236}">
                <a16:creationId xmlns:a16="http://schemas.microsoft.com/office/drawing/2014/main" id="{23FF8619-7560-62AE-0E0C-E9410F4A90F0}"/>
              </a:ext>
            </a:extLst>
          </p:cNvPr>
          <p:cNvSpPr/>
          <p:nvPr/>
        </p:nvSpPr>
        <p:spPr>
          <a:xfrm>
            <a:off x="2289111" y="3223766"/>
            <a:ext cx="320711" cy="320711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5DC0D98C-71E4-A489-B19D-6F35F9A45071}"/>
              </a:ext>
            </a:extLst>
          </p:cNvPr>
          <p:cNvSpPr txBox="1"/>
          <p:nvPr/>
        </p:nvSpPr>
        <p:spPr>
          <a:xfrm>
            <a:off x="2562709" y="3174001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3,000</a:t>
            </a:r>
            <a:endParaRPr lang="ko-KR" altLang="en-US" sz="1050" dirty="0"/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13F0F26E-504D-59F8-7D6B-15D033FBF104}"/>
              </a:ext>
            </a:extLst>
          </p:cNvPr>
          <p:cNvSpPr txBox="1"/>
          <p:nvPr/>
        </p:nvSpPr>
        <p:spPr>
          <a:xfrm>
            <a:off x="2675620" y="3467597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C5912819-3F9F-18D9-3F14-10422EC17AFF}"/>
              </a:ext>
            </a:extLst>
          </p:cNvPr>
          <p:cNvSpPr/>
          <p:nvPr/>
        </p:nvSpPr>
        <p:spPr>
          <a:xfrm>
            <a:off x="2243572" y="3120458"/>
            <a:ext cx="588795" cy="588795"/>
          </a:xfrm>
          <a:prstGeom prst="ellipse">
            <a:avLst/>
          </a:prstGeom>
          <a:solidFill>
            <a:srgbClr val="FF0000">
              <a:alpha val="50000"/>
            </a:srgbClr>
          </a:solidFill>
          <a:ln>
            <a:noFill/>
            <a:prstDash val="sysDot"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E3C63DEE-BC14-DFE8-FF36-70ABFE0C5D87}"/>
              </a:ext>
            </a:extLst>
          </p:cNvPr>
          <p:cNvSpPr/>
          <p:nvPr/>
        </p:nvSpPr>
        <p:spPr>
          <a:xfrm>
            <a:off x="3630101" y="3079080"/>
            <a:ext cx="2417540" cy="2254507"/>
          </a:xfrm>
          <a:prstGeom prst="rect">
            <a:avLst/>
          </a:prstGeom>
          <a:solidFill>
            <a:schemeClr val="bg1"/>
          </a:solidFill>
          <a:ln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154" name="그래픽 153">
            <a:extLst>
              <a:ext uri="{FF2B5EF4-FFF2-40B4-BE49-F238E27FC236}">
                <a16:creationId xmlns:a16="http://schemas.microsoft.com/office/drawing/2014/main" id="{6E862B6D-5AC4-F1F3-3C78-F5E5AF4134A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677513" y="3257628"/>
            <a:ext cx="263454" cy="263454"/>
          </a:xfrm>
          <a:prstGeom prst="rect">
            <a:avLst/>
          </a:prstGeom>
        </p:spPr>
      </p:pic>
      <p:sp>
        <p:nvSpPr>
          <p:cNvPr id="155" name="TextBox 154">
            <a:extLst>
              <a:ext uri="{FF2B5EF4-FFF2-40B4-BE49-F238E27FC236}">
                <a16:creationId xmlns:a16="http://schemas.microsoft.com/office/drawing/2014/main" id="{C7013A82-3541-C4B8-D7D1-2A2836B304D8}"/>
              </a:ext>
            </a:extLst>
          </p:cNvPr>
          <p:cNvSpPr txBox="1"/>
          <p:nvPr/>
        </p:nvSpPr>
        <p:spPr>
          <a:xfrm>
            <a:off x="3939501" y="3105369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BA71CB0-1836-0B39-E37E-C0470C17DEF0}"/>
              </a:ext>
            </a:extLst>
          </p:cNvPr>
          <p:cNvSpPr txBox="1"/>
          <p:nvPr/>
        </p:nvSpPr>
        <p:spPr>
          <a:xfrm>
            <a:off x="3940270" y="3472831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spcBef>
                <a:spcPct val="20000"/>
              </a:spcBef>
              <a:defRPr/>
            </a:pPr>
            <a:r>
              <a:rPr kumimoji="0"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[</a:t>
            </a:r>
            <a:r>
              <a:rPr kumimoji="0" lang="en-US" altLang="ko-KR" sz="800" dirty="0" err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Youtube</a:t>
            </a:r>
            <a:r>
              <a:rPr kumimoji="0"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 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유튜브 제목</a:t>
            </a:r>
            <a:r>
              <a:rPr kumimoji="0"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lang="en-US" altLang="ko-KR" sz="80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96735FA4-D954-A2E5-3F4F-06BDD8025AE7}"/>
              </a:ext>
            </a:extLst>
          </p:cNvPr>
          <p:cNvSpPr txBox="1"/>
          <p:nvPr/>
        </p:nvSpPr>
        <p:spPr>
          <a:xfrm>
            <a:off x="5592462" y="3179235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3,000</a:t>
            </a:r>
            <a:endParaRPr lang="ko-KR" altLang="en-US" sz="1050" dirty="0"/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66EEE497-C92E-0AFB-883F-1CA68B348DA9}"/>
              </a:ext>
            </a:extLst>
          </p:cNvPr>
          <p:cNvSpPr txBox="1"/>
          <p:nvPr/>
        </p:nvSpPr>
        <p:spPr>
          <a:xfrm>
            <a:off x="5515480" y="3472831"/>
            <a:ext cx="5445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109147F0-D811-6688-F631-62A5673E8FFF}"/>
              </a:ext>
            </a:extLst>
          </p:cNvPr>
          <p:cNvSpPr/>
          <p:nvPr/>
        </p:nvSpPr>
        <p:spPr>
          <a:xfrm>
            <a:off x="3686357" y="3740913"/>
            <a:ext cx="2289505" cy="891204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영상 썸네일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19F73223-13F1-FDAF-2817-FC9D20B8512C}"/>
              </a:ext>
            </a:extLst>
          </p:cNvPr>
          <p:cNvSpPr txBox="1"/>
          <p:nvPr/>
        </p:nvSpPr>
        <p:spPr>
          <a:xfrm>
            <a:off x="3621348" y="4649826"/>
            <a:ext cx="2157963" cy="19023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영상 제목 영상 제목 영상 제목 영상 제목 </a:t>
            </a:r>
          </a:p>
        </p:txBody>
      </p:sp>
      <p:sp>
        <p:nvSpPr>
          <p:cNvPr id="162" name="사각형: 둥근 모서리 161">
            <a:extLst>
              <a:ext uri="{FF2B5EF4-FFF2-40B4-BE49-F238E27FC236}">
                <a16:creationId xmlns:a16="http://schemas.microsoft.com/office/drawing/2014/main" id="{5A20B0CB-E4FC-ACCD-0DD3-ED687EE05E21}"/>
              </a:ext>
            </a:extLst>
          </p:cNvPr>
          <p:cNvSpPr/>
          <p:nvPr/>
        </p:nvSpPr>
        <p:spPr>
          <a:xfrm>
            <a:off x="3689906" y="4843299"/>
            <a:ext cx="2283606" cy="197196"/>
          </a:xfrm>
          <a:prstGeom prst="roundRect">
            <a:avLst>
              <a:gd name="adj" fmla="val 9750"/>
            </a:avLst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영상 보러 가기</a:t>
            </a:r>
          </a:p>
        </p:txBody>
      </p:sp>
      <p:graphicFrame>
        <p:nvGraphicFramePr>
          <p:cNvPr id="164" name="표 163">
            <a:extLst>
              <a:ext uri="{FF2B5EF4-FFF2-40B4-BE49-F238E27FC236}">
                <a16:creationId xmlns:a16="http://schemas.microsoft.com/office/drawing/2014/main" id="{F73684C7-242E-8FE1-D7D6-66085A62C3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6431642"/>
              </p:ext>
            </p:extLst>
          </p:nvPr>
        </p:nvGraphicFramePr>
        <p:xfrm>
          <a:off x="3643313" y="5110519"/>
          <a:ext cx="2393157" cy="213360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797719">
                  <a:extLst>
                    <a:ext uri="{9D8B030D-6E8A-4147-A177-3AD203B41FA5}">
                      <a16:colId xmlns:a16="http://schemas.microsoft.com/office/drawing/2014/main" val="2045282246"/>
                    </a:ext>
                  </a:extLst>
                </a:gridCol>
                <a:gridCol w="797719">
                  <a:extLst>
                    <a:ext uri="{9D8B030D-6E8A-4147-A177-3AD203B41FA5}">
                      <a16:colId xmlns:a16="http://schemas.microsoft.com/office/drawing/2014/main" val="859422954"/>
                    </a:ext>
                  </a:extLst>
                </a:gridCol>
                <a:gridCol w="797719">
                  <a:extLst>
                    <a:ext uri="{9D8B030D-6E8A-4147-A177-3AD203B41FA5}">
                      <a16:colId xmlns:a16="http://schemas.microsoft.com/office/drawing/2014/main" val="2961860283"/>
                    </a:ext>
                  </a:extLst>
                </a:gridCol>
              </a:tblGrid>
              <a:tr h="19227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▶ 재생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29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ebdings" panose="05030102010509060703" pitchFamily="18" charset="2"/>
                        </a:rPr>
                        <a:t>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차단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벽지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7501084"/>
                  </a:ext>
                </a:extLst>
              </a:tr>
            </a:tbl>
          </a:graphicData>
        </a:graphic>
      </p:graphicFrame>
      <p:cxnSp>
        <p:nvCxnSpPr>
          <p:cNvPr id="165" name="연결선: 꺾임 164">
            <a:extLst>
              <a:ext uri="{FF2B5EF4-FFF2-40B4-BE49-F238E27FC236}">
                <a16:creationId xmlns:a16="http://schemas.microsoft.com/office/drawing/2014/main" id="{3FF8368F-B358-D813-9E72-25B3FD9FCEEB}"/>
              </a:ext>
            </a:extLst>
          </p:cNvPr>
          <p:cNvCxnSpPr>
            <a:cxnSpLocks/>
            <a:stCxn id="152" idx="6"/>
            <a:endCxn id="166" idx="2"/>
          </p:cNvCxnSpPr>
          <p:nvPr/>
        </p:nvCxnSpPr>
        <p:spPr>
          <a:xfrm>
            <a:off x="2832367" y="3414856"/>
            <a:ext cx="978394" cy="130094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6" name="타원 165">
            <a:extLst>
              <a:ext uri="{FF2B5EF4-FFF2-40B4-BE49-F238E27FC236}">
                <a16:creationId xmlns:a16="http://schemas.microsoft.com/office/drawing/2014/main" id="{55722A2C-A168-69BE-230F-95F0B157740F}"/>
              </a:ext>
            </a:extLst>
          </p:cNvPr>
          <p:cNvSpPr/>
          <p:nvPr/>
        </p:nvSpPr>
        <p:spPr>
          <a:xfrm>
            <a:off x="3810761" y="3250552"/>
            <a:ext cx="588795" cy="588795"/>
          </a:xfrm>
          <a:prstGeom prst="ellipse">
            <a:avLst/>
          </a:prstGeom>
          <a:solidFill>
            <a:srgbClr val="FF0000">
              <a:alpha val="50000"/>
            </a:srgbClr>
          </a:solidFill>
          <a:ln>
            <a:noFill/>
            <a:prstDash val="sysDot"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67" name="그룹 166">
            <a:extLst>
              <a:ext uri="{FF2B5EF4-FFF2-40B4-BE49-F238E27FC236}">
                <a16:creationId xmlns:a16="http://schemas.microsoft.com/office/drawing/2014/main" id="{36386A28-B874-5E9C-7CB7-B8E4E183402E}"/>
              </a:ext>
            </a:extLst>
          </p:cNvPr>
          <p:cNvGrpSpPr/>
          <p:nvPr/>
        </p:nvGrpSpPr>
        <p:grpSpPr>
          <a:xfrm rot="5400000">
            <a:off x="2492976" y="4159259"/>
            <a:ext cx="1637099" cy="363534"/>
            <a:chOff x="6600056" y="1538514"/>
            <a:chExt cx="1692190" cy="305304"/>
          </a:xfrm>
        </p:grpSpPr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6BE4AA91-AFFE-3B4A-5882-ECBBAEBD0336}"/>
                </a:ext>
              </a:extLst>
            </p:cNvPr>
            <p:cNvCxnSpPr/>
            <p:nvPr/>
          </p:nvCxnSpPr>
          <p:spPr>
            <a:xfrm>
              <a:off x="6600056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538CBD1F-D310-9FE8-F9B4-CC02C1D76154}"/>
                </a:ext>
              </a:extLst>
            </p:cNvPr>
            <p:cNvCxnSpPr/>
            <p:nvPr/>
          </p:nvCxnSpPr>
          <p:spPr>
            <a:xfrm>
              <a:off x="8292244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화살표 연결선 169">
              <a:extLst>
                <a:ext uri="{FF2B5EF4-FFF2-40B4-BE49-F238E27FC236}">
                  <a16:creationId xmlns:a16="http://schemas.microsoft.com/office/drawing/2014/main" id="{0254DACE-4A90-984F-4F79-A623D9DD4CB3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60" y="1731525"/>
              <a:ext cx="1692186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화살표 연결선 170">
              <a:extLst>
                <a:ext uri="{FF2B5EF4-FFF2-40B4-BE49-F238E27FC236}">
                  <a16:creationId xmlns:a16="http://schemas.microsoft.com/office/drawing/2014/main" id="{7144B453-611E-FDB2-DBC2-24238CE51B89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60" y="1648806"/>
              <a:ext cx="1692186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76" name="그림 175">
            <a:extLst>
              <a:ext uri="{FF2B5EF4-FFF2-40B4-BE49-F238E27FC236}">
                <a16:creationId xmlns:a16="http://schemas.microsoft.com/office/drawing/2014/main" id="{15DFFF3B-8EC8-77F6-F503-BEC4A3241983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5840317" y="2249054"/>
            <a:ext cx="187790" cy="192370"/>
          </a:xfrm>
          <a:prstGeom prst="rect">
            <a:avLst/>
          </a:prstGeom>
        </p:spPr>
      </p:pic>
      <p:graphicFrame>
        <p:nvGraphicFramePr>
          <p:cNvPr id="21" name="Group 323">
            <a:extLst>
              <a:ext uri="{FF2B5EF4-FFF2-40B4-BE49-F238E27FC236}">
                <a16:creationId xmlns:a16="http://schemas.microsoft.com/office/drawing/2014/main" id="{89DF6126-B70A-A210-9925-8C10B4E862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3807670"/>
              </p:ext>
            </p:extLst>
          </p:nvPr>
        </p:nvGraphicFramePr>
        <p:xfrm>
          <a:off x="9625013" y="575703"/>
          <a:ext cx="2519969" cy="1083825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자세히 보기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영상 후원 영역 클릭 시 영상의 썸네일 이미지와 제목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영상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보러가기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하단 버튼 오픈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영상 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보러가기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해당 영상으로 새 창 링크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4805243"/>
                  </a:ext>
                </a:extLst>
              </a:tr>
            </a:tbl>
          </a:graphicData>
        </a:graphic>
      </p:graphicFrame>
      <p:sp>
        <p:nvSpPr>
          <p:cNvPr id="42" name="타원 41">
            <a:extLst>
              <a:ext uri="{FF2B5EF4-FFF2-40B4-BE49-F238E27FC236}">
                <a16:creationId xmlns:a16="http://schemas.microsoft.com/office/drawing/2014/main" id="{BAB880AF-8391-218A-9C20-E94E5B5DC225}"/>
              </a:ext>
            </a:extLst>
          </p:cNvPr>
          <p:cNvSpPr/>
          <p:nvPr/>
        </p:nvSpPr>
        <p:spPr>
          <a:xfrm>
            <a:off x="3234840" y="3063961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Google Shape;1198;p27">
            <a:extLst>
              <a:ext uri="{FF2B5EF4-FFF2-40B4-BE49-F238E27FC236}">
                <a16:creationId xmlns:a16="http://schemas.microsoft.com/office/drawing/2014/main" id="{D0F794B1-89AC-4360-ADA9-523D48A1B3B3}"/>
              </a:ext>
            </a:extLst>
          </p:cNvPr>
          <p:cNvSpPr/>
          <p:nvPr/>
        </p:nvSpPr>
        <p:spPr>
          <a:xfrm>
            <a:off x="6636312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28E9C6FB-7118-D468-307A-B605D5E8A3C3}"/>
              </a:ext>
            </a:extLst>
          </p:cNvPr>
          <p:cNvSpPr txBox="1"/>
          <p:nvPr/>
        </p:nvSpPr>
        <p:spPr>
          <a:xfrm>
            <a:off x="6640399" y="1950625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30D84285-02F0-8C49-0DC4-EC7C92EB08E9}"/>
              </a:ext>
            </a:extLst>
          </p:cNvPr>
          <p:cNvSpPr txBox="1"/>
          <p:nvPr/>
        </p:nvSpPr>
        <p:spPr>
          <a:xfrm>
            <a:off x="7916859" y="1950625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4DBA3172-2938-2A20-33B8-F93F0A9ED365}"/>
              </a:ext>
            </a:extLst>
          </p:cNvPr>
          <p:cNvCxnSpPr>
            <a:cxnSpLocks/>
          </p:cNvCxnSpPr>
          <p:nvPr/>
        </p:nvCxnSpPr>
        <p:spPr>
          <a:xfrm>
            <a:off x="6738114" y="2215149"/>
            <a:ext cx="526203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61" name="TextBox 60">
            <a:extLst>
              <a:ext uri="{FF2B5EF4-FFF2-40B4-BE49-F238E27FC236}">
                <a16:creationId xmlns:a16="http://schemas.microsoft.com/office/drawing/2014/main" id="{39A45F5C-525A-E521-3376-281BD6AE9DFD}"/>
              </a:ext>
            </a:extLst>
          </p:cNvPr>
          <p:cNvSpPr txBox="1"/>
          <p:nvPr/>
        </p:nvSpPr>
        <p:spPr>
          <a:xfrm>
            <a:off x="7422328" y="1950625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DB8DC629-118A-0C37-48EA-A880139154B7}"/>
              </a:ext>
            </a:extLst>
          </p:cNvPr>
          <p:cNvSpPr/>
          <p:nvPr/>
        </p:nvSpPr>
        <p:spPr>
          <a:xfrm>
            <a:off x="6669490" y="2222616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63" name="Picture 6" descr="필터 - 무료 ui개 아이콘">
            <a:extLst>
              <a:ext uri="{FF2B5EF4-FFF2-40B4-BE49-F238E27FC236}">
                <a16:creationId xmlns:a16="http://schemas.microsoft.com/office/drawing/2014/main" id="{18BEE574-4AE6-19F2-2FA0-48A38A6B97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5503" y="2258336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7" name="직사각형 66">
            <a:extLst>
              <a:ext uri="{FF2B5EF4-FFF2-40B4-BE49-F238E27FC236}">
                <a16:creationId xmlns:a16="http://schemas.microsoft.com/office/drawing/2014/main" id="{C2444F00-F378-C498-B142-DD9D5C3AE32F}"/>
              </a:ext>
            </a:extLst>
          </p:cNvPr>
          <p:cNvSpPr/>
          <p:nvPr/>
        </p:nvSpPr>
        <p:spPr>
          <a:xfrm>
            <a:off x="6670097" y="2454933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68" name="그래픽 67">
            <a:extLst>
              <a:ext uri="{FF2B5EF4-FFF2-40B4-BE49-F238E27FC236}">
                <a16:creationId xmlns:a16="http://schemas.microsoft.com/office/drawing/2014/main" id="{E3A0870C-FAF3-55E6-6DD1-38E6064C7FC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717509" y="2633480"/>
            <a:ext cx="263454" cy="263454"/>
          </a:xfrm>
          <a:prstGeom prst="rect">
            <a:avLst/>
          </a:prstGeom>
        </p:spPr>
      </p:pic>
      <p:sp>
        <p:nvSpPr>
          <p:cNvPr id="69" name="TextBox 68">
            <a:extLst>
              <a:ext uri="{FF2B5EF4-FFF2-40B4-BE49-F238E27FC236}">
                <a16:creationId xmlns:a16="http://schemas.microsoft.com/office/drawing/2014/main" id="{130E37C1-EAFB-D2CC-0C52-73E009D5552C}"/>
              </a:ext>
            </a:extLst>
          </p:cNvPr>
          <p:cNvSpPr txBox="1"/>
          <p:nvPr/>
        </p:nvSpPr>
        <p:spPr>
          <a:xfrm>
            <a:off x="6979497" y="2481221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2BB3AD4F-F850-76E5-8C57-8A49747BA897}"/>
              </a:ext>
            </a:extLst>
          </p:cNvPr>
          <p:cNvSpPr txBox="1"/>
          <p:nvPr/>
        </p:nvSpPr>
        <p:spPr>
          <a:xfrm>
            <a:off x="6980266" y="2848683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EB960236-8E6D-4F61-C14B-20CAF802FE54}"/>
              </a:ext>
            </a:extLst>
          </p:cNvPr>
          <p:cNvSpPr txBox="1"/>
          <p:nvPr/>
        </p:nvSpPr>
        <p:spPr>
          <a:xfrm>
            <a:off x="8632458" y="2555087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8854853E-04F7-C80B-4A4E-FDB4CE5A838F}"/>
              </a:ext>
            </a:extLst>
          </p:cNvPr>
          <p:cNvSpPr txBox="1"/>
          <p:nvPr/>
        </p:nvSpPr>
        <p:spPr>
          <a:xfrm>
            <a:off x="8761854" y="2848683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74" name="그래픽 73">
            <a:extLst>
              <a:ext uri="{FF2B5EF4-FFF2-40B4-BE49-F238E27FC236}">
                <a16:creationId xmlns:a16="http://schemas.microsoft.com/office/drawing/2014/main" id="{C7C4F13D-D5A6-E4DE-4925-ED38D213C4B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719890" y="2633622"/>
            <a:ext cx="261988" cy="261988"/>
          </a:xfrm>
          <a:prstGeom prst="rect">
            <a:avLst/>
          </a:prstGeom>
        </p:spPr>
      </p:pic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D70ED16F-65DC-55D5-5023-BBE590A5D072}"/>
              </a:ext>
            </a:extLst>
          </p:cNvPr>
          <p:cNvSpPr/>
          <p:nvPr/>
        </p:nvSpPr>
        <p:spPr>
          <a:xfrm>
            <a:off x="6668539" y="4955911"/>
            <a:ext cx="2417540" cy="6852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7FE5DDAD-DC5E-B72B-0416-2A2B83FE2543}"/>
              </a:ext>
            </a:extLst>
          </p:cNvPr>
          <p:cNvSpPr txBox="1"/>
          <p:nvPr/>
        </p:nvSpPr>
        <p:spPr>
          <a:xfrm>
            <a:off x="6977939" y="4982199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C6D6AC5F-42A6-DB89-3315-530E1CE8B5CC}"/>
              </a:ext>
            </a:extLst>
          </p:cNvPr>
          <p:cNvSpPr txBox="1"/>
          <p:nvPr/>
        </p:nvSpPr>
        <p:spPr>
          <a:xfrm>
            <a:off x="6978708" y="5315108"/>
            <a:ext cx="1652192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 텍스트내용 텍스트 내용 텍스트 내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2247F43D-9E0F-2633-87BC-386C775A18D0}"/>
              </a:ext>
            </a:extLst>
          </p:cNvPr>
          <p:cNvSpPr txBox="1"/>
          <p:nvPr/>
        </p:nvSpPr>
        <p:spPr>
          <a:xfrm>
            <a:off x="8630900" y="5056065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sz="1050" dirty="0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9B4F16B9-5557-511B-8526-A4D73DBA526C}"/>
              </a:ext>
            </a:extLst>
          </p:cNvPr>
          <p:cNvSpPr txBox="1"/>
          <p:nvPr/>
        </p:nvSpPr>
        <p:spPr>
          <a:xfrm>
            <a:off x="8760296" y="5349661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25" name="그래픽 124">
            <a:extLst>
              <a:ext uri="{FF2B5EF4-FFF2-40B4-BE49-F238E27FC236}">
                <a16:creationId xmlns:a16="http://schemas.microsoft.com/office/drawing/2014/main" id="{075BE467-FE94-EAC5-97B8-51850BDF8E33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715249" y="5146462"/>
            <a:ext cx="263454" cy="263454"/>
          </a:xfrm>
          <a:prstGeom prst="rect">
            <a:avLst/>
          </a:prstGeom>
        </p:spPr>
      </p:pic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F94725E7-600C-6DB7-486B-B09B4B1381BA}"/>
              </a:ext>
            </a:extLst>
          </p:cNvPr>
          <p:cNvSpPr/>
          <p:nvPr/>
        </p:nvSpPr>
        <p:spPr>
          <a:xfrm>
            <a:off x="6668576" y="3081324"/>
            <a:ext cx="2417540" cy="1857633"/>
          </a:xfrm>
          <a:prstGeom prst="rect">
            <a:avLst/>
          </a:prstGeom>
          <a:solidFill>
            <a:schemeClr val="bg1"/>
          </a:solidFill>
          <a:ln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5AABDE0C-F97C-BF29-68DE-88BB4F8FE066}"/>
              </a:ext>
            </a:extLst>
          </p:cNvPr>
          <p:cNvSpPr txBox="1"/>
          <p:nvPr/>
        </p:nvSpPr>
        <p:spPr>
          <a:xfrm>
            <a:off x="6977976" y="3107613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877DD1A4-A193-44B7-DE39-5A1EB815424B}"/>
              </a:ext>
            </a:extLst>
          </p:cNvPr>
          <p:cNvSpPr txBox="1"/>
          <p:nvPr/>
        </p:nvSpPr>
        <p:spPr>
          <a:xfrm>
            <a:off x="8630937" y="3181479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3,000</a:t>
            </a:r>
            <a:endParaRPr lang="ko-KR" altLang="en-US" sz="1050" dirty="0"/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814855F3-B478-00F7-38BB-45F095930151}"/>
              </a:ext>
            </a:extLst>
          </p:cNvPr>
          <p:cNvSpPr txBox="1"/>
          <p:nvPr/>
        </p:nvSpPr>
        <p:spPr>
          <a:xfrm>
            <a:off x="8544272" y="3475075"/>
            <a:ext cx="5445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2BC6426C-2197-F503-25B1-9D7B0A650217}"/>
              </a:ext>
            </a:extLst>
          </p:cNvPr>
          <p:cNvSpPr/>
          <p:nvPr/>
        </p:nvSpPr>
        <p:spPr>
          <a:xfrm>
            <a:off x="6724832" y="3743157"/>
            <a:ext cx="2289505" cy="891204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썸네일</a:t>
            </a:r>
          </a:p>
        </p:txBody>
      </p:sp>
      <p:graphicFrame>
        <p:nvGraphicFramePr>
          <p:cNvPr id="182" name="표 181">
            <a:extLst>
              <a:ext uri="{FF2B5EF4-FFF2-40B4-BE49-F238E27FC236}">
                <a16:creationId xmlns:a16="http://schemas.microsoft.com/office/drawing/2014/main" id="{7BBD7ED3-ECB4-49A6-419D-717AB545BD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2729621"/>
              </p:ext>
            </p:extLst>
          </p:nvPr>
        </p:nvGraphicFramePr>
        <p:xfrm>
          <a:off x="6681788" y="4703883"/>
          <a:ext cx="2393157" cy="213360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797719">
                  <a:extLst>
                    <a:ext uri="{9D8B030D-6E8A-4147-A177-3AD203B41FA5}">
                      <a16:colId xmlns:a16="http://schemas.microsoft.com/office/drawing/2014/main" val="2045282246"/>
                    </a:ext>
                  </a:extLst>
                </a:gridCol>
                <a:gridCol w="797719">
                  <a:extLst>
                    <a:ext uri="{9D8B030D-6E8A-4147-A177-3AD203B41FA5}">
                      <a16:colId xmlns:a16="http://schemas.microsoft.com/office/drawing/2014/main" val="859422954"/>
                    </a:ext>
                  </a:extLst>
                </a:gridCol>
                <a:gridCol w="797719">
                  <a:extLst>
                    <a:ext uri="{9D8B030D-6E8A-4147-A177-3AD203B41FA5}">
                      <a16:colId xmlns:a16="http://schemas.microsoft.com/office/drawing/2014/main" val="2961860283"/>
                    </a:ext>
                  </a:extLst>
                </a:gridCol>
              </a:tblGrid>
              <a:tr h="19227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▶ 재생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29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ebdings" panose="05030102010509060703" pitchFamily="18" charset="2"/>
                        </a:rPr>
                        <a:t>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차단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벽지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7501084"/>
                  </a:ext>
                </a:extLst>
              </a:tr>
            </a:tbl>
          </a:graphicData>
        </a:graphic>
      </p:graphicFrame>
      <p:pic>
        <p:nvPicPr>
          <p:cNvPr id="184" name="그림 183">
            <a:extLst>
              <a:ext uri="{FF2B5EF4-FFF2-40B4-BE49-F238E27FC236}">
                <a16:creationId xmlns:a16="http://schemas.microsoft.com/office/drawing/2014/main" id="{3242E0CB-BD30-65B6-02FF-31813FADCAB4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878792" y="2249628"/>
            <a:ext cx="187790" cy="192370"/>
          </a:xfrm>
          <a:prstGeom prst="rect">
            <a:avLst/>
          </a:prstGeom>
        </p:spPr>
      </p:pic>
      <p:pic>
        <p:nvPicPr>
          <p:cNvPr id="185" name="그래픽 184">
            <a:extLst>
              <a:ext uri="{FF2B5EF4-FFF2-40B4-BE49-F238E27FC236}">
                <a16:creationId xmlns:a16="http://schemas.microsoft.com/office/drawing/2014/main" id="{DFD6B733-CF69-97A2-50BC-EA71FD55A59D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6714418" y="3259987"/>
            <a:ext cx="263478" cy="263478"/>
          </a:xfrm>
          <a:prstGeom prst="rect">
            <a:avLst/>
          </a:prstGeom>
        </p:spPr>
      </p:pic>
      <p:sp>
        <p:nvSpPr>
          <p:cNvPr id="186" name="TextBox 185">
            <a:extLst>
              <a:ext uri="{FF2B5EF4-FFF2-40B4-BE49-F238E27FC236}">
                <a16:creationId xmlns:a16="http://schemas.microsoft.com/office/drawing/2014/main" id="{44245C28-EDA2-2F2B-41A1-1D22E7639FDC}"/>
              </a:ext>
            </a:extLst>
          </p:cNvPr>
          <p:cNvSpPr txBox="1"/>
          <p:nvPr/>
        </p:nvSpPr>
        <p:spPr>
          <a:xfrm>
            <a:off x="6980266" y="3443403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상품명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&amp;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개수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94" name="그림 193">
            <a:extLst>
              <a:ext uri="{FF2B5EF4-FFF2-40B4-BE49-F238E27FC236}">
                <a16:creationId xmlns:a16="http://schemas.microsoft.com/office/drawing/2014/main" id="{1BFA4F88-8FFF-0640-E7A7-4BCA516BE068}"/>
              </a:ext>
            </a:extLst>
          </p:cNvPr>
          <p:cNvPicPr>
            <a:picLocks noChangeAspect="1"/>
          </p:cNvPicPr>
          <p:nvPr/>
        </p:nvPicPr>
        <p:blipFill>
          <a:blip r:embed="rId17"/>
          <a:srcRect b="36191"/>
          <a:stretch>
            <a:fillRect/>
          </a:stretch>
        </p:blipFill>
        <p:spPr>
          <a:xfrm>
            <a:off x="6662539" y="5640060"/>
            <a:ext cx="2487384" cy="408462"/>
          </a:xfrm>
          <a:prstGeom prst="rect">
            <a:avLst/>
          </a:prstGeom>
        </p:spPr>
      </p:pic>
      <p:pic>
        <p:nvPicPr>
          <p:cNvPr id="88" name="그림 87">
            <a:extLst>
              <a:ext uri="{FF2B5EF4-FFF2-40B4-BE49-F238E27FC236}">
                <a16:creationId xmlns:a16="http://schemas.microsoft.com/office/drawing/2014/main" id="{BEA84736-BB34-A814-7F6D-2E479A6DAF32}"/>
              </a:ext>
            </a:extLst>
          </p:cNvPr>
          <p:cNvPicPr>
            <a:picLocks noChangeAspect="1"/>
          </p:cNvPicPr>
          <p:nvPr/>
        </p:nvPicPr>
        <p:blipFill>
          <a:blip r:embed="rId13"/>
          <a:srcRect t="-1" b="49063"/>
          <a:stretch>
            <a:fillRect/>
          </a:stretch>
        </p:blipFill>
        <p:spPr>
          <a:xfrm>
            <a:off x="3625011" y="6020329"/>
            <a:ext cx="2479066" cy="322674"/>
          </a:xfrm>
          <a:prstGeom prst="rect">
            <a:avLst/>
          </a:prstGeom>
        </p:spPr>
      </p:pic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236F39DD-124C-B682-9280-536BABFFA830}"/>
              </a:ext>
            </a:extLst>
          </p:cNvPr>
          <p:cNvGrpSpPr/>
          <p:nvPr/>
        </p:nvGrpSpPr>
        <p:grpSpPr>
          <a:xfrm>
            <a:off x="547688" y="5773122"/>
            <a:ext cx="2507456" cy="413366"/>
            <a:chOff x="540805" y="6488673"/>
            <a:chExt cx="2486119" cy="413366"/>
          </a:xfrm>
        </p:grpSpPr>
        <p:sp>
          <p:nvSpPr>
            <p:cNvPr id="196" name="사각형: 둥근 모서리 195">
              <a:extLst>
                <a:ext uri="{FF2B5EF4-FFF2-40B4-BE49-F238E27FC236}">
                  <a16:creationId xmlns:a16="http://schemas.microsoft.com/office/drawing/2014/main" id="{7FFAC82F-4074-3662-4E65-49FC87299B1B}"/>
                </a:ext>
              </a:extLst>
            </p:cNvPr>
            <p:cNvSpPr/>
            <p:nvPr/>
          </p:nvSpPr>
          <p:spPr bwMode="auto">
            <a:xfrm>
              <a:off x="540805" y="6488673"/>
              <a:ext cx="2486119" cy="413366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989654B6-A5AB-0A71-D341-648BB5DAB588}"/>
                </a:ext>
              </a:extLst>
            </p:cNvPr>
            <p:cNvGrpSpPr/>
            <p:nvPr/>
          </p:nvGrpSpPr>
          <p:grpSpPr>
            <a:xfrm>
              <a:off x="646069" y="6557675"/>
              <a:ext cx="2294019" cy="310182"/>
              <a:chOff x="646069" y="5802457"/>
              <a:chExt cx="2294019" cy="310182"/>
            </a:xfrm>
          </p:grpSpPr>
          <p:grpSp>
            <p:nvGrpSpPr>
              <p:cNvPr id="199" name="그룹 198">
                <a:extLst>
                  <a:ext uri="{FF2B5EF4-FFF2-40B4-BE49-F238E27FC236}">
                    <a16:creationId xmlns:a16="http://schemas.microsoft.com/office/drawing/2014/main" id="{F4ABB025-CF5E-9DF3-DB3B-2E90B30962F6}"/>
                  </a:ext>
                </a:extLst>
              </p:cNvPr>
              <p:cNvGrpSpPr/>
              <p:nvPr/>
            </p:nvGrpSpPr>
            <p:grpSpPr>
              <a:xfrm>
                <a:off x="646069" y="5802457"/>
                <a:ext cx="2294019" cy="310182"/>
                <a:chOff x="655595" y="5802457"/>
                <a:chExt cx="2294019" cy="310182"/>
              </a:xfrm>
            </p:grpSpPr>
            <p:sp>
              <p:nvSpPr>
                <p:cNvPr id="203" name="사각형: 둥근 모서리 202">
                  <a:extLst>
                    <a:ext uri="{FF2B5EF4-FFF2-40B4-BE49-F238E27FC236}">
                      <a16:creationId xmlns:a16="http://schemas.microsoft.com/office/drawing/2014/main" id="{3E8CB2F1-19B7-66E3-CE01-8B52A764D69F}"/>
                    </a:ext>
                  </a:extLst>
                </p:cNvPr>
                <p:cNvSpPr/>
                <p:nvPr/>
              </p:nvSpPr>
              <p:spPr>
                <a:xfrm>
                  <a:off x="655595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  <p:sp>
              <p:nvSpPr>
                <p:cNvPr id="204" name="사각형: 둥근 모서리 203">
                  <a:extLst>
                    <a:ext uri="{FF2B5EF4-FFF2-40B4-BE49-F238E27FC236}">
                      <a16:creationId xmlns:a16="http://schemas.microsoft.com/office/drawing/2014/main" id="{64E3F367-E7D7-E2BA-D471-17E78C4F1389}"/>
                    </a:ext>
                  </a:extLst>
                </p:cNvPr>
                <p:cNvSpPr/>
                <p:nvPr/>
              </p:nvSpPr>
              <p:spPr>
                <a:xfrm>
                  <a:off x="1848143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</p:grpSp>
          <p:pic>
            <p:nvPicPr>
              <p:cNvPr id="200" name="그림 199">
                <a:extLst>
                  <a:ext uri="{FF2B5EF4-FFF2-40B4-BE49-F238E27FC236}">
                    <a16:creationId xmlns:a16="http://schemas.microsoft.com/office/drawing/2014/main" id="{6CEE626C-0A07-14FF-E8ED-B65699B732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biLevel thresh="50000"/>
              </a:blip>
              <a:stretch>
                <a:fillRect/>
              </a:stretch>
            </p:blipFill>
            <p:spPr>
              <a:xfrm>
                <a:off x="1108855" y="5880754"/>
                <a:ext cx="153589" cy="153589"/>
              </a:xfrm>
              <a:prstGeom prst="rect">
                <a:avLst/>
              </a:prstGeom>
            </p:spPr>
          </p:pic>
          <p:pic>
            <p:nvPicPr>
              <p:cNvPr id="201" name="그림 200">
                <a:extLst>
                  <a:ext uri="{FF2B5EF4-FFF2-40B4-BE49-F238E27FC236}">
                    <a16:creationId xmlns:a16="http://schemas.microsoft.com/office/drawing/2014/main" id="{978712C8-2684-F8D9-EDF2-E248FECDEF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biLevel thresh="75000"/>
              </a:blip>
              <a:stretch>
                <a:fillRect/>
              </a:stretch>
            </p:blipFill>
            <p:spPr>
              <a:xfrm>
                <a:off x="2222354" y="5869660"/>
                <a:ext cx="175780" cy="175778"/>
              </a:xfrm>
              <a:prstGeom prst="rect">
                <a:avLst/>
              </a:prstGeom>
            </p:spPr>
          </p:pic>
          <p:pic>
            <p:nvPicPr>
              <p:cNvPr id="202" name="그림 201">
                <a:extLst>
                  <a:ext uri="{FF2B5EF4-FFF2-40B4-BE49-F238E27FC236}">
                    <a16:creationId xmlns:a16="http://schemas.microsoft.com/office/drawing/2014/main" id="{9327FCF4-C6D6-15E4-AA06-65A9726EFB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biLevel thresh="75000"/>
              </a:blip>
              <a:stretch>
                <a:fillRect/>
              </a:stretch>
            </p:blipFill>
            <p:spPr>
              <a:xfrm>
                <a:off x="2444223" y="5868710"/>
                <a:ext cx="138036" cy="177676"/>
              </a:xfrm>
              <a:prstGeom prst="rect">
                <a:avLst/>
              </a:prstGeom>
            </p:spPr>
          </p:pic>
        </p:grpSp>
        <p:sp>
          <p:nvSpPr>
            <p:cNvPr id="198" name="타원 197">
              <a:extLst>
                <a:ext uri="{FF2B5EF4-FFF2-40B4-BE49-F238E27FC236}">
                  <a16:creationId xmlns:a16="http://schemas.microsoft.com/office/drawing/2014/main" id="{0FE7E718-87F7-CF0D-4A03-057E5E9616D8}"/>
                </a:ext>
              </a:extLst>
            </p:cNvPr>
            <p:cNvSpPr/>
            <p:nvPr/>
          </p:nvSpPr>
          <p:spPr>
            <a:xfrm>
              <a:off x="1305059" y="6590429"/>
              <a:ext cx="153854" cy="153854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23</a:t>
              </a:r>
              <a:endParaRPr lang="ko-KR" altLang="en-US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E0CE8098-4CDE-F0D9-88C9-811F87F25A27}"/>
              </a:ext>
            </a:extLst>
          </p:cNvPr>
          <p:cNvGrpSpPr/>
          <p:nvPr/>
        </p:nvGrpSpPr>
        <p:grpSpPr>
          <a:xfrm>
            <a:off x="3573566" y="5773122"/>
            <a:ext cx="2507456" cy="413366"/>
            <a:chOff x="540805" y="6488673"/>
            <a:chExt cx="2486119" cy="413366"/>
          </a:xfrm>
        </p:grpSpPr>
        <p:sp>
          <p:nvSpPr>
            <p:cNvPr id="206" name="사각형: 둥근 모서리 205">
              <a:extLst>
                <a:ext uri="{FF2B5EF4-FFF2-40B4-BE49-F238E27FC236}">
                  <a16:creationId xmlns:a16="http://schemas.microsoft.com/office/drawing/2014/main" id="{E6252A76-1189-B77A-B282-A0157A2B4B44}"/>
                </a:ext>
              </a:extLst>
            </p:cNvPr>
            <p:cNvSpPr/>
            <p:nvPr/>
          </p:nvSpPr>
          <p:spPr bwMode="auto">
            <a:xfrm>
              <a:off x="540805" y="6488673"/>
              <a:ext cx="2486119" cy="413366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E316A6F5-64A1-C48F-F689-901C38D9A1E9}"/>
                </a:ext>
              </a:extLst>
            </p:cNvPr>
            <p:cNvGrpSpPr/>
            <p:nvPr/>
          </p:nvGrpSpPr>
          <p:grpSpPr>
            <a:xfrm>
              <a:off x="646069" y="6557675"/>
              <a:ext cx="2294019" cy="310182"/>
              <a:chOff x="646069" y="5802457"/>
              <a:chExt cx="2294019" cy="310182"/>
            </a:xfrm>
          </p:grpSpPr>
          <p:grpSp>
            <p:nvGrpSpPr>
              <p:cNvPr id="209" name="그룹 208">
                <a:extLst>
                  <a:ext uri="{FF2B5EF4-FFF2-40B4-BE49-F238E27FC236}">
                    <a16:creationId xmlns:a16="http://schemas.microsoft.com/office/drawing/2014/main" id="{AEDB3364-C1D2-4FC4-2CEB-99173959780A}"/>
                  </a:ext>
                </a:extLst>
              </p:cNvPr>
              <p:cNvGrpSpPr/>
              <p:nvPr/>
            </p:nvGrpSpPr>
            <p:grpSpPr>
              <a:xfrm>
                <a:off x="646069" y="5802457"/>
                <a:ext cx="2294019" cy="310182"/>
                <a:chOff x="655595" y="5802457"/>
                <a:chExt cx="2294019" cy="310182"/>
              </a:xfrm>
            </p:grpSpPr>
            <p:sp>
              <p:nvSpPr>
                <p:cNvPr id="213" name="사각형: 둥근 모서리 212">
                  <a:extLst>
                    <a:ext uri="{FF2B5EF4-FFF2-40B4-BE49-F238E27FC236}">
                      <a16:creationId xmlns:a16="http://schemas.microsoft.com/office/drawing/2014/main" id="{22686B97-AFA8-565D-ACBE-E69FF8B1EFAF}"/>
                    </a:ext>
                  </a:extLst>
                </p:cNvPr>
                <p:cNvSpPr/>
                <p:nvPr/>
              </p:nvSpPr>
              <p:spPr>
                <a:xfrm>
                  <a:off x="655595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  <p:sp>
              <p:nvSpPr>
                <p:cNvPr id="214" name="사각형: 둥근 모서리 213">
                  <a:extLst>
                    <a:ext uri="{FF2B5EF4-FFF2-40B4-BE49-F238E27FC236}">
                      <a16:creationId xmlns:a16="http://schemas.microsoft.com/office/drawing/2014/main" id="{0D9BCC99-BCB6-57EC-F156-62C221250085}"/>
                    </a:ext>
                  </a:extLst>
                </p:cNvPr>
                <p:cNvSpPr/>
                <p:nvPr/>
              </p:nvSpPr>
              <p:spPr>
                <a:xfrm>
                  <a:off x="1848143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</p:grpSp>
          <p:pic>
            <p:nvPicPr>
              <p:cNvPr id="210" name="그림 209">
                <a:extLst>
                  <a:ext uri="{FF2B5EF4-FFF2-40B4-BE49-F238E27FC236}">
                    <a16:creationId xmlns:a16="http://schemas.microsoft.com/office/drawing/2014/main" id="{47552B4F-81A3-D96F-BB75-DD17C82B8E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biLevel thresh="50000"/>
              </a:blip>
              <a:stretch>
                <a:fillRect/>
              </a:stretch>
            </p:blipFill>
            <p:spPr>
              <a:xfrm>
                <a:off x="1108855" y="5880754"/>
                <a:ext cx="153589" cy="153589"/>
              </a:xfrm>
              <a:prstGeom prst="rect">
                <a:avLst/>
              </a:prstGeom>
            </p:spPr>
          </p:pic>
          <p:pic>
            <p:nvPicPr>
              <p:cNvPr id="211" name="그림 210">
                <a:extLst>
                  <a:ext uri="{FF2B5EF4-FFF2-40B4-BE49-F238E27FC236}">
                    <a16:creationId xmlns:a16="http://schemas.microsoft.com/office/drawing/2014/main" id="{750B5471-F66C-BF57-B92A-D18486F717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biLevel thresh="75000"/>
              </a:blip>
              <a:stretch>
                <a:fillRect/>
              </a:stretch>
            </p:blipFill>
            <p:spPr>
              <a:xfrm>
                <a:off x="2222354" y="5869660"/>
                <a:ext cx="175780" cy="175778"/>
              </a:xfrm>
              <a:prstGeom prst="rect">
                <a:avLst/>
              </a:prstGeom>
            </p:spPr>
          </p:pic>
          <p:pic>
            <p:nvPicPr>
              <p:cNvPr id="212" name="그림 211">
                <a:extLst>
                  <a:ext uri="{FF2B5EF4-FFF2-40B4-BE49-F238E27FC236}">
                    <a16:creationId xmlns:a16="http://schemas.microsoft.com/office/drawing/2014/main" id="{97398682-3C37-E54C-4B76-0E4B220354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biLevel thresh="75000"/>
              </a:blip>
              <a:stretch>
                <a:fillRect/>
              </a:stretch>
            </p:blipFill>
            <p:spPr>
              <a:xfrm>
                <a:off x="2444223" y="5868710"/>
                <a:ext cx="138036" cy="177676"/>
              </a:xfrm>
              <a:prstGeom prst="rect">
                <a:avLst/>
              </a:prstGeom>
            </p:spPr>
          </p:pic>
        </p:grpSp>
        <p:sp>
          <p:nvSpPr>
            <p:cNvPr id="208" name="타원 207">
              <a:extLst>
                <a:ext uri="{FF2B5EF4-FFF2-40B4-BE49-F238E27FC236}">
                  <a16:creationId xmlns:a16="http://schemas.microsoft.com/office/drawing/2014/main" id="{4FB73CFB-DE54-9C6E-4BC1-2654DAE59F4C}"/>
                </a:ext>
              </a:extLst>
            </p:cNvPr>
            <p:cNvSpPr/>
            <p:nvPr/>
          </p:nvSpPr>
          <p:spPr>
            <a:xfrm>
              <a:off x="1305059" y="6590429"/>
              <a:ext cx="153854" cy="153854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23</a:t>
              </a:r>
              <a:endParaRPr lang="ko-KR" altLang="en-US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215" name="그룹 214">
            <a:extLst>
              <a:ext uri="{FF2B5EF4-FFF2-40B4-BE49-F238E27FC236}">
                <a16:creationId xmlns:a16="http://schemas.microsoft.com/office/drawing/2014/main" id="{38E2ABC2-763A-DD6C-5B38-9AC4F2695528}"/>
              </a:ext>
            </a:extLst>
          </p:cNvPr>
          <p:cNvGrpSpPr/>
          <p:nvPr/>
        </p:nvGrpSpPr>
        <p:grpSpPr>
          <a:xfrm>
            <a:off x="6625684" y="5773122"/>
            <a:ext cx="2507456" cy="413366"/>
            <a:chOff x="540805" y="6488673"/>
            <a:chExt cx="2486119" cy="413366"/>
          </a:xfrm>
        </p:grpSpPr>
        <p:sp>
          <p:nvSpPr>
            <p:cNvPr id="216" name="사각형: 둥근 모서리 215">
              <a:extLst>
                <a:ext uri="{FF2B5EF4-FFF2-40B4-BE49-F238E27FC236}">
                  <a16:creationId xmlns:a16="http://schemas.microsoft.com/office/drawing/2014/main" id="{B9513DE0-C1D6-5528-0379-63C2A9FE5528}"/>
                </a:ext>
              </a:extLst>
            </p:cNvPr>
            <p:cNvSpPr/>
            <p:nvPr/>
          </p:nvSpPr>
          <p:spPr bwMode="auto">
            <a:xfrm>
              <a:off x="540805" y="6488673"/>
              <a:ext cx="2486119" cy="413366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217" name="그룹 216">
              <a:extLst>
                <a:ext uri="{FF2B5EF4-FFF2-40B4-BE49-F238E27FC236}">
                  <a16:creationId xmlns:a16="http://schemas.microsoft.com/office/drawing/2014/main" id="{E68E5FBC-8E73-9272-BFD7-7F95C2125649}"/>
                </a:ext>
              </a:extLst>
            </p:cNvPr>
            <p:cNvGrpSpPr/>
            <p:nvPr/>
          </p:nvGrpSpPr>
          <p:grpSpPr>
            <a:xfrm>
              <a:off x="646069" y="6557675"/>
              <a:ext cx="2294019" cy="310182"/>
              <a:chOff x="646069" y="5802457"/>
              <a:chExt cx="2294019" cy="310182"/>
            </a:xfrm>
          </p:grpSpPr>
          <p:grpSp>
            <p:nvGrpSpPr>
              <p:cNvPr id="219" name="그룹 218">
                <a:extLst>
                  <a:ext uri="{FF2B5EF4-FFF2-40B4-BE49-F238E27FC236}">
                    <a16:creationId xmlns:a16="http://schemas.microsoft.com/office/drawing/2014/main" id="{9F37D9ED-8093-B04E-944E-1AE4F80BF833}"/>
                  </a:ext>
                </a:extLst>
              </p:cNvPr>
              <p:cNvGrpSpPr/>
              <p:nvPr/>
            </p:nvGrpSpPr>
            <p:grpSpPr>
              <a:xfrm>
                <a:off x="646069" y="5802457"/>
                <a:ext cx="2294019" cy="310182"/>
                <a:chOff x="655595" y="5802457"/>
                <a:chExt cx="2294019" cy="310182"/>
              </a:xfrm>
            </p:grpSpPr>
            <p:sp>
              <p:nvSpPr>
                <p:cNvPr id="223" name="사각형: 둥근 모서리 222">
                  <a:extLst>
                    <a:ext uri="{FF2B5EF4-FFF2-40B4-BE49-F238E27FC236}">
                      <a16:creationId xmlns:a16="http://schemas.microsoft.com/office/drawing/2014/main" id="{F09C69FD-AE85-9EBA-ED65-8015B8FFC7AB}"/>
                    </a:ext>
                  </a:extLst>
                </p:cNvPr>
                <p:cNvSpPr/>
                <p:nvPr/>
              </p:nvSpPr>
              <p:spPr>
                <a:xfrm>
                  <a:off x="655595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  <p:sp>
              <p:nvSpPr>
                <p:cNvPr id="224" name="사각형: 둥근 모서리 223">
                  <a:extLst>
                    <a:ext uri="{FF2B5EF4-FFF2-40B4-BE49-F238E27FC236}">
                      <a16:creationId xmlns:a16="http://schemas.microsoft.com/office/drawing/2014/main" id="{758B6E37-DD7F-F24F-00F8-F3502BE3BDC1}"/>
                    </a:ext>
                  </a:extLst>
                </p:cNvPr>
                <p:cNvSpPr/>
                <p:nvPr/>
              </p:nvSpPr>
              <p:spPr>
                <a:xfrm>
                  <a:off x="1848143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</p:grpSp>
          <p:pic>
            <p:nvPicPr>
              <p:cNvPr id="220" name="그림 219">
                <a:extLst>
                  <a:ext uri="{FF2B5EF4-FFF2-40B4-BE49-F238E27FC236}">
                    <a16:creationId xmlns:a16="http://schemas.microsoft.com/office/drawing/2014/main" id="{9973895E-1403-52A1-5B09-AE192A277A7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biLevel thresh="50000"/>
              </a:blip>
              <a:stretch>
                <a:fillRect/>
              </a:stretch>
            </p:blipFill>
            <p:spPr>
              <a:xfrm>
                <a:off x="1108855" y="5880754"/>
                <a:ext cx="153589" cy="153589"/>
              </a:xfrm>
              <a:prstGeom prst="rect">
                <a:avLst/>
              </a:prstGeom>
            </p:spPr>
          </p:pic>
          <p:pic>
            <p:nvPicPr>
              <p:cNvPr id="221" name="그림 220">
                <a:extLst>
                  <a:ext uri="{FF2B5EF4-FFF2-40B4-BE49-F238E27FC236}">
                    <a16:creationId xmlns:a16="http://schemas.microsoft.com/office/drawing/2014/main" id="{57BF9C29-3901-6F46-7719-4C1F4C85E6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biLevel thresh="75000"/>
              </a:blip>
              <a:stretch>
                <a:fillRect/>
              </a:stretch>
            </p:blipFill>
            <p:spPr>
              <a:xfrm>
                <a:off x="2222354" y="5869660"/>
                <a:ext cx="175780" cy="175778"/>
              </a:xfrm>
              <a:prstGeom prst="rect">
                <a:avLst/>
              </a:prstGeom>
            </p:spPr>
          </p:pic>
          <p:pic>
            <p:nvPicPr>
              <p:cNvPr id="222" name="그림 221">
                <a:extLst>
                  <a:ext uri="{FF2B5EF4-FFF2-40B4-BE49-F238E27FC236}">
                    <a16:creationId xmlns:a16="http://schemas.microsoft.com/office/drawing/2014/main" id="{91BE4E76-99AC-6CDE-53FC-91D4592D5B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biLevel thresh="75000"/>
              </a:blip>
              <a:stretch>
                <a:fillRect/>
              </a:stretch>
            </p:blipFill>
            <p:spPr>
              <a:xfrm>
                <a:off x="2444223" y="5868710"/>
                <a:ext cx="138036" cy="177676"/>
              </a:xfrm>
              <a:prstGeom prst="rect">
                <a:avLst/>
              </a:prstGeom>
            </p:spPr>
          </p:pic>
        </p:grpSp>
        <p:sp>
          <p:nvSpPr>
            <p:cNvPr id="218" name="타원 217">
              <a:extLst>
                <a:ext uri="{FF2B5EF4-FFF2-40B4-BE49-F238E27FC236}">
                  <a16:creationId xmlns:a16="http://schemas.microsoft.com/office/drawing/2014/main" id="{CC59F04E-83B0-B743-E2FA-F2D329E02081}"/>
                </a:ext>
              </a:extLst>
            </p:cNvPr>
            <p:cNvSpPr/>
            <p:nvPr/>
          </p:nvSpPr>
          <p:spPr>
            <a:xfrm>
              <a:off x="1305059" y="6590429"/>
              <a:ext cx="153854" cy="153854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23</a:t>
              </a:r>
              <a:endParaRPr lang="ko-KR" altLang="en-US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225" name="타원 224">
            <a:extLst>
              <a:ext uri="{FF2B5EF4-FFF2-40B4-BE49-F238E27FC236}">
                <a16:creationId xmlns:a16="http://schemas.microsoft.com/office/drawing/2014/main" id="{DEB7EE85-4530-E41F-EA58-C2B5B0C97347}"/>
              </a:ext>
            </a:extLst>
          </p:cNvPr>
          <p:cNvSpPr/>
          <p:nvPr/>
        </p:nvSpPr>
        <p:spPr>
          <a:xfrm>
            <a:off x="3596790" y="4849251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A769A709-FB73-B99E-F4A5-C2EA5D47B6EC}"/>
              </a:ext>
            </a:extLst>
          </p:cNvPr>
          <p:cNvSpPr txBox="1"/>
          <p:nvPr/>
        </p:nvSpPr>
        <p:spPr>
          <a:xfrm>
            <a:off x="571257" y="1943481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B4A0B2DC-EA58-AAA1-1017-6CE6F03436F3}"/>
              </a:ext>
            </a:extLst>
          </p:cNvPr>
          <p:cNvSpPr txBox="1"/>
          <p:nvPr/>
        </p:nvSpPr>
        <p:spPr>
          <a:xfrm>
            <a:off x="1847717" y="1943481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4DBA5AAE-6205-94F3-B90C-BCFE9E0F6CA1}"/>
              </a:ext>
            </a:extLst>
          </p:cNvPr>
          <p:cNvCxnSpPr>
            <a:cxnSpLocks/>
          </p:cNvCxnSpPr>
          <p:nvPr/>
        </p:nvCxnSpPr>
        <p:spPr>
          <a:xfrm>
            <a:off x="668972" y="2208005"/>
            <a:ext cx="526203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54EED7CC-53AB-E335-7DF1-02A2603010A9}"/>
              </a:ext>
            </a:extLst>
          </p:cNvPr>
          <p:cNvSpPr txBox="1"/>
          <p:nvPr/>
        </p:nvSpPr>
        <p:spPr>
          <a:xfrm>
            <a:off x="1353186" y="1943481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EBA064C6-D334-B580-04ED-1105F8544447}"/>
              </a:ext>
            </a:extLst>
          </p:cNvPr>
          <p:cNvSpPr/>
          <p:nvPr/>
        </p:nvSpPr>
        <p:spPr>
          <a:xfrm>
            <a:off x="600348" y="2215472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7" name="Picture 6" descr="필터 - 무료 ui개 아이콘">
            <a:extLst>
              <a:ext uri="{FF2B5EF4-FFF2-40B4-BE49-F238E27FC236}">
                <a16:creationId xmlns:a16="http://schemas.microsoft.com/office/drawing/2014/main" id="{CDEAE390-72F6-00A3-9F84-D43DEF40CA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6361" y="2251192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" name="그림 47">
            <a:extLst>
              <a:ext uri="{FF2B5EF4-FFF2-40B4-BE49-F238E27FC236}">
                <a16:creationId xmlns:a16="http://schemas.microsoft.com/office/drawing/2014/main" id="{118F7E51-D04F-2E97-55C6-11564D9395BF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810247" y="2242484"/>
            <a:ext cx="187790" cy="192370"/>
          </a:xfrm>
          <a:prstGeom prst="rect">
            <a:avLst/>
          </a:prstGeom>
        </p:spPr>
      </p:pic>
      <p:grpSp>
        <p:nvGrpSpPr>
          <p:cNvPr id="49" name="그룹 48">
            <a:extLst>
              <a:ext uri="{FF2B5EF4-FFF2-40B4-BE49-F238E27FC236}">
                <a16:creationId xmlns:a16="http://schemas.microsoft.com/office/drawing/2014/main" id="{6436A894-5B2F-A666-27CB-B82FA8C320C7}"/>
              </a:ext>
            </a:extLst>
          </p:cNvPr>
          <p:cNvGrpSpPr/>
          <p:nvPr/>
        </p:nvGrpSpPr>
        <p:grpSpPr>
          <a:xfrm>
            <a:off x="581025" y="1742002"/>
            <a:ext cx="2447925" cy="174091"/>
            <a:chOff x="4030330" y="4982273"/>
            <a:chExt cx="2447925" cy="174091"/>
          </a:xfrm>
        </p:grpSpPr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D23A809F-3329-9861-9EB3-2934BD155AB7}"/>
                </a:ext>
              </a:extLst>
            </p:cNvPr>
            <p:cNvSpPr/>
            <p:nvPr/>
          </p:nvSpPr>
          <p:spPr>
            <a:xfrm>
              <a:off x="4030330" y="4982273"/>
              <a:ext cx="2447925" cy="174091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  <a:sym typeface="Webdings" panose="05030102010509060703" pitchFamily="18" charset="2"/>
                </a:rPr>
                <a:t>     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[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이벤트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] 2025 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투네이션 어워드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…</a:t>
              </a:r>
              <a:endParaRPr kumimoji="1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51" name="그래픽 50">
              <a:extLst>
                <a:ext uri="{FF2B5EF4-FFF2-40B4-BE49-F238E27FC236}">
                  <a16:creationId xmlns:a16="http://schemas.microsoft.com/office/drawing/2014/main" id="{368F0444-9A94-6CEB-AF24-5A5264220B7F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4056529" y="4988794"/>
              <a:ext cx="159090" cy="159090"/>
            </a:xfrm>
            <a:prstGeom prst="rect">
              <a:avLst/>
            </a:prstGeom>
          </p:spPr>
        </p:pic>
      </p:grp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FE129BDA-B530-D7C7-2BB4-970A23C4A44F}"/>
              </a:ext>
            </a:extLst>
          </p:cNvPr>
          <p:cNvGrpSpPr/>
          <p:nvPr/>
        </p:nvGrpSpPr>
        <p:grpSpPr>
          <a:xfrm>
            <a:off x="3610973" y="1742002"/>
            <a:ext cx="2447925" cy="174091"/>
            <a:chOff x="4030330" y="4982273"/>
            <a:chExt cx="2447925" cy="174091"/>
          </a:xfrm>
        </p:grpSpPr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92089F82-9702-20C0-77B9-8443867EBF15}"/>
                </a:ext>
              </a:extLst>
            </p:cNvPr>
            <p:cNvSpPr/>
            <p:nvPr/>
          </p:nvSpPr>
          <p:spPr>
            <a:xfrm>
              <a:off x="4030330" y="4982273"/>
              <a:ext cx="2447925" cy="174091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  <a:sym typeface="Webdings" panose="05030102010509060703" pitchFamily="18" charset="2"/>
                </a:rPr>
                <a:t>     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[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이벤트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] 2025 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투네이션 어워드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…</a:t>
              </a:r>
              <a:endParaRPr kumimoji="1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102" name="그래픽 101">
              <a:extLst>
                <a:ext uri="{FF2B5EF4-FFF2-40B4-BE49-F238E27FC236}">
                  <a16:creationId xmlns:a16="http://schemas.microsoft.com/office/drawing/2014/main" id="{788BE6F4-4818-86AF-CED3-71081454AD25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4056529" y="4988794"/>
              <a:ext cx="159090" cy="159090"/>
            </a:xfrm>
            <a:prstGeom prst="rect">
              <a:avLst/>
            </a:prstGeom>
          </p:spPr>
        </p:pic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9B7A5984-3F03-3509-FD87-8EC898C6A565}"/>
              </a:ext>
            </a:extLst>
          </p:cNvPr>
          <p:cNvSpPr txBox="1"/>
          <p:nvPr/>
        </p:nvSpPr>
        <p:spPr>
          <a:xfrm>
            <a:off x="3601924" y="1950051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BA985038-FCA7-4085-0F14-D47CC4813B02}"/>
              </a:ext>
            </a:extLst>
          </p:cNvPr>
          <p:cNvSpPr txBox="1"/>
          <p:nvPr/>
        </p:nvSpPr>
        <p:spPr>
          <a:xfrm>
            <a:off x="4878384" y="1950051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cxnSp>
        <p:nvCxnSpPr>
          <p:cNvPr id="108" name="직선 연결선 107">
            <a:extLst>
              <a:ext uri="{FF2B5EF4-FFF2-40B4-BE49-F238E27FC236}">
                <a16:creationId xmlns:a16="http://schemas.microsoft.com/office/drawing/2014/main" id="{834B4ED4-5E8D-40E1-6920-2CB45663CE66}"/>
              </a:ext>
            </a:extLst>
          </p:cNvPr>
          <p:cNvCxnSpPr>
            <a:cxnSpLocks/>
          </p:cNvCxnSpPr>
          <p:nvPr/>
        </p:nvCxnSpPr>
        <p:spPr>
          <a:xfrm>
            <a:off x="3699639" y="2214575"/>
            <a:ext cx="526203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109" name="TextBox 108">
            <a:extLst>
              <a:ext uri="{FF2B5EF4-FFF2-40B4-BE49-F238E27FC236}">
                <a16:creationId xmlns:a16="http://schemas.microsoft.com/office/drawing/2014/main" id="{D8040B82-6571-AF2D-0D3D-5383A3E0DE07}"/>
              </a:ext>
            </a:extLst>
          </p:cNvPr>
          <p:cNvSpPr txBox="1"/>
          <p:nvPr/>
        </p:nvSpPr>
        <p:spPr>
          <a:xfrm>
            <a:off x="4383853" y="1950051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grpSp>
        <p:nvGrpSpPr>
          <p:cNvPr id="110" name="그룹 109">
            <a:extLst>
              <a:ext uri="{FF2B5EF4-FFF2-40B4-BE49-F238E27FC236}">
                <a16:creationId xmlns:a16="http://schemas.microsoft.com/office/drawing/2014/main" id="{26AE35E4-24F4-E01D-8D80-FE0B763E194A}"/>
              </a:ext>
            </a:extLst>
          </p:cNvPr>
          <p:cNvGrpSpPr/>
          <p:nvPr/>
        </p:nvGrpSpPr>
        <p:grpSpPr>
          <a:xfrm>
            <a:off x="6649099" y="1742002"/>
            <a:ext cx="2447925" cy="174091"/>
            <a:chOff x="4030330" y="4982273"/>
            <a:chExt cx="2447925" cy="174091"/>
          </a:xfrm>
        </p:grpSpPr>
        <p:sp>
          <p:nvSpPr>
            <p:cNvPr id="118" name="직사각형 117">
              <a:extLst>
                <a:ext uri="{FF2B5EF4-FFF2-40B4-BE49-F238E27FC236}">
                  <a16:creationId xmlns:a16="http://schemas.microsoft.com/office/drawing/2014/main" id="{08DE6208-FEA8-547E-7121-E9502724E5F7}"/>
                </a:ext>
              </a:extLst>
            </p:cNvPr>
            <p:cNvSpPr/>
            <p:nvPr/>
          </p:nvSpPr>
          <p:spPr>
            <a:xfrm>
              <a:off x="4030330" y="4982273"/>
              <a:ext cx="2447925" cy="174091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  <a:sym typeface="Webdings" panose="05030102010509060703" pitchFamily="18" charset="2"/>
                </a:rPr>
                <a:t>     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[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이벤트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] 2025 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투네이션 어워드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…</a:t>
              </a:r>
              <a:endParaRPr kumimoji="1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124" name="그래픽 123">
              <a:extLst>
                <a:ext uri="{FF2B5EF4-FFF2-40B4-BE49-F238E27FC236}">
                  <a16:creationId xmlns:a16="http://schemas.microsoft.com/office/drawing/2014/main" id="{1D80B3EE-D658-948F-D96E-6C861239E451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4056529" y="4988794"/>
              <a:ext cx="159090" cy="159090"/>
            </a:xfrm>
            <a:prstGeom prst="rect">
              <a:avLst/>
            </a:prstGeom>
          </p:spPr>
        </p:pic>
      </p:grpSp>
      <p:pic>
        <p:nvPicPr>
          <p:cNvPr id="10" name="그림 9">
            <a:extLst>
              <a:ext uri="{FF2B5EF4-FFF2-40B4-BE49-F238E27FC236}">
                <a16:creationId xmlns:a16="http://schemas.microsoft.com/office/drawing/2014/main" id="{07430D86-DB90-28DD-755B-2376EBC15BE5}"/>
              </a:ext>
            </a:extLst>
          </p:cNvPr>
          <p:cNvPicPr>
            <a:picLocks noChangeAspect="1"/>
          </p:cNvPicPr>
          <p:nvPr/>
        </p:nvPicPr>
        <p:blipFill>
          <a:blip r:embed="rId23">
            <a:biLevel thresh="75000"/>
            <a:extLst>
              <a:ext uri="{BEBA8EAE-BF5A-486C-A8C5-ECC9F3942E4B}">
                <a14:imgProps xmlns:a14="http://schemas.microsoft.com/office/drawing/2010/main">
                  <a14:imgLayer r:embed="rId24">
                    <a14:imgEffect>
                      <a14:backgroundRemoval t="10000" b="90000" l="10000" r="90000">
                        <a14:foregroundMark x1="50000" y1="74000" x2="50000" y2="74000"/>
                      </a14:backgroundRemoval>
                    </a14:imgEffect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</a:extLst>
          </a:blip>
          <a:srcRect l="22466" t="21148" r="24851" b="19009"/>
          <a:stretch>
            <a:fillRect/>
          </a:stretch>
        </p:blipFill>
        <p:spPr>
          <a:xfrm>
            <a:off x="2583143" y="1502867"/>
            <a:ext cx="181812" cy="206522"/>
          </a:xfrm>
          <a:prstGeom prst="rect">
            <a:avLst/>
          </a:prstGeom>
        </p:spPr>
      </p:pic>
      <p:pic>
        <p:nvPicPr>
          <p:cNvPr id="11" name="그림 10">
            <a:extLst>
              <a:ext uri="{FF2B5EF4-FFF2-40B4-BE49-F238E27FC236}">
                <a16:creationId xmlns:a16="http://schemas.microsoft.com/office/drawing/2014/main" id="{6E4E738D-243D-6DFB-2319-78D021CDA2FD}"/>
              </a:ext>
            </a:extLst>
          </p:cNvPr>
          <p:cNvPicPr>
            <a:picLocks noChangeAspect="1"/>
          </p:cNvPicPr>
          <p:nvPr/>
        </p:nvPicPr>
        <p:blipFill rotWithShape="1"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660760" y="1531122"/>
            <a:ext cx="338206" cy="138583"/>
          </a:xfrm>
          <a:prstGeom prst="rect">
            <a:avLst/>
          </a:prstGeom>
        </p:spPr>
      </p:pic>
      <p:pic>
        <p:nvPicPr>
          <p:cNvPr id="12" name="그림 11">
            <a:extLst>
              <a:ext uri="{FF2B5EF4-FFF2-40B4-BE49-F238E27FC236}">
                <a16:creationId xmlns:a16="http://schemas.microsoft.com/office/drawing/2014/main" id="{7A034EB0-14AB-3830-71AF-1BB3FBEDED01}"/>
              </a:ext>
            </a:extLst>
          </p:cNvPr>
          <p:cNvPicPr>
            <a:picLocks noChangeAspect="1"/>
          </p:cNvPicPr>
          <p:nvPr/>
        </p:nvPicPr>
        <p:blipFill rotWithShape="1"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3691427" y="1531122"/>
            <a:ext cx="338206" cy="138583"/>
          </a:xfrm>
          <a:prstGeom prst="rect">
            <a:avLst/>
          </a:prstGeom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17F47A50-0DDE-4D20-7B96-DD1BD72BB888}"/>
              </a:ext>
            </a:extLst>
          </p:cNvPr>
          <p:cNvPicPr>
            <a:picLocks noChangeAspect="1"/>
          </p:cNvPicPr>
          <p:nvPr/>
        </p:nvPicPr>
        <p:blipFill rotWithShape="1"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6729902" y="1531122"/>
            <a:ext cx="338206" cy="138583"/>
          </a:xfrm>
          <a:prstGeom prst="rect">
            <a:avLst/>
          </a:prstGeom>
        </p:spPr>
      </p:pic>
      <p:pic>
        <p:nvPicPr>
          <p:cNvPr id="15" name="그림 14">
            <a:extLst>
              <a:ext uri="{FF2B5EF4-FFF2-40B4-BE49-F238E27FC236}">
                <a16:creationId xmlns:a16="http://schemas.microsoft.com/office/drawing/2014/main" id="{2186E03C-44E4-1AE3-E754-3D04939A3769}"/>
              </a:ext>
            </a:extLst>
          </p:cNvPr>
          <p:cNvPicPr>
            <a:picLocks noChangeAspect="1"/>
          </p:cNvPicPr>
          <p:nvPr/>
        </p:nvPicPr>
        <p:blipFill>
          <a:blip r:embed="rId26">
            <a:biLevel thresh="75000"/>
            <a:extLst>
              <a:ext uri="{BEBA8EAE-BF5A-486C-A8C5-ECC9F3942E4B}">
                <a14:imgProps xmlns:a14="http://schemas.microsoft.com/office/drawing/2010/main">
                  <a14:imgLayer r:embed="rId27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805755" y="1507585"/>
            <a:ext cx="193901" cy="193903"/>
          </a:xfrm>
          <a:prstGeom prst="rect">
            <a:avLst/>
          </a:prstGeom>
        </p:spPr>
      </p:pic>
      <p:pic>
        <p:nvPicPr>
          <p:cNvPr id="16" name="그림 15">
            <a:extLst>
              <a:ext uri="{FF2B5EF4-FFF2-40B4-BE49-F238E27FC236}">
                <a16:creationId xmlns:a16="http://schemas.microsoft.com/office/drawing/2014/main" id="{08FABA16-1EDB-E23D-F848-115FC983CBDD}"/>
              </a:ext>
            </a:extLst>
          </p:cNvPr>
          <p:cNvPicPr>
            <a:picLocks noChangeAspect="1"/>
          </p:cNvPicPr>
          <p:nvPr/>
        </p:nvPicPr>
        <p:blipFill>
          <a:blip r:embed="rId23">
            <a:biLevel thresh="75000"/>
            <a:extLst>
              <a:ext uri="{BEBA8EAE-BF5A-486C-A8C5-ECC9F3942E4B}">
                <a14:imgProps xmlns:a14="http://schemas.microsoft.com/office/drawing/2010/main">
                  <a14:imgLayer r:embed="rId24">
                    <a14:imgEffect>
                      <a14:backgroundRemoval t="10000" b="90000" l="10000" r="90000">
                        <a14:foregroundMark x1="50000" y1="74000" x2="50000" y2="74000"/>
                      </a14:backgroundRemoval>
                    </a14:imgEffect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</a:extLst>
          </a:blip>
          <a:srcRect l="22466" t="21148" r="24851" b="19009"/>
          <a:stretch>
            <a:fillRect/>
          </a:stretch>
        </p:blipFill>
        <p:spPr>
          <a:xfrm>
            <a:off x="5600537" y="1502867"/>
            <a:ext cx="181812" cy="206522"/>
          </a:xfrm>
          <a:prstGeom prst="rect">
            <a:avLst/>
          </a:prstGeom>
        </p:spPr>
      </p:pic>
      <p:pic>
        <p:nvPicPr>
          <p:cNvPr id="17" name="그림 16">
            <a:extLst>
              <a:ext uri="{FF2B5EF4-FFF2-40B4-BE49-F238E27FC236}">
                <a16:creationId xmlns:a16="http://schemas.microsoft.com/office/drawing/2014/main" id="{BAECC7D5-1B61-AEE8-A53B-BF2E47F9822F}"/>
              </a:ext>
            </a:extLst>
          </p:cNvPr>
          <p:cNvPicPr>
            <a:picLocks noChangeAspect="1"/>
          </p:cNvPicPr>
          <p:nvPr/>
        </p:nvPicPr>
        <p:blipFill>
          <a:blip r:embed="rId26">
            <a:biLevel thresh="75000"/>
            <a:extLst>
              <a:ext uri="{BEBA8EAE-BF5A-486C-A8C5-ECC9F3942E4B}">
                <a14:imgProps xmlns:a14="http://schemas.microsoft.com/office/drawing/2010/main">
                  <a14:imgLayer r:embed="rId27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5823149" y="1507585"/>
            <a:ext cx="193901" cy="193903"/>
          </a:xfrm>
          <a:prstGeom prst="rect">
            <a:avLst/>
          </a:prstGeom>
        </p:spPr>
      </p:pic>
      <p:pic>
        <p:nvPicPr>
          <p:cNvPr id="18" name="그림 17">
            <a:extLst>
              <a:ext uri="{FF2B5EF4-FFF2-40B4-BE49-F238E27FC236}">
                <a16:creationId xmlns:a16="http://schemas.microsoft.com/office/drawing/2014/main" id="{ABCF71E0-6F85-24F6-5FED-3DC9AD551A6C}"/>
              </a:ext>
            </a:extLst>
          </p:cNvPr>
          <p:cNvPicPr>
            <a:picLocks noChangeAspect="1"/>
          </p:cNvPicPr>
          <p:nvPr/>
        </p:nvPicPr>
        <p:blipFill>
          <a:blip r:embed="rId23">
            <a:biLevel thresh="75000"/>
            <a:extLst>
              <a:ext uri="{BEBA8EAE-BF5A-486C-A8C5-ECC9F3942E4B}">
                <a14:imgProps xmlns:a14="http://schemas.microsoft.com/office/drawing/2010/main">
                  <a14:imgLayer r:embed="rId24">
                    <a14:imgEffect>
                      <a14:backgroundRemoval t="10000" b="90000" l="10000" r="90000">
                        <a14:foregroundMark x1="50000" y1="74000" x2="50000" y2="74000"/>
                      </a14:backgroundRemoval>
                    </a14:imgEffect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</a:extLst>
          </a:blip>
          <a:srcRect l="22466" t="21148" r="24851" b="19009"/>
          <a:stretch>
            <a:fillRect/>
          </a:stretch>
        </p:blipFill>
        <p:spPr>
          <a:xfrm>
            <a:off x="8655221" y="1502867"/>
            <a:ext cx="181812" cy="206522"/>
          </a:xfrm>
          <a:prstGeom prst="rect">
            <a:avLst/>
          </a:prstGeom>
        </p:spPr>
      </p:pic>
      <p:pic>
        <p:nvPicPr>
          <p:cNvPr id="19" name="그림 18">
            <a:extLst>
              <a:ext uri="{FF2B5EF4-FFF2-40B4-BE49-F238E27FC236}">
                <a16:creationId xmlns:a16="http://schemas.microsoft.com/office/drawing/2014/main" id="{986B0AD7-E703-5851-A6F4-21F330B175B0}"/>
              </a:ext>
            </a:extLst>
          </p:cNvPr>
          <p:cNvPicPr>
            <a:picLocks noChangeAspect="1"/>
          </p:cNvPicPr>
          <p:nvPr/>
        </p:nvPicPr>
        <p:blipFill>
          <a:blip r:embed="rId26">
            <a:biLevel thresh="75000"/>
            <a:extLst>
              <a:ext uri="{BEBA8EAE-BF5A-486C-A8C5-ECC9F3942E4B}">
                <a14:imgProps xmlns:a14="http://schemas.microsoft.com/office/drawing/2010/main">
                  <a14:imgLayer r:embed="rId27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8877833" y="1507585"/>
            <a:ext cx="193901" cy="193903"/>
          </a:xfrm>
          <a:prstGeom prst="rect">
            <a:avLst/>
          </a:prstGeom>
        </p:spPr>
      </p:pic>
      <p:grpSp>
        <p:nvGrpSpPr>
          <p:cNvPr id="20" name="그룹 19">
            <a:extLst>
              <a:ext uri="{FF2B5EF4-FFF2-40B4-BE49-F238E27FC236}">
                <a16:creationId xmlns:a16="http://schemas.microsoft.com/office/drawing/2014/main" id="{B50149FE-C00E-45C3-5066-2367E61CDF44}"/>
              </a:ext>
            </a:extLst>
          </p:cNvPr>
          <p:cNvGrpSpPr/>
          <p:nvPr/>
        </p:nvGrpSpPr>
        <p:grpSpPr>
          <a:xfrm>
            <a:off x="2315580" y="1502001"/>
            <a:ext cx="194773" cy="194773"/>
            <a:chOff x="6601555" y="4882678"/>
            <a:chExt cx="216000" cy="216000"/>
          </a:xfrm>
        </p:grpSpPr>
        <p:sp>
          <p:nvSpPr>
            <p:cNvPr id="23" name="사각형: 둥근 모서리 22">
              <a:extLst>
                <a:ext uri="{FF2B5EF4-FFF2-40B4-BE49-F238E27FC236}">
                  <a16:creationId xmlns:a16="http://schemas.microsoft.com/office/drawing/2014/main" id="{39CFD7A1-DD25-0BBC-153B-9720A1457712}"/>
                </a:ext>
              </a:extLst>
            </p:cNvPr>
            <p:cNvSpPr/>
            <p:nvPr/>
          </p:nvSpPr>
          <p:spPr bwMode="auto">
            <a:xfrm>
              <a:off x="6601555" y="4882678"/>
              <a:ext cx="216000" cy="216000"/>
            </a:xfrm>
            <a:prstGeom prst="roundRect">
              <a:avLst/>
            </a:prstGeom>
            <a:solidFill>
              <a:sysClr val="windowText" lastClr="00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+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25" name="그림 24">
              <a:extLst>
                <a:ext uri="{FF2B5EF4-FFF2-40B4-BE49-F238E27FC236}">
                  <a16:creationId xmlns:a16="http://schemas.microsoft.com/office/drawing/2014/main" id="{A855BA9B-9044-DDB1-E724-726BF7A1EE31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BEBA8EAE-BF5A-486C-A8C5-ECC9F3942E4B}">
                  <a14:imgProps xmlns:a14="http://schemas.microsoft.com/office/drawing/2010/main">
                    <a14:imgLayer r:embed="rId29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627165" y="4911088"/>
              <a:ext cx="164692" cy="164692"/>
            </a:xfrm>
            <a:prstGeom prst="rect">
              <a:avLst/>
            </a:prstGeom>
          </p:spPr>
        </p:pic>
      </p:grp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27C20343-F69E-1664-0B9B-E246B7BBAD75}"/>
              </a:ext>
            </a:extLst>
          </p:cNvPr>
          <p:cNvGrpSpPr/>
          <p:nvPr/>
        </p:nvGrpSpPr>
        <p:grpSpPr>
          <a:xfrm>
            <a:off x="5325163" y="1502001"/>
            <a:ext cx="194773" cy="194773"/>
            <a:chOff x="6601555" y="4882678"/>
            <a:chExt cx="216000" cy="216000"/>
          </a:xfrm>
        </p:grpSpPr>
        <p:sp>
          <p:nvSpPr>
            <p:cNvPr id="27" name="사각형: 둥근 모서리 26">
              <a:extLst>
                <a:ext uri="{FF2B5EF4-FFF2-40B4-BE49-F238E27FC236}">
                  <a16:creationId xmlns:a16="http://schemas.microsoft.com/office/drawing/2014/main" id="{3CB01786-9DF0-BE1F-B9C4-9C2DC479A4C0}"/>
                </a:ext>
              </a:extLst>
            </p:cNvPr>
            <p:cNvSpPr/>
            <p:nvPr/>
          </p:nvSpPr>
          <p:spPr bwMode="auto">
            <a:xfrm>
              <a:off x="6601555" y="4882678"/>
              <a:ext cx="216000" cy="216000"/>
            </a:xfrm>
            <a:prstGeom prst="roundRect">
              <a:avLst/>
            </a:prstGeom>
            <a:solidFill>
              <a:sysClr val="windowText" lastClr="00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+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28" name="그림 27">
              <a:extLst>
                <a:ext uri="{FF2B5EF4-FFF2-40B4-BE49-F238E27FC236}">
                  <a16:creationId xmlns:a16="http://schemas.microsoft.com/office/drawing/2014/main" id="{9F63F089-52E8-BBC0-63C8-5A6D85EABC08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BEBA8EAE-BF5A-486C-A8C5-ECC9F3942E4B}">
                  <a14:imgProps xmlns:a14="http://schemas.microsoft.com/office/drawing/2010/main">
                    <a14:imgLayer r:embed="rId29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627165" y="4911088"/>
              <a:ext cx="164692" cy="164692"/>
            </a:xfrm>
            <a:prstGeom prst="rect">
              <a:avLst/>
            </a:prstGeom>
          </p:spPr>
        </p:pic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B71474CE-F7B5-84AE-9E39-AAF13B31F921}"/>
              </a:ext>
            </a:extLst>
          </p:cNvPr>
          <p:cNvGrpSpPr/>
          <p:nvPr/>
        </p:nvGrpSpPr>
        <p:grpSpPr>
          <a:xfrm>
            <a:off x="8364252" y="1502001"/>
            <a:ext cx="194773" cy="194773"/>
            <a:chOff x="6601555" y="4882678"/>
            <a:chExt cx="216000" cy="216000"/>
          </a:xfrm>
        </p:grpSpPr>
        <p:sp>
          <p:nvSpPr>
            <p:cNvPr id="30" name="사각형: 둥근 모서리 29">
              <a:extLst>
                <a:ext uri="{FF2B5EF4-FFF2-40B4-BE49-F238E27FC236}">
                  <a16:creationId xmlns:a16="http://schemas.microsoft.com/office/drawing/2014/main" id="{05353EB0-AE3E-1FA2-79E1-DBB447433267}"/>
                </a:ext>
              </a:extLst>
            </p:cNvPr>
            <p:cNvSpPr/>
            <p:nvPr/>
          </p:nvSpPr>
          <p:spPr bwMode="auto">
            <a:xfrm>
              <a:off x="6601555" y="4882678"/>
              <a:ext cx="216000" cy="216000"/>
            </a:xfrm>
            <a:prstGeom prst="roundRect">
              <a:avLst/>
            </a:prstGeom>
            <a:solidFill>
              <a:sysClr val="windowText" lastClr="00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+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36" name="그림 35">
              <a:extLst>
                <a:ext uri="{FF2B5EF4-FFF2-40B4-BE49-F238E27FC236}">
                  <a16:creationId xmlns:a16="http://schemas.microsoft.com/office/drawing/2014/main" id="{247F3043-180D-A47B-9F7E-FD4D22A6E691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BEBA8EAE-BF5A-486C-A8C5-ECC9F3942E4B}">
                  <a14:imgProps xmlns:a14="http://schemas.microsoft.com/office/drawing/2010/main">
                    <a14:imgLayer r:embed="rId29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627165" y="4911088"/>
              <a:ext cx="164692" cy="16469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54136943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Google Shape;1197;p27">
            <a:extLst>
              <a:ext uri="{FF2B5EF4-FFF2-40B4-BE49-F238E27FC236}">
                <a16:creationId xmlns:a16="http://schemas.microsoft.com/office/drawing/2014/main" id="{461817AF-EB71-0DD6-C80D-4AC2E1414BD2}"/>
              </a:ext>
            </a:extLst>
          </p:cNvPr>
          <p:cNvSpPr/>
          <p:nvPr/>
        </p:nvSpPr>
        <p:spPr>
          <a:xfrm>
            <a:off x="6589784" y="1232756"/>
            <a:ext cx="2566556" cy="5004561"/>
          </a:xfrm>
          <a:prstGeom prst="roundRect">
            <a:avLst>
              <a:gd name="adj" fmla="val 3549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6" name="Google Shape;1197;p27">
            <a:extLst>
              <a:ext uri="{FF2B5EF4-FFF2-40B4-BE49-F238E27FC236}">
                <a16:creationId xmlns:a16="http://schemas.microsoft.com/office/drawing/2014/main" id="{5187A573-D711-14E5-FC73-C4D3E6F9DA85}"/>
              </a:ext>
            </a:extLst>
          </p:cNvPr>
          <p:cNvSpPr/>
          <p:nvPr/>
        </p:nvSpPr>
        <p:spPr>
          <a:xfrm>
            <a:off x="512116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" name="Google Shape;1197;p27">
            <a:extLst>
              <a:ext uri="{FF2B5EF4-FFF2-40B4-BE49-F238E27FC236}">
                <a16:creationId xmlns:a16="http://schemas.microsoft.com/office/drawing/2014/main" id="{FC3526FE-BB76-C668-3F06-172C073085BB}"/>
              </a:ext>
            </a:extLst>
          </p:cNvPr>
          <p:cNvSpPr/>
          <p:nvPr/>
        </p:nvSpPr>
        <p:spPr>
          <a:xfrm>
            <a:off x="3542783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endParaRPr kumimoji="0" sz="856" b="1" kern="0" dirty="0">
              <a:solidFill>
                <a:prstClr val="white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30CCE36C-359B-90D3-30F9-FCF8355B7B67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통합 알림 </a:t>
            </a:r>
            <a:r>
              <a:rPr lang="en-US" altLang="ko-KR" dirty="0"/>
              <a:t>&gt; </a:t>
            </a:r>
            <a:r>
              <a:rPr lang="ko-KR" altLang="en-US" dirty="0"/>
              <a:t>차단 </a:t>
            </a:r>
            <a:r>
              <a:rPr lang="en-US" altLang="ko-KR" dirty="0"/>
              <a:t>/ </a:t>
            </a:r>
            <a:r>
              <a:rPr lang="ko-KR" altLang="en-US" dirty="0"/>
              <a:t>해제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76384E80-C682-0527-2248-E9B199CCBB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모바일 웹 리모컨</a:t>
            </a:r>
            <a:r>
              <a:rPr lang="en-US" altLang="ko-KR" dirty="0"/>
              <a:t> &gt; </a:t>
            </a:r>
            <a:r>
              <a:rPr lang="ko-KR" altLang="en-US" dirty="0"/>
              <a:t>통합 알림 </a:t>
            </a:r>
            <a:r>
              <a:rPr lang="en-US" altLang="ko-KR" dirty="0"/>
              <a:t>&gt; </a:t>
            </a:r>
            <a:r>
              <a:rPr lang="ko-KR" altLang="en-US" dirty="0"/>
              <a:t>자단</a:t>
            </a:r>
            <a:r>
              <a:rPr lang="en-US" altLang="ko-KR" dirty="0"/>
              <a:t>/</a:t>
            </a:r>
            <a:r>
              <a:rPr lang="ko-KR" altLang="en-US" dirty="0"/>
              <a:t>해제</a:t>
            </a:r>
          </a:p>
        </p:txBody>
      </p:sp>
      <p:sp>
        <p:nvSpPr>
          <p:cNvPr id="14" name="Google Shape;1198;p27">
            <a:extLst>
              <a:ext uri="{FF2B5EF4-FFF2-40B4-BE49-F238E27FC236}">
                <a16:creationId xmlns:a16="http://schemas.microsoft.com/office/drawing/2014/main" id="{E564FCB8-080D-F27A-B1C7-BC8DEF0D17D8}"/>
              </a:ext>
            </a:extLst>
          </p:cNvPr>
          <p:cNvSpPr/>
          <p:nvPr/>
        </p:nvSpPr>
        <p:spPr>
          <a:xfrm>
            <a:off x="567170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B635B7C-6967-484E-2C06-434A73F496D1}"/>
              </a:ext>
            </a:extLst>
          </p:cNvPr>
          <p:cNvSpPr txBox="1"/>
          <p:nvPr/>
        </p:nvSpPr>
        <p:spPr>
          <a:xfrm>
            <a:off x="571257" y="1954692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9F7944E-EC9E-24CB-28A1-75920DEE7F4D}"/>
              </a:ext>
            </a:extLst>
          </p:cNvPr>
          <p:cNvSpPr txBox="1"/>
          <p:nvPr/>
        </p:nvSpPr>
        <p:spPr>
          <a:xfrm>
            <a:off x="1847717" y="1954692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5E23ECA3-10D5-972D-8319-5069ABEE4A53}"/>
              </a:ext>
            </a:extLst>
          </p:cNvPr>
          <p:cNvCxnSpPr>
            <a:cxnSpLocks/>
          </p:cNvCxnSpPr>
          <p:nvPr/>
        </p:nvCxnSpPr>
        <p:spPr>
          <a:xfrm>
            <a:off x="668972" y="2219216"/>
            <a:ext cx="526203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4892633A-2CC9-D55E-A973-1DBFE3A3B5D2}"/>
              </a:ext>
            </a:extLst>
          </p:cNvPr>
          <p:cNvSpPr txBox="1"/>
          <p:nvPr/>
        </p:nvSpPr>
        <p:spPr>
          <a:xfrm>
            <a:off x="1353186" y="1954692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423E285-96E6-FDAC-7208-A7621FC062B0}"/>
              </a:ext>
            </a:extLst>
          </p:cNvPr>
          <p:cNvSpPr/>
          <p:nvPr/>
        </p:nvSpPr>
        <p:spPr>
          <a:xfrm>
            <a:off x="600348" y="2226683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0" name="Picture 6" descr="필터 - 무료 ui개 아이콘">
            <a:extLst>
              <a:ext uri="{FF2B5EF4-FFF2-40B4-BE49-F238E27FC236}">
                <a16:creationId xmlns:a16="http://schemas.microsoft.com/office/drawing/2014/main" id="{57BB6CF3-2D9A-CACE-1F89-40A4F49017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6361" y="2262403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0" name="직사각형 69">
            <a:extLst>
              <a:ext uri="{FF2B5EF4-FFF2-40B4-BE49-F238E27FC236}">
                <a16:creationId xmlns:a16="http://schemas.microsoft.com/office/drawing/2014/main" id="{4344B195-8DD6-D8CA-11D4-FA2A5B862538}"/>
              </a:ext>
            </a:extLst>
          </p:cNvPr>
          <p:cNvSpPr/>
          <p:nvPr/>
        </p:nvSpPr>
        <p:spPr>
          <a:xfrm>
            <a:off x="599246" y="3698926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71" name="그래픽 70">
            <a:extLst>
              <a:ext uri="{FF2B5EF4-FFF2-40B4-BE49-F238E27FC236}">
                <a16:creationId xmlns:a16="http://schemas.microsoft.com/office/drawing/2014/main" id="{8AAB2B5C-761A-4725-84E4-E622B6F407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46658" y="3877473"/>
            <a:ext cx="263454" cy="263454"/>
          </a:xfrm>
          <a:prstGeom prst="rect">
            <a:avLst/>
          </a:prstGeom>
        </p:spPr>
      </p:pic>
      <p:sp>
        <p:nvSpPr>
          <p:cNvPr id="72" name="TextBox 71">
            <a:extLst>
              <a:ext uri="{FF2B5EF4-FFF2-40B4-BE49-F238E27FC236}">
                <a16:creationId xmlns:a16="http://schemas.microsoft.com/office/drawing/2014/main" id="{BFF6E75F-87C6-E9E1-CB17-F6E5E7718D43}"/>
              </a:ext>
            </a:extLst>
          </p:cNvPr>
          <p:cNvSpPr txBox="1"/>
          <p:nvPr/>
        </p:nvSpPr>
        <p:spPr>
          <a:xfrm>
            <a:off x="908646" y="3725214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0AE59DD2-4805-CAA8-2C65-EC325B64C8CF}"/>
              </a:ext>
            </a:extLst>
          </p:cNvPr>
          <p:cNvSpPr txBox="1"/>
          <p:nvPr/>
        </p:nvSpPr>
        <p:spPr>
          <a:xfrm>
            <a:off x="909414" y="4092676"/>
            <a:ext cx="1481163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[</a:t>
            </a: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Youtube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유튜브 제목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57F42679-7B4B-94BF-5AF8-194EDFFB158C}"/>
              </a:ext>
            </a:extLst>
          </p:cNvPr>
          <p:cNvSpPr/>
          <p:nvPr/>
        </p:nvSpPr>
        <p:spPr>
          <a:xfrm>
            <a:off x="2288009" y="3848845"/>
            <a:ext cx="320711" cy="320711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7EF7E6CB-B74D-20D5-F2E5-AD06961E12EE}"/>
              </a:ext>
            </a:extLst>
          </p:cNvPr>
          <p:cNvSpPr txBox="1"/>
          <p:nvPr/>
        </p:nvSpPr>
        <p:spPr>
          <a:xfrm>
            <a:off x="2585056" y="3799080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3,000</a:t>
            </a:r>
            <a:endParaRPr lang="ko-KR" altLang="en-US" dirty="0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7F88861F-2FB4-67BB-090A-60D5885795CE}"/>
              </a:ext>
            </a:extLst>
          </p:cNvPr>
          <p:cNvSpPr txBox="1"/>
          <p:nvPr/>
        </p:nvSpPr>
        <p:spPr>
          <a:xfrm>
            <a:off x="2665930" y="4111726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7262FDD2-2A54-C0E6-AEFA-2386D4AEFA5E}"/>
              </a:ext>
            </a:extLst>
          </p:cNvPr>
          <p:cNvSpPr/>
          <p:nvPr/>
        </p:nvSpPr>
        <p:spPr>
          <a:xfrm>
            <a:off x="599246" y="2466197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0E4A6EFB-E08C-CB7E-1AE8-1A526763ACD9}"/>
              </a:ext>
            </a:extLst>
          </p:cNvPr>
          <p:cNvSpPr/>
          <p:nvPr/>
        </p:nvSpPr>
        <p:spPr>
          <a:xfrm>
            <a:off x="599246" y="3090986"/>
            <a:ext cx="2417540" cy="60919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85" name="그래픽 84">
            <a:extLst>
              <a:ext uri="{FF2B5EF4-FFF2-40B4-BE49-F238E27FC236}">
                <a16:creationId xmlns:a16="http://schemas.microsoft.com/office/drawing/2014/main" id="{211ED192-C0A8-8959-A8E3-FE00D6F9E2F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45956" y="3281537"/>
            <a:ext cx="263454" cy="263454"/>
          </a:xfrm>
          <a:prstGeom prst="rect">
            <a:avLst/>
          </a:prstGeom>
        </p:spPr>
      </p:pic>
      <p:sp>
        <p:nvSpPr>
          <p:cNvPr id="86" name="직사각형 85">
            <a:extLst>
              <a:ext uri="{FF2B5EF4-FFF2-40B4-BE49-F238E27FC236}">
                <a16:creationId xmlns:a16="http://schemas.microsoft.com/office/drawing/2014/main" id="{AA66AA12-1B16-8FEC-7C9E-C4E28BEF7A41}"/>
              </a:ext>
            </a:extLst>
          </p:cNvPr>
          <p:cNvSpPr/>
          <p:nvPr/>
        </p:nvSpPr>
        <p:spPr>
          <a:xfrm>
            <a:off x="599246" y="4325205"/>
            <a:ext cx="2417540" cy="834323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779B6FEE-AD90-06B1-BE06-C8682349B47E}"/>
              </a:ext>
            </a:extLst>
          </p:cNvPr>
          <p:cNvSpPr txBox="1"/>
          <p:nvPr/>
        </p:nvSpPr>
        <p:spPr>
          <a:xfrm>
            <a:off x="908646" y="4351494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7E5CCAAB-2518-C13D-E1B1-B3F73C1D1403}"/>
              </a:ext>
            </a:extLst>
          </p:cNvPr>
          <p:cNvSpPr txBox="1"/>
          <p:nvPr/>
        </p:nvSpPr>
        <p:spPr>
          <a:xfrm>
            <a:off x="909414" y="4718956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룰렛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제목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꽝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or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당첨 항목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7C6C15B3-7C46-4511-38A7-E69D5777D7B5}"/>
              </a:ext>
            </a:extLst>
          </p:cNvPr>
          <p:cNvSpPr txBox="1"/>
          <p:nvPr/>
        </p:nvSpPr>
        <p:spPr>
          <a:xfrm>
            <a:off x="2585056" y="4425360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dirty="0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05886857-9009-273C-C0DF-C9D71D91FC10}"/>
              </a:ext>
            </a:extLst>
          </p:cNvPr>
          <p:cNvSpPr txBox="1"/>
          <p:nvPr/>
        </p:nvSpPr>
        <p:spPr>
          <a:xfrm>
            <a:off x="2623158" y="4735009"/>
            <a:ext cx="48451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92" name="그래픽 91">
            <a:extLst>
              <a:ext uri="{FF2B5EF4-FFF2-40B4-BE49-F238E27FC236}">
                <a16:creationId xmlns:a16="http://schemas.microsoft.com/office/drawing/2014/main" id="{EDA89C6B-2042-5365-7617-96B895FCC3CC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49733" y="4516502"/>
            <a:ext cx="258115" cy="258115"/>
          </a:xfrm>
          <a:prstGeom prst="rect">
            <a:avLst/>
          </a:prstGeom>
        </p:spPr>
      </p:pic>
      <p:sp>
        <p:nvSpPr>
          <p:cNvPr id="93" name="직사각형 92">
            <a:extLst>
              <a:ext uri="{FF2B5EF4-FFF2-40B4-BE49-F238E27FC236}">
                <a16:creationId xmlns:a16="http://schemas.microsoft.com/office/drawing/2014/main" id="{CFC45541-D88F-A872-CAF6-0E5CBD6FAF07}"/>
              </a:ext>
            </a:extLst>
          </p:cNvPr>
          <p:cNvSpPr/>
          <p:nvPr/>
        </p:nvSpPr>
        <p:spPr>
          <a:xfrm>
            <a:off x="599246" y="5159529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B1EDB0D3-8AD3-9C69-6435-ADD990953F3C}"/>
              </a:ext>
            </a:extLst>
          </p:cNvPr>
          <p:cNvSpPr txBox="1"/>
          <p:nvPr/>
        </p:nvSpPr>
        <p:spPr>
          <a:xfrm>
            <a:off x="908646" y="5185817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397A5DBF-2E10-A33F-CFF7-18FA83B04A1E}"/>
              </a:ext>
            </a:extLst>
          </p:cNvPr>
          <p:cNvSpPr txBox="1"/>
          <p:nvPr/>
        </p:nvSpPr>
        <p:spPr>
          <a:xfrm>
            <a:off x="909414" y="5553279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럭키박스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시간초과 환불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04CC5E0A-E87A-755D-E906-1DDCFF3BFA8F}"/>
              </a:ext>
            </a:extLst>
          </p:cNvPr>
          <p:cNvSpPr txBox="1"/>
          <p:nvPr/>
        </p:nvSpPr>
        <p:spPr>
          <a:xfrm>
            <a:off x="2585056" y="5259683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dirty="0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3DFC6357-CFEE-31E8-CA79-6E797E526528}"/>
              </a:ext>
            </a:extLst>
          </p:cNvPr>
          <p:cNvSpPr txBox="1"/>
          <p:nvPr/>
        </p:nvSpPr>
        <p:spPr>
          <a:xfrm>
            <a:off x="2665930" y="5553279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99" name="그래픽 98">
            <a:extLst>
              <a:ext uri="{FF2B5EF4-FFF2-40B4-BE49-F238E27FC236}">
                <a16:creationId xmlns:a16="http://schemas.microsoft.com/office/drawing/2014/main" id="{09AA6661-DD3D-C98D-9D78-57BE4303F2C5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50017" y="5350825"/>
            <a:ext cx="257831" cy="257831"/>
          </a:xfrm>
          <a:prstGeom prst="rect">
            <a:avLst/>
          </a:prstGeom>
        </p:spPr>
      </p:pic>
      <p:graphicFrame>
        <p:nvGraphicFramePr>
          <p:cNvPr id="101" name="표 100">
            <a:extLst>
              <a:ext uri="{FF2B5EF4-FFF2-40B4-BE49-F238E27FC236}">
                <a16:creationId xmlns:a16="http://schemas.microsoft.com/office/drawing/2014/main" id="{A0523D01-464C-A88D-E8AA-E827E4556C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8578294"/>
              </p:ext>
            </p:extLst>
          </p:nvPr>
        </p:nvGraphicFramePr>
        <p:xfrm>
          <a:off x="603429" y="4950675"/>
          <a:ext cx="2417538" cy="213360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805846">
                  <a:extLst>
                    <a:ext uri="{9D8B030D-6E8A-4147-A177-3AD203B41FA5}">
                      <a16:colId xmlns:a16="http://schemas.microsoft.com/office/drawing/2014/main" val="2045282246"/>
                    </a:ext>
                  </a:extLst>
                </a:gridCol>
                <a:gridCol w="805846">
                  <a:extLst>
                    <a:ext uri="{9D8B030D-6E8A-4147-A177-3AD203B41FA5}">
                      <a16:colId xmlns:a16="http://schemas.microsoft.com/office/drawing/2014/main" val="859422954"/>
                    </a:ext>
                  </a:extLst>
                </a:gridCol>
                <a:gridCol w="805846">
                  <a:extLst>
                    <a:ext uri="{9D8B030D-6E8A-4147-A177-3AD203B41FA5}">
                      <a16:colId xmlns:a16="http://schemas.microsoft.com/office/drawing/2014/main" val="2961860283"/>
                    </a:ext>
                  </a:extLst>
                </a:gridCol>
              </a:tblGrid>
              <a:tr h="19227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▶ 재생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29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ebdings" panose="05030102010509060703" pitchFamily="18" charset="2"/>
                        </a:rPr>
                        <a:t>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차단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벽지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7501084"/>
                  </a:ext>
                </a:extLst>
              </a:tr>
            </a:tbl>
          </a:graphicData>
        </a:graphic>
      </p:graphicFrame>
      <p:sp>
        <p:nvSpPr>
          <p:cNvPr id="102" name="TextBox 101">
            <a:extLst>
              <a:ext uri="{FF2B5EF4-FFF2-40B4-BE49-F238E27FC236}">
                <a16:creationId xmlns:a16="http://schemas.microsoft.com/office/drawing/2014/main" id="{8BB7A822-4523-BB5B-46B8-F34B0158DA9E}"/>
              </a:ext>
            </a:extLst>
          </p:cNvPr>
          <p:cNvSpPr txBox="1"/>
          <p:nvPr/>
        </p:nvSpPr>
        <p:spPr>
          <a:xfrm>
            <a:off x="908646" y="2488116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A3771D5D-B838-A2D1-2011-C6C3E186CC0D}"/>
              </a:ext>
            </a:extLst>
          </p:cNvPr>
          <p:cNvSpPr txBox="1"/>
          <p:nvPr/>
        </p:nvSpPr>
        <p:spPr>
          <a:xfrm>
            <a:off x="909415" y="2855578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8D4EBCD9-ADA0-26CE-872D-CB87F9FCD271}"/>
              </a:ext>
            </a:extLst>
          </p:cNvPr>
          <p:cNvSpPr txBox="1"/>
          <p:nvPr/>
        </p:nvSpPr>
        <p:spPr>
          <a:xfrm>
            <a:off x="2585056" y="2561982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dirty="0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63EC8739-D6B0-08FD-1197-424E1F0F5FAF}"/>
              </a:ext>
            </a:extLst>
          </p:cNvPr>
          <p:cNvSpPr txBox="1"/>
          <p:nvPr/>
        </p:nvSpPr>
        <p:spPr>
          <a:xfrm>
            <a:off x="2643900" y="2855578"/>
            <a:ext cx="39176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07" name="그래픽 106">
            <a:extLst>
              <a:ext uri="{FF2B5EF4-FFF2-40B4-BE49-F238E27FC236}">
                <a16:creationId xmlns:a16="http://schemas.microsoft.com/office/drawing/2014/main" id="{246A7A0F-AC46-7D27-D07D-9E1A17820EF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646689" y="2637689"/>
            <a:ext cx="261988" cy="261988"/>
          </a:xfrm>
          <a:prstGeom prst="rect">
            <a:avLst/>
          </a:prstGeom>
        </p:spPr>
      </p:pic>
      <p:sp>
        <p:nvSpPr>
          <p:cNvPr id="114" name="TextBox 113">
            <a:extLst>
              <a:ext uri="{FF2B5EF4-FFF2-40B4-BE49-F238E27FC236}">
                <a16:creationId xmlns:a16="http://schemas.microsoft.com/office/drawing/2014/main" id="{724AFA9A-9994-9FF9-0D5B-ECB67679D8B8}"/>
              </a:ext>
            </a:extLst>
          </p:cNvPr>
          <p:cNvSpPr txBox="1"/>
          <p:nvPr/>
        </p:nvSpPr>
        <p:spPr>
          <a:xfrm>
            <a:off x="908646" y="3107190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5A552C9A-3B58-63B0-9EA0-4CE69B1A7774}"/>
              </a:ext>
            </a:extLst>
          </p:cNvPr>
          <p:cNvSpPr txBox="1"/>
          <p:nvPr/>
        </p:nvSpPr>
        <p:spPr>
          <a:xfrm>
            <a:off x="909415" y="3474652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8348EB17-8EFF-43FF-BBFA-390664CB445F}"/>
              </a:ext>
            </a:extLst>
          </p:cNvPr>
          <p:cNvSpPr txBox="1"/>
          <p:nvPr/>
        </p:nvSpPr>
        <p:spPr>
          <a:xfrm>
            <a:off x="2585056" y="3181056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dirty="0"/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8619F187-4B2B-A89F-8E79-90645F20A417}"/>
              </a:ext>
            </a:extLst>
          </p:cNvPr>
          <p:cNvSpPr txBox="1"/>
          <p:nvPr/>
        </p:nvSpPr>
        <p:spPr>
          <a:xfrm>
            <a:off x="2643900" y="3474652"/>
            <a:ext cx="39176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9" name="Google Shape;1198;p27">
            <a:extLst>
              <a:ext uri="{FF2B5EF4-FFF2-40B4-BE49-F238E27FC236}">
                <a16:creationId xmlns:a16="http://schemas.microsoft.com/office/drawing/2014/main" id="{DCCFABE8-5845-499E-185F-8FA2F9461401}"/>
              </a:ext>
            </a:extLst>
          </p:cNvPr>
          <p:cNvSpPr/>
          <p:nvPr/>
        </p:nvSpPr>
        <p:spPr>
          <a:xfrm>
            <a:off x="3597837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4A269A78-D3DF-D3FE-9724-762648CBAEA5}"/>
              </a:ext>
            </a:extLst>
          </p:cNvPr>
          <p:cNvSpPr txBox="1"/>
          <p:nvPr/>
        </p:nvSpPr>
        <p:spPr>
          <a:xfrm>
            <a:off x="3601924" y="1954692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8C200B36-C388-AE26-0094-ABF1BE4EF06A}"/>
              </a:ext>
            </a:extLst>
          </p:cNvPr>
          <p:cNvSpPr txBox="1"/>
          <p:nvPr/>
        </p:nvSpPr>
        <p:spPr>
          <a:xfrm>
            <a:off x="4878384" y="1954692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cxnSp>
        <p:nvCxnSpPr>
          <p:cNvPr id="132" name="직선 연결선 131">
            <a:extLst>
              <a:ext uri="{FF2B5EF4-FFF2-40B4-BE49-F238E27FC236}">
                <a16:creationId xmlns:a16="http://schemas.microsoft.com/office/drawing/2014/main" id="{4BC18A1C-09E9-F540-2267-EC573870BA49}"/>
              </a:ext>
            </a:extLst>
          </p:cNvPr>
          <p:cNvCxnSpPr>
            <a:cxnSpLocks/>
          </p:cNvCxnSpPr>
          <p:nvPr/>
        </p:nvCxnSpPr>
        <p:spPr>
          <a:xfrm>
            <a:off x="3699639" y="2219216"/>
            <a:ext cx="526203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133" name="TextBox 132">
            <a:extLst>
              <a:ext uri="{FF2B5EF4-FFF2-40B4-BE49-F238E27FC236}">
                <a16:creationId xmlns:a16="http://schemas.microsoft.com/office/drawing/2014/main" id="{BB41530C-FFDB-A4B7-8E93-BEEBEFB732DD}"/>
              </a:ext>
            </a:extLst>
          </p:cNvPr>
          <p:cNvSpPr txBox="1"/>
          <p:nvPr/>
        </p:nvSpPr>
        <p:spPr>
          <a:xfrm>
            <a:off x="4383853" y="1954692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C610FFE3-A39C-7A78-9778-1AF937DDC59E}"/>
              </a:ext>
            </a:extLst>
          </p:cNvPr>
          <p:cNvSpPr/>
          <p:nvPr/>
        </p:nvSpPr>
        <p:spPr>
          <a:xfrm>
            <a:off x="3631015" y="2226683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135" name="Picture 6" descr="필터 - 무료 ui개 아이콘">
            <a:extLst>
              <a:ext uri="{FF2B5EF4-FFF2-40B4-BE49-F238E27FC236}">
                <a16:creationId xmlns:a16="http://schemas.microsoft.com/office/drawing/2014/main" id="{98A4A715-196E-5701-246A-E87433AC27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87028" y="2262403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2305CE32-DEA9-1C2F-38D7-AB6DE7AA1034}"/>
              </a:ext>
            </a:extLst>
          </p:cNvPr>
          <p:cNvSpPr/>
          <p:nvPr/>
        </p:nvSpPr>
        <p:spPr>
          <a:xfrm>
            <a:off x="3631015" y="3698926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141" name="그래픽 140">
            <a:extLst>
              <a:ext uri="{FF2B5EF4-FFF2-40B4-BE49-F238E27FC236}">
                <a16:creationId xmlns:a16="http://schemas.microsoft.com/office/drawing/2014/main" id="{202ED1C6-6D96-1E07-33E1-2EE37987D77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678427" y="3877473"/>
            <a:ext cx="263454" cy="263454"/>
          </a:xfrm>
          <a:prstGeom prst="rect">
            <a:avLst/>
          </a:prstGeom>
        </p:spPr>
      </p:pic>
      <p:sp>
        <p:nvSpPr>
          <p:cNvPr id="142" name="TextBox 141">
            <a:extLst>
              <a:ext uri="{FF2B5EF4-FFF2-40B4-BE49-F238E27FC236}">
                <a16:creationId xmlns:a16="http://schemas.microsoft.com/office/drawing/2014/main" id="{1D9D8358-5528-E38C-CEB4-B75C0DE6D464}"/>
              </a:ext>
            </a:extLst>
          </p:cNvPr>
          <p:cNvSpPr txBox="1"/>
          <p:nvPr/>
        </p:nvSpPr>
        <p:spPr>
          <a:xfrm>
            <a:off x="3940415" y="3725214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C21D071D-EE06-2096-BED9-B1EE187A3601}"/>
              </a:ext>
            </a:extLst>
          </p:cNvPr>
          <p:cNvSpPr txBox="1"/>
          <p:nvPr/>
        </p:nvSpPr>
        <p:spPr>
          <a:xfrm>
            <a:off x="3941183" y="4092676"/>
            <a:ext cx="1481163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[</a:t>
            </a: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Youtube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유튜브 제목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4" name="사각형: 둥근 모서리 143">
            <a:extLst>
              <a:ext uri="{FF2B5EF4-FFF2-40B4-BE49-F238E27FC236}">
                <a16:creationId xmlns:a16="http://schemas.microsoft.com/office/drawing/2014/main" id="{AE43B606-36D2-AD3C-434F-E8B44F42D9C1}"/>
              </a:ext>
            </a:extLst>
          </p:cNvPr>
          <p:cNvSpPr/>
          <p:nvPr/>
        </p:nvSpPr>
        <p:spPr>
          <a:xfrm>
            <a:off x="5319778" y="3848845"/>
            <a:ext cx="320711" cy="320711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EEDF3389-7D47-C342-04A4-C49A1DAA9DB4}"/>
              </a:ext>
            </a:extLst>
          </p:cNvPr>
          <p:cNvSpPr txBox="1"/>
          <p:nvPr/>
        </p:nvSpPr>
        <p:spPr>
          <a:xfrm>
            <a:off x="5616825" y="3799080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3,000</a:t>
            </a:r>
            <a:endParaRPr lang="ko-KR" altLang="en-US" dirty="0"/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0B9DCE66-5680-D826-0138-8104F624E5E9}"/>
              </a:ext>
            </a:extLst>
          </p:cNvPr>
          <p:cNvSpPr txBox="1"/>
          <p:nvPr/>
        </p:nvSpPr>
        <p:spPr>
          <a:xfrm>
            <a:off x="5690266" y="4111726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22FD27F2-1C0D-78FF-EB75-1ADA15EB5A33}"/>
              </a:ext>
            </a:extLst>
          </p:cNvPr>
          <p:cNvSpPr/>
          <p:nvPr/>
        </p:nvSpPr>
        <p:spPr>
          <a:xfrm>
            <a:off x="3631015" y="2466197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8E95306B-0B7A-11D4-58FC-E433EA2790B5}"/>
              </a:ext>
            </a:extLst>
          </p:cNvPr>
          <p:cNvSpPr/>
          <p:nvPr/>
        </p:nvSpPr>
        <p:spPr>
          <a:xfrm>
            <a:off x="3631015" y="3090986"/>
            <a:ext cx="2417540" cy="60919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150" name="그래픽 149">
            <a:extLst>
              <a:ext uri="{FF2B5EF4-FFF2-40B4-BE49-F238E27FC236}">
                <a16:creationId xmlns:a16="http://schemas.microsoft.com/office/drawing/2014/main" id="{0314FED3-0DE0-B008-2312-2B0BFAE57AB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677725" y="3281537"/>
            <a:ext cx="263454" cy="263454"/>
          </a:xfrm>
          <a:prstGeom prst="rect">
            <a:avLst/>
          </a:prstGeom>
        </p:spPr>
      </p:pic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6DF3B805-0704-9641-B7B2-0C1DE18C57C6}"/>
              </a:ext>
            </a:extLst>
          </p:cNvPr>
          <p:cNvSpPr/>
          <p:nvPr/>
        </p:nvSpPr>
        <p:spPr>
          <a:xfrm>
            <a:off x="3631015" y="4950453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9C77815D-6022-521E-0C90-C9242EB3B31D}"/>
              </a:ext>
            </a:extLst>
          </p:cNvPr>
          <p:cNvSpPr txBox="1"/>
          <p:nvPr/>
        </p:nvSpPr>
        <p:spPr>
          <a:xfrm>
            <a:off x="3940415" y="4976741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238EB3B8-33B8-A35E-65F6-5F97A485DC60}"/>
              </a:ext>
            </a:extLst>
          </p:cNvPr>
          <p:cNvSpPr txBox="1"/>
          <p:nvPr/>
        </p:nvSpPr>
        <p:spPr>
          <a:xfrm>
            <a:off x="3941183" y="5344203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럭키박스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시간초과 환불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3805B698-1A97-ABFB-886B-8369C8CB444A}"/>
              </a:ext>
            </a:extLst>
          </p:cNvPr>
          <p:cNvSpPr txBox="1"/>
          <p:nvPr/>
        </p:nvSpPr>
        <p:spPr>
          <a:xfrm>
            <a:off x="5616825" y="5050607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dirty="0"/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E77231F7-2C93-964A-D7D7-0310EFFBE724}"/>
              </a:ext>
            </a:extLst>
          </p:cNvPr>
          <p:cNvSpPr txBox="1"/>
          <p:nvPr/>
        </p:nvSpPr>
        <p:spPr>
          <a:xfrm>
            <a:off x="5690266" y="5344203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64" name="그래픽 163">
            <a:extLst>
              <a:ext uri="{FF2B5EF4-FFF2-40B4-BE49-F238E27FC236}">
                <a16:creationId xmlns:a16="http://schemas.microsoft.com/office/drawing/2014/main" id="{7C0D9EF5-C425-C24A-E518-9DD6CCB99388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3681786" y="5141749"/>
            <a:ext cx="257831" cy="257831"/>
          </a:xfrm>
          <a:prstGeom prst="rect">
            <a:avLst/>
          </a:prstGeom>
        </p:spPr>
      </p:pic>
      <p:pic>
        <p:nvPicPr>
          <p:cNvPr id="165" name="그림 164">
            <a:extLst>
              <a:ext uri="{FF2B5EF4-FFF2-40B4-BE49-F238E27FC236}">
                <a16:creationId xmlns:a16="http://schemas.microsoft.com/office/drawing/2014/main" id="{AC765DAA-1387-9D97-E0CD-A92DB9B8A61D}"/>
              </a:ext>
            </a:extLst>
          </p:cNvPr>
          <p:cNvPicPr>
            <a:picLocks noChangeAspect="1"/>
          </p:cNvPicPr>
          <p:nvPr/>
        </p:nvPicPr>
        <p:blipFill>
          <a:blip r:embed="rId13"/>
          <a:srcRect t="1" b="19518"/>
          <a:stretch>
            <a:fillRect/>
          </a:stretch>
        </p:blipFill>
        <p:spPr>
          <a:xfrm>
            <a:off x="3635197" y="5571561"/>
            <a:ext cx="2479066" cy="509836"/>
          </a:xfrm>
          <a:prstGeom prst="rect">
            <a:avLst/>
          </a:prstGeom>
        </p:spPr>
      </p:pic>
      <p:sp>
        <p:nvSpPr>
          <p:cNvPr id="167" name="TextBox 166">
            <a:extLst>
              <a:ext uri="{FF2B5EF4-FFF2-40B4-BE49-F238E27FC236}">
                <a16:creationId xmlns:a16="http://schemas.microsoft.com/office/drawing/2014/main" id="{9D6EA50D-27CA-F12B-9479-78DD5FFD0C11}"/>
              </a:ext>
            </a:extLst>
          </p:cNvPr>
          <p:cNvSpPr txBox="1"/>
          <p:nvPr/>
        </p:nvSpPr>
        <p:spPr>
          <a:xfrm>
            <a:off x="3940415" y="2488116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12C494FE-FB1F-9E4A-8D4A-379B523CC19C}"/>
              </a:ext>
            </a:extLst>
          </p:cNvPr>
          <p:cNvSpPr txBox="1"/>
          <p:nvPr/>
        </p:nvSpPr>
        <p:spPr>
          <a:xfrm>
            <a:off x="3941184" y="2855578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896666F-DBDD-0A4D-A737-9B427FD4A535}"/>
              </a:ext>
            </a:extLst>
          </p:cNvPr>
          <p:cNvSpPr txBox="1"/>
          <p:nvPr/>
        </p:nvSpPr>
        <p:spPr>
          <a:xfrm>
            <a:off x="5616825" y="2561982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dirty="0"/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350AF546-8DC1-0E32-474E-8134E322D7B7}"/>
              </a:ext>
            </a:extLst>
          </p:cNvPr>
          <p:cNvSpPr txBox="1"/>
          <p:nvPr/>
        </p:nvSpPr>
        <p:spPr>
          <a:xfrm>
            <a:off x="5668236" y="2855578"/>
            <a:ext cx="39176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72" name="그래픽 171">
            <a:extLst>
              <a:ext uri="{FF2B5EF4-FFF2-40B4-BE49-F238E27FC236}">
                <a16:creationId xmlns:a16="http://schemas.microsoft.com/office/drawing/2014/main" id="{6596A136-AA8F-FCC9-56E7-3A2B53B7DE03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678458" y="2637689"/>
            <a:ext cx="261988" cy="261988"/>
          </a:xfrm>
          <a:prstGeom prst="rect">
            <a:avLst/>
          </a:prstGeom>
        </p:spPr>
      </p:pic>
      <p:sp>
        <p:nvSpPr>
          <p:cNvPr id="178" name="TextBox 177">
            <a:extLst>
              <a:ext uri="{FF2B5EF4-FFF2-40B4-BE49-F238E27FC236}">
                <a16:creationId xmlns:a16="http://schemas.microsoft.com/office/drawing/2014/main" id="{6C01227D-ABDC-D0CC-BB28-7E2F8BA148F8}"/>
              </a:ext>
            </a:extLst>
          </p:cNvPr>
          <p:cNvSpPr txBox="1"/>
          <p:nvPr/>
        </p:nvSpPr>
        <p:spPr>
          <a:xfrm>
            <a:off x="3940415" y="3107190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D93B8BC8-AD6A-0B69-EB90-6E93C6017C34}"/>
              </a:ext>
            </a:extLst>
          </p:cNvPr>
          <p:cNvSpPr txBox="1"/>
          <p:nvPr/>
        </p:nvSpPr>
        <p:spPr>
          <a:xfrm>
            <a:off x="3941184" y="3474652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CC776F2C-C584-B1DF-6CF3-4EFE419B6545}"/>
              </a:ext>
            </a:extLst>
          </p:cNvPr>
          <p:cNvSpPr txBox="1"/>
          <p:nvPr/>
        </p:nvSpPr>
        <p:spPr>
          <a:xfrm>
            <a:off x="5616825" y="3181056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dirty="0"/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446F3A7B-3B9B-9798-D15E-0F6BCF111A05}"/>
              </a:ext>
            </a:extLst>
          </p:cNvPr>
          <p:cNvSpPr txBox="1"/>
          <p:nvPr/>
        </p:nvSpPr>
        <p:spPr>
          <a:xfrm>
            <a:off x="5668236" y="3474652"/>
            <a:ext cx="39176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3" name="Google Shape;1198;p27">
            <a:extLst>
              <a:ext uri="{FF2B5EF4-FFF2-40B4-BE49-F238E27FC236}">
                <a16:creationId xmlns:a16="http://schemas.microsoft.com/office/drawing/2014/main" id="{CF99D754-46B7-6C57-A908-5CAA4C34A663}"/>
              </a:ext>
            </a:extLst>
          </p:cNvPr>
          <p:cNvSpPr/>
          <p:nvPr/>
        </p:nvSpPr>
        <p:spPr>
          <a:xfrm>
            <a:off x="6644838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98624D10-85C4-B1A5-DF7C-A24816BD00A6}"/>
              </a:ext>
            </a:extLst>
          </p:cNvPr>
          <p:cNvSpPr txBox="1"/>
          <p:nvPr/>
        </p:nvSpPr>
        <p:spPr>
          <a:xfrm>
            <a:off x="6631210" y="1952836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0D2854BE-A1A5-3E39-AA06-C99043AE4737}"/>
              </a:ext>
            </a:extLst>
          </p:cNvPr>
          <p:cNvSpPr txBox="1"/>
          <p:nvPr/>
        </p:nvSpPr>
        <p:spPr>
          <a:xfrm>
            <a:off x="7907670" y="195283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cxnSp>
        <p:nvCxnSpPr>
          <p:cNvPr id="198" name="직선 연결선 197">
            <a:extLst>
              <a:ext uri="{FF2B5EF4-FFF2-40B4-BE49-F238E27FC236}">
                <a16:creationId xmlns:a16="http://schemas.microsoft.com/office/drawing/2014/main" id="{986C9A50-F6EC-25FF-C9CD-7C15327273E2}"/>
              </a:ext>
            </a:extLst>
          </p:cNvPr>
          <p:cNvCxnSpPr>
            <a:cxnSpLocks/>
          </p:cNvCxnSpPr>
          <p:nvPr/>
        </p:nvCxnSpPr>
        <p:spPr>
          <a:xfrm>
            <a:off x="6728925" y="2217360"/>
            <a:ext cx="526203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199" name="TextBox 198">
            <a:extLst>
              <a:ext uri="{FF2B5EF4-FFF2-40B4-BE49-F238E27FC236}">
                <a16:creationId xmlns:a16="http://schemas.microsoft.com/office/drawing/2014/main" id="{B9E31FC9-0CDC-37DC-6576-7A21BC458BBF}"/>
              </a:ext>
            </a:extLst>
          </p:cNvPr>
          <p:cNvSpPr txBox="1"/>
          <p:nvPr/>
        </p:nvSpPr>
        <p:spPr>
          <a:xfrm>
            <a:off x="7413139" y="195283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0CFE0D67-E709-2BD7-CFAF-282BF89ED35F}"/>
              </a:ext>
            </a:extLst>
          </p:cNvPr>
          <p:cNvSpPr/>
          <p:nvPr/>
        </p:nvSpPr>
        <p:spPr>
          <a:xfrm>
            <a:off x="6669826" y="2224827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01" name="Picture 6" descr="필터 - 무료 ui개 아이콘">
            <a:extLst>
              <a:ext uri="{FF2B5EF4-FFF2-40B4-BE49-F238E27FC236}">
                <a16:creationId xmlns:a16="http://schemas.microsoft.com/office/drawing/2014/main" id="{BC6F155D-4C4B-BB44-8053-4E415E0CEF3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5839" y="2275787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E31E8E4C-CF61-EF52-9064-4D43D8045722}"/>
              </a:ext>
            </a:extLst>
          </p:cNvPr>
          <p:cNvSpPr/>
          <p:nvPr/>
        </p:nvSpPr>
        <p:spPr>
          <a:xfrm>
            <a:off x="6669737" y="3698926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48" name="그래픽 247">
            <a:extLst>
              <a:ext uri="{FF2B5EF4-FFF2-40B4-BE49-F238E27FC236}">
                <a16:creationId xmlns:a16="http://schemas.microsoft.com/office/drawing/2014/main" id="{3F0D96F9-0629-32D5-97DD-28B2BFEE758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717149" y="3877473"/>
            <a:ext cx="263454" cy="263454"/>
          </a:xfrm>
          <a:prstGeom prst="rect">
            <a:avLst/>
          </a:prstGeom>
        </p:spPr>
      </p:pic>
      <p:sp>
        <p:nvSpPr>
          <p:cNvPr id="249" name="TextBox 248">
            <a:extLst>
              <a:ext uri="{FF2B5EF4-FFF2-40B4-BE49-F238E27FC236}">
                <a16:creationId xmlns:a16="http://schemas.microsoft.com/office/drawing/2014/main" id="{B873B402-B909-44BB-5EB4-05FD69565AD0}"/>
              </a:ext>
            </a:extLst>
          </p:cNvPr>
          <p:cNvSpPr txBox="1"/>
          <p:nvPr/>
        </p:nvSpPr>
        <p:spPr>
          <a:xfrm>
            <a:off x="6979137" y="3725214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50" name="TextBox 249">
            <a:extLst>
              <a:ext uri="{FF2B5EF4-FFF2-40B4-BE49-F238E27FC236}">
                <a16:creationId xmlns:a16="http://schemas.microsoft.com/office/drawing/2014/main" id="{53C254C7-3133-A4CC-7197-AB426A75C828}"/>
              </a:ext>
            </a:extLst>
          </p:cNvPr>
          <p:cNvSpPr txBox="1"/>
          <p:nvPr/>
        </p:nvSpPr>
        <p:spPr>
          <a:xfrm>
            <a:off x="6979905" y="4092676"/>
            <a:ext cx="1481163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[</a:t>
            </a: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Youtube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유튜브 제목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1" name="사각형: 둥근 모서리 250">
            <a:extLst>
              <a:ext uri="{FF2B5EF4-FFF2-40B4-BE49-F238E27FC236}">
                <a16:creationId xmlns:a16="http://schemas.microsoft.com/office/drawing/2014/main" id="{EC8591A0-183D-3A01-BD4F-8E12B9CC6B6E}"/>
              </a:ext>
            </a:extLst>
          </p:cNvPr>
          <p:cNvSpPr/>
          <p:nvPr/>
        </p:nvSpPr>
        <p:spPr>
          <a:xfrm>
            <a:off x="8358500" y="3848845"/>
            <a:ext cx="320711" cy="320711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2" name="TextBox 251">
            <a:extLst>
              <a:ext uri="{FF2B5EF4-FFF2-40B4-BE49-F238E27FC236}">
                <a16:creationId xmlns:a16="http://schemas.microsoft.com/office/drawing/2014/main" id="{3E395BB1-B3D3-9A6B-9699-84D615A772CC}"/>
              </a:ext>
            </a:extLst>
          </p:cNvPr>
          <p:cNvSpPr txBox="1"/>
          <p:nvPr/>
        </p:nvSpPr>
        <p:spPr>
          <a:xfrm>
            <a:off x="8655547" y="3799080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3,000</a:t>
            </a:r>
            <a:endParaRPr lang="ko-KR" altLang="en-US" dirty="0"/>
          </a:p>
        </p:txBody>
      </p:sp>
      <p:sp>
        <p:nvSpPr>
          <p:cNvPr id="253" name="TextBox 252">
            <a:extLst>
              <a:ext uri="{FF2B5EF4-FFF2-40B4-BE49-F238E27FC236}">
                <a16:creationId xmlns:a16="http://schemas.microsoft.com/office/drawing/2014/main" id="{89FB881A-06EC-9DC5-551E-9E16F091E133}"/>
              </a:ext>
            </a:extLst>
          </p:cNvPr>
          <p:cNvSpPr txBox="1"/>
          <p:nvPr/>
        </p:nvSpPr>
        <p:spPr>
          <a:xfrm>
            <a:off x="8714602" y="4111726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5" name="직사각형 254">
            <a:extLst>
              <a:ext uri="{FF2B5EF4-FFF2-40B4-BE49-F238E27FC236}">
                <a16:creationId xmlns:a16="http://schemas.microsoft.com/office/drawing/2014/main" id="{49CE230B-6B89-9075-EC8E-EE342E65FA96}"/>
              </a:ext>
            </a:extLst>
          </p:cNvPr>
          <p:cNvSpPr/>
          <p:nvPr/>
        </p:nvSpPr>
        <p:spPr>
          <a:xfrm>
            <a:off x="6669737" y="2466197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56" name="직사각형 255">
            <a:extLst>
              <a:ext uri="{FF2B5EF4-FFF2-40B4-BE49-F238E27FC236}">
                <a16:creationId xmlns:a16="http://schemas.microsoft.com/office/drawing/2014/main" id="{4B5FCCC5-4279-F3D5-1FB8-C8E6311D989C}"/>
              </a:ext>
            </a:extLst>
          </p:cNvPr>
          <p:cNvSpPr/>
          <p:nvPr/>
        </p:nvSpPr>
        <p:spPr>
          <a:xfrm>
            <a:off x="6669737" y="3090986"/>
            <a:ext cx="2417540" cy="60919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57" name="그래픽 256">
            <a:extLst>
              <a:ext uri="{FF2B5EF4-FFF2-40B4-BE49-F238E27FC236}">
                <a16:creationId xmlns:a16="http://schemas.microsoft.com/office/drawing/2014/main" id="{D35907F1-1FD7-5EBC-80C8-921744589CE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716447" y="3281537"/>
            <a:ext cx="263454" cy="263454"/>
          </a:xfrm>
          <a:prstGeom prst="rect">
            <a:avLst/>
          </a:prstGeom>
        </p:spPr>
      </p:pic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76A9AB89-6DE5-D1A5-E78C-0CB951AEA459}"/>
              </a:ext>
            </a:extLst>
          </p:cNvPr>
          <p:cNvSpPr/>
          <p:nvPr/>
        </p:nvSpPr>
        <p:spPr>
          <a:xfrm>
            <a:off x="6669737" y="4325205"/>
            <a:ext cx="2417540" cy="834323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0BE5508E-87D3-501D-E7D5-7B2E2F5F4A44}"/>
              </a:ext>
            </a:extLst>
          </p:cNvPr>
          <p:cNvSpPr txBox="1"/>
          <p:nvPr/>
        </p:nvSpPr>
        <p:spPr>
          <a:xfrm>
            <a:off x="6979137" y="4351494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E1CF5D3F-1006-39D5-2999-CAFCE327FD53}"/>
              </a:ext>
            </a:extLst>
          </p:cNvPr>
          <p:cNvSpPr txBox="1"/>
          <p:nvPr/>
        </p:nvSpPr>
        <p:spPr>
          <a:xfrm>
            <a:off x="6979905" y="4718956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룰렛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제목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꽝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or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당첨 항목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4F527F73-06FB-B72D-EB6B-C070C49CCF16}"/>
              </a:ext>
            </a:extLst>
          </p:cNvPr>
          <p:cNvSpPr txBox="1"/>
          <p:nvPr/>
        </p:nvSpPr>
        <p:spPr>
          <a:xfrm>
            <a:off x="8655547" y="4425360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dirty="0"/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CD9AA686-792B-1119-70FF-EB7FEC69237D}"/>
              </a:ext>
            </a:extLst>
          </p:cNvPr>
          <p:cNvSpPr txBox="1"/>
          <p:nvPr/>
        </p:nvSpPr>
        <p:spPr>
          <a:xfrm>
            <a:off x="8664625" y="4735009"/>
            <a:ext cx="491715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64" name="그래픽 263">
            <a:extLst>
              <a:ext uri="{FF2B5EF4-FFF2-40B4-BE49-F238E27FC236}">
                <a16:creationId xmlns:a16="http://schemas.microsoft.com/office/drawing/2014/main" id="{6B892D6C-3015-F64C-2D4D-D0194DA147A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720224" y="4516502"/>
            <a:ext cx="258115" cy="258115"/>
          </a:xfrm>
          <a:prstGeom prst="rect">
            <a:avLst/>
          </a:prstGeom>
        </p:spPr>
      </p:pic>
      <p:sp>
        <p:nvSpPr>
          <p:cNvPr id="265" name="직사각형 264">
            <a:extLst>
              <a:ext uri="{FF2B5EF4-FFF2-40B4-BE49-F238E27FC236}">
                <a16:creationId xmlns:a16="http://schemas.microsoft.com/office/drawing/2014/main" id="{71629AF8-59CC-59E4-3119-B38E12A8B494}"/>
              </a:ext>
            </a:extLst>
          </p:cNvPr>
          <p:cNvSpPr/>
          <p:nvPr/>
        </p:nvSpPr>
        <p:spPr>
          <a:xfrm>
            <a:off x="6669737" y="5159529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93B06C79-FE4C-2B76-E651-B898980824E6}"/>
              </a:ext>
            </a:extLst>
          </p:cNvPr>
          <p:cNvSpPr txBox="1"/>
          <p:nvPr/>
        </p:nvSpPr>
        <p:spPr>
          <a:xfrm>
            <a:off x="6979137" y="5185817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84105EB4-1C51-B1B1-AFC4-FC607716FDE8}"/>
              </a:ext>
            </a:extLst>
          </p:cNvPr>
          <p:cNvSpPr txBox="1"/>
          <p:nvPr/>
        </p:nvSpPr>
        <p:spPr>
          <a:xfrm>
            <a:off x="6979905" y="5553279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럭키박스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시간초과 환불</a:t>
            </a: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D9D7C532-8AE8-9CC2-9048-B5721D464838}"/>
              </a:ext>
            </a:extLst>
          </p:cNvPr>
          <p:cNvSpPr txBox="1"/>
          <p:nvPr/>
        </p:nvSpPr>
        <p:spPr>
          <a:xfrm>
            <a:off x="8655547" y="5259683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dirty="0"/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8800FBA4-DD8A-F8E5-7C3E-A1C403E31777}"/>
              </a:ext>
            </a:extLst>
          </p:cNvPr>
          <p:cNvSpPr txBox="1"/>
          <p:nvPr/>
        </p:nvSpPr>
        <p:spPr>
          <a:xfrm>
            <a:off x="8714602" y="5553279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71" name="그래픽 270">
            <a:extLst>
              <a:ext uri="{FF2B5EF4-FFF2-40B4-BE49-F238E27FC236}">
                <a16:creationId xmlns:a16="http://schemas.microsoft.com/office/drawing/2014/main" id="{D19AD835-F5EE-5174-1853-5B16EFCDEA11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720508" y="5350825"/>
            <a:ext cx="257831" cy="257831"/>
          </a:xfrm>
          <a:prstGeom prst="rect">
            <a:avLst/>
          </a:prstGeom>
        </p:spPr>
      </p:pic>
      <p:graphicFrame>
        <p:nvGraphicFramePr>
          <p:cNvPr id="273" name="표 272">
            <a:extLst>
              <a:ext uri="{FF2B5EF4-FFF2-40B4-BE49-F238E27FC236}">
                <a16:creationId xmlns:a16="http://schemas.microsoft.com/office/drawing/2014/main" id="{D052626C-B975-B3AE-AE26-4551C7448E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9236693"/>
              </p:ext>
            </p:extLst>
          </p:nvPr>
        </p:nvGraphicFramePr>
        <p:xfrm>
          <a:off x="6673920" y="4950675"/>
          <a:ext cx="2417538" cy="213360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805846">
                  <a:extLst>
                    <a:ext uri="{9D8B030D-6E8A-4147-A177-3AD203B41FA5}">
                      <a16:colId xmlns:a16="http://schemas.microsoft.com/office/drawing/2014/main" val="2045282246"/>
                    </a:ext>
                  </a:extLst>
                </a:gridCol>
                <a:gridCol w="805846">
                  <a:extLst>
                    <a:ext uri="{9D8B030D-6E8A-4147-A177-3AD203B41FA5}">
                      <a16:colId xmlns:a16="http://schemas.microsoft.com/office/drawing/2014/main" val="859422954"/>
                    </a:ext>
                  </a:extLst>
                </a:gridCol>
                <a:gridCol w="805846">
                  <a:extLst>
                    <a:ext uri="{9D8B030D-6E8A-4147-A177-3AD203B41FA5}">
                      <a16:colId xmlns:a16="http://schemas.microsoft.com/office/drawing/2014/main" val="2961860283"/>
                    </a:ext>
                  </a:extLst>
                </a:gridCol>
              </a:tblGrid>
              <a:tr h="19227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▶ 재생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29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ebdings" panose="05030102010509060703" pitchFamily="18" charset="2"/>
                        </a:rPr>
                        <a:t>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차단 해제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벽지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7501084"/>
                  </a:ext>
                </a:extLst>
              </a:tr>
            </a:tbl>
          </a:graphicData>
        </a:graphic>
      </p:graphicFrame>
      <p:sp>
        <p:nvSpPr>
          <p:cNvPr id="274" name="TextBox 273">
            <a:extLst>
              <a:ext uri="{FF2B5EF4-FFF2-40B4-BE49-F238E27FC236}">
                <a16:creationId xmlns:a16="http://schemas.microsoft.com/office/drawing/2014/main" id="{2ACFB686-78BF-4670-928B-B2D5012EF0ED}"/>
              </a:ext>
            </a:extLst>
          </p:cNvPr>
          <p:cNvSpPr txBox="1"/>
          <p:nvPr/>
        </p:nvSpPr>
        <p:spPr>
          <a:xfrm>
            <a:off x="6979137" y="2488116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2E3C7B2E-2E08-3D17-CB1F-868EE45EF321}"/>
              </a:ext>
            </a:extLst>
          </p:cNvPr>
          <p:cNvSpPr txBox="1"/>
          <p:nvPr/>
        </p:nvSpPr>
        <p:spPr>
          <a:xfrm>
            <a:off x="6979906" y="2855578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B22C4A18-B6FA-9DA6-29EA-046688EA8C2A}"/>
              </a:ext>
            </a:extLst>
          </p:cNvPr>
          <p:cNvSpPr txBox="1"/>
          <p:nvPr/>
        </p:nvSpPr>
        <p:spPr>
          <a:xfrm>
            <a:off x="8655547" y="2561982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dirty="0"/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9251FD30-9F37-8A33-C41A-B7EF60F7E621}"/>
              </a:ext>
            </a:extLst>
          </p:cNvPr>
          <p:cNvSpPr txBox="1"/>
          <p:nvPr/>
        </p:nvSpPr>
        <p:spPr>
          <a:xfrm>
            <a:off x="8692572" y="2855578"/>
            <a:ext cx="39176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79" name="그래픽 278">
            <a:extLst>
              <a:ext uri="{FF2B5EF4-FFF2-40B4-BE49-F238E27FC236}">
                <a16:creationId xmlns:a16="http://schemas.microsoft.com/office/drawing/2014/main" id="{E8B2DD91-7C53-B285-DE71-F5BDC4A39A9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6717180" y="2637689"/>
            <a:ext cx="261988" cy="261988"/>
          </a:xfrm>
          <a:prstGeom prst="rect">
            <a:avLst/>
          </a:prstGeom>
        </p:spPr>
      </p:pic>
      <p:sp>
        <p:nvSpPr>
          <p:cNvPr id="285" name="TextBox 284">
            <a:extLst>
              <a:ext uri="{FF2B5EF4-FFF2-40B4-BE49-F238E27FC236}">
                <a16:creationId xmlns:a16="http://schemas.microsoft.com/office/drawing/2014/main" id="{502F0E5C-6277-0596-8AF8-5CA69BCA8166}"/>
              </a:ext>
            </a:extLst>
          </p:cNvPr>
          <p:cNvSpPr txBox="1"/>
          <p:nvPr/>
        </p:nvSpPr>
        <p:spPr>
          <a:xfrm>
            <a:off x="6979137" y="3107190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86" name="TextBox 285">
            <a:extLst>
              <a:ext uri="{FF2B5EF4-FFF2-40B4-BE49-F238E27FC236}">
                <a16:creationId xmlns:a16="http://schemas.microsoft.com/office/drawing/2014/main" id="{D0323812-FA84-257E-BE22-5B1C6967EE50}"/>
              </a:ext>
            </a:extLst>
          </p:cNvPr>
          <p:cNvSpPr txBox="1"/>
          <p:nvPr/>
        </p:nvSpPr>
        <p:spPr>
          <a:xfrm>
            <a:off x="6979906" y="3474652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5F7FEC71-1553-CD3A-D192-DE9B1015881B}"/>
              </a:ext>
            </a:extLst>
          </p:cNvPr>
          <p:cNvSpPr txBox="1"/>
          <p:nvPr/>
        </p:nvSpPr>
        <p:spPr>
          <a:xfrm>
            <a:off x="8655547" y="3181056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dirty="0"/>
          </a:p>
        </p:txBody>
      </p:sp>
      <p:sp>
        <p:nvSpPr>
          <p:cNvPr id="288" name="TextBox 287">
            <a:extLst>
              <a:ext uri="{FF2B5EF4-FFF2-40B4-BE49-F238E27FC236}">
                <a16:creationId xmlns:a16="http://schemas.microsoft.com/office/drawing/2014/main" id="{FC275E69-DF27-E881-3F16-CC63C8795F88}"/>
              </a:ext>
            </a:extLst>
          </p:cNvPr>
          <p:cNvSpPr txBox="1"/>
          <p:nvPr/>
        </p:nvSpPr>
        <p:spPr>
          <a:xfrm>
            <a:off x="8692572" y="3474652"/>
            <a:ext cx="39176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293" name="연결선: 꺾임 292">
            <a:extLst>
              <a:ext uri="{FF2B5EF4-FFF2-40B4-BE49-F238E27FC236}">
                <a16:creationId xmlns:a16="http://schemas.microsoft.com/office/drawing/2014/main" id="{61ADED45-939A-9E91-E368-73E63330D427}"/>
              </a:ext>
            </a:extLst>
          </p:cNvPr>
          <p:cNvCxnSpPr>
            <a:cxnSpLocks/>
            <a:stCxn id="273" idx="2"/>
            <a:endCxn id="86" idx="1"/>
          </p:cNvCxnSpPr>
          <p:nvPr/>
        </p:nvCxnSpPr>
        <p:spPr>
          <a:xfrm rot="5400000" flipH="1">
            <a:off x="4030134" y="1311480"/>
            <a:ext cx="421668" cy="7283443"/>
          </a:xfrm>
          <a:prstGeom prst="bentConnector4">
            <a:avLst>
              <a:gd name="adj1" fmla="val -54213"/>
              <a:gd name="adj2" fmla="val 103139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05B9DD90-C73C-B5CB-83F3-D309BACE1B54}"/>
              </a:ext>
            </a:extLst>
          </p:cNvPr>
          <p:cNvGrpSpPr/>
          <p:nvPr/>
        </p:nvGrpSpPr>
        <p:grpSpPr>
          <a:xfrm rot="5400000">
            <a:off x="6254323" y="4873363"/>
            <a:ext cx="208802" cy="363534"/>
            <a:chOff x="6600056" y="1538514"/>
            <a:chExt cx="1692190" cy="305304"/>
          </a:xfrm>
        </p:grpSpPr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448B747D-27D7-B4BE-1990-C847B97E2328}"/>
                </a:ext>
              </a:extLst>
            </p:cNvPr>
            <p:cNvCxnSpPr/>
            <p:nvPr/>
          </p:nvCxnSpPr>
          <p:spPr>
            <a:xfrm>
              <a:off x="6600056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168A633-30C4-7689-1642-11B9D318EA9F}"/>
                </a:ext>
              </a:extLst>
            </p:cNvPr>
            <p:cNvCxnSpPr/>
            <p:nvPr/>
          </p:nvCxnSpPr>
          <p:spPr>
            <a:xfrm>
              <a:off x="8292244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직선 화살표 연결선 299">
              <a:extLst>
                <a:ext uri="{FF2B5EF4-FFF2-40B4-BE49-F238E27FC236}">
                  <a16:creationId xmlns:a16="http://schemas.microsoft.com/office/drawing/2014/main" id="{54271A40-48B8-C299-470B-036C66C25186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60" y="1731525"/>
              <a:ext cx="1692186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직선 화살표 연결선 300">
              <a:extLst>
                <a:ext uri="{FF2B5EF4-FFF2-40B4-BE49-F238E27FC236}">
                  <a16:creationId xmlns:a16="http://schemas.microsoft.com/office/drawing/2014/main" id="{A2B5EEAD-B82B-DDCE-FD2F-F0CE0361F293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60" y="1648806"/>
              <a:ext cx="1692186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2" name="직사각형 301">
            <a:extLst>
              <a:ext uri="{FF2B5EF4-FFF2-40B4-BE49-F238E27FC236}">
                <a16:creationId xmlns:a16="http://schemas.microsoft.com/office/drawing/2014/main" id="{F244E0F1-6C70-6FF1-C0CD-FAA48A014169}"/>
              </a:ext>
            </a:extLst>
          </p:cNvPr>
          <p:cNvSpPr/>
          <p:nvPr/>
        </p:nvSpPr>
        <p:spPr>
          <a:xfrm>
            <a:off x="3631015" y="4325205"/>
            <a:ext cx="2417540" cy="624769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03" name="TextBox 302">
            <a:extLst>
              <a:ext uri="{FF2B5EF4-FFF2-40B4-BE49-F238E27FC236}">
                <a16:creationId xmlns:a16="http://schemas.microsoft.com/office/drawing/2014/main" id="{32845C98-85FE-127D-3521-41663BD8EF7A}"/>
              </a:ext>
            </a:extLst>
          </p:cNvPr>
          <p:cNvSpPr txBox="1"/>
          <p:nvPr/>
        </p:nvSpPr>
        <p:spPr>
          <a:xfrm>
            <a:off x="3940415" y="4351494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04" name="TextBox 303">
            <a:extLst>
              <a:ext uri="{FF2B5EF4-FFF2-40B4-BE49-F238E27FC236}">
                <a16:creationId xmlns:a16="http://schemas.microsoft.com/office/drawing/2014/main" id="{18598A85-D96A-1601-28EA-6E7182B9CB80}"/>
              </a:ext>
            </a:extLst>
          </p:cNvPr>
          <p:cNvSpPr txBox="1"/>
          <p:nvPr/>
        </p:nvSpPr>
        <p:spPr>
          <a:xfrm>
            <a:off x="3941183" y="4718956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룰렛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제목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꽝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or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당첨 항목</a:t>
            </a:r>
          </a:p>
        </p:txBody>
      </p:sp>
      <p:sp>
        <p:nvSpPr>
          <p:cNvPr id="305" name="TextBox 304">
            <a:extLst>
              <a:ext uri="{FF2B5EF4-FFF2-40B4-BE49-F238E27FC236}">
                <a16:creationId xmlns:a16="http://schemas.microsoft.com/office/drawing/2014/main" id="{08EB2B45-6016-43A1-5FE4-CC7E35CAEE5E}"/>
              </a:ext>
            </a:extLst>
          </p:cNvPr>
          <p:cNvSpPr txBox="1"/>
          <p:nvPr/>
        </p:nvSpPr>
        <p:spPr>
          <a:xfrm>
            <a:off x="5616825" y="4425360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dirty="0"/>
          </a:p>
        </p:txBody>
      </p:sp>
      <p:sp>
        <p:nvSpPr>
          <p:cNvPr id="306" name="TextBox 305">
            <a:extLst>
              <a:ext uri="{FF2B5EF4-FFF2-40B4-BE49-F238E27FC236}">
                <a16:creationId xmlns:a16="http://schemas.microsoft.com/office/drawing/2014/main" id="{D0B44EEA-8241-BD2A-3D23-B4391C6CC734}"/>
              </a:ext>
            </a:extLst>
          </p:cNvPr>
          <p:cNvSpPr txBox="1"/>
          <p:nvPr/>
        </p:nvSpPr>
        <p:spPr>
          <a:xfrm>
            <a:off x="5690266" y="4735009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308" name="그래픽 307">
            <a:extLst>
              <a:ext uri="{FF2B5EF4-FFF2-40B4-BE49-F238E27FC236}">
                <a16:creationId xmlns:a16="http://schemas.microsoft.com/office/drawing/2014/main" id="{5397928A-E687-344A-09AB-F32F241E3398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3681502" y="4516502"/>
            <a:ext cx="258115" cy="258115"/>
          </a:xfrm>
          <a:prstGeom prst="rect">
            <a:avLst/>
          </a:prstGeom>
        </p:spPr>
      </p:pic>
      <p:cxnSp>
        <p:nvCxnSpPr>
          <p:cNvPr id="309" name="연결선: 꺾임 308">
            <a:extLst>
              <a:ext uri="{FF2B5EF4-FFF2-40B4-BE49-F238E27FC236}">
                <a16:creationId xmlns:a16="http://schemas.microsoft.com/office/drawing/2014/main" id="{E10648B4-6C7A-850D-0869-8637101CB07F}"/>
              </a:ext>
            </a:extLst>
          </p:cNvPr>
          <p:cNvCxnSpPr>
            <a:cxnSpLocks/>
            <a:stCxn id="101" idx="0"/>
            <a:endCxn id="308" idx="1"/>
          </p:cNvCxnSpPr>
          <p:nvPr/>
        </p:nvCxnSpPr>
        <p:spPr>
          <a:xfrm rot="5400000" flipH="1" flipV="1">
            <a:off x="2594293" y="3863466"/>
            <a:ext cx="305115" cy="1869304"/>
          </a:xfrm>
          <a:prstGeom prst="bentConnector2">
            <a:avLst/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2" name="연결선: 꺾임 311">
            <a:extLst>
              <a:ext uri="{FF2B5EF4-FFF2-40B4-BE49-F238E27FC236}">
                <a16:creationId xmlns:a16="http://schemas.microsoft.com/office/drawing/2014/main" id="{51630E9C-6784-A68B-9547-2B40B1074DFB}"/>
              </a:ext>
            </a:extLst>
          </p:cNvPr>
          <p:cNvCxnSpPr>
            <a:cxnSpLocks/>
            <a:stCxn id="313" idx="6"/>
            <a:endCxn id="314" idx="2"/>
          </p:cNvCxnSpPr>
          <p:nvPr/>
        </p:nvCxnSpPr>
        <p:spPr>
          <a:xfrm flipV="1">
            <a:off x="6068423" y="4656192"/>
            <a:ext cx="1030539" cy="6475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3" name="타원 312">
            <a:extLst>
              <a:ext uri="{FF2B5EF4-FFF2-40B4-BE49-F238E27FC236}">
                <a16:creationId xmlns:a16="http://schemas.microsoft.com/office/drawing/2014/main" id="{514E4D7E-1884-1106-6C45-D7CF7C6E9164}"/>
              </a:ext>
            </a:extLst>
          </p:cNvPr>
          <p:cNvSpPr/>
          <p:nvPr/>
        </p:nvSpPr>
        <p:spPr>
          <a:xfrm>
            <a:off x="5479628" y="4368269"/>
            <a:ext cx="588795" cy="588795"/>
          </a:xfrm>
          <a:prstGeom prst="ellipse">
            <a:avLst/>
          </a:prstGeom>
          <a:solidFill>
            <a:srgbClr val="FF0000">
              <a:alpha val="50000"/>
            </a:srgbClr>
          </a:solidFill>
          <a:ln>
            <a:noFill/>
            <a:prstDash val="sysDot"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14" name="타원 313">
            <a:extLst>
              <a:ext uri="{FF2B5EF4-FFF2-40B4-BE49-F238E27FC236}">
                <a16:creationId xmlns:a16="http://schemas.microsoft.com/office/drawing/2014/main" id="{6BD4B7DD-16EC-5D41-A3FF-B28DB384D6B6}"/>
              </a:ext>
            </a:extLst>
          </p:cNvPr>
          <p:cNvSpPr/>
          <p:nvPr/>
        </p:nvSpPr>
        <p:spPr>
          <a:xfrm>
            <a:off x="7098962" y="4361794"/>
            <a:ext cx="588795" cy="588795"/>
          </a:xfrm>
          <a:prstGeom prst="ellipse">
            <a:avLst/>
          </a:prstGeom>
          <a:solidFill>
            <a:srgbClr val="FF0000">
              <a:alpha val="50000"/>
            </a:srgbClr>
          </a:solidFill>
          <a:ln>
            <a:noFill/>
            <a:prstDash val="sysDot"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22" name="그림 321">
            <a:extLst>
              <a:ext uri="{FF2B5EF4-FFF2-40B4-BE49-F238E27FC236}">
                <a16:creationId xmlns:a16="http://schemas.microsoft.com/office/drawing/2014/main" id="{B5AE1D74-461A-5D61-CACB-72AE357C85CD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5840317" y="2253695"/>
            <a:ext cx="187790" cy="192370"/>
          </a:xfrm>
          <a:prstGeom prst="rect">
            <a:avLst/>
          </a:prstGeom>
        </p:spPr>
      </p:pic>
      <p:pic>
        <p:nvPicPr>
          <p:cNvPr id="323" name="그림 322">
            <a:extLst>
              <a:ext uri="{FF2B5EF4-FFF2-40B4-BE49-F238E27FC236}">
                <a16:creationId xmlns:a16="http://schemas.microsoft.com/office/drawing/2014/main" id="{2E032930-72E8-F41F-7549-0D15F14F5BD2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810247" y="2253695"/>
            <a:ext cx="187790" cy="192370"/>
          </a:xfrm>
          <a:prstGeom prst="rect">
            <a:avLst/>
          </a:prstGeom>
        </p:spPr>
      </p:pic>
      <p:pic>
        <p:nvPicPr>
          <p:cNvPr id="324" name="그림 323">
            <a:extLst>
              <a:ext uri="{FF2B5EF4-FFF2-40B4-BE49-F238E27FC236}">
                <a16:creationId xmlns:a16="http://schemas.microsoft.com/office/drawing/2014/main" id="{C6D2F557-7069-0F0E-7D9F-D8AAC085C189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877186" y="2253695"/>
            <a:ext cx="187790" cy="192370"/>
          </a:xfrm>
          <a:prstGeom prst="rect">
            <a:avLst/>
          </a:prstGeom>
        </p:spPr>
      </p:pic>
      <p:graphicFrame>
        <p:nvGraphicFramePr>
          <p:cNvPr id="28" name="Group 323">
            <a:extLst>
              <a:ext uri="{FF2B5EF4-FFF2-40B4-BE49-F238E27FC236}">
                <a16:creationId xmlns:a16="http://schemas.microsoft.com/office/drawing/2014/main" id="{EA91F4B8-CFC2-784E-EE05-FF0BEF5180F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8927131"/>
              </p:ext>
            </p:extLst>
          </p:nvPr>
        </p:nvGraphicFramePr>
        <p:xfrm>
          <a:off x="9625013" y="575703"/>
          <a:ext cx="2519969" cy="1217937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차단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차단된 후원자의 후원 영역은 회색으로 변경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[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차단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]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버튼은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차단 해제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]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버튼으로 변경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차단 해제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해제 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[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차단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]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버튼으로 변경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4805243"/>
                  </a:ext>
                </a:extLst>
              </a:tr>
            </a:tbl>
          </a:graphicData>
        </a:graphic>
      </p:graphicFrame>
      <p:sp>
        <p:nvSpPr>
          <p:cNvPr id="29" name="타원 28">
            <a:extLst>
              <a:ext uri="{FF2B5EF4-FFF2-40B4-BE49-F238E27FC236}">
                <a16:creationId xmlns:a16="http://schemas.microsoft.com/office/drawing/2014/main" id="{BDD15487-D2B4-FB39-388A-5B1D15254264}"/>
              </a:ext>
            </a:extLst>
          </p:cNvPr>
          <p:cNvSpPr/>
          <p:nvPr/>
        </p:nvSpPr>
        <p:spPr>
          <a:xfrm>
            <a:off x="3299259" y="4466276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842D2A39-6BAE-198D-1E42-B21EC29FA581}"/>
              </a:ext>
            </a:extLst>
          </p:cNvPr>
          <p:cNvSpPr/>
          <p:nvPr/>
        </p:nvSpPr>
        <p:spPr>
          <a:xfrm>
            <a:off x="7824192" y="4774617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0B6B598C-C2B5-F692-C0D3-A3AEFEFCF1C0}"/>
              </a:ext>
            </a:extLst>
          </p:cNvPr>
          <p:cNvGrpSpPr/>
          <p:nvPr/>
        </p:nvGrpSpPr>
        <p:grpSpPr>
          <a:xfrm>
            <a:off x="547688" y="5773122"/>
            <a:ext cx="2507456" cy="413366"/>
            <a:chOff x="540805" y="6488673"/>
            <a:chExt cx="2486119" cy="413366"/>
          </a:xfrm>
        </p:grpSpPr>
        <p:sp>
          <p:nvSpPr>
            <p:cNvPr id="65" name="사각형: 둥근 모서리 64">
              <a:extLst>
                <a:ext uri="{FF2B5EF4-FFF2-40B4-BE49-F238E27FC236}">
                  <a16:creationId xmlns:a16="http://schemas.microsoft.com/office/drawing/2014/main" id="{1D0B5EE6-AA35-F5F8-956C-330DD664041D}"/>
                </a:ext>
              </a:extLst>
            </p:cNvPr>
            <p:cNvSpPr/>
            <p:nvPr/>
          </p:nvSpPr>
          <p:spPr bwMode="auto">
            <a:xfrm>
              <a:off x="540805" y="6488673"/>
              <a:ext cx="2486119" cy="413366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66" name="그룹 65">
              <a:extLst>
                <a:ext uri="{FF2B5EF4-FFF2-40B4-BE49-F238E27FC236}">
                  <a16:creationId xmlns:a16="http://schemas.microsoft.com/office/drawing/2014/main" id="{5DCA45F5-8BD4-FA72-0D95-B2FC3595FFBF}"/>
                </a:ext>
              </a:extLst>
            </p:cNvPr>
            <p:cNvGrpSpPr/>
            <p:nvPr/>
          </p:nvGrpSpPr>
          <p:grpSpPr>
            <a:xfrm>
              <a:off x="646069" y="6557675"/>
              <a:ext cx="2294019" cy="310182"/>
              <a:chOff x="646069" y="5802457"/>
              <a:chExt cx="2294019" cy="310182"/>
            </a:xfrm>
          </p:grpSpPr>
          <p:grpSp>
            <p:nvGrpSpPr>
              <p:cNvPr id="68" name="그룹 67">
                <a:extLst>
                  <a:ext uri="{FF2B5EF4-FFF2-40B4-BE49-F238E27FC236}">
                    <a16:creationId xmlns:a16="http://schemas.microsoft.com/office/drawing/2014/main" id="{3E406840-3AD0-75D5-BBE0-1F5CD67E3296}"/>
                  </a:ext>
                </a:extLst>
              </p:cNvPr>
              <p:cNvGrpSpPr/>
              <p:nvPr/>
            </p:nvGrpSpPr>
            <p:grpSpPr>
              <a:xfrm>
                <a:off x="646069" y="5802457"/>
                <a:ext cx="2294019" cy="310182"/>
                <a:chOff x="655595" y="5802457"/>
                <a:chExt cx="2294019" cy="310182"/>
              </a:xfrm>
            </p:grpSpPr>
            <p:sp>
              <p:nvSpPr>
                <p:cNvPr id="81" name="사각형: 둥근 모서리 80">
                  <a:extLst>
                    <a:ext uri="{FF2B5EF4-FFF2-40B4-BE49-F238E27FC236}">
                      <a16:creationId xmlns:a16="http://schemas.microsoft.com/office/drawing/2014/main" id="{12436295-3382-8C9D-4099-0625600B2930}"/>
                    </a:ext>
                  </a:extLst>
                </p:cNvPr>
                <p:cNvSpPr/>
                <p:nvPr/>
              </p:nvSpPr>
              <p:spPr>
                <a:xfrm>
                  <a:off x="655595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  <p:sp>
              <p:nvSpPr>
                <p:cNvPr id="82" name="사각형: 둥근 모서리 81">
                  <a:extLst>
                    <a:ext uri="{FF2B5EF4-FFF2-40B4-BE49-F238E27FC236}">
                      <a16:creationId xmlns:a16="http://schemas.microsoft.com/office/drawing/2014/main" id="{4D431F10-97CD-B359-6A42-669ADA6E5BB0}"/>
                    </a:ext>
                  </a:extLst>
                </p:cNvPr>
                <p:cNvSpPr/>
                <p:nvPr/>
              </p:nvSpPr>
              <p:spPr>
                <a:xfrm>
                  <a:off x="1848143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</p:grpSp>
          <p:pic>
            <p:nvPicPr>
              <p:cNvPr id="69" name="그림 68">
                <a:extLst>
                  <a:ext uri="{FF2B5EF4-FFF2-40B4-BE49-F238E27FC236}">
                    <a16:creationId xmlns:a16="http://schemas.microsoft.com/office/drawing/2014/main" id="{B4690E37-84D6-3666-B46D-42A52AA27F4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biLevel thresh="50000"/>
              </a:blip>
              <a:stretch>
                <a:fillRect/>
              </a:stretch>
            </p:blipFill>
            <p:spPr>
              <a:xfrm>
                <a:off x="1108855" y="5880754"/>
                <a:ext cx="153589" cy="153589"/>
              </a:xfrm>
              <a:prstGeom prst="rect">
                <a:avLst/>
              </a:prstGeom>
            </p:spPr>
          </p:pic>
          <p:pic>
            <p:nvPicPr>
              <p:cNvPr id="77" name="그림 76">
                <a:extLst>
                  <a:ext uri="{FF2B5EF4-FFF2-40B4-BE49-F238E27FC236}">
                    <a16:creationId xmlns:a16="http://schemas.microsoft.com/office/drawing/2014/main" id="{5FEE1D0B-0FCE-88AC-4F98-FCDF49261A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biLevel thresh="75000"/>
              </a:blip>
              <a:stretch>
                <a:fillRect/>
              </a:stretch>
            </p:blipFill>
            <p:spPr>
              <a:xfrm>
                <a:off x="2222354" y="5869660"/>
                <a:ext cx="175780" cy="175778"/>
              </a:xfrm>
              <a:prstGeom prst="rect">
                <a:avLst/>
              </a:prstGeom>
            </p:spPr>
          </p:pic>
          <p:pic>
            <p:nvPicPr>
              <p:cNvPr id="80" name="그림 79">
                <a:extLst>
                  <a:ext uri="{FF2B5EF4-FFF2-40B4-BE49-F238E27FC236}">
                    <a16:creationId xmlns:a16="http://schemas.microsoft.com/office/drawing/2014/main" id="{39C17748-8D4B-9DC5-FD99-5B1C014567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biLevel thresh="75000"/>
              </a:blip>
              <a:stretch>
                <a:fillRect/>
              </a:stretch>
            </p:blipFill>
            <p:spPr>
              <a:xfrm>
                <a:off x="2444223" y="5868710"/>
                <a:ext cx="138036" cy="177676"/>
              </a:xfrm>
              <a:prstGeom prst="rect">
                <a:avLst/>
              </a:prstGeom>
            </p:spPr>
          </p:pic>
        </p:grpSp>
        <p:sp>
          <p:nvSpPr>
            <p:cNvPr id="67" name="타원 66">
              <a:extLst>
                <a:ext uri="{FF2B5EF4-FFF2-40B4-BE49-F238E27FC236}">
                  <a16:creationId xmlns:a16="http://schemas.microsoft.com/office/drawing/2014/main" id="{C60F6698-CDB8-88E2-7AC2-A3B6701D21D7}"/>
                </a:ext>
              </a:extLst>
            </p:cNvPr>
            <p:cNvSpPr/>
            <p:nvPr/>
          </p:nvSpPr>
          <p:spPr>
            <a:xfrm>
              <a:off x="1305059" y="6590429"/>
              <a:ext cx="153854" cy="153854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23</a:t>
              </a:r>
              <a:endParaRPr lang="ko-KR" altLang="en-US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921A8216-C4F6-28AF-15FF-FA192D7B2175}"/>
              </a:ext>
            </a:extLst>
          </p:cNvPr>
          <p:cNvGrpSpPr/>
          <p:nvPr/>
        </p:nvGrpSpPr>
        <p:grpSpPr>
          <a:xfrm>
            <a:off x="3573566" y="5773122"/>
            <a:ext cx="2507456" cy="413366"/>
            <a:chOff x="540805" y="6488673"/>
            <a:chExt cx="2486119" cy="413366"/>
          </a:xfrm>
        </p:grpSpPr>
        <p:sp>
          <p:nvSpPr>
            <p:cNvPr id="84" name="사각형: 둥근 모서리 83">
              <a:extLst>
                <a:ext uri="{FF2B5EF4-FFF2-40B4-BE49-F238E27FC236}">
                  <a16:creationId xmlns:a16="http://schemas.microsoft.com/office/drawing/2014/main" id="{E8384CEE-339E-63E3-316D-E0D4A57352A6}"/>
                </a:ext>
              </a:extLst>
            </p:cNvPr>
            <p:cNvSpPr/>
            <p:nvPr/>
          </p:nvSpPr>
          <p:spPr bwMode="auto">
            <a:xfrm>
              <a:off x="540805" y="6488673"/>
              <a:ext cx="2486119" cy="413366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91" name="그룹 90">
              <a:extLst>
                <a:ext uri="{FF2B5EF4-FFF2-40B4-BE49-F238E27FC236}">
                  <a16:creationId xmlns:a16="http://schemas.microsoft.com/office/drawing/2014/main" id="{72959AB4-B1ED-FB72-01F3-3CD5194531F5}"/>
                </a:ext>
              </a:extLst>
            </p:cNvPr>
            <p:cNvGrpSpPr/>
            <p:nvPr/>
          </p:nvGrpSpPr>
          <p:grpSpPr>
            <a:xfrm>
              <a:off x="646069" y="6557675"/>
              <a:ext cx="2294019" cy="310182"/>
              <a:chOff x="646069" y="5802457"/>
              <a:chExt cx="2294019" cy="310182"/>
            </a:xfrm>
          </p:grpSpPr>
          <p:grpSp>
            <p:nvGrpSpPr>
              <p:cNvPr id="106" name="그룹 105">
                <a:extLst>
                  <a:ext uri="{FF2B5EF4-FFF2-40B4-BE49-F238E27FC236}">
                    <a16:creationId xmlns:a16="http://schemas.microsoft.com/office/drawing/2014/main" id="{6CF21DB0-08B5-346E-A7D1-ADC9884C446A}"/>
                  </a:ext>
                </a:extLst>
              </p:cNvPr>
              <p:cNvGrpSpPr/>
              <p:nvPr/>
            </p:nvGrpSpPr>
            <p:grpSpPr>
              <a:xfrm>
                <a:off x="646069" y="5802457"/>
                <a:ext cx="2294019" cy="310182"/>
                <a:chOff x="655595" y="5802457"/>
                <a:chExt cx="2294019" cy="310182"/>
              </a:xfrm>
            </p:grpSpPr>
            <p:sp>
              <p:nvSpPr>
                <p:cNvPr id="111" name="사각형: 둥근 모서리 110">
                  <a:extLst>
                    <a:ext uri="{FF2B5EF4-FFF2-40B4-BE49-F238E27FC236}">
                      <a16:creationId xmlns:a16="http://schemas.microsoft.com/office/drawing/2014/main" id="{E7C03978-4EF6-52A6-CC5C-8788D9713FC8}"/>
                    </a:ext>
                  </a:extLst>
                </p:cNvPr>
                <p:cNvSpPr/>
                <p:nvPr/>
              </p:nvSpPr>
              <p:spPr>
                <a:xfrm>
                  <a:off x="655595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  <p:sp>
              <p:nvSpPr>
                <p:cNvPr id="112" name="사각형: 둥근 모서리 111">
                  <a:extLst>
                    <a:ext uri="{FF2B5EF4-FFF2-40B4-BE49-F238E27FC236}">
                      <a16:creationId xmlns:a16="http://schemas.microsoft.com/office/drawing/2014/main" id="{4E79CA3D-AB26-2490-1D3E-D81C1FF88A26}"/>
                    </a:ext>
                  </a:extLst>
                </p:cNvPr>
                <p:cNvSpPr/>
                <p:nvPr/>
              </p:nvSpPr>
              <p:spPr>
                <a:xfrm>
                  <a:off x="1848143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</p:grpSp>
          <p:pic>
            <p:nvPicPr>
              <p:cNvPr id="108" name="그림 107">
                <a:extLst>
                  <a:ext uri="{FF2B5EF4-FFF2-40B4-BE49-F238E27FC236}">
                    <a16:creationId xmlns:a16="http://schemas.microsoft.com/office/drawing/2014/main" id="{EAFCE07A-E49C-51E5-606B-1215FB3C8C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biLevel thresh="50000"/>
              </a:blip>
              <a:stretch>
                <a:fillRect/>
              </a:stretch>
            </p:blipFill>
            <p:spPr>
              <a:xfrm>
                <a:off x="1108855" y="5880754"/>
                <a:ext cx="153589" cy="153589"/>
              </a:xfrm>
              <a:prstGeom prst="rect">
                <a:avLst/>
              </a:prstGeom>
            </p:spPr>
          </p:pic>
          <p:pic>
            <p:nvPicPr>
              <p:cNvPr id="109" name="그림 108">
                <a:extLst>
                  <a:ext uri="{FF2B5EF4-FFF2-40B4-BE49-F238E27FC236}">
                    <a16:creationId xmlns:a16="http://schemas.microsoft.com/office/drawing/2014/main" id="{7CD669CF-FE14-6A96-8E89-C73C1AC747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biLevel thresh="75000"/>
              </a:blip>
              <a:stretch>
                <a:fillRect/>
              </a:stretch>
            </p:blipFill>
            <p:spPr>
              <a:xfrm>
                <a:off x="2222354" y="5869660"/>
                <a:ext cx="175780" cy="175778"/>
              </a:xfrm>
              <a:prstGeom prst="rect">
                <a:avLst/>
              </a:prstGeom>
            </p:spPr>
          </p:pic>
          <p:pic>
            <p:nvPicPr>
              <p:cNvPr id="110" name="그림 109">
                <a:extLst>
                  <a:ext uri="{FF2B5EF4-FFF2-40B4-BE49-F238E27FC236}">
                    <a16:creationId xmlns:a16="http://schemas.microsoft.com/office/drawing/2014/main" id="{46B143CC-FEAB-9D62-95AB-1DAF8D701D0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biLevel thresh="75000"/>
              </a:blip>
              <a:stretch>
                <a:fillRect/>
              </a:stretch>
            </p:blipFill>
            <p:spPr>
              <a:xfrm>
                <a:off x="2444223" y="5868710"/>
                <a:ext cx="138036" cy="177676"/>
              </a:xfrm>
              <a:prstGeom prst="rect">
                <a:avLst/>
              </a:prstGeom>
            </p:spPr>
          </p:pic>
        </p:grpSp>
        <p:sp>
          <p:nvSpPr>
            <p:cNvPr id="98" name="타원 97">
              <a:extLst>
                <a:ext uri="{FF2B5EF4-FFF2-40B4-BE49-F238E27FC236}">
                  <a16:creationId xmlns:a16="http://schemas.microsoft.com/office/drawing/2014/main" id="{62AFF4BA-7ACB-4700-D7E6-4DD2BE4D681D}"/>
                </a:ext>
              </a:extLst>
            </p:cNvPr>
            <p:cNvSpPr/>
            <p:nvPr/>
          </p:nvSpPr>
          <p:spPr>
            <a:xfrm>
              <a:off x="1305059" y="6590429"/>
              <a:ext cx="153854" cy="153854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23</a:t>
              </a:r>
              <a:endParaRPr lang="ko-KR" altLang="en-US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493EF490-9626-E24B-FA24-8B20F8A0E23B}"/>
              </a:ext>
            </a:extLst>
          </p:cNvPr>
          <p:cNvGrpSpPr/>
          <p:nvPr/>
        </p:nvGrpSpPr>
        <p:grpSpPr>
          <a:xfrm>
            <a:off x="6625684" y="5773122"/>
            <a:ext cx="2507456" cy="413366"/>
            <a:chOff x="540805" y="6488673"/>
            <a:chExt cx="2486119" cy="413366"/>
          </a:xfrm>
        </p:grpSpPr>
        <p:sp>
          <p:nvSpPr>
            <p:cNvPr id="118" name="사각형: 둥근 모서리 117">
              <a:extLst>
                <a:ext uri="{FF2B5EF4-FFF2-40B4-BE49-F238E27FC236}">
                  <a16:creationId xmlns:a16="http://schemas.microsoft.com/office/drawing/2014/main" id="{743FE4BE-33E6-2732-FA3D-E1D81F188243}"/>
                </a:ext>
              </a:extLst>
            </p:cNvPr>
            <p:cNvSpPr/>
            <p:nvPr/>
          </p:nvSpPr>
          <p:spPr bwMode="auto">
            <a:xfrm>
              <a:off x="540805" y="6488673"/>
              <a:ext cx="2486119" cy="413366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9C1219B3-EF15-6CE7-A34A-BD455BF574D5}"/>
                </a:ext>
              </a:extLst>
            </p:cNvPr>
            <p:cNvGrpSpPr/>
            <p:nvPr/>
          </p:nvGrpSpPr>
          <p:grpSpPr>
            <a:xfrm>
              <a:off x="646069" y="6557675"/>
              <a:ext cx="2294019" cy="310182"/>
              <a:chOff x="646069" y="5802457"/>
              <a:chExt cx="2294019" cy="310182"/>
            </a:xfrm>
          </p:grpSpPr>
          <p:grpSp>
            <p:nvGrpSpPr>
              <p:cNvPr id="151" name="그룹 150">
                <a:extLst>
                  <a:ext uri="{FF2B5EF4-FFF2-40B4-BE49-F238E27FC236}">
                    <a16:creationId xmlns:a16="http://schemas.microsoft.com/office/drawing/2014/main" id="{A5700B48-B3BA-7805-DE82-6ADEF2312DB1}"/>
                  </a:ext>
                </a:extLst>
              </p:cNvPr>
              <p:cNvGrpSpPr/>
              <p:nvPr/>
            </p:nvGrpSpPr>
            <p:grpSpPr>
              <a:xfrm>
                <a:off x="646069" y="5802457"/>
                <a:ext cx="2294019" cy="310182"/>
                <a:chOff x="655595" y="5802457"/>
                <a:chExt cx="2294019" cy="310182"/>
              </a:xfrm>
            </p:grpSpPr>
            <p:sp>
              <p:nvSpPr>
                <p:cNvPr id="155" name="사각형: 둥근 모서리 154">
                  <a:extLst>
                    <a:ext uri="{FF2B5EF4-FFF2-40B4-BE49-F238E27FC236}">
                      <a16:creationId xmlns:a16="http://schemas.microsoft.com/office/drawing/2014/main" id="{78067976-6267-82FB-926D-ECA50CF9DC17}"/>
                    </a:ext>
                  </a:extLst>
                </p:cNvPr>
                <p:cNvSpPr/>
                <p:nvPr/>
              </p:nvSpPr>
              <p:spPr>
                <a:xfrm>
                  <a:off x="655595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  <p:sp>
              <p:nvSpPr>
                <p:cNvPr id="156" name="사각형: 둥근 모서리 155">
                  <a:extLst>
                    <a:ext uri="{FF2B5EF4-FFF2-40B4-BE49-F238E27FC236}">
                      <a16:creationId xmlns:a16="http://schemas.microsoft.com/office/drawing/2014/main" id="{3C56020D-C795-FBCF-478F-BE1B77FA2B6F}"/>
                    </a:ext>
                  </a:extLst>
                </p:cNvPr>
                <p:cNvSpPr/>
                <p:nvPr/>
              </p:nvSpPr>
              <p:spPr>
                <a:xfrm>
                  <a:off x="1848143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</p:grpSp>
          <p:pic>
            <p:nvPicPr>
              <p:cNvPr id="152" name="그림 151">
                <a:extLst>
                  <a:ext uri="{FF2B5EF4-FFF2-40B4-BE49-F238E27FC236}">
                    <a16:creationId xmlns:a16="http://schemas.microsoft.com/office/drawing/2014/main" id="{611B36CC-E3EE-378B-07AC-13ABF37D77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biLevel thresh="50000"/>
              </a:blip>
              <a:stretch>
                <a:fillRect/>
              </a:stretch>
            </p:blipFill>
            <p:spPr>
              <a:xfrm>
                <a:off x="1108855" y="5880754"/>
                <a:ext cx="153589" cy="153589"/>
              </a:xfrm>
              <a:prstGeom prst="rect">
                <a:avLst/>
              </a:prstGeom>
            </p:spPr>
          </p:pic>
          <p:pic>
            <p:nvPicPr>
              <p:cNvPr id="153" name="그림 152">
                <a:extLst>
                  <a:ext uri="{FF2B5EF4-FFF2-40B4-BE49-F238E27FC236}">
                    <a16:creationId xmlns:a16="http://schemas.microsoft.com/office/drawing/2014/main" id="{EF47E9EC-DDF1-33B2-289E-CBFC0F409B4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biLevel thresh="75000"/>
              </a:blip>
              <a:stretch>
                <a:fillRect/>
              </a:stretch>
            </p:blipFill>
            <p:spPr>
              <a:xfrm>
                <a:off x="2222354" y="5869660"/>
                <a:ext cx="175780" cy="175778"/>
              </a:xfrm>
              <a:prstGeom prst="rect">
                <a:avLst/>
              </a:prstGeom>
            </p:spPr>
          </p:pic>
          <p:pic>
            <p:nvPicPr>
              <p:cNvPr id="154" name="그림 153">
                <a:extLst>
                  <a:ext uri="{FF2B5EF4-FFF2-40B4-BE49-F238E27FC236}">
                    <a16:creationId xmlns:a16="http://schemas.microsoft.com/office/drawing/2014/main" id="{49A937C3-272D-A8BF-946A-7EBCCB85062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biLevel thresh="75000"/>
              </a:blip>
              <a:stretch>
                <a:fillRect/>
              </a:stretch>
            </p:blipFill>
            <p:spPr>
              <a:xfrm>
                <a:off x="2444223" y="5868710"/>
                <a:ext cx="138036" cy="177676"/>
              </a:xfrm>
              <a:prstGeom prst="rect">
                <a:avLst/>
              </a:prstGeom>
            </p:spPr>
          </p:pic>
        </p:grpSp>
        <p:sp>
          <p:nvSpPr>
            <p:cNvPr id="147" name="타원 146">
              <a:extLst>
                <a:ext uri="{FF2B5EF4-FFF2-40B4-BE49-F238E27FC236}">
                  <a16:creationId xmlns:a16="http://schemas.microsoft.com/office/drawing/2014/main" id="{DAE75DB4-8A4F-A903-F8CD-CFB6BA5C7ACE}"/>
                </a:ext>
              </a:extLst>
            </p:cNvPr>
            <p:cNvSpPr/>
            <p:nvPr/>
          </p:nvSpPr>
          <p:spPr>
            <a:xfrm>
              <a:off x="1305059" y="6590429"/>
              <a:ext cx="153854" cy="153854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23</a:t>
              </a:r>
              <a:endParaRPr lang="ko-KR" altLang="en-US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B4347252-3865-210D-36C4-A95570C08E9A}"/>
              </a:ext>
            </a:extLst>
          </p:cNvPr>
          <p:cNvGrpSpPr/>
          <p:nvPr/>
        </p:nvGrpSpPr>
        <p:grpSpPr>
          <a:xfrm>
            <a:off x="581025" y="1742002"/>
            <a:ext cx="2447925" cy="174091"/>
            <a:chOff x="4030330" y="4982273"/>
            <a:chExt cx="2447925" cy="174091"/>
          </a:xfrm>
        </p:grpSpPr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B34667B4-5773-90C3-77F8-13B3B79F9080}"/>
                </a:ext>
              </a:extLst>
            </p:cNvPr>
            <p:cNvSpPr/>
            <p:nvPr/>
          </p:nvSpPr>
          <p:spPr>
            <a:xfrm>
              <a:off x="4030330" y="4982273"/>
              <a:ext cx="2447925" cy="174091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  <a:sym typeface="Webdings" panose="05030102010509060703" pitchFamily="18" charset="2"/>
                </a:rPr>
                <a:t>     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[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이벤트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] 2025 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투네이션 어워드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…</a:t>
              </a:r>
              <a:endParaRPr kumimoji="1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12" name="그래픽 11">
              <a:extLst>
                <a:ext uri="{FF2B5EF4-FFF2-40B4-BE49-F238E27FC236}">
                  <a16:creationId xmlns:a16="http://schemas.microsoft.com/office/drawing/2014/main" id="{315930A9-7851-A787-0BCA-919CC25F4F6E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4056529" y="4988794"/>
              <a:ext cx="159090" cy="159090"/>
            </a:xfrm>
            <a:prstGeom prst="rect">
              <a:avLst/>
            </a:prstGeom>
          </p:spPr>
        </p:pic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17F3C524-5E9C-2626-AEA1-5A2BC74A4829}"/>
              </a:ext>
            </a:extLst>
          </p:cNvPr>
          <p:cNvGrpSpPr/>
          <p:nvPr/>
        </p:nvGrpSpPr>
        <p:grpSpPr>
          <a:xfrm>
            <a:off x="3610973" y="1742002"/>
            <a:ext cx="2447925" cy="174091"/>
            <a:chOff x="4030330" y="4982273"/>
            <a:chExt cx="2447925" cy="174091"/>
          </a:xfrm>
        </p:grpSpPr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38A2F40-624F-399D-A425-17D6104F8290}"/>
                </a:ext>
              </a:extLst>
            </p:cNvPr>
            <p:cNvSpPr/>
            <p:nvPr/>
          </p:nvSpPr>
          <p:spPr>
            <a:xfrm>
              <a:off x="4030330" y="4982273"/>
              <a:ext cx="2447925" cy="174091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  <a:sym typeface="Webdings" panose="05030102010509060703" pitchFamily="18" charset="2"/>
                </a:rPr>
                <a:t>     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[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이벤트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] 2025 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투네이션 어워드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…</a:t>
              </a:r>
              <a:endParaRPr kumimoji="1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32" name="그래픽 31">
              <a:extLst>
                <a:ext uri="{FF2B5EF4-FFF2-40B4-BE49-F238E27FC236}">
                  <a16:creationId xmlns:a16="http://schemas.microsoft.com/office/drawing/2014/main" id="{A65ED6D8-8F62-932F-0CF5-CCC539C4B755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4056529" y="4988794"/>
              <a:ext cx="159090" cy="159090"/>
            </a:xfrm>
            <a:prstGeom prst="rect">
              <a:avLst/>
            </a:prstGeom>
          </p:spPr>
        </p:pic>
      </p:grp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0E34754F-C499-FFBD-D6DB-72E730AE5BF8}"/>
              </a:ext>
            </a:extLst>
          </p:cNvPr>
          <p:cNvGrpSpPr/>
          <p:nvPr/>
        </p:nvGrpSpPr>
        <p:grpSpPr>
          <a:xfrm>
            <a:off x="6649099" y="1742002"/>
            <a:ext cx="2447925" cy="174091"/>
            <a:chOff x="4030330" y="4982273"/>
            <a:chExt cx="2447925" cy="174091"/>
          </a:xfrm>
        </p:grpSpPr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BC5488F-9623-C0AF-7566-95A5CF2AFAC9}"/>
                </a:ext>
              </a:extLst>
            </p:cNvPr>
            <p:cNvSpPr/>
            <p:nvPr/>
          </p:nvSpPr>
          <p:spPr>
            <a:xfrm>
              <a:off x="4030330" y="4982273"/>
              <a:ext cx="2447925" cy="174091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  <a:sym typeface="Webdings" panose="05030102010509060703" pitchFamily="18" charset="2"/>
                </a:rPr>
                <a:t>     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[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이벤트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] 2025 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투네이션 어워드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…</a:t>
              </a:r>
              <a:endParaRPr kumimoji="1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35" name="그래픽 34">
              <a:extLst>
                <a:ext uri="{FF2B5EF4-FFF2-40B4-BE49-F238E27FC236}">
                  <a16:creationId xmlns:a16="http://schemas.microsoft.com/office/drawing/2014/main" id="{EE8AB284-288E-2137-75C1-9A342ADE5762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4056529" y="4988794"/>
              <a:ext cx="159090" cy="159090"/>
            </a:xfrm>
            <a:prstGeom prst="rect">
              <a:avLst/>
            </a:prstGeom>
          </p:spPr>
        </p:pic>
      </p:grpSp>
      <p:pic>
        <p:nvPicPr>
          <p:cNvPr id="21" name="그림 20">
            <a:extLst>
              <a:ext uri="{FF2B5EF4-FFF2-40B4-BE49-F238E27FC236}">
                <a16:creationId xmlns:a16="http://schemas.microsoft.com/office/drawing/2014/main" id="{078CC788-DFDA-F0F8-F7E1-B811F83B88FB}"/>
              </a:ext>
            </a:extLst>
          </p:cNvPr>
          <p:cNvPicPr>
            <a:picLocks noChangeAspect="1"/>
          </p:cNvPicPr>
          <p:nvPr/>
        </p:nvPicPr>
        <p:blipFill>
          <a:blip r:embed="rId20">
            <a:biLevel thresh="75000"/>
            <a:extLst>
              <a:ext uri="{BEBA8EAE-BF5A-486C-A8C5-ECC9F3942E4B}">
                <a14:imgProps xmlns:a14="http://schemas.microsoft.com/office/drawing/2010/main">
                  <a14:imgLayer r:embed="rId21">
                    <a14:imgEffect>
                      <a14:backgroundRemoval t="10000" b="90000" l="10000" r="90000">
                        <a14:foregroundMark x1="50000" y1="74000" x2="50000" y2="74000"/>
                      </a14:backgroundRemoval>
                    </a14:imgEffect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</a:extLst>
          </a:blip>
          <a:srcRect l="22466" t="21148" r="24851" b="19009"/>
          <a:stretch>
            <a:fillRect/>
          </a:stretch>
        </p:blipFill>
        <p:spPr>
          <a:xfrm>
            <a:off x="2583143" y="1502867"/>
            <a:ext cx="181812" cy="206522"/>
          </a:xfrm>
          <a:prstGeom prst="rect">
            <a:avLst/>
          </a:prstGeom>
        </p:spPr>
      </p:pic>
      <p:pic>
        <p:nvPicPr>
          <p:cNvPr id="23" name="그림 22">
            <a:extLst>
              <a:ext uri="{FF2B5EF4-FFF2-40B4-BE49-F238E27FC236}">
                <a16:creationId xmlns:a16="http://schemas.microsoft.com/office/drawing/2014/main" id="{DABFCCD2-0AC6-A1FD-018A-7908117FB0A1}"/>
              </a:ext>
            </a:extLst>
          </p:cNvPr>
          <p:cNvPicPr>
            <a:picLocks noChangeAspect="1"/>
          </p:cNvPicPr>
          <p:nvPr/>
        </p:nvPicPr>
        <p:blipFill rotWithShape="1"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660760" y="1531122"/>
            <a:ext cx="338206" cy="138583"/>
          </a:xfrm>
          <a:prstGeom prst="rect">
            <a:avLst/>
          </a:prstGeom>
        </p:spPr>
      </p:pic>
      <p:pic>
        <p:nvPicPr>
          <p:cNvPr id="36" name="그림 35">
            <a:extLst>
              <a:ext uri="{FF2B5EF4-FFF2-40B4-BE49-F238E27FC236}">
                <a16:creationId xmlns:a16="http://schemas.microsoft.com/office/drawing/2014/main" id="{6BFEC15A-8F63-C771-A341-2FBDD113158D}"/>
              </a:ext>
            </a:extLst>
          </p:cNvPr>
          <p:cNvPicPr>
            <a:picLocks noChangeAspect="1"/>
          </p:cNvPicPr>
          <p:nvPr/>
        </p:nvPicPr>
        <p:blipFill rotWithShape="1"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3691427" y="1531122"/>
            <a:ext cx="338206" cy="138583"/>
          </a:xfrm>
          <a:prstGeom prst="rect">
            <a:avLst/>
          </a:prstGeom>
        </p:spPr>
      </p:pic>
      <p:pic>
        <p:nvPicPr>
          <p:cNvPr id="37" name="그림 36">
            <a:extLst>
              <a:ext uri="{FF2B5EF4-FFF2-40B4-BE49-F238E27FC236}">
                <a16:creationId xmlns:a16="http://schemas.microsoft.com/office/drawing/2014/main" id="{041219F9-62DD-0725-C248-75906E2F3249}"/>
              </a:ext>
            </a:extLst>
          </p:cNvPr>
          <p:cNvPicPr>
            <a:picLocks noChangeAspect="1"/>
          </p:cNvPicPr>
          <p:nvPr/>
        </p:nvPicPr>
        <p:blipFill rotWithShape="1"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6729902" y="1531122"/>
            <a:ext cx="338206" cy="138583"/>
          </a:xfrm>
          <a:prstGeom prst="rect">
            <a:avLst/>
          </a:prstGeom>
        </p:spPr>
      </p:pic>
      <p:pic>
        <p:nvPicPr>
          <p:cNvPr id="38" name="그림 37">
            <a:extLst>
              <a:ext uri="{FF2B5EF4-FFF2-40B4-BE49-F238E27FC236}">
                <a16:creationId xmlns:a16="http://schemas.microsoft.com/office/drawing/2014/main" id="{FD2580D9-BDC7-3131-57A1-65156F525F42}"/>
              </a:ext>
            </a:extLst>
          </p:cNvPr>
          <p:cNvPicPr>
            <a:picLocks noChangeAspect="1"/>
          </p:cNvPicPr>
          <p:nvPr/>
        </p:nvPicPr>
        <p:blipFill>
          <a:blip r:embed="rId23">
            <a:biLevel thresh="75000"/>
            <a:extLst>
              <a:ext uri="{BEBA8EAE-BF5A-486C-A8C5-ECC9F3942E4B}">
                <a14:imgProps xmlns:a14="http://schemas.microsoft.com/office/drawing/2010/main">
                  <a14:imgLayer r:embed="rId24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805755" y="1507585"/>
            <a:ext cx="193901" cy="193903"/>
          </a:xfrm>
          <a:prstGeom prst="rect">
            <a:avLst/>
          </a:prstGeom>
        </p:spPr>
      </p:pic>
      <p:pic>
        <p:nvPicPr>
          <p:cNvPr id="39" name="그림 38">
            <a:extLst>
              <a:ext uri="{FF2B5EF4-FFF2-40B4-BE49-F238E27FC236}">
                <a16:creationId xmlns:a16="http://schemas.microsoft.com/office/drawing/2014/main" id="{FBCD17EC-DCDC-8EE4-5BDB-0C21AF5BC628}"/>
              </a:ext>
            </a:extLst>
          </p:cNvPr>
          <p:cNvPicPr>
            <a:picLocks noChangeAspect="1"/>
          </p:cNvPicPr>
          <p:nvPr/>
        </p:nvPicPr>
        <p:blipFill>
          <a:blip r:embed="rId20">
            <a:biLevel thresh="75000"/>
            <a:extLst>
              <a:ext uri="{BEBA8EAE-BF5A-486C-A8C5-ECC9F3942E4B}">
                <a14:imgProps xmlns:a14="http://schemas.microsoft.com/office/drawing/2010/main">
                  <a14:imgLayer r:embed="rId21">
                    <a14:imgEffect>
                      <a14:backgroundRemoval t="10000" b="90000" l="10000" r="90000">
                        <a14:foregroundMark x1="50000" y1="74000" x2="50000" y2="74000"/>
                      </a14:backgroundRemoval>
                    </a14:imgEffect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</a:extLst>
          </a:blip>
          <a:srcRect l="22466" t="21148" r="24851" b="19009"/>
          <a:stretch>
            <a:fillRect/>
          </a:stretch>
        </p:blipFill>
        <p:spPr>
          <a:xfrm>
            <a:off x="5600537" y="1502867"/>
            <a:ext cx="181812" cy="206522"/>
          </a:xfrm>
          <a:prstGeom prst="rect">
            <a:avLst/>
          </a:prstGeom>
        </p:spPr>
      </p:pic>
      <p:pic>
        <p:nvPicPr>
          <p:cNvPr id="40" name="그림 39">
            <a:extLst>
              <a:ext uri="{FF2B5EF4-FFF2-40B4-BE49-F238E27FC236}">
                <a16:creationId xmlns:a16="http://schemas.microsoft.com/office/drawing/2014/main" id="{6660118C-FB28-E9C6-D282-B345A1738AC0}"/>
              </a:ext>
            </a:extLst>
          </p:cNvPr>
          <p:cNvPicPr>
            <a:picLocks noChangeAspect="1"/>
          </p:cNvPicPr>
          <p:nvPr/>
        </p:nvPicPr>
        <p:blipFill>
          <a:blip r:embed="rId23">
            <a:biLevel thresh="75000"/>
            <a:extLst>
              <a:ext uri="{BEBA8EAE-BF5A-486C-A8C5-ECC9F3942E4B}">
                <a14:imgProps xmlns:a14="http://schemas.microsoft.com/office/drawing/2010/main">
                  <a14:imgLayer r:embed="rId24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5823149" y="1507585"/>
            <a:ext cx="193901" cy="193903"/>
          </a:xfrm>
          <a:prstGeom prst="rect">
            <a:avLst/>
          </a:prstGeom>
        </p:spPr>
      </p:pic>
      <p:pic>
        <p:nvPicPr>
          <p:cNvPr id="41" name="그림 40">
            <a:extLst>
              <a:ext uri="{FF2B5EF4-FFF2-40B4-BE49-F238E27FC236}">
                <a16:creationId xmlns:a16="http://schemas.microsoft.com/office/drawing/2014/main" id="{C3AD2897-C1C0-C7B1-14E7-8DDB13E4A287}"/>
              </a:ext>
            </a:extLst>
          </p:cNvPr>
          <p:cNvPicPr>
            <a:picLocks noChangeAspect="1"/>
          </p:cNvPicPr>
          <p:nvPr/>
        </p:nvPicPr>
        <p:blipFill>
          <a:blip r:embed="rId20">
            <a:biLevel thresh="75000"/>
            <a:extLst>
              <a:ext uri="{BEBA8EAE-BF5A-486C-A8C5-ECC9F3942E4B}">
                <a14:imgProps xmlns:a14="http://schemas.microsoft.com/office/drawing/2010/main">
                  <a14:imgLayer r:embed="rId21">
                    <a14:imgEffect>
                      <a14:backgroundRemoval t="10000" b="90000" l="10000" r="90000">
                        <a14:foregroundMark x1="50000" y1="74000" x2="50000" y2="74000"/>
                      </a14:backgroundRemoval>
                    </a14:imgEffect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</a:extLst>
          </a:blip>
          <a:srcRect l="22466" t="21148" r="24851" b="19009"/>
          <a:stretch>
            <a:fillRect/>
          </a:stretch>
        </p:blipFill>
        <p:spPr>
          <a:xfrm>
            <a:off x="8655221" y="1502867"/>
            <a:ext cx="181812" cy="206522"/>
          </a:xfrm>
          <a:prstGeom prst="rect">
            <a:avLst/>
          </a:prstGeom>
        </p:spPr>
      </p:pic>
      <p:pic>
        <p:nvPicPr>
          <p:cNvPr id="42" name="그림 41">
            <a:extLst>
              <a:ext uri="{FF2B5EF4-FFF2-40B4-BE49-F238E27FC236}">
                <a16:creationId xmlns:a16="http://schemas.microsoft.com/office/drawing/2014/main" id="{41355ECA-A3E3-E1FB-9FB7-296FE7BECBCF}"/>
              </a:ext>
            </a:extLst>
          </p:cNvPr>
          <p:cNvPicPr>
            <a:picLocks noChangeAspect="1"/>
          </p:cNvPicPr>
          <p:nvPr/>
        </p:nvPicPr>
        <p:blipFill>
          <a:blip r:embed="rId23">
            <a:biLevel thresh="75000"/>
            <a:extLst>
              <a:ext uri="{BEBA8EAE-BF5A-486C-A8C5-ECC9F3942E4B}">
                <a14:imgProps xmlns:a14="http://schemas.microsoft.com/office/drawing/2010/main">
                  <a14:imgLayer r:embed="rId24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8877833" y="1507585"/>
            <a:ext cx="193901" cy="193903"/>
          </a:xfrm>
          <a:prstGeom prst="rect">
            <a:avLst/>
          </a:prstGeom>
        </p:spPr>
      </p:pic>
      <p:grpSp>
        <p:nvGrpSpPr>
          <p:cNvPr id="43" name="그룹 42">
            <a:extLst>
              <a:ext uri="{FF2B5EF4-FFF2-40B4-BE49-F238E27FC236}">
                <a16:creationId xmlns:a16="http://schemas.microsoft.com/office/drawing/2014/main" id="{C60AF40E-AC0C-81E7-EECD-3FECC57B0C8F}"/>
              </a:ext>
            </a:extLst>
          </p:cNvPr>
          <p:cNvGrpSpPr/>
          <p:nvPr/>
        </p:nvGrpSpPr>
        <p:grpSpPr>
          <a:xfrm>
            <a:off x="2315580" y="1502001"/>
            <a:ext cx="194773" cy="194773"/>
            <a:chOff x="6601555" y="4882678"/>
            <a:chExt cx="216000" cy="216000"/>
          </a:xfrm>
        </p:grpSpPr>
        <p:sp>
          <p:nvSpPr>
            <p:cNvPr id="44" name="사각형: 둥근 모서리 43">
              <a:extLst>
                <a:ext uri="{FF2B5EF4-FFF2-40B4-BE49-F238E27FC236}">
                  <a16:creationId xmlns:a16="http://schemas.microsoft.com/office/drawing/2014/main" id="{5C19EBD6-9030-2181-D178-D16CC7689E35}"/>
                </a:ext>
              </a:extLst>
            </p:cNvPr>
            <p:cNvSpPr/>
            <p:nvPr/>
          </p:nvSpPr>
          <p:spPr bwMode="auto">
            <a:xfrm>
              <a:off x="6601555" y="4882678"/>
              <a:ext cx="216000" cy="216000"/>
            </a:xfrm>
            <a:prstGeom prst="roundRect">
              <a:avLst/>
            </a:prstGeom>
            <a:solidFill>
              <a:sysClr val="windowText" lastClr="00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+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45" name="그림 44">
              <a:extLst>
                <a:ext uri="{FF2B5EF4-FFF2-40B4-BE49-F238E27FC236}">
                  <a16:creationId xmlns:a16="http://schemas.microsoft.com/office/drawing/2014/main" id="{CAB5EC5D-556B-E41B-3AB4-B4BC87D273AF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BEBA8EAE-BF5A-486C-A8C5-ECC9F3942E4B}">
                  <a14:imgProps xmlns:a14="http://schemas.microsoft.com/office/drawing/2010/main">
                    <a14:imgLayer r:embed="rId26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627165" y="4911088"/>
              <a:ext cx="164692" cy="164692"/>
            </a:xfrm>
            <a:prstGeom prst="rect">
              <a:avLst/>
            </a:prstGeom>
          </p:spPr>
        </p:pic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97647D40-D9C2-6DDD-9499-EEEEF7831C59}"/>
              </a:ext>
            </a:extLst>
          </p:cNvPr>
          <p:cNvGrpSpPr/>
          <p:nvPr/>
        </p:nvGrpSpPr>
        <p:grpSpPr>
          <a:xfrm>
            <a:off x="5325163" y="1502001"/>
            <a:ext cx="194773" cy="194773"/>
            <a:chOff x="6601555" y="4882678"/>
            <a:chExt cx="216000" cy="216000"/>
          </a:xfrm>
        </p:grpSpPr>
        <p:sp>
          <p:nvSpPr>
            <p:cNvPr id="47" name="사각형: 둥근 모서리 46">
              <a:extLst>
                <a:ext uri="{FF2B5EF4-FFF2-40B4-BE49-F238E27FC236}">
                  <a16:creationId xmlns:a16="http://schemas.microsoft.com/office/drawing/2014/main" id="{AFD82D96-A780-F2C9-38D5-BDA713801BA6}"/>
                </a:ext>
              </a:extLst>
            </p:cNvPr>
            <p:cNvSpPr/>
            <p:nvPr/>
          </p:nvSpPr>
          <p:spPr bwMode="auto">
            <a:xfrm>
              <a:off x="6601555" y="4882678"/>
              <a:ext cx="216000" cy="216000"/>
            </a:xfrm>
            <a:prstGeom prst="roundRect">
              <a:avLst/>
            </a:prstGeom>
            <a:solidFill>
              <a:sysClr val="windowText" lastClr="00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+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48" name="그림 47">
              <a:extLst>
                <a:ext uri="{FF2B5EF4-FFF2-40B4-BE49-F238E27FC236}">
                  <a16:creationId xmlns:a16="http://schemas.microsoft.com/office/drawing/2014/main" id="{9D8A7DBF-CBC6-FA3A-391F-E24200896D04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BEBA8EAE-BF5A-486C-A8C5-ECC9F3942E4B}">
                  <a14:imgProps xmlns:a14="http://schemas.microsoft.com/office/drawing/2010/main">
                    <a14:imgLayer r:embed="rId26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627165" y="4911088"/>
              <a:ext cx="164692" cy="164692"/>
            </a:xfrm>
            <a:prstGeom prst="rect">
              <a:avLst/>
            </a:prstGeom>
          </p:spPr>
        </p:pic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9703EB2A-9894-DF8F-8315-8C66261282A2}"/>
              </a:ext>
            </a:extLst>
          </p:cNvPr>
          <p:cNvGrpSpPr/>
          <p:nvPr/>
        </p:nvGrpSpPr>
        <p:grpSpPr>
          <a:xfrm>
            <a:off x="8364252" y="1502001"/>
            <a:ext cx="194773" cy="194773"/>
            <a:chOff x="6601555" y="4882678"/>
            <a:chExt cx="216000" cy="216000"/>
          </a:xfrm>
        </p:grpSpPr>
        <p:sp>
          <p:nvSpPr>
            <p:cNvPr id="50" name="사각형: 둥근 모서리 49">
              <a:extLst>
                <a:ext uri="{FF2B5EF4-FFF2-40B4-BE49-F238E27FC236}">
                  <a16:creationId xmlns:a16="http://schemas.microsoft.com/office/drawing/2014/main" id="{DDB94D0E-FE41-3D2C-D76C-3D45E4BB098B}"/>
                </a:ext>
              </a:extLst>
            </p:cNvPr>
            <p:cNvSpPr/>
            <p:nvPr/>
          </p:nvSpPr>
          <p:spPr bwMode="auto">
            <a:xfrm>
              <a:off x="6601555" y="4882678"/>
              <a:ext cx="216000" cy="216000"/>
            </a:xfrm>
            <a:prstGeom prst="roundRect">
              <a:avLst/>
            </a:prstGeom>
            <a:solidFill>
              <a:sysClr val="windowText" lastClr="00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+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51" name="그림 50">
              <a:extLst>
                <a:ext uri="{FF2B5EF4-FFF2-40B4-BE49-F238E27FC236}">
                  <a16:creationId xmlns:a16="http://schemas.microsoft.com/office/drawing/2014/main" id="{E4F55354-76BA-52CB-B685-0FD71DFB0E9E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BEBA8EAE-BF5A-486C-A8C5-ECC9F3942E4B}">
                  <a14:imgProps xmlns:a14="http://schemas.microsoft.com/office/drawing/2010/main">
                    <a14:imgLayer r:embed="rId26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627165" y="4911088"/>
              <a:ext cx="164692" cy="16469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71400025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1197;p27">
            <a:extLst>
              <a:ext uri="{FF2B5EF4-FFF2-40B4-BE49-F238E27FC236}">
                <a16:creationId xmlns:a16="http://schemas.microsoft.com/office/drawing/2014/main" id="{9E049679-8484-3325-D935-18AF0A029D83}"/>
              </a:ext>
            </a:extLst>
          </p:cNvPr>
          <p:cNvSpPr/>
          <p:nvPr/>
        </p:nvSpPr>
        <p:spPr>
          <a:xfrm>
            <a:off x="6589784" y="1232756"/>
            <a:ext cx="2566556" cy="5004561"/>
          </a:xfrm>
          <a:prstGeom prst="roundRect">
            <a:avLst>
              <a:gd name="adj" fmla="val 3549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" name="Google Shape;1197;p27">
            <a:extLst>
              <a:ext uri="{FF2B5EF4-FFF2-40B4-BE49-F238E27FC236}">
                <a16:creationId xmlns:a16="http://schemas.microsoft.com/office/drawing/2014/main" id="{7252B3B8-20C9-4B15-81C5-4AF2E220A0E8}"/>
              </a:ext>
            </a:extLst>
          </p:cNvPr>
          <p:cNvSpPr/>
          <p:nvPr/>
        </p:nvSpPr>
        <p:spPr>
          <a:xfrm>
            <a:off x="512116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" name="Google Shape;1197;p27">
            <a:extLst>
              <a:ext uri="{FF2B5EF4-FFF2-40B4-BE49-F238E27FC236}">
                <a16:creationId xmlns:a16="http://schemas.microsoft.com/office/drawing/2014/main" id="{EE47BA8B-1737-5E2B-288B-582502A678B6}"/>
              </a:ext>
            </a:extLst>
          </p:cNvPr>
          <p:cNvSpPr/>
          <p:nvPr/>
        </p:nvSpPr>
        <p:spPr>
          <a:xfrm>
            <a:off x="3542783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endParaRPr kumimoji="0" sz="856" b="1" kern="0" dirty="0">
              <a:solidFill>
                <a:prstClr val="white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B2F8925F-981C-7345-F814-DE28409F5E51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통합 알림 </a:t>
            </a:r>
            <a:r>
              <a:rPr lang="en-US" altLang="ko-KR" dirty="0"/>
              <a:t>&gt; </a:t>
            </a:r>
            <a:r>
              <a:rPr lang="ko-KR" altLang="en-US" dirty="0"/>
              <a:t>기타 </a:t>
            </a:r>
            <a:r>
              <a:rPr lang="en-US" altLang="ko-KR" sz="1400" b="0" dirty="0"/>
              <a:t>(</a:t>
            </a:r>
            <a:r>
              <a:rPr lang="ko-KR" altLang="en-US" sz="1400" b="0" dirty="0"/>
              <a:t>정렬</a:t>
            </a:r>
            <a:r>
              <a:rPr lang="en-US" altLang="ko-KR" sz="1400" b="0" dirty="0"/>
              <a:t>, </a:t>
            </a:r>
            <a:r>
              <a:rPr lang="ko-KR" altLang="en-US" sz="1400" b="0" dirty="0"/>
              <a:t>필터</a:t>
            </a:r>
            <a:r>
              <a:rPr lang="en-US" altLang="ko-KR" sz="1400" b="0" dirty="0"/>
              <a:t>, </a:t>
            </a:r>
            <a:r>
              <a:rPr lang="ko-KR" altLang="en-US" sz="1400" b="0" dirty="0"/>
              <a:t>재생 중인 위젯</a:t>
            </a:r>
            <a:r>
              <a:rPr lang="en-US" altLang="ko-KR" sz="1400" b="0" dirty="0"/>
              <a:t>, </a:t>
            </a:r>
            <a:r>
              <a:rPr lang="ko-KR" altLang="en-US" sz="1400" b="0" dirty="0"/>
              <a:t>확인 하지 않은 후원 배지</a:t>
            </a:r>
            <a:r>
              <a:rPr lang="en-US" altLang="ko-KR" sz="1400" b="0" dirty="0"/>
              <a:t>)</a:t>
            </a:r>
            <a:endParaRPr lang="ko-KR" altLang="en-US" b="0" dirty="0"/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6363F3B7-0320-D9EF-C029-2B71DF9517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모바일 웹 리모컨</a:t>
            </a:r>
            <a:r>
              <a:rPr lang="en-US" altLang="ko-KR" dirty="0"/>
              <a:t> &gt; </a:t>
            </a:r>
            <a:r>
              <a:rPr lang="ko-KR" altLang="en-US" dirty="0"/>
              <a:t>통합 알림 </a:t>
            </a:r>
            <a:r>
              <a:rPr lang="en-US" altLang="ko-KR" dirty="0"/>
              <a:t>&gt;</a:t>
            </a:r>
            <a:r>
              <a:rPr lang="ko-KR" altLang="en-US" dirty="0"/>
              <a:t>정렬</a:t>
            </a:r>
            <a:r>
              <a:rPr lang="en-US" altLang="ko-KR" dirty="0"/>
              <a:t>, </a:t>
            </a:r>
            <a:r>
              <a:rPr lang="ko-KR" altLang="en-US" dirty="0"/>
              <a:t>필터</a:t>
            </a:r>
            <a:r>
              <a:rPr lang="en-US" altLang="ko-KR" dirty="0"/>
              <a:t>, </a:t>
            </a:r>
            <a:r>
              <a:rPr lang="ko-KR" altLang="en-US" dirty="0"/>
              <a:t>재생 중인 후원 디스플레이</a:t>
            </a:r>
          </a:p>
        </p:txBody>
      </p:sp>
      <p:sp>
        <p:nvSpPr>
          <p:cNvPr id="15" name="Google Shape;1198;p27">
            <a:extLst>
              <a:ext uri="{FF2B5EF4-FFF2-40B4-BE49-F238E27FC236}">
                <a16:creationId xmlns:a16="http://schemas.microsoft.com/office/drawing/2014/main" id="{B9068610-C0F0-DAE9-4FE8-78E5845BCD05}"/>
              </a:ext>
            </a:extLst>
          </p:cNvPr>
          <p:cNvSpPr/>
          <p:nvPr/>
        </p:nvSpPr>
        <p:spPr>
          <a:xfrm>
            <a:off x="567170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8440F6A9-5EC3-D84C-7756-5C975B50E75B}"/>
              </a:ext>
            </a:extLst>
          </p:cNvPr>
          <p:cNvSpPr txBox="1"/>
          <p:nvPr/>
        </p:nvSpPr>
        <p:spPr>
          <a:xfrm>
            <a:off x="571257" y="1953922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5065987-4E02-5E31-4957-D1D96FE5C466}"/>
              </a:ext>
            </a:extLst>
          </p:cNvPr>
          <p:cNvSpPr txBox="1"/>
          <p:nvPr/>
        </p:nvSpPr>
        <p:spPr>
          <a:xfrm>
            <a:off x="1847717" y="1953922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29C9ECC0-A5AE-9B5B-D51F-9A7B5288F95C}"/>
              </a:ext>
            </a:extLst>
          </p:cNvPr>
          <p:cNvCxnSpPr>
            <a:cxnSpLocks/>
          </p:cNvCxnSpPr>
          <p:nvPr/>
        </p:nvCxnSpPr>
        <p:spPr>
          <a:xfrm>
            <a:off x="668972" y="2218446"/>
            <a:ext cx="526203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7B373F74-EAC5-22D8-1F5C-1908D6262B3A}"/>
              </a:ext>
            </a:extLst>
          </p:cNvPr>
          <p:cNvSpPr txBox="1"/>
          <p:nvPr/>
        </p:nvSpPr>
        <p:spPr>
          <a:xfrm>
            <a:off x="1353186" y="1953922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D34CA716-6CD8-F0F3-D407-C98AA4232AE7}"/>
              </a:ext>
            </a:extLst>
          </p:cNvPr>
          <p:cNvSpPr/>
          <p:nvPr/>
        </p:nvSpPr>
        <p:spPr>
          <a:xfrm>
            <a:off x="600348" y="2225913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1" name="Picture 6" descr="필터 - 무료 ui개 아이콘">
            <a:extLst>
              <a:ext uri="{FF2B5EF4-FFF2-40B4-BE49-F238E27FC236}">
                <a16:creationId xmlns:a16="http://schemas.microsoft.com/office/drawing/2014/main" id="{D749E986-1365-6F84-2C03-E7FCA9573D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6361" y="2276873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3" name="직사각형 22">
            <a:extLst>
              <a:ext uri="{FF2B5EF4-FFF2-40B4-BE49-F238E27FC236}">
                <a16:creationId xmlns:a16="http://schemas.microsoft.com/office/drawing/2014/main" id="{AE819888-9203-2757-EA72-795218B8900C}"/>
              </a:ext>
            </a:extLst>
          </p:cNvPr>
          <p:cNvSpPr/>
          <p:nvPr/>
        </p:nvSpPr>
        <p:spPr>
          <a:xfrm>
            <a:off x="600348" y="3083792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4" name="그래픽 23">
            <a:extLst>
              <a:ext uri="{FF2B5EF4-FFF2-40B4-BE49-F238E27FC236}">
                <a16:creationId xmlns:a16="http://schemas.microsoft.com/office/drawing/2014/main" id="{41099158-BA08-C7FF-9DA5-1B482948155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47760" y="3262339"/>
            <a:ext cx="263454" cy="263454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935448F8-B592-28D3-2372-581314AA56FE}"/>
              </a:ext>
            </a:extLst>
          </p:cNvPr>
          <p:cNvSpPr txBox="1"/>
          <p:nvPr/>
        </p:nvSpPr>
        <p:spPr>
          <a:xfrm>
            <a:off x="909748" y="3110080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E1D24E2C-67C0-C72A-56C7-4FABD6456816}"/>
              </a:ext>
            </a:extLst>
          </p:cNvPr>
          <p:cNvSpPr txBox="1"/>
          <p:nvPr/>
        </p:nvSpPr>
        <p:spPr>
          <a:xfrm>
            <a:off x="910517" y="3477542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46D1F460-3766-6E0E-9601-3EE313A612BA}"/>
              </a:ext>
            </a:extLst>
          </p:cNvPr>
          <p:cNvSpPr/>
          <p:nvPr/>
        </p:nvSpPr>
        <p:spPr>
          <a:xfrm>
            <a:off x="2289111" y="3233711"/>
            <a:ext cx="320711" cy="320711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D52DE22-9251-49B6-F0DA-7F443243DBF5}"/>
              </a:ext>
            </a:extLst>
          </p:cNvPr>
          <p:cNvSpPr txBox="1"/>
          <p:nvPr/>
        </p:nvSpPr>
        <p:spPr>
          <a:xfrm>
            <a:off x="2562709" y="3183946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3,000</a:t>
            </a:r>
            <a:endParaRPr lang="ko-KR" altLang="en-US" sz="1050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9667E36-1C83-15DC-AC1B-1382796BCC8D}"/>
              </a:ext>
            </a:extLst>
          </p:cNvPr>
          <p:cNvSpPr txBox="1"/>
          <p:nvPr/>
        </p:nvSpPr>
        <p:spPr>
          <a:xfrm>
            <a:off x="2687960" y="3477542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AAB4089D-F0B9-FEE9-17D5-8B2C30A4F6BD}"/>
              </a:ext>
            </a:extLst>
          </p:cNvPr>
          <p:cNvSpPr/>
          <p:nvPr/>
        </p:nvSpPr>
        <p:spPr>
          <a:xfrm>
            <a:off x="600348" y="2458230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2" name="그래픽 31">
            <a:extLst>
              <a:ext uri="{FF2B5EF4-FFF2-40B4-BE49-F238E27FC236}">
                <a16:creationId xmlns:a16="http://schemas.microsoft.com/office/drawing/2014/main" id="{897E404B-36D1-E1CB-D8E2-93C0AE7E530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47760" y="2636777"/>
            <a:ext cx="263454" cy="263454"/>
          </a:xfrm>
          <a:prstGeom prst="rect">
            <a:avLst/>
          </a:prstGeom>
        </p:spPr>
      </p:pic>
      <p:sp>
        <p:nvSpPr>
          <p:cNvPr id="33" name="TextBox 32">
            <a:extLst>
              <a:ext uri="{FF2B5EF4-FFF2-40B4-BE49-F238E27FC236}">
                <a16:creationId xmlns:a16="http://schemas.microsoft.com/office/drawing/2014/main" id="{5EFF35D1-7770-DCFD-7A48-DCF67C7F17B3}"/>
              </a:ext>
            </a:extLst>
          </p:cNvPr>
          <p:cNvSpPr txBox="1"/>
          <p:nvPr/>
        </p:nvSpPr>
        <p:spPr>
          <a:xfrm>
            <a:off x="909748" y="248451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CA6F4332-2C80-8BB6-87F3-7F4265986A3D}"/>
              </a:ext>
            </a:extLst>
          </p:cNvPr>
          <p:cNvSpPr txBox="1"/>
          <p:nvPr/>
        </p:nvSpPr>
        <p:spPr>
          <a:xfrm>
            <a:off x="910517" y="2851980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D4171DCE-4635-D14C-48AC-F501B260969C}"/>
              </a:ext>
            </a:extLst>
          </p:cNvPr>
          <p:cNvSpPr txBox="1"/>
          <p:nvPr/>
        </p:nvSpPr>
        <p:spPr>
          <a:xfrm>
            <a:off x="2562709" y="2558384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163E982-8EA5-0347-2280-EC3484A4BDC4}"/>
              </a:ext>
            </a:extLst>
          </p:cNvPr>
          <p:cNvSpPr txBox="1"/>
          <p:nvPr/>
        </p:nvSpPr>
        <p:spPr>
          <a:xfrm>
            <a:off x="2573818" y="285198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38" name="그래픽 37">
            <a:extLst>
              <a:ext uri="{FF2B5EF4-FFF2-40B4-BE49-F238E27FC236}">
                <a16:creationId xmlns:a16="http://schemas.microsoft.com/office/drawing/2014/main" id="{29D47C88-DEA0-2FB6-BD9D-E6A39DC965D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50141" y="2636919"/>
            <a:ext cx="261988" cy="261988"/>
          </a:xfrm>
          <a:prstGeom prst="rect">
            <a:avLst/>
          </a:prstGeom>
        </p:spPr>
      </p:pic>
      <p:sp>
        <p:nvSpPr>
          <p:cNvPr id="39" name="직사각형 38">
            <a:extLst>
              <a:ext uri="{FF2B5EF4-FFF2-40B4-BE49-F238E27FC236}">
                <a16:creationId xmlns:a16="http://schemas.microsoft.com/office/drawing/2014/main" id="{BA8033A9-08A8-A9B5-98E3-29955EFAC31E}"/>
              </a:ext>
            </a:extLst>
          </p:cNvPr>
          <p:cNvSpPr/>
          <p:nvPr/>
        </p:nvSpPr>
        <p:spPr>
          <a:xfrm>
            <a:off x="600348" y="3709908"/>
            <a:ext cx="2417540" cy="6852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CCBF7A86-EAA6-4C41-1972-FD2C9C402795}"/>
              </a:ext>
            </a:extLst>
          </p:cNvPr>
          <p:cNvSpPr txBox="1"/>
          <p:nvPr/>
        </p:nvSpPr>
        <p:spPr>
          <a:xfrm>
            <a:off x="909748" y="3736196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EDBF254B-EFF1-B5D0-C411-7E15339C6909}"/>
              </a:ext>
            </a:extLst>
          </p:cNvPr>
          <p:cNvSpPr txBox="1"/>
          <p:nvPr/>
        </p:nvSpPr>
        <p:spPr>
          <a:xfrm>
            <a:off x="910517" y="4069105"/>
            <a:ext cx="1652192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 텍스트내용 텍스트 내용 텍스트 내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84415D66-CFEF-E6B1-A66A-03353A01C582}"/>
              </a:ext>
            </a:extLst>
          </p:cNvPr>
          <p:cNvSpPr txBox="1"/>
          <p:nvPr/>
        </p:nvSpPr>
        <p:spPr>
          <a:xfrm>
            <a:off x="2562709" y="3810062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sz="1050" dirty="0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E5C1F9D-6A27-EDF8-E283-5A189746DA0A}"/>
              </a:ext>
            </a:extLst>
          </p:cNvPr>
          <p:cNvSpPr txBox="1"/>
          <p:nvPr/>
        </p:nvSpPr>
        <p:spPr>
          <a:xfrm>
            <a:off x="2687960" y="4113183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5" name="그래픽 44">
            <a:extLst>
              <a:ext uri="{FF2B5EF4-FFF2-40B4-BE49-F238E27FC236}">
                <a16:creationId xmlns:a16="http://schemas.microsoft.com/office/drawing/2014/main" id="{D9A49CE7-34EC-1038-5B32-9C4BF13192EB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47058" y="3900459"/>
            <a:ext cx="263454" cy="263454"/>
          </a:xfrm>
          <a:prstGeom prst="rect">
            <a:avLst/>
          </a:prstGeom>
        </p:spPr>
      </p:pic>
      <p:sp>
        <p:nvSpPr>
          <p:cNvPr id="46" name="직사각형 45">
            <a:extLst>
              <a:ext uri="{FF2B5EF4-FFF2-40B4-BE49-F238E27FC236}">
                <a16:creationId xmlns:a16="http://schemas.microsoft.com/office/drawing/2014/main" id="{1D0422D5-7F10-2FE2-D77C-6B18158BAF93}"/>
              </a:ext>
            </a:extLst>
          </p:cNvPr>
          <p:cNvSpPr/>
          <p:nvPr/>
        </p:nvSpPr>
        <p:spPr>
          <a:xfrm>
            <a:off x="600348" y="4393141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39EE6068-C7A2-2E2F-AA69-F431C4AED5C4}"/>
              </a:ext>
            </a:extLst>
          </p:cNvPr>
          <p:cNvSpPr txBox="1"/>
          <p:nvPr/>
        </p:nvSpPr>
        <p:spPr>
          <a:xfrm>
            <a:off x="909748" y="4419429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1CAF5EDE-8948-3FE1-0701-CFC369AEF990}"/>
              </a:ext>
            </a:extLst>
          </p:cNvPr>
          <p:cNvSpPr txBox="1"/>
          <p:nvPr/>
        </p:nvSpPr>
        <p:spPr>
          <a:xfrm>
            <a:off x="910516" y="4786891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룰렛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제목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꽝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or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당첨 항목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BC09860-C5CD-34DB-BC9B-623C4DAAE438}"/>
              </a:ext>
            </a:extLst>
          </p:cNvPr>
          <p:cNvSpPr txBox="1"/>
          <p:nvPr/>
        </p:nvSpPr>
        <p:spPr>
          <a:xfrm>
            <a:off x="2562709" y="4493295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03C76B31-88C0-C3AB-4FE2-97AAE234FC0A}"/>
              </a:ext>
            </a:extLst>
          </p:cNvPr>
          <p:cNvSpPr txBox="1"/>
          <p:nvPr/>
        </p:nvSpPr>
        <p:spPr>
          <a:xfrm>
            <a:off x="2687960" y="4796416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52" name="그래픽 51">
            <a:extLst>
              <a:ext uri="{FF2B5EF4-FFF2-40B4-BE49-F238E27FC236}">
                <a16:creationId xmlns:a16="http://schemas.microsoft.com/office/drawing/2014/main" id="{0F3EE064-F6E3-A1D4-9373-5616541CB7E6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50835" y="4584437"/>
            <a:ext cx="258115" cy="258115"/>
          </a:xfrm>
          <a:prstGeom prst="rect">
            <a:avLst/>
          </a:prstGeom>
        </p:spPr>
      </p:pic>
      <p:sp>
        <p:nvSpPr>
          <p:cNvPr id="53" name="직사각형 52">
            <a:extLst>
              <a:ext uri="{FF2B5EF4-FFF2-40B4-BE49-F238E27FC236}">
                <a16:creationId xmlns:a16="http://schemas.microsoft.com/office/drawing/2014/main" id="{229EBB95-D3E5-249B-597F-20C44323152C}"/>
              </a:ext>
            </a:extLst>
          </p:cNvPr>
          <p:cNvSpPr/>
          <p:nvPr/>
        </p:nvSpPr>
        <p:spPr>
          <a:xfrm>
            <a:off x="600348" y="5009949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16E2A1E0-F13E-7C34-8CDE-F5B87C35D722}"/>
              </a:ext>
            </a:extLst>
          </p:cNvPr>
          <p:cNvSpPr txBox="1"/>
          <p:nvPr/>
        </p:nvSpPr>
        <p:spPr>
          <a:xfrm>
            <a:off x="909748" y="5036237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B834B558-19BE-922B-BB8D-406DA44491EE}"/>
              </a:ext>
            </a:extLst>
          </p:cNvPr>
          <p:cNvSpPr txBox="1"/>
          <p:nvPr/>
        </p:nvSpPr>
        <p:spPr>
          <a:xfrm>
            <a:off x="910516" y="5403699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럭키박스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시간초과 환불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7FACA8B6-E0CC-B1B0-D5C9-AEFFAABA8A7C}"/>
              </a:ext>
            </a:extLst>
          </p:cNvPr>
          <p:cNvSpPr txBox="1"/>
          <p:nvPr/>
        </p:nvSpPr>
        <p:spPr>
          <a:xfrm>
            <a:off x="2562709" y="5110103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457C1DF3-07CD-76DD-51D3-876464E3832D}"/>
              </a:ext>
            </a:extLst>
          </p:cNvPr>
          <p:cNvSpPr txBox="1"/>
          <p:nvPr/>
        </p:nvSpPr>
        <p:spPr>
          <a:xfrm>
            <a:off x="2687960" y="5413224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59" name="그래픽 58">
            <a:extLst>
              <a:ext uri="{FF2B5EF4-FFF2-40B4-BE49-F238E27FC236}">
                <a16:creationId xmlns:a16="http://schemas.microsoft.com/office/drawing/2014/main" id="{5C1964B6-86F3-345A-C4BA-45B77C753EBB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651119" y="5201245"/>
            <a:ext cx="257831" cy="257831"/>
          </a:xfrm>
          <a:prstGeom prst="rect">
            <a:avLst/>
          </a:prstGeom>
        </p:spPr>
      </p:pic>
      <p:pic>
        <p:nvPicPr>
          <p:cNvPr id="60" name="그림 59">
            <a:extLst>
              <a:ext uri="{FF2B5EF4-FFF2-40B4-BE49-F238E27FC236}">
                <a16:creationId xmlns:a16="http://schemas.microsoft.com/office/drawing/2014/main" id="{890FA639-9F2C-35C4-2F65-99F34BC24723}"/>
              </a:ext>
            </a:extLst>
          </p:cNvPr>
          <p:cNvPicPr>
            <a:picLocks noChangeAspect="1"/>
          </p:cNvPicPr>
          <p:nvPr/>
        </p:nvPicPr>
        <p:blipFill>
          <a:blip r:embed="rId13"/>
          <a:srcRect b="21130"/>
          <a:stretch>
            <a:fillRect/>
          </a:stretch>
        </p:blipFill>
        <p:spPr>
          <a:xfrm>
            <a:off x="595005" y="5629681"/>
            <a:ext cx="2479066" cy="499619"/>
          </a:xfrm>
          <a:prstGeom prst="rect">
            <a:avLst/>
          </a:prstGeom>
        </p:spPr>
      </p:pic>
      <p:sp>
        <p:nvSpPr>
          <p:cNvPr id="92" name="Google Shape;1198;p27">
            <a:extLst>
              <a:ext uri="{FF2B5EF4-FFF2-40B4-BE49-F238E27FC236}">
                <a16:creationId xmlns:a16="http://schemas.microsoft.com/office/drawing/2014/main" id="{7937F018-5EE6-551A-1418-E654C9282DB1}"/>
              </a:ext>
            </a:extLst>
          </p:cNvPr>
          <p:cNvSpPr/>
          <p:nvPr/>
        </p:nvSpPr>
        <p:spPr>
          <a:xfrm>
            <a:off x="3586957" y="1437445"/>
            <a:ext cx="2470586" cy="4739033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endParaRPr sz="1200" b="1" dirty="0">
              <a:solidFill>
                <a:srgbClr val="262626"/>
              </a:solidFill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93" name="사각형: 둥근 위쪽 모서리 92">
            <a:extLst>
              <a:ext uri="{FF2B5EF4-FFF2-40B4-BE49-F238E27FC236}">
                <a16:creationId xmlns:a16="http://schemas.microsoft.com/office/drawing/2014/main" id="{EE8FA75C-134C-D846-1ADB-9D994B3D7231}"/>
              </a:ext>
            </a:extLst>
          </p:cNvPr>
          <p:cNvSpPr/>
          <p:nvPr/>
        </p:nvSpPr>
        <p:spPr>
          <a:xfrm>
            <a:off x="3597952" y="1455420"/>
            <a:ext cx="2453607" cy="4721057"/>
          </a:xfrm>
          <a:prstGeom prst="round2SameRect">
            <a:avLst>
              <a:gd name="adj1" fmla="val 3112"/>
              <a:gd name="adj2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 algn="ctr"/>
            <a:r>
              <a:rPr lang="ko-KR" altLang="en-US" sz="1100" b="1">
                <a:solidFill>
                  <a:schemeClr val="tx1"/>
                </a:solidFill>
              </a:rPr>
              <a:t>필터 정렬</a:t>
            </a:r>
            <a:endParaRPr lang="ko-KR" altLang="en-US" sz="1100" b="1" dirty="0">
              <a:solidFill>
                <a:schemeClr val="tx1"/>
              </a:solidFill>
            </a:endParaRP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537C9BA2-8086-7606-7AF4-51C74186DDDB}"/>
              </a:ext>
            </a:extLst>
          </p:cNvPr>
          <p:cNvSpPr/>
          <p:nvPr/>
        </p:nvSpPr>
        <p:spPr bwMode="auto">
          <a:xfrm>
            <a:off x="3680230" y="5794218"/>
            <a:ext cx="2257146" cy="335082"/>
          </a:xfrm>
          <a:prstGeom prst="roundRect">
            <a:avLst/>
          </a:prstGeom>
          <a:solidFill>
            <a:schemeClr val="tx1"/>
          </a:solidFill>
          <a:ln w="12700">
            <a:noFill/>
            <a:prstDash val="dash"/>
            <a:miter lim="800000"/>
            <a:headEnd/>
            <a:tailEnd/>
          </a:ln>
        </p:spPr>
        <p:txBody>
          <a:bodyPr wrap="none" rtlCol="0" anchor="ctr"/>
          <a:lstStyle/>
          <a:p>
            <a:pPr algn="ctr"/>
            <a:r>
              <a:rPr lang="ko-KR" altLang="en-US" sz="9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ko-KR" altLang="en-US" sz="9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89F7895E-CFB3-014A-7379-2F7AD758D2A4}"/>
              </a:ext>
            </a:extLst>
          </p:cNvPr>
          <p:cNvSpPr txBox="1"/>
          <p:nvPr/>
        </p:nvSpPr>
        <p:spPr>
          <a:xfrm>
            <a:off x="5756841" y="1494645"/>
            <a:ext cx="31290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  <a:sym typeface="Webdings" panose="05030102010509060703" pitchFamily="18" charset="2"/>
              </a:rPr>
              <a:t>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6" name="Group 323">
            <a:extLst>
              <a:ext uri="{FF2B5EF4-FFF2-40B4-BE49-F238E27FC236}">
                <a16:creationId xmlns:a16="http://schemas.microsoft.com/office/drawing/2014/main" id="{E9A5F479-E155-CA37-7701-EF11CED3AB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8823725"/>
              </p:ext>
            </p:extLst>
          </p:nvPr>
        </p:nvGraphicFramePr>
        <p:xfrm>
          <a:off x="3607005" y="1826087"/>
          <a:ext cx="2439871" cy="3897928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1184590">
                  <a:extLst>
                    <a:ext uri="{9D8B030D-6E8A-4147-A177-3AD203B41FA5}">
                      <a16:colId xmlns:a16="http://schemas.microsoft.com/office/drawing/2014/main" val="3521296469"/>
                    </a:ext>
                  </a:extLst>
                </a:gridCol>
                <a:gridCol w="12552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40131"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Pct val="120000"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sym typeface="Wingdings" panose="05000000000000000000" pitchFamily="2" charset="2"/>
                        </a:rPr>
                        <a:t> 전체 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sym typeface="Wingdings" panose="05000000000000000000" pitchFamily="2" charset="2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 horzOverflow="overflow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6502868"/>
                  </a:ext>
                </a:extLst>
              </a:tr>
              <a:tr h="259177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텍스트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유튜브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슈퍼쳇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88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시그니처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유튜브 멤버십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7488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미니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치지직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구독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7488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음성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치지직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치즈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3218679"/>
                  </a:ext>
                </a:extLst>
              </a:tr>
              <a:tr h="27488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영상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트위치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구독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4386433"/>
                  </a:ext>
                </a:extLst>
              </a:tr>
              <a:tr h="27488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룰렛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트위치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비트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8015442"/>
                  </a:ext>
                </a:extLst>
              </a:tr>
              <a:tr h="27488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위시리스트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트위치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구독선물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400782"/>
                  </a:ext>
                </a:extLst>
              </a:tr>
              <a:tr h="27488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투표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트위치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구독선물 개수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386765"/>
                  </a:ext>
                </a:extLst>
              </a:tr>
              <a:tr h="27488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퀘스트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트위치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레이드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3141898"/>
                  </a:ext>
                </a:extLst>
              </a:tr>
              <a:tr h="27488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그림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크리에이터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TTS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4089159"/>
                  </a:ext>
                </a:extLst>
              </a:tr>
              <a:tr h="27488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기프트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1559228"/>
                  </a:ext>
                </a:extLst>
              </a:tr>
              <a:tr h="27488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럭키박스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4432923"/>
                  </a:ext>
                </a:extLst>
              </a:tr>
              <a:tr h="27488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플레이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Char char="þ"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0043114"/>
                  </a:ext>
                </a:extLst>
              </a:tr>
            </a:tbl>
          </a:graphicData>
        </a:graphic>
      </p:graphicFrame>
      <p:sp>
        <p:nvSpPr>
          <p:cNvPr id="195" name="Google Shape;1198;p27">
            <a:extLst>
              <a:ext uri="{FF2B5EF4-FFF2-40B4-BE49-F238E27FC236}">
                <a16:creationId xmlns:a16="http://schemas.microsoft.com/office/drawing/2014/main" id="{1C28FF60-EBE9-B1DE-6B24-172A3CDBD000}"/>
              </a:ext>
            </a:extLst>
          </p:cNvPr>
          <p:cNvSpPr/>
          <p:nvPr/>
        </p:nvSpPr>
        <p:spPr>
          <a:xfrm>
            <a:off x="6644838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8591D1C6-0B79-1710-7A37-5B56B12DD084}"/>
              </a:ext>
            </a:extLst>
          </p:cNvPr>
          <p:cNvSpPr txBox="1"/>
          <p:nvPr/>
        </p:nvSpPr>
        <p:spPr>
          <a:xfrm>
            <a:off x="6631210" y="1952066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C128ADD5-65EF-E13A-1D9A-5F563DFFDC2F}"/>
              </a:ext>
            </a:extLst>
          </p:cNvPr>
          <p:cNvSpPr txBox="1"/>
          <p:nvPr/>
        </p:nvSpPr>
        <p:spPr>
          <a:xfrm>
            <a:off x="7907670" y="195206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1B560CC8-851C-5535-D0E3-408B28F4876B}"/>
              </a:ext>
            </a:extLst>
          </p:cNvPr>
          <p:cNvSpPr txBox="1"/>
          <p:nvPr/>
        </p:nvSpPr>
        <p:spPr>
          <a:xfrm>
            <a:off x="7413139" y="195206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202" name="직사각형 201">
            <a:extLst>
              <a:ext uri="{FF2B5EF4-FFF2-40B4-BE49-F238E27FC236}">
                <a16:creationId xmlns:a16="http://schemas.microsoft.com/office/drawing/2014/main" id="{809329FA-0932-5F5E-6D06-AF86714AF80A}"/>
              </a:ext>
            </a:extLst>
          </p:cNvPr>
          <p:cNvSpPr/>
          <p:nvPr/>
        </p:nvSpPr>
        <p:spPr>
          <a:xfrm>
            <a:off x="6669826" y="2224057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03" name="Picture 6" descr="필터 - 무료 ui개 아이콘">
            <a:extLst>
              <a:ext uri="{FF2B5EF4-FFF2-40B4-BE49-F238E27FC236}">
                <a16:creationId xmlns:a16="http://schemas.microsoft.com/office/drawing/2014/main" id="{396736BC-3DAD-0A1F-0961-EDAFFCECD2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5839" y="2275017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5" name="직사각형 204">
            <a:extLst>
              <a:ext uri="{FF2B5EF4-FFF2-40B4-BE49-F238E27FC236}">
                <a16:creationId xmlns:a16="http://schemas.microsoft.com/office/drawing/2014/main" id="{1B5EF09B-49B4-703B-D1EF-2A5A32DB3FFD}"/>
              </a:ext>
            </a:extLst>
          </p:cNvPr>
          <p:cNvSpPr/>
          <p:nvPr/>
        </p:nvSpPr>
        <p:spPr>
          <a:xfrm>
            <a:off x="6669826" y="3698156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06" name="그래픽 205">
            <a:extLst>
              <a:ext uri="{FF2B5EF4-FFF2-40B4-BE49-F238E27FC236}">
                <a16:creationId xmlns:a16="http://schemas.microsoft.com/office/drawing/2014/main" id="{95163B76-6C1F-60DA-244C-8748F477B15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717238" y="3876703"/>
            <a:ext cx="263454" cy="263454"/>
          </a:xfrm>
          <a:prstGeom prst="rect">
            <a:avLst/>
          </a:prstGeom>
        </p:spPr>
      </p:pic>
      <p:sp>
        <p:nvSpPr>
          <p:cNvPr id="207" name="TextBox 206">
            <a:extLst>
              <a:ext uri="{FF2B5EF4-FFF2-40B4-BE49-F238E27FC236}">
                <a16:creationId xmlns:a16="http://schemas.microsoft.com/office/drawing/2014/main" id="{7A235695-19CE-0506-53E2-2A65763111BC}"/>
              </a:ext>
            </a:extLst>
          </p:cNvPr>
          <p:cNvSpPr txBox="1"/>
          <p:nvPr/>
        </p:nvSpPr>
        <p:spPr>
          <a:xfrm>
            <a:off x="6979226" y="3724444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CF3A27D0-7016-9BFE-4A8D-98DA6BCBD6BE}"/>
              </a:ext>
            </a:extLst>
          </p:cNvPr>
          <p:cNvSpPr txBox="1"/>
          <p:nvPr/>
        </p:nvSpPr>
        <p:spPr>
          <a:xfrm>
            <a:off x="6979994" y="4091906"/>
            <a:ext cx="1481163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[</a:t>
            </a:r>
            <a:r>
              <a:rPr kumimoji="0" lang="en-US" altLang="ko-KR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Youtube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유튜브 제목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09" name="사각형: 둥근 모서리 208">
            <a:extLst>
              <a:ext uri="{FF2B5EF4-FFF2-40B4-BE49-F238E27FC236}">
                <a16:creationId xmlns:a16="http://schemas.microsoft.com/office/drawing/2014/main" id="{EE7D2109-28DE-277C-D10F-CDDF1DAEBD52}"/>
              </a:ext>
            </a:extLst>
          </p:cNvPr>
          <p:cNvSpPr/>
          <p:nvPr/>
        </p:nvSpPr>
        <p:spPr>
          <a:xfrm>
            <a:off x="8358589" y="3848075"/>
            <a:ext cx="320711" cy="320711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607DB995-6FFE-49BC-256F-8CE65D2374E5}"/>
              </a:ext>
            </a:extLst>
          </p:cNvPr>
          <p:cNvSpPr txBox="1"/>
          <p:nvPr/>
        </p:nvSpPr>
        <p:spPr>
          <a:xfrm>
            <a:off x="8655636" y="3798310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3,000</a:t>
            </a:r>
            <a:endParaRPr lang="ko-KR" altLang="en-US" dirty="0"/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F3EF29AB-3307-A84D-709D-0A6F0A7B8BA3}"/>
              </a:ext>
            </a:extLst>
          </p:cNvPr>
          <p:cNvSpPr txBox="1"/>
          <p:nvPr/>
        </p:nvSpPr>
        <p:spPr>
          <a:xfrm>
            <a:off x="8714602" y="4110956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5FCD603C-94CB-8943-E0F6-D50716E9145D}"/>
              </a:ext>
            </a:extLst>
          </p:cNvPr>
          <p:cNvSpPr/>
          <p:nvPr/>
        </p:nvSpPr>
        <p:spPr>
          <a:xfrm>
            <a:off x="6669826" y="2465427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69693A79-F996-EB0F-7A28-32DE2C806A9E}"/>
              </a:ext>
            </a:extLst>
          </p:cNvPr>
          <p:cNvSpPr/>
          <p:nvPr/>
        </p:nvSpPr>
        <p:spPr>
          <a:xfrm>
            <a:off x="6669826" y="3090216"/>
            <a:ext cx="2417540" cy="609194"/>
          </a:xfrm>
          <a:prstGeom prst="rect">
            <a:avLst/>
          </a:prstGeom>
          <a:solidFill>
            <a:srgbClr val="0000FF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22E8E5DF-B47E-7F16-80E6-C013D605E76F}"/>
              </a:ext>
            </a:extLst>
          </p:cNvPr>
          <p:cNvSpPr txBox="1"/>
          <p:nvPr/>
        </p:nvSpPr>
        <p:spPr>
          <a:xfrm>
            <a:off x="6979226" y="3116504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4BB4AF65-BAFE-3BD2-42B1-550CD66C66E8}"/>
              </a:ext>
            </a:extLst>
          </p:cNvPr>
          <p:cNvSpPr txBox="1"/>
          <p:nvPr/>
        </p:nvSpPr>
        <p:spPr>
          <a:xfrm>
            <a:off x="6979995" y="3483966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0E897B4F-FDF3-AE8E-EBB9-581C0A5E581E}"/>
              </a:ext>
            </a:extLst>
          </p:cNvPr>
          <p:cNvSpPr txBox="1"/>
          <p:nvPr/>
        </p:nvSpPr>
        <p:spPr>
          <a:xfrm>
            <a:off x="8655636" y="3190370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9A37EAA0-1211-91F9-0931-DD529CEFD49E}"/>
              </a:ext>
            </a:extLst>
          </p:cNvPr>
          <p:cNvSpPr txBox="1"/>
          <p:nvPr/>
        </p:nvSpPr>
        <p:spPr>
          <a:xfrm>
            <a:off x="8692572" y="3483966"/>
            <a:ext cx="39176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20" name="그래픽 219">
            <a:extLst>
              <a:ext uri="{FF2B5EF4-FFF2-40B4-BE49-F238E27FC236}">
                <a16:creationId xmlns:a16="http://schemas.microsoft.com/office/drawing/2014/main" id="{B9874F20-C820-8899-66E2-636B9DF495C8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716536" y="3280767"/>
            <a:ext cx="263454" cy="263454"/>
          </a:xfrm>
          <a:prstGeom prst="rect">
            <a:avLst/>
          </a:prstGeom>
        </p:spPr>
      </p:pic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0B4DEBD5-A400-5936-53CF-20150C3BA130}"/>
              </a:ext>
            </a:extLst>
          </p:cNvPr>
          <p:cNvSpPr/>
          <p:nvPr/>
        </p:nvSpPr>
        <p:spPr>
          <a:xfrm>
            <a:off x="6669826" y="4324435"/>
            <a:ext cx="2417540" cy="625591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6E890A9F-72CE-61C0-5BEB-9ACF3D5816F4}"/>
              </a:ext>
            </a:extLst>
          </p:cNvPr>
          <p:cNvSpPr txBox="1"/>
          <p:nvPr/>
        </p:nvSpPr>
        <p:spPr>
          <a:xfrm>
            <a:off x="6979226" y="4350724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85CE62B3-BF70-0327-4CB6-50F822D62C62}"/>
              </a:ext>
            </a:extLst>
          </p:cNvPr>
          <p:cNvSpPr txBox="1"/>
          <p:nvPr/>
        </p:nvSpPr>
        <p:spPr>
          <a:xfrm>
            <a:off x="6979994" y="4718186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룰렛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제목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꽝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or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당첨 항목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861CF2CC-E54E-A32B-BC78-CD145BBA194E}"/>
              </a:ext>
            </a:extLst>
          </p:cNvPr>
          <p:cNvSpPr txBox="1"/>
          <p:nvPr/>
        </p:nvSpPr>
        <p:spPr>
          <a:xfrm>
            <a:off x="8655636" y="4424590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dirty="0"/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2622E198-8EEC-CF45-C0E7-DED47DCA34FE}"/>
              </a:ext>
            </a:extLst>
          </p:cNvPr>
          <p:cNvSpPr txBox="1"/>
          <p:nvPr/>
        </p:nvSpPr>
        <p:spPr>
          <a:xfrm>
            <a:off x="8714602" y="4734239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27" name="그래픽 226">
            <a:extLst>
              <a:ext uri="{FF2B5EF4-FFF2-40B4-BE49-F238E27FC236}">
                <a16:creationId xmlns:a16="http://schemas.microsoft.com/office/drawing/2014/main" id="{DA80326B-55C4-A2F6-0E86-C7A855BE28B6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720313" y="4515732"/>
            <a:ext cx="258115" cy="258115"/>
          </a:xfrm>
          <a:prstGeom prst="rect">
            <a:avLst/>
          </a:prstGeom>
        </p:spPr>
      </p:pic>
      <p:sp>
        <p:nvSpPr>
          <p:cNvPr id="228" name="직사각형 227">
            <a:extLst>
              <a:ext uri="{FF2B5EF4-FFF2-40B4-BE49-F238E27FC236}">
                <a16:creationId xmlns:a16="http://schemas.microsoft.com/office/drawing/2014/main" id="{FD362C3A-EEE3-C163-511A-152B345EAD4C}"/>
              </a:ext>
            </a:extLst>
          </p:cNvPr>
          <p:cNvSpPr/>
          <p:nvPr/>
        </p:nvSpPr>
        <p:spPr>
          <a:xfrm>
            <a:off x="6669826" y="4959208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E246A181-51E8-C909-63BF-C9C531AA322A}"/>
              </a:ext>
            </a:extLst>
          </p:cNvPr>
          <p:cNvSpPr txBox="1"/>
          <p:nvPr/>
        </p:nvSpPr>
        <p:spPr>
          <a:xfrm>
            <a:off x="6979226" y="4985496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20B82E06-E50E-3AD0-DD3C-A43736C033A8}"/>
              </a:ext>
            </a:extLst>
          </p:cNvPr>
          <p:cNvSpPr txBox="1"/>
          <p:nvPr/>
        </p:nvSpPr>
        <p:spPr>
          <a:xfrm>
            <a:off x="6979994" y="5352958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럭키박스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시간초과 환불</a:t>
            </a: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A899E4D2-058C-3959-D068-63BF79977321}"/>
              </a:ext>
            </a:extLst>
          </p:cNvPr>
          <p:cNvSpPr txBox="1"/>
          <p:nvPr/>
        </p:nvSpPr>
        <p:spPr>
          <a:xfrm>
            <a:off x="8655636" y="5059362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BB914918-C41B-0F9C-C7C8-E779A3047D39}"/>
              </a:ext>
            </a:extLst>
          </p:cNvPr>
          <p:cNvSpPr txBox="1"/>
          <p:nvPr/>
        </p:nvSpPr>
        <p:spPr>
          <a:xfrm>
            <a:off x="8714602" y="5352958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34" name="그래픽 233">
            <a:extLst>
              <a:ext uri="{FF2B5EF4-FFF2-40B4-BE49-F238E27FC236}">
                <a16:creationId xmlns:a16="http://schemas.microsoft.com/office/drawing/2014/main" id="{BCF66B18-0AE7-1993-5663-07EF8B3B962D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6720597" y="5150504"/>
            <a:ext cx="257831" cy="257831"/>
          </a:xfrm>
          <a:prstGeom prst="rect">
            <a:avLst/>
          </a:prstGeom>
        </p:spPr>
      </p:pic>
      <p:pic>
        <p:nvPicPr>
          <p:cNvPr id="235" name="그림 234">
            <a:extLst>
              <a:ext uri="{FF2B5EF4-FFF2-40B4-BE49-F238E27FC236}">
                <a16:creationId xmlns:a16="http://schemas.microsoft.com/office/drawing/2014/main" id="{B90C0119-94DC-313B-35F2-0A1F85933C63}"/>
              </a:ext>
            </a:extLst>
          </p:cNvPr>
          <p:cNvPicPr>
            <a:picLocks noChangeAspect="1"/>
          </p:cNvPicPr>
          <p:nvPr/>
        </p:nvPicPr>
        <p:blipFill>
          <a:blip r:embed="rId13"/>
          <a:srcRect t="1" b="13338"/>
          <a:stretch>
            <a:fillRect/>
          </a:stretch>
        </p:blipFill>
        <p:spPr>
          <a:xfrm>
            <a:off x="6674008" y="5580316"/>
            <a:ext cx="2479066" cy="548984"/>
          </a:xfrm>
          <a:prstGeom prst="rect">
            <a:avLst/>
          </a:prstGeom>
        </p:spPr>
      </p:pic>
      <p:sp>
        <p:nvSpPr>
          <p:cNvPr id="245" name="TextBox 244">
            <a:extLst>
              <a:ext uri="{FF2B5EF4-FFF2-40B4-BE49-F238E27FC236}">
                <a16:creationId xmlns:a16="http://schemas.microsoft.com/office/drawing/2014/main" id="{2E14596E-09DE-9561-8261-E286E3EE3F5D}"/>
              </a:ext>
            </a:extLst>
          </p:cNvPr>
          <p:cNvSpPr txBox="1"/>
          <p:nvPr/>
        </p:nvSpPr>
        <p:spPr>
          <a:xfrm>
            <a:off x="6979226" y="2487346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46" name="TextBox 245">
            <a:extLst>
              <a:ext uri="{FF2B5EF4-FFF2-40B4-BE49-F238E27FC236}">
                <a16:creationId xmlns:a16="http://schemas.microsoft.com/office/drawing/2014/main" id="{A1B16377-30D4-ECEA-7EDD-016438898E07}"/>
              </a:ext>
            </a:extLst>
          </p:cNvPr>
          <p:cNvSpPr txBox="1"/>
          <p:nvPr/>
        </p:nvSpPr>
        <p:spPr>
          <a:xfrm>
            <a:off x="6979995" y="2854808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B5A88553-CFB3-9E73-EB5F-21972A39EF06}"/>
              </a:ext>
            </a:extLst>
          </p:cNvPr>
          <p:cNvSpPr txBox="1"/>
          <p:nvPr/>
        </p:nvSpPr>
        <p:spPr>
          <a:xfrm>
            <a:off x="8655636" y="2561212"/>
            <a:ext cx="49171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dirty="0"/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CB91F823-6F31-0B92-8A19-5F2B4E742D81}"/>
              </a:ext>
            </a:extLst>
          </p:cNvPr>
          <p:cNvSpPr txBox="1"/>
          <p:nvPr/>
        </p:nvSpPr>
        <p:spPr>
          <a:xfrm>
            <a:off x="8692572" y="2854808"/>
            <a:ext cx="39176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50" name="그래픽 249">
            <a:extLst>
              <a:ext uri="{FF2B5EF4-FFF2-40B4-BE49-F238E27FC236}">
                <a16:creationId xmlns:a16="http://schemas.microsoft.com/office/drawing/2014/main" id="{18875636-279F-4DEC-FFAB-7A37F3E8ACB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717269" y="2636919"/>
            <a:ext cx="261988" cy="261988"/>
          </a:xfrm>
          <a:prstGeom prst="rect">
            <a:avLst/>
          </a:prstGeom>
        </p:spPr>
      </p:pic>
      <p:pic>
        <p:nvPicPr>
          <p:cNvPr id="264" name="그림 263">
            <a:extLst>
              <a:ext uri="{FF2B5EF4-FFF2-40B4-BE49-F238E27FC236}">
                <a16:creationId xmlns:a16="http://schemas.microsoft.com/office/drawing/2014/main" id="{C54C86F7-E83E-1BA1-BD71-F0AFED9A1AE2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877186" y="2252925"/>
            <a:ext cx="187790" cy="192370"/>
          </a:xfrm>
          <a:prstGeom prst="rect">
            <a:avLst/>
          </a:prstGeom>
        </p:spPr>
      </p:pic>
      <p:pic>
        <p:nvPicPr>
          <p:cNvPr id="265" name="그림 264">
            <a:extLst>
              <a:ext uri="{FF2B5EF4-FFF2-40B4-BE49-F238E27FC236}">
                <a16:creationId xmlns:a16="http://schemas.microsoft.com/office/drawing/2014/main" id="{FF391128-D95B-C2EB-7466-B7462A289E13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810247" y="2252925"/>
            <a:ext cx="187790" cy="192370"/>
          </a:xfrm>
          <a:prstGeom prst="rect">
            <a:avLst/>
          </a:prstGeom>
        </p:spPr>
      </p:pic>
      <p:cxnSp>
        <p:nvCxnSpPr>
          <p:cNvPr id="266" name="연결선: 꺾임 265">
            <a:extLst>
              <a:ext uri="{FF2B5EF4-FFF2-40B4-BE49-F238E27FC236}">
                <a16:creationId xmlns:a16="http://schemas.microsoft.com/office/drawing/2014/main" id="{359CE79B-1D15-A3EC-21C7-4209E9A08D93}"/>
              </a:ext>
            </a:extLst>
          </p:cNvPr>
          <p:cNvCxnSpPr>
            <a:cxnSpLocks/>
            <a:stCxn id="265" idx="1"/>
            <a:endCxn id="58" idx="0"/>
          </p:cNvCxnSpPr>
          <p:nvPr/>
        </p:nvCxnSpPr>
        <p:spPr>
          <a:xfrm rot="10800000" flipV="1">
            <a:off x="2429781" y="2349110"/>
            <a:ext cx="380467" cy="148892"/>
          </a:xfrm>
          <a:prstGeom prst="bentConnector2">
            <a:avLst/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74" name="Group 323">
            <a:extLst>
              <a:ext uri="{FF2B5EF4-FFF2-40B4-BE49-F238E27FC236}">
                <a16:creationId xmlns:a16="http://schemas.microsoft.com/office/drawing/2014/main" id="{7C168196-69A6-BE7E-6AC6-4BAED12B1D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4223203"/>
              </p:ext>
            </p:extLst>
          </p:nvPr>
        </p:nvGraphicFramePr>
        <p:xfrm>
          <a:off x="9625013" y="575703"/>
          <a:ext cx="2519969" cy="3633216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후원 알림 배지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새로운 후원이 들어온 숫자만큼 해당 탭에 배지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해당 탭을 클릭하여 확인하면 배치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off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확인하지 않은 후원만 카운트하여 배지에 숫자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※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모바일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UI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상에서 숫자 배지가 불가능 하다면 점으로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2374774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통합 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알림창에서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재생 중인 후원 디스플레이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현재 재생중인 통합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알림창의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싱크에 맞춰  해당 후원에 실시간으로 강조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통합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알림창이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재생 중인 후원에만 강조 표시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5872068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Top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리스트가 아래로 내려갔을 경우에만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최상단으로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포커싱되어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있을 경우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클릭하면 최상단으로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포커싱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0317151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재생 중인 후원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재생 중인 후원이 화면 하단에 있을 경우에만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클릭하면 해당 위치로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포커싱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14547961"/>
                  </a:ext>
                </a:extLst>
              </a:tr>
            </a:tbl>
          </a:graphicData>
        </a:graphic>
      </p:graphicFrame>
      <p:sp>
        <p:nvSpPr>
          <p:cNvPr id="275" name="타원 274">
            <a:extLst>
              <a:ext uri="{FF2B5EF4-FFF2-40B4-BE49-F238E27FC236}">
                <a16:creationId xmlns:a16="http://schemas.microsoft.com/office/drawing/2014/main" id="{1CA428B5-A553-BA2E-084B-10CD423B895E}"/>
              </a:ext>
            </a:extLst>
          </p:cNvPr>
          <p:cNvSpPr/>
          <p:nvPr/>
        </p:nvSpPr>
        <p:spPr>
          <a:xfrm>
            <a:off x="7753816" y="1916832"/>
            <a:ext cx="153854" cy="153854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3</a:t>
            </a:r>
            <a:endParaRPr lang="ko-KR" altLang="en-US" sz="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CE04E704-E518-65DC-84AB-41CFD7C1F126}"/>
              </a:ext>
            </a:extLst>
          </p:cNvPr>
          <p:cNvSpPr/>
          <p:nvPr/>
        </p:nvSpPr>
        <p:spPr>
          <a:xfrm>
            <a:off x="8245134" y="1921094"/>
            <a:ext cx="153854" cy="153854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</a:t>
            </a:r>
            <a:endParaRPr lang="ko-KR" altLang="en-US" sz="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77" name="타원 276">
            <a:extLst>
              <a:ext uri="{FF2B5EF4-FFF2-40B4-BE49-F238E27FC236}">
                <a16:creationId xmlns:a16="http://schemas.microsoft.com/office/drawing/2014/main" id="{81B29F9A-0E42-8137-D8FB-723799C4CEC0}"/>
              </a:ext>
            </a:extLst>
          </p:cNvPr>
          <p:cNvSpPr/>
          <p:nvPr/>
        </p:nvSpPr>
        <p:spPr>
          <a:xfrm>
            <a:off x="7273251" y="1933763"/>
            <a:ext cx="153854" cy="153854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25</a:t>
            </a:r>
            <a:endParaRPr lang="ko-KR" altLang="en-US" sz="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333" name="그림 332">
            <a:extLst>
              <a:ext uri="{FF2B5EF4-FFF2-40B4-BE49-F238E27FC236}">
                <a16:creationId xmlns:a16="http://schemas.microsoft.com/office/drawing/2014/main" id="{33EEEAD6-902F-6137-C49F-02FBFFB3EB6F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979203" y="1916832"/>
            <a:ext cx="1719221" cy="268247"/>
          </a:xfrm>
          <a:prstGeom prst="rect">
            <a:avLst/>
          </a:prstGeom>
        </p:spPr>
      </p:pic>
      <p:sp>
        <p:nvSpPr>
          <p:cNvPr id="334" name="타원 333">
            <a:extLst>
              <a:ext uri="{FF2B5EF4-FFF2-40B4-BE49-F238E27FC236}">
                <a16:creationId xmlns:a16="http://schemas.microsoft.com/office/drawing/2014/main" id="{55CEF508-C6F8-EBB4-03E9-89A55916A77B}"/>
              </a:ext>
            </a:extLst>
          </p:cNvPr>
          <p:cNvSpPr/>
          <p:nvPr/>
        </p:nvSpPr>
        <p:spPr>
          <a:xfrm>
            <a:off x="6523065" y="3137071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61F754F9-E42D-EC4D-36BA-090FF556E808}"/>
              </a:ext>
            </a:extLst>
          </p:cNvPr>
          <p:cNvGrpSpPr/>
          <p:nvPr/>
        </p:nvGrpSpPr>
        <p:grpSpPr>
          <a:xfrm>
            <a:off x="1901496" y="2498002"/>
            <a:ext cx="1056570" cy="896080"/>
            <a:chOff x="7248125" y="2177314"/>
            <a:chExt cx="1368155" cy="896080"/>
          </a:xfrm>
        </p:grpSpPr>
        <p:grpSp>
          <p:nvGrpSpPr>
            <p:cNvPr id="44" name="그룹 43">
              <a:extLst>
                <a:ext uri="{FF2B5EF4-FFF2-40B4-BE49-F238E27FC236}">
                  <a16:creationId xmlns:a16="http://schemas.microsoft.com/office/drawing/2014/main" id="{6804D6F3-A1DC-8D48-7886-89BDF886F883}"/>
                </a:ext>
              </a:extLst>
            </p:cNvPr>
            <p:cNvGrpSpPr/>
            <p:nvPr/>
          </p:nvGrpSpPr>
          <p:grpSpPr>
            <a:xfrm>
              <a:off x="7248125" y="2177314"/>
              <a:ext cx="1368155" cy="896080"/>
              <a:chOff x="7248125" y="2177314"/>
              <a:chExt cx="1368155" cy="896080"/>
            </a:xfrm>
          </p:grpSpPr>
          <p:sp>
            <p:nvSpPr>
              <p:cNvPr id="58" name="직사각형 57">
                <a:extLst>
                  <a:ext uri="{FF2B5EF4-FFF2-40B4-BE49-F238E27FC236}">
                    <a16:creationId xmlns:a16="http://schemas.microsoft.com/office/drawing/2014/main" id="{177F71BE-CEFD-C030-76A0-C5955DE730AF}"/>
                  </a:ext>
                </a:extLst>
              </p:cNvPr>
              <p:cNvSpPr/>
              <p:nvPr/>
            </p:nvSpPr>
            <p:spPr>
              <a:xfrm>
                <a:off x="7248125" y="2177314"/>
                <a:ext cx="1368152" cy="896080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rtlCol="0" anchor="t"/>
              <a:lstStyle/>
              <a:p>
                <a:pPr algn="ctr"/>
                <a:endParaRPr lang="ko-KR" altLang="en-US" sz="9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1" name="사각형: 둥근 모서리 60">
                <a:extLst>
                  <a:ext uri="{FF2B5EF4-FFF2-40B4-BE49-F238E27FC236}">
                    <a16:creationId xmlns:a16="http://schemas.microsoft.com/office/drawing/2014/main" id="{B74F5192-40BF-6F35-33CD-4DE3D8BA82F6}"/>
                  </a:ext>
                </a:extLst>
              </p:cNvPr>
              <p:cNvSpPr/>
              <p:nvPr/>
            </p:nvSpPr>
            <p:spPr>
              <a:xfrm>
                <a:off x="7248128" y="2242346"/>
                <a:ext cx="1368152" cy="193110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8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72000" tIns="0" rIns="0" bIns="0" rtlCol="0" anchor="ctr"/>
              <a:lstStyle/>
              <a:p>
                <a:r>
                  <a:rPr lang="ko-KR" altLang="en-US" sz="800" b="1">
                    <a:solidFill>
                      <a:schemeClr val="tx1"/>
                    </a:solidFill>
                    <a:latin typeface="+mn-ea"/>
                    <a:sym typeface="Wingdings" panose="05000000000000000000" pitchFamily="2" charset="2"/>
                  </a:rPr>
                  <a:t>  최근 순</a:t>
                </a:r>
                <a:endParaRPr lang="ko-KR" altLang="en-US" sz="8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450F05E-472F-EAFB-98C9-A4FA9951F1BB}"/>
                </a:ext>
              </a:extLst>
            </p:cNvPr>
            <p:cNvSpPr txBox="1"/>
            <p:nvPr/>
          </p:nvSpPr>
          <p:spPr>
            <a:xfrm>
              <a:off x="7254322" y="2394388"/>
              <a:ext cx="1175832" cy="622543"/>
            </a:xfrm>
            <a:prstGeom prst="rect">
              <a:avLst/>
            </a:prstGeom>
            <a:noFill/>
          </p:spPr>
          <p:txBody>
            <a:bodyPr wrap="none" lIns="226800" rtlCol="0">
              <a:spAutoFit/>
            </a:bodyPr>
            <a:lstStyle/>
            <a:p>
              <a:pPr algn="l">
                <a:lnSpc>
                  <a:spcPct val="150000"/>
                </a:lnSpc>
              </a:pPr>
              <a:r>
                <a:rPr lang="ko-KR" altLang="en-US" sz="800" b="1" dirty="0">
                  <a:latin typeface="+mn-ea"/>
                  <a:ea typeface="+mn-ea"/>
                </a:rPr>
                <a:t>나중 순</a:t>
              </a:r>
              <a:endParaRPr lang="en-US" altLang="ko-KR" sz="800" b="1" dirty="0">
                <a:latin typeface="+mn-ea"/>
                <a:ea typeface="+mn-ea"/>
              </a:endParaRPr>
            </a:p>
            <a:p>
              <a:pPr algn="l">
                <a:lnSpc>
                  <a:spcPct val="150000"/>
                </a:lnSpc>
              </a:pPr>
              <a:r>
                <a:rPr lang="ko-KR" altLang="en-US" sz="800" b="1" dirty="0">
                  <a:latin typeface="+mn-ea"/>
                  <a:ea typeface="+mn-ea"/>
                </a:rPr>
                <a:t>높은 금액 순</a:t>
              </a:r>
              <a:endParaRPr lang="en-US" altLang="ko-KR" sz="800" b="1" dirty="0">
                <a:latin typeface="+mn-ea"/>
                <a:ea typeface="+mn-ea"/>
              </a:endParaRPr>
            </a:p>
            <a:p>
              <a:pPr algn="l">
                <a:lnSpc>
                  <a:spcPct val="150000"/>
                </a:lnSpc>
              </a:pPr>
              <a:r>
                <a:rPr lang="ko-KR" altLang="en-US" sz="800" b="1" dirty="0">
                  <a:latin typeface="+mn-ea"/>
                  <a:ea typeface="+mn-ea"/>
                </a:rPr>
                <a:t>낮은 금액 순</a:t>
              </a:r>
            </a:p>
          </p:txBody>
        </p:sp>
      </p:grp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2A50A516-399B-BF66-B888-AC9C2E40B306}"/>
              </a:ext>
            </a:extLst>
          </p:cNvPr>
          <p:cNvGrpSpPr/>
          <p:nvPr/>
        </p:nvGrpSpPr>
        <p:grpSpPr>
          <a:xfrm>
            <a:off x="547688" y="5773122"/>
            <a:ext cx="2507456" cy="413366"/>
            <a:chOff x="540805" y="6488673"/>
            <a:chExt cx="2486119" cy="413366"/>
          </a:xfrm>
        </p:grpSpPr>
        <p:sp>
          <p:nvSpPr>
            <p:cNvPr id="116" name="사각형: 둥근 모서리 115">
              <a:extLst>
                <a:ext uri="{FF2B5EF4-FFF2-40B4-BE49-F238E27FC236}">
                  <a16:creationId xmlns:a16="http://schemas.microsoft.com/office/drawing/2014/main" id="{8463E708-698A-C89B-9939-5D8CE3758FB5}"/>
                </a:ext>
              </a:extLst>
            </p:cNvPr>
            <p:cNvSpPr/>
            <p:nvPr/>
          </p:nvSpPr>
          <p:spPr bwMode="auto">
            <a:xfrm>
              <a:off x="540805" y="6488673"/>
              <a:ext cx="2486119" cy="413366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17" name="그룹 116">
              <a:extLst>
                <a:ext uri="{FF2B5EF4-FFF2-40B4-BE49-F238E27FC236}">
                  <a16:creationId xmlns:a16="http://schemas.microsoft.com/office/drawing/2014/main" id="{C82E43F6-3BC0-BE64-181D-877A8741C55C}"/>
                </a:ext>
              </a:extLst>
            </p:cNvPr>
            <p:cNvGrpSpPr/>
            <p:nvPr/>
          </p:nvGrpSpPr>
          <p:grpSpPr>
            <a:xfrm>
              <a:off x="646069" y="6557675"/>
              <a:ext cx="2294019" cy="310182"/>
              <a:chOff x="646069" y="5802457"/>
              <a:chExt cx="2294019" cy="310182"/>
            </a:xfrm>
          </p:grpSpPr>
          <p:grpSp>
            <p:nvGrpSpPr>
              <p:cNvPr id="119" name="그룹 118">
                <a:extLst>
                  <a:ext uri="{FF2B5EF4-FFF2-40B4-BE49-F238E27FC236}">
                    <a16:creationId xmlns:a16="http://schemas.microsoft.com/office/drawing/2014/main" id="{E4885EE2-5A70-D894-1F61-E46735BBC302}"/>
                  </a:ext>
                </a:extLst>
              </p:cNvPr>
              <p:cNvGrpSpPr/>
              <p:nvPr/>
            </p:nvGrpSpPr>
            <p:grpSpPr>
              <a:xfrm>
                <a:off x="646069" y="5802457"/>
                <a:ext cx="2294019" cy="310182"/>
                <a:chOff x="655595" y="5802457"/>
                <a:chExt cx="2294019" cy="310182"/>
              </a:xfrm>
            </p:grpSpPr>
            <p:sp>
              <p:nvSpPr>
                <p:cNvPr id="123" name="사각형: 둥근 모서리 122">
                  <a:extLst>
                    <a:ext uri="{FF2B5EF4-FFF2-40B4-BE49-F238E27FC236}">
                      <a16:creationId xmlns:a16="http://schemas.microsoft.com/office/drawing/2014/main" id="{AFBFF4B9-D1C7-F445-C7FB-09BC386540E2}"/>
                    </a:ext>
                  </a:extLst>
                </p:cNvPr>
                <p:cNvSpPr/>
                <p:nvPr/>
              </p:nvSpPr>
              <p:spPr>
                <a:xfrm>
                  <a:off x="655595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  <p:sp>
              <p:nvSpPr>
                <p:cNvPr id="124" name="사각형: 둥근 모서리 123">
                  <a:extLst>
                    <a:ext uri="{FF2B5EF4-FFF2-40B4-BE49-F238E27FC236}">
                      <a16:creationId xmlns:a16="http://schemas.microsoft.com/office/drawing/2014/main" id="{C267945F-C494-8EE6-7673-247FDBD74D37}"/>
                    </a:ext>
                  </a:extLst>
                </p:cNvPr>
                <p:cNvSpPr/>
                <p:nvPr/>
              </p:nvSpPr>
              <p:spPr>
                <a:xfrm>
                  <a:off x="1848143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</p:grpSp>
          <p:pic>
            <p:nvPicPr>
              <p:cNvPr id="120" name="그림 119">
                <a:extLst>
                  <a:ext uri="{FF2B5EF4-FFF2-40B4-BE49-F238E27FC236}">
                    <a16:creationId xmlns:a16="http://schemas.microsoft.com/office/drawing/2014/main" id="{91DE3BA3-DCA6-EB37-0D4C-2CE31AFBBA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biLevel thresh="50000"/>
              </a:blip>
              <a:stretch>
                <a:fillRect/>
              </a:stretch>
            </p:blipFill>
            <p:spPr>
              <a:xfrm>
                <a:off x="1108855" y="5880754"/>
                <a:ext cx="153589" cy="153589"/>
              </a:xfrm>
              <a:prstGeom prst="rect">
                <a:avLst/>
              </a:prstGeom>
            </p:spPr>
          </p:pic>
          <p:pic>
            <p:nvPicPr>
              <p:cNvPr id="121" name="그림 120">
                <a:extLst>
                  <a:ext uri="{FF2B5EF4-FFF2-40B4-BE49-F238E27FC236}">
                    <a16:creationId xmlns:a16="http://schemas.microsoft.com/office/drawing/2014/main" id="{8A306517-E958-30C3-7B49-42165804E6C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biLevel thresh="75000"/>
              </a:blip>
              <a:stretch>
                <a:fillRect/>
              </a:stretch>
            </p:blipFill>
            <p:spPr>
              <a:xfrm>
                <a:off x="2222354" y="5869660"/>
                <a:ext cx="175780" cy="175778"/>
              </a:xfrm>
              <a:prstGeom prst="rect">
                <a:avLst/>
              </a:prstGeom>
            </p:spPr>
          </p:pic>
          <p:pic>
            <p:nvPicPr>
              <p:cNvPr id="122" name="그림 121">
                <a:extLst>
                  <a:ext uri="{FF2B5EF4-FFF2-40B4-BE49-F238E27FC236}">
                    <a16:creationId xmlns:a16="http://schemas.microsoft.com/office/drawing/2014/main" id="{00F74ECB-3737-7BA9-C287-2ED8B4F431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biLevel thresh="75000"/>
              </a:blip>
              <a:stretch>
                <a:fillRect/>
              </a:stretch>
            </p:blipFill>
            <p:spPr>
              <a:xfrm>
                <a:off x="2444223" y="5868710"/>
                <a:ext cx="138036" cy="177676"/>
              </a:xfrm>
              <a:prstGeom prst="rect">
                <a:avLst/>
              </a:prstGeom>
            </p:spPr>
          </p:pic>
        </p:grpSp>
        <p:sp>
          <p:nvSpPr>
            <p:cNvPr id="118" name="타원 117">
              <a:extLst>
                <a:ext uri="{FF2B5EF4-FFF2-40B4-BE49-F238E27FC236}">
                  <a16:creationId xmlns:a16="http://schemas.microsoft.com/office/drawing/2014/main" id="{1E03AF7F-BEAF-D3E9-96B1-D54048154728}"/>
                </a:ext>
              </a:extLst>
            </p:cNvPr>
            <p:cNvSpPr/>
            <p:nvPr/>
          </p:nvSpPr>
          <p:spPr>
            <a:xfrm>
              <a:off x="1305059" y="6590429"/>
              <a:ext cx="153854" cy="153854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23</a:t>
              </a:r>
              <a:endParaRPr lang="ko-KR" altLang="en-US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B4F5F796-7C9B-173B-A559-569E77300730}"/>
              </a:ext>
            </a:extLst>
          </p:cNvPr>
          <p:cNvGrpSpPr/>
          <p:nvPr/>
        </p:nvGrpSpPr>
        <p:grpSpPr>
          <a:xfrm>
            <a:off x="6625684" y="5773122"/>
            <a:ext cx="2507456" cy="413366"/>
            <a:chOff x="540805" y="6488673"/>
            <a:chExt cx="2486119" cy="413366"/>
          </a:xfrm>
        </p:grpSpPr>
        <p:sp>
          <p:nvSpPr>
            <p:cNvPr id="233" name="사각형: 둥근 모서리 232">
              <a:extLst>
                <a:ext uri="{FF2B5EF4-FFF2-40B4-BE49-F238E27FC236}">
                  <a16:creationId xmlns:a16="http://schemas.microsoft.com/office/drawing/2014/main" id="{C45741B3-EB83-DEDF-F68C-E5D7FC2BC305}"/>
                </a:ext>
              </a:extLst>
            </p:cNvPr>
            <p:cNvSpPr/>
            <p:nvPr/>
          </p:nvSpPr>
          <p:spPr bwMode="auto">
            <a:xfrm>
              <a:off x="540805" y="6488673"/>
              <a:ext cx="2486119" cy="413366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237" name="그룹 236">
              <a:extLst>
                <a:ext uri="{FF2B5EF4-FFF2-40B4-BE49-F238E27FC236}">
                  <a16:creationId xmlns:a16="http://schemas.microsoft.com/office/drawing/2014/main" id="{CF178203-7643-E75C-9C95-7F19CFACEF27}"/>
                </a:ext>
              </a:extLst>
            </p:cNvPr>
            <p:cNvGrpSpPr/>
            <p:nvPr/>
          </p:nvGrpSpPr>
          <p:grpSpPr>
            <a:xfrm>
              <a:off x="646069" y="6557675"/>
              <a:ext cx="2294019" cy="310182"/>
              <a:chOff x="646069" y="5802457"/>
              <a:chExt cx="2294019" cy="310182"/>
            </a:xfrm>
          </p:grpSpPr>
          <p:grpSp>
            <p:nvGrpSpPr>
              <p:cNvPr id="239" name="그룹 238">
                <a:extLst>
                  <a:ext uri="{FF2B5EF4-FFF2-40B4-BE49-F238E27FC236}">
                    <a16:creationId xmlns:a16="http://schemas.microsoft.com/office/drawing/2014/main" id="{C22BE8CD-988A-F270-FA20-395698EEEC91}"/>
                  </a:ext>
                </a:extLst>
              </p:cNvPr>
              <p:cNvGrpSpPr/>
              <p:nvPr/>
            </p:nvGrpSpPr>
            <p:grpSpPr>
              <a:xfrm>
                <a:off x="646069" y="5802457"/>
                <a:ext cx="2294019" cy="310182"/>
                <a:chOff x="655595" y="5802457"/>
                <a:chExt cx="2294019" cy="310182"/>
              </a:xfrm>
            </p:grpSpPr>
            <p:sp>
              <p:nvSpPr>
                <p:cNvPr id="243" name="사각형: 둥근 모서리 242">
                  <a:extLst>
                    <a:ext uri="{FF2B5EF4-FFF2-40B4-BE49-F238E27FC236}">
                      <a16:creationId xmlns:a16="http://schemas.microsoft.com/office/drawing/2014/main" id="{F657B0BD-BFCB-3906-FDEA-AE6E57273BDA}"/>
                    </a:ext>
                  </a:extLst>
                </p:cNvPr>
                <p:cNvSpPr/>
                <p:nvPr/>
              </p:nvSpPr>
              <p:spPr>
                <a:xfrm>
                  <a:off x="655595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  <p:sp>
              <p:nvSpPr>
                <p:cNvPr id="244" name="사각형: 둥근 모서리 243">
                  <a:extLst>
                    <a:ext uri="{FF2B5EF4-FFF2-40B4-BE49-F238E27FC236}">
                      <a16:creationId xmlns:a16="http://schemas.microsoft.com/office/drawing/2014/main" id="{0E8938B5-CCFF-2A09-52E8-7B9AED6D2EE5}"/>
                    </a:ext>
                  </a:extLst>
                </p:cNvPr>
                <p:cNvSpPr/>
                <p:nvPr/>
              </p:nvSpPr>
              <p:spPr>
                <a:xfrm>
                  <a:off x="1848143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</p:grpSp>
          <p:pic>
            <p:nvPicPr>
              <p:cNvPr id="240" name="그림 239">
                <a:extLst>
                  <a:ext uri="{FF2B5EF4-FFF2-40B4-BE49-F238E27FC236}">
                    <a16:creationId xmlns:a16="http://schemas.microsoft.com/office/drawing/2014/main" id="{571796FA-791C-3CA0-2B2A-7F2CCDDC70A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biLevel thresh="50000"/>
              </a:blip>
              <a:stretch>
                <a:fillRect/>
              </a:stretch>
            </p:blipFill>
            <p:spPr>
              <a:xfrm>
                <a:off x="1108855" y="5880754"/>
                <a:ext cx="153589" cy="153589"/>
              </a:xfrm>
              <a:prstGeom prst="rect">
                <a:avLst/>
              </a:prstGeom>
            </p:spPr>
          </p:pic>
          <p:pic>
            <p:nvPicPr>
              <p:cNvPr id="241" name="그림 240">
                <a:extLst>
                  <a:ext uri="{FF2B5EF4-FFF2-40B4-BE49-F238E27FC236}">
                    <a16:creationId xmlns:a16="http://schemas.microsoft.com/office/drawing/2014/main" id="{96C4B985-A022-F0B6-39CD-C2E478CB3DC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biLevel thresh="75000"/>
              </a:blip>
              <a:stretch>
                <a:fillRect/>
              </a:stretch>
            </p:blipFill>
            <p:spPr>
              <a:xfrm>
                <a:off x="2222354" y="5869660"/>
                <a:ext cx="175780" cy="175778"/>
              </a:xfrm>
              <a:prstGeom prst="rect">
                <a:avLst/>
              </a:prstGeom>
            </p:spPr>
          </p:pic>
          <p:pic>
            <p:nvPicPr>
              <p:cNvPr id="242" name="그림 241">
                <a:extLst>
                  <a:ext uri="{FF2B5EF4-FFF2-40B4-BE49-F238E27FC236}">
                    <a16:creationId xmlns:a16="http://schemas.microsoft.com/office/drawing/2014/main" id="{4767D688-0CBC-29BA-4339-1CF04537A9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biLevel thresh="75000"/>
              </a:blip>
              <a:stretch>
                <a:fillRect/>
              </a:stretch>
            </p:blipFill>
            <p:spPr>
              <a:xfrm>
                <a:off x="2444223" y="5868710"/>
                <a:ext cx="138036" cy="177676"/>
              </a:xfrm>
              <a:prstGeom prst="rect">
                <a:avLst/>
              </a:prstGeom>
            </p:spPr>
          </p:pic>
        </p:grpSp>
        <p:sp>
          <p:nvSpPr>
            <p:cNvPr id="238" name="타원 237">
              <a:extLst>
                <a:ext uri="{FF2B5EF4-FFF2-40B4-BE49-F238E27FC236}">
                  <a16:creationId xmlns:a16="http://schemas.microsoft.com/office/drawing/2014/main" id="{DDC9C8D8-99DB-D0E2-6819-F156A49EAC3C}"/>
                </a:ext>
              </a:extLst>
            </p:cNvPr>
            <p:cNvSpPr/>
            <p:nvPr/>
          </p:nvSpPr>
          <p:spPr>
            <a:xfrm>
              <a:off x="1305059" y="6590429"/>
              <a:ext cx="153854" cy="153854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23</a:t>
              </a:r>
              <a:endParaRPr lang="ko-KR" altLang="en-US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ADE6886C-E1D6-83B5-32D8-A11758CE4B00}"/>
              </a:ext>
            </a:extLst>
          </p:cNvPr>
          <p:cNvGrpSpPr/>
          <p:nvPr/>
        </p:nvGrpSpPr>
        <p:grpSpPr>
          <a:xfrm>
            <a:off x="581025" y="1742002"/>
            <a:ext cx="2447925" cy="174091"/>
            <a:chOff x="4030330" y="4982273"/>
            <a:chExt cx="2447925" cy="174091"/>
          </a:xfrm>
        </p:grpSpPr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FEF03245-F939-182B-B10C-0C29D6EB7EE5}"/>
                </a:ext>
              </a:extLst>
            </p:cNvPr>
            <p:cNvSpPr/>
            <p:nvPr/>
          </p:nvSpPr>
          <p:spPr>
            <a:xfrm>
              <a:off x="4030330" y="4982273"/>
              <a:ext cx="2447925" cy="174091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  <a:sym typeface="Webdings" panose="05030102010509060703" pitchFamily="18" charset="2"/>
                </a:rPr>
                <a:t>     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[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이벤트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] 2025 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투네이션 어워드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…</a:t>
              </a:r>
              <a:endParaRPr kumimoji="1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13" name="그래픽 12">
              <a:extLst>
                <a:ext uri="{FF2B5EF4-FFF2-40B4-BE49-F238E27FC236}">
                  <a16:creationId xmlns:a16="http://schemas.microsoft.com/office/drawing/2014/main" id="{7A5D2EA9-5C0F-01CD-B0E7-10BE10DF9802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4056529" y="4988794"/>
              <a:ext cx="159090" cy="159090"/>
            </a:xfrm>
            <a:prstGeom prst="rect">
              <a:avLst/>
            </a:prstGeom>
          </p:spPr>
        </p:pic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247D5B3-EB9C-7E91-C48A-7C57273CDD60}"/>
              </a:ext>
            </a:extLst>
          </p:cNvPr>
          <p:cNvGrpSpPr/>
          <p:nvPr/>
        </p:nvGrpSpPr>
        <p:grpSpPr>
          <a:xfrm>
            <a:off x="6649099" y="1742002"/>
            <a:ext cx="2447925" cy="174091"/>
            <a:chOff x="4030330" y="4982273"/>
            <a:chExt cx="2447925" cy="174091"/>
          </a:xfrm>
        </p:grpSpPr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8288BFD9-9485-30EB-1109-10D9B6815886}"/>
                </a:ext>
              </a:extLst>
            </p:cNvPr>
            <p:cNvSpPr/>
            <p:nvPr/>
          </p:nvSpPr>
          <p:spPr>
            <a:xfrm>
              <a:off x="4030330" y="4982273"/>
              <a:ext cx="2447925" cy="174091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  <a:sym typeface="Webdings" panose="05030102010509060703" pitchFamily="18" charset="2"/>
                </a:rPr>
                <a:t>     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[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이벤트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] 2025 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투네이션 어워드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…</a:t>
              </a:r>
              <a:endParaRPr kumimoji="1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67" name="그래픽 66">
              <a:extLst>
                <a:ext uri="{FF2B5EF4-FFF2-40B4-BE49-F238E27FC236}">
                  <a16:creationId xmlns:a16="http://schemas.microsoft.com/office/drawing/2014/main" id="{CAE72765-F2EB-0CB3-67E0-19B48C991351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4056529" y="4988794"/>
              <a:ext cx="159090" cy="159090"/>
            </a:xfrm>
            <a:prstGeom prst="rect">
              <a:avLst/>
            </a:prstGeom>
          </p:spPr>
        </p:pic>
      </p:grpSp>
      <p:cxnSp>
        <p:nvCxnSpPr>
          <p:cNvPr id="68" name="연결선: 꺾임 67">
            <a:extLst>
              <a:ext uri="{FF2B5EF4-FFF2-40B4-BE49-F238E27FC236}">
                <a16:creationId xmlns:a16="http://schemas.microsoft.com/office/drawing/2014/main" id="{35948B17-9DD2-6525-641A-DE6AFFD83BF6}"/>
              </a:ext>
            </a:extLst>
          </p:cNvPr>
          <p:cNvCxnSpPr>
            <a:cxnSpLocks/>
            <a:stCxn id="21" idx="0"/>
            <a:endCxn id="93" idx="3"/>
          </p:cNvCxnSpPr>
          <p:nvPr/>
        </p:nvCxnSpPr>
        <p:spPr>
          <a:xfrm rot="5400000" flipH="1" flipV="1">
            <a:off x="2371745" y="-176138"/>
            <a:ext cx="821453" cy="4084570"/>
          </a:xfrm>
          <a:prstGeom prst="bentConnector3">
            <a:avLst>
              <a:gd name="adj1" fmla="val 143259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타원 73">
            <a:extLst>
              <a:ext uri="{FF2B5EF4-FFF2-40B4-BE49-F238E27FC236}">
                <a16:creationId xmlns:a16="http://schemas.microsoft.com/office/drawing/2014/main" id="{2A00A8A2-4791-1BA0-352B-449D89CC52D4}"/>
              </a:ext>
            </a:extLst>
          </p:cNvPr>
          <p:cNvSpPr/>
          <p:nvPr/>
        </p:nvSpPr>
        <p:spPr>
          <a:xfrm>
            <a:off x="7758671" y="1405280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75" name="직선 화살표 연결선 74">
            <a:extLst>
              <a:ext uri="{FF2B5EF4-FFF2-40B4-BE49-F238E27FC236}">
                <a16:creationId xmlns:a16="http://schemas.microsoft.com/office/drawing/2014/main" id="{9F3D6DB3-80E5-566C-4B16-3A7CF4B86BEB}"/>
              </a:ext>
            </a:extLst>
          </p:cNvPr>
          <p:cNvCxnSpPr>
            <a:cxnSpLocks/>
          </p:cNvCxnSpPr>
          <p:nvPr/>
        </p:nvCxnSpPr>
        <p:spPr>
          <a:xfrm flipH="1">
            <a:off x="7831248" y="1561588"/>
            <a:ext cx="4849" cy="321533"/>
          </a:xfrm>
          <a:prstGeom prst="straightConnector1">
            <a:avLst/>
          </a:prstGeom>
          <a:ln>
            <a:solidFill>
              <a:srgbClr val="FF000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7951225B-D77F-BC5E-15C8-D7C85912E493}"/>
              </a:ext>
            </a:extLst>
          </p:cNvPr>
          <p:cNvCxnSpPr>
            <a:cxnSpLocks/>
            <a:stCxn id="74" idx="5"/>
          </p:cNvCxnSpPr>
          <p:nvPr/>
        </p:nvCxnSpPr>
        <p:spPr>
          <a:xfrm>
            <a:off x="7885850" y="1532459"/>
            <a:ext cx="379964" cy="377822"/>
          </a:xfrm>
          <a:prstGeom prst="straightConnector1">
            <a:avLst/>
          </a:prstGeom>
          <a:ln>
            <a:solidFill>
              <a:srgbClr val="FF000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0A4A8CB8-A018-B474-0719-9487594F81C1}"/>
              </a:ext>
            </a:extLst>
          </p:cNvPr>
          <p:cNvCxnSpPr>
            <a:cxnSpLocks/>
            <a:stCxn id="74" idx="3"/>
          </p:cNvCxnSpPr>
          <p:nvPr/>
        </p:nvCxnSpPr>
        <p:spPr>
          <a:xfrm flipH="1">
            <a:off x="7414788" y="1532459"/>
            <a:ext cx="365703" cy="377822"/>
          </a:xfrm>
          <a:prstGeom prst="straightConnector1">
            <a:avLst/>
          </a:prstGeom>
          <a:ln>
            <a:solidFill>
              <a:srgbClr val="FF000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373BD605-1BB0-59B1-F187-2C55ABFBDFB5}"/>
              </a:ext>
            </a:extLst>
          </p:cNvPr>
          <p:cNvSpPr/>
          <p:nvPr/>
        </p:nvSpPr>
        <p:spPr>
          <a:xfrm>
            <a:off x="8583142" y="5033203"/>
            <a:ext cx="488299" cy="325020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b="1" dirty="0">
                <a:latin typeface="+mn-ea"/>
              </a:rPr>
              <a:t>▲</a:t>
            </a:r>
            <a:endParaRPr lang="en-US" altLang="ko-KR" sz="700" b="1" dirty="0">
              <a:latin typeface="+mn-ea"/>
            </a:endParaRPr>
          </a:p>
          <a:p>
            <a:pPr algn="ctr"/>
            <a:r>
              <a:rPr lang="en-US" altLang="ko-KR" sz="700" b="1" dirty="0">
                <a:latin typeface="+mn-ea"/>
              </a:rPr>
              <a:t>Top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8EC3C8E1-2225-6501-7FF6-9B622B83581C}"/>
              </a:ext>
            </a:extLst>
          </p:cNvPr>
          <p:cNvSpPr/>
          <p:nvPr/>
        </p:nvSpPr>
        <p:spPr>
          <a:xfrm>
            <a:off x="8583142" y="5407909"/>
            <a:ext cx="488299" cy="325020"/>
          </a:xfrm>
          <a:prstGeom prst="round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700" b="1" dirty="0"/>
              <a:t>재생 중인</a:t>
            </a:r>
            <a:endParaRPr lang="en-US" altLang="ko-KR" sz="700" b="1" dirty="0"/>
          </a:p>
          <a:p>
            <a:pPr algn="ctr"/>
            <a:r>
              <a:rPr lang="ko-KR" altLang="en-US" sz="700" b="1" dirty="0"/>
              <a:t>후원 ▼</a:t>
            </a:r>
            <a:endParaRPr lang="en-US" altLang="ko-KR" sz="700" b="1" dirty="0"/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ABBC2BF3-6B8B-5331-3462-F4CC984266F7}"/>
              </a:ext>
            </a:extLst>
          </p:cNvPr>
          <p:cNvSpPr/>
          <p:nvPr/>
        </p:nvSpPr>
        <p:spPr>
          <a:xfrm>
            <a:off x="9147352" y="5495919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 62">
            <a:extLst>
              <a:ext uri="{FF2B5EF4-FFF2-40B4-BE49-F238E27FC236}">
                <a16:creationId xmlns:a16="http://schemas.microsoft.com/office/drawing/2014/main" id="{7E44E6CC-D8DD-1C26-9770-429B952C0F7B}"/>
              </a:ext>
            </a:extLst>
          </p:cNvPr>
          <p:cNvSpPr/>
          <p:nvPr/>
        </p:nvSpPr>
        <p:spPr>
          <a:xfrm>
            <a:off x="9138968" y="5121213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65" name="그림 64">
            <a:extLst>
              <a:ext uri="{FF2B5EF4-FFF2-40B4-BE49-F238E27FC236}">
                <a16:creationId xmlns:a16="http://schemas.microsoft.com/office/drawing/2014/main" id="{1D70AF76-CCAE-0767-889C-7379ECE920A5}"/>
              </a:ext>
            </a:extLst>
          </p:cNvPr>
          <p:cNvPicPr>
            <a:picLocks noChangeAspect="1"/>
          </p:cNvPicPr>
          <p:nvPr/>
        </p:nvPicPr>
        <p:blipFill>
          <a:blip r:embed="rId21">
            <a:biLevel thresh="75000"/>
            <a:extLst>
              <a:ext uri="{BEBA8EAE-BF5A-486C-A8C5-ECC9F3942E4B}">
                <a14:imgProps xmlns:a14="http://schemas.microsoft.com/office/drawing/2010/main">
                  <a14:imgLayer r:embed="rId22">
                    <a14:imgEffect>
                      <a14:backgroundRemoval t="10000" b="90000" l="10000" r="90000">
                        <a14:foregroundMark x1="50000" y1="74000" x2="50000" y2="74000"/>
                      </a14:backgroundRemoval>
                    </a14:imgEffect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</a:extLst>
          </a:blip>
          <a:srcRect l="22466" t="21148" r="24851" b="19009"/>
          <a:stretch>
            <a:fillRect/>
          </a:stretch>
        </p:blipFill>
        <p:spPr>
          <a:xfrm>
            <a:off x="2583143" y="1502867"/>
            <a:ext cx="181812" cy="206522"/>
          </a:xfrm>
          <a:prstGeom prst="rect">
            <a:avLst/>
          </a:prstGeom>
        </p:spPr>
      </p:pic>
      <p:pic>
        <p:nvPicPr>
          <p:cNvPr id="69" name="그림 68">
            <a:extLst>
              <a:ext uri="{FF2B5EF4-FFF2-40B4-BE49-F238E27FC236}">
                <a16:creationId xmlns:a16="http://schemas.microsoft.com/office/drawing/2014/main" id="{B41BE45C-0E84-8345-8361-9825BDD40561}"/>
              </a:ext>
            </a:extLst>
          </p:cNvPr>
          <p:cNvPicPr>
            <a:picLocks noChangeAspect="1"/>
          </p:cNvPicPr>
          <p:nvPr/>
        </p:nvPicPr>
        <p:blipFill rotWithShape="1"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660760" y="1531122"/>
            <a:ext cx="338206" cy="138583"/>
          </a:xfrm>
          <a:prstGeom prst="rect">
            <a:avLst/>
          </a:prstGeom>
        </p:spPr>
      </p:pic>
      <p:pic>
        <p:nvPicPr>
          <p:cNvPr id="70" name="그림 69">
            <a:extLst>
              <a:ext uri="{FF2B5EF4-FFF2-40B4-BE49-F238E27FC236}">
                <a16:creationId xmlns:a16="http://schemas.microsoft.com/office/drawing/2014/main" id="{1A587CD7-5CD8-07AE-9B79-525FE1B502DA}"/>
              </a:ext>
            </a:extLst>
          </p:cNvPr>
          <p:cNvPicPr>
            <a:picLocks noChangeAspect="1"/>
          </p:cNvPicPr>
          <p:nvPr/>
        </p:nvPicPr>
        <p:blipFill rotWithShape="1"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6729902" y="1531122"/>
            <a:ext cx="338206" cy="138583"/>
          </a:xfrm>
          <a:prstGeom prst="rect">
            <a:avLst/>
          </a:prstGeom>
        </p:spPr>
      </p:pic>
      <p:pic>
        <p:nvPicPr>
          <p:cNvPr id="71" name="그림 70">
            <a:extLst>
              <a:ext uri="{FF2B5EF4-FFF2-40B4-BE49-F238E27FC236}">
                <a16:creationId xmlns:a16="http://schemas.microsoft.com/office/drawing/2014/main" id="{31FFB78E-FBF5-7C32-5459-F249B022DB21}"/>
              </a:ext>
            </a:extLst>
          </p:cNvPr>
          <p:cNvPicPr>
            <a:picLocks noChangeAspect="1"/>
          </p:cNvPicPr>
          <p:nvPr/>
        </p:nvPicPr>
        <p:blipFill>
          <a:blip r:embed="rId24">
            <a:biLevel thresh="75000"/>
            <a:extLst>
              <a:ext uri="{BEBA8EAE-BF5A-486C-A8C5-ECC9F3942E4B}">
                <a14:imgProps xmlns:a14="http://schemas.microsoft.com/office/drawing/2010/main">
                  <a14:imgLayer r:embed="rId25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805755" y="1507585"/>
            <a:ext cx="193901" cy="193903"/>
          </a:xfrm>
          <a:prstGeom prst="rect">
            <a:avLst/>
          </a:prstGeom>
        </p:spPr>
      </p:pic>
      <p:pic>
        <p:nvPicPr>
          <p:cNvPr id="72" name="그림 71">
            <a:extLst>
              <a:ext uri="{FF2B5EF4-FFF2-40B4-BE49-F238E27FC236}">
                <a16:creationId xmlns:a16="http://schemas.microsoft.com/office/drawing/2014/main" id="{9DC56698-F508-3D8B-3A9C-EB3E5001DE6B}"/>
              </a:ext>
            </a:extLst>
          </p:cNvPr>
          <p:cNvPicPr>
            <a:picLocks noChangeAspect="1"/>
          </p:cNvPicPr>
          <p:nvPr/>
        </p:nvPicPr>
        <p:blipFill>
          <a:blip r:embed="rId21">
            <a:biLevel thresh="75000"/>
            <a:extLst>
              <a:ext uri="{BEBA8EAE-BF5A-486C-A8C5-ECC9F3942E4B}">
                <a14:imgProps xmlns:a14="http://schemas.microsoft.com/office/drawing/2010/main">
                  <a14:imgLayer r:embed="rId22">
                    <a14:imgEffect>
                      <a14:backgroundRemoval t="10000" b="90000" l="10000" r="90000">
                        <a14:foregroundMark x1="50000" y1="74000" x2="50000" y2="74000"/>
                      </a14:backgroundRemoval>
                    </a14:imgEffect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</a:extLst>
          </a:blip>
          <a:srcRect l="22466" t="21148" r="24851" b="19009"/>
          <a:stretch>
            <a:fillRect/>
          </a:stretch>
        </p:blipFill>
        <p:spPr>
          <a:xfrm>
            <a:off x="8655221" y="1502867"/>
            <a:ext cx="181812" cy="206522"/>
          </a:xfrm>
          <a:prstGeom prst="rect">
            <a:avLst/>
          </a:prstGeom>
        </p:spPr>
      </p:pic>
      <p:pic>
        <p:nvPicPr>
          <p:cNvPr id="73" name="그림 72">
            <a:extLst>
              <a:ext uri="{FF2B5EF4-FFF2-40B4-BE49-F238E27FC236}">
                <a16:creationId xmlns:a16="http://schemas.microsoft.com/office/drawing/2014/main" id="{62C81806-2C3E-3D9B-4703-CEDC2A5AA403}"/>
              </a:ext>
            </a:extLst>
          </p:cNvPr>
          <p:cNvPicPr>
            <a:picLocks noChangeAspect="1"/>
          </p:cNvPicPr>
          <p:nvPr/>
        </p:nvPicPr>
        <p:blipFill>
          <a:blip r:embed="rId24">
            <a:biLevel thresh="75000"/>
            <a:extLst>
              <a:ext uri="{BEBA8EAE-BF5A-486C-A8C5-ECC9F3942E4B}">
                <a14:imgProps xmlns:a14="http://schemas.microsoft.com/office/drawing/2010/main">
                  <a14:imgLayer r:embed="rId25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8877833" y="1507585"/>
            <a:ext cx="193901" cy="193903"/>
          </a:xfrm>
          <a:prstGeom prst="rect">
            <a:avLst/>
          </a:prstGeom>
        </p:spPr>
      </p:pic>
      <p:grpSp>
        <p:nvGrpSpPr>
          <p:cNvPr id="78" name="그룹 77">
            <a:extLst>
              <a:ext uri="{FF2B5EF4-FFF2-40B4-BE49-F238E27FC236}">
                <a16:creationId xmlns:a16="http://schemas.microsoft.com/office/drawing/2014/main" id="{3DAFF640-287E-DE82-DCC6-C628986FE011}"/>
              </a:ext>
            </a:extLst>
          </p:cNvPr>
          <p:cNvGrpSpPr/>
          <p:nvPr/>
        </p:nvGrpSpPr>
        <p:grpSpPr>
          <a:xfrm>
            <a:off x="2315580" y="1502001"/>
            <a:ext cx="194773" cy="194773"/>
            <a:chOff x="6601555" y="4882678"/>
            <a:chExt cx="216000" cy="216000"/>
          </a:xfrm>
        </p:grpSpPr>
        <p:sp>
          <p:nvSpPr>
            <p:cNvPr id="79" name="사각형: 둥근 모서리 78">
              <a:extLst>
                <a:ext uri="{FF2B5EF4-FFF2-40B4-BE49-F238E27FC236}">
                  <a16:creationId xmlns:a16="http://schemas.microsoft.com/office/drawing/2014/main" id="{7DD7F958-0D36-C942-2FBA-FD4C1CE03899}"/>
                </a:ext>
              </a:extLst>
            </p:cNvPr>
            <p:cNvSpPr/>
            <p:nvPr/>
          </p:nvSpPr>
          <p:spPr bwMode="auto">
            <a:xfrm>
              <a:off x="6601555" y="4882678"/>
              <a:ext cx="216000" cy="216000"/>
            </a:xfrm>
            <a:prstGeom prst="roundRect">
              <a:avLst/>
            </a:prstGeom>
            <a:solidFill>
              <a:sysClr val="windowText" lastClr="00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+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80" name="그림 79">
              <a:extLst>
                <a:ext uri="{FF2B5EF4-FFF2-40B4-BE49-F238E27FC236}">
                  <a16:creationId xmlns:a16="http://schemas.microsoft.com/office/drawing/2014/main" id="{034CE35E-AD2C-3904-CCEF-99335547CF74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BEBA8EAE-BF5A-486C-A8C5-ECC9F3942E4B}">
                  <a14:imgProps xmlns:a14="http://schemas.microsoft.com/office/drawing/2010/main">
                    <a14:imgLayer r:embed="rId27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627165" y="4911088"/>
              <a:ext cx="164692" cy="164692"/>
            </a:xfrm>
            <a:prstGeom prst="rect">
              <a:avLst/>
            </a:prstGeom>
          </p:spPr>
        </p:pic>
      </p:grp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0F242534-10A6-A70F-9DC1-EE103E554909}"/>
              </a:ext>
            </a:extLst>
          </p:cNvPr>
          <p:cNvGrpSpPr/>
          <p:nvPr/>
        </p:nvGrpSpPr>
        <p:grpSpPr>
          <a:xfrm>
            <a:off x="8364252" y="1502001"/>
            <a:ext cx="194773" cy="194773"/>
            <a:chOff x="6601555" y="4882678"/>
            <a:chExt cx="216000" cy="216000"/>
          </a:xfrm>
        </p:grpSpPr>
        <p:sp>
          <p:nvSpPr>
            <p:cNvPr id="82" name="사각형: 둥근 모서리 81">
              <a:extLst>
                <a:ext uri="{FF2B5EF4-FFF2-40B4-BE49-F238E27FC236}">
                  <a16:creationId xmlns:a16="http://schemas.microsoft.com/office/drawing/2014/main" id="{9023E272-EBBE-135C-C3D7-D63C6658E3C6}"/>
                </a:ext>
              </a:extLst>
            </p:cNvPr>
            <p:cNvSpPr/>
            <p:nvPr/>
          </p:nvSpPr>
          <p:spPr bwMode="auto">
            <a:xfrm>
              <a:off x="6601555" y="4882678"/>
              <a:ext cx="216000" cy="216000"/>
            </a:xfrm>
            <a:prstGeom prst="roundRect">
              <a:avLst/>
            </a:prstGeom>
            <a:solidFill>
              <a:sysClr val="windowText" lastClr="00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+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83" name="그림 82">
              <a:extLst>
                <a:ext uri="{FF2B5EF4-FFF2-40B4-BE49-F238E27FC236}">
                  <a16:creationId xmlns:a16="http://schemas.microsoft.com/office/drawing/2014/main" id="{A9606A01-3A20-943A-89FC-A65476AC4495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BEBA8EAE-BF5A-486C-A8C5-ECC9F3942E4B}">
                  <a14:imgProps xmlns:a14="http://schemas.microsoft.com/office/drawing/2010/main">
                    <a14:imgLayer r:embed="rId27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627165" y="4911088"/>
              <a:ext cx="164692" cy="16469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630763731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Google Shape;1197;p27">
            <a:extLst>
              <a:ext uri="{FF2B5EF4-FFF2-40B4-BE49-F238E27FC236}">
                <a16:creationId xmlns:a16="http://schemas.microsoft.com/office/drawing/2014/main" id="{6A1CEBE1-90B5-2141-D6F4-FE60AB1E1799}"/>
              </a:ext>
            </a:extLst>
          </p:cNvPr>
          <p:cNvSpPr/>
          <p:nvPr/>
        </p:nvSpPr>
        <p:spPr>
          <a:xfrm>
            <a:off x="512116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" name="Google Shape;1197;p27">
            <a:extLst>
              <a:ext uri="{FF2B5EF4-FFF2-40B4-BE49-F238E27FC236}">
                <a16:creationId xmlns:a16="http://schemas.microsoft.com/office/drawing/2014/main" id="{DE7B7E73-BA79-9698-1FB8-9B209C65E6D7}"/>
              </a:ext>
            </a:extLst>
          </p:cNvPr>
          <p:cNvSpPr/>
          <p:nvPr/>
        </p:nvSpPr>
        <p:spPr>
          <a:xfrm>
            <a:off x="3542783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endParaRPr kumimoji="0" sz="856" b="1" kern="0" dirty="0">
              <a:solidFill>
                <a:prstClr val="white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24F4BAFF-9FE4-E6EC-FAD8-754B4085B0F1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게임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FF2A7904-9885-7C49-98E4-3F59045E583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모바일 웹 리모컨</a:t>
            </a:r>
            <a:r>
              <a:rPr lang="en-US" altLang="ko-KR" dirty="0"/>
              <a:t> &gt; </a:t>
            </a:r>
            <a:r>
              <a:rPr lang="ko-KR" altLang="en-US" dirty="0"/>
              <a:t>게임 후원</a:t>
            </a:r>
          </a:p>
        </p:txBody>
      </p:sp>
      <p:sp>
        <p:nvSpPr>
          <p:cNvPr id="14" name="Google Shape;1198;p27">
            <a:extLst>
              <a:ext uri="{FF2B5EF4-FFF2-40B4-BE49-F238E27FC236}">
                <a16:creationId xmlns:a16="http://schemas.microsoft.com/office/drawing/2014/main" id="{6FDAC909-2409-1190-7EF8-8D64482ECD6B}"/>
              </a:ext>
            </a:extLst>
          </p:cNvPr>
          <p:cNvSpPr/>
          <p:nvPr/>
        </p:nvSpPr>
        <p:spPr>
          <a:xfrm>
            <a:off x="567170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FFD0A32-ADE5-22D7-2606-70E756D4F970}"/>
              </a:ext>
            </a:extLst>
          </p:cNvPr>
          <p:cNvSpPr txBox="1"/>
          <p:nvPr/>
        </p:nvSpPr>
        <p:spPr>
          <a:xfrm>
            <a:off x="571257" y="1943783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67105AF-E888-570F-4D12-421BCD94D134}"/>
              </a:ext>
            </a:extLst>
          </p:cNvPr>
          <p:cNvSpPr txBox="1"/>
          <p:nvPr/>
        </p:nvSpPr>
        <p:spPr>
          <a:xfrm>
            <a:off x="1847717" y="1943783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A6328871-2A25-B8D4-13A1-7594567989D6}"/>
              </a:ext>
            </a:extLst>
          </p:cNvPr>
          <p:cNvCxnSpPr>
            <a:cxnSpLocks/>
          </p:cNvCxnSpPr>
          <p:nvPr/>
        </p:nvCxnSpPr>
        <p:spPr>
          <a:xfrm>
            <a:off x="1379476" y="2208307"/>
            <a:ext cx="396044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7DA56417-9F67-07A5-C9FE-9FB47CC36A65}"/>
              </a:ext>
            </a:extLst>
          </p:cNvPr>
          <p:cNvSpPr txBox="1"/>
          <p:nvPr/>
        </p:nvSpPr>
        <p:spPr>
          <a:xfrm>
            <a:off x="1353186" y="1943783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4215D914-E911-15FE-8592-9ECF65009168}"/>
              </a:ext>
            </a:extLst>
          </p:cNvPr>
          <p:cNvSpPr/>
          <p:nvPr/>
        </p:nvSpPr>
        <p:spPr>
          <a:xfrm>
            <a:off x="600348" y="2215774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F435F2EA-428A-5F56-8DE2-6954E2F5354C}"/>
              </a:ext>
            </a:extLst>
          </p:cNvPr>
          <p:cNvSpPr/>
          <p:nvPr/>
        </p:nvSpPr>
        <p:spPr>
          <a:xfrm>
            <a:off x="600348" y="2448091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13F55A52-E0CC-6B74-820B-19B2D78F0726}"/>
              </a:ext>
            </a:extLst>
          </p:cNvPr>
          <p:cNvSpPr txBox="1"/>
          <p:nvPr/>
        </p:nvSpPr>
        <p:spPr>
          <a:xfrm>
            <a:off x="909748" y="2474379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D598ACA3-4B3A-76CE-0622-395020F39435}"/>
              </a:ext>
            </a:extLst>
          </p:cNvPr>
          <p:cNvSpPr txBox="1"/>
          <p:nvPr/>
        </p:nvSpPr>
        <p:spPr>
          <a:xfrm>
            <a:off x="910516" y="2841841"/>
            <a:ext cx="1609943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{[</a:t>
            </a: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게임명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]} {[</a:t>
            </a: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서버명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]} {[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캐릭터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21787C0-4B1B-C4CB-BFAC-1AC934E01C3A}"/>
              </a:ext>
            </a:extLst>
          </p:cNvPr>
          <p:cNvSpPr txBox="1"/>
          <p:nvPr/>
        </p:nvSpPr>
        <p:spPr>
          <a:xfrm>
            <a:off x="2562709" y="2548245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844C990D-F6E4-BB79-ACCE-4328DFA8F4CB}"/>
              </a:ext>
            </a:extLst>
          </p:cNvPr>
          <p:cNvSpPr txBox="1"/>
          <p:nvPr/>
        </p:nvSpPr>
        <p:spPr>
          <a:xfrm>
            <a:off x="2687960" y="2841841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9B605031-ABA9-F102-B41F-AB95401ED4B8}"/>
              </a:ext>
            </a:extLst>
          </p:cNvPr>
          <p:cNvSpPr/>
          <p:nvPr/>
        </p:nvSpPr>
        <p:spPr>
          <a:xfrm>
            <a:off x="600348" y="3755457"/>
            <a:ext cx="2417540" cy="6852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6B7D4479-8231-0008-115F-D18CCD46235F}"/>
              </a:ext>
            </a:extLst>
          </p:cNvPr>
          <p:cNvSpPr txBox="1"/>
          <p:nvPr/>
        </p:nvSpPr>
        <p:spPr>
          <a:xfrm>
            <a:off x="909748" y="3781745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28EDB501-F5A6-7F62-340A-82ED91210ADB}"/>
              </a:ext>
            </a:extLst>
          </p:cNvPr>
          <p:cNvSpPr txBox="1"/>
          <p:nvPr/>
        </p:nvSpPr>
        <p:spPr>
          <a:xfrm>
            <a:off x="910517" y="4114654"/>
            <a:ext cx="1652192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 텍스트내용 텍스트 내용 텍스트 내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1A9F41C0-BB66-5ADF-0EDB-76853F39DAF2}"/>
              </a:ext>
            </a:extLst>
          </p:cNvPr>
          <p:cNvSpPr txBox="1"/>
          <p:nvPr/>
        </p:nvSpPr>
        <p:spPr>
          <a:xfrm>
            <a:off x="2562709" y="3855611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sz="1050" dirty="0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B5C09E32-E12D-43E5-154D-946C4D070487}"/>
              </a:ext>
            </a:extLst>
          </p:cNvPr>
          <p:cNvSpPr txBox="1"/>
          <p:nvPr/>
        </p:nvSpPr>
        <p:spPr>
          <a:xfrm>
            <a:off x="2687960" y="4149207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AC71B8D-2E57-058E-5F8F-45BA145B39D1}"/>
              </a:ext>
            </a:extLst>
          </p:cNvPr>
          <p:cNvSpPr/>
          <p:nvPr/>
        </p:nvSpPr>
        <p:spPr>
          <a:xfrm>
            <a:off x="600348" y="4438690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37A4E678-276A-4E07-D605-90887545CF79}"/>
              </a:ext>
            </a:extLst>
          </p:cNvPr>
          <p:cNvSpPr txBox="1"/>
          <p:nvPr/>
        </p:nvSpPr>
        <p:spPr>
          <a:xfrm>
            <a:off x="909748" y="446497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3DDFB762-0B22-628E-CCA2-344571EAA793}"/>
              </a:ext>
            </a:extLst>
          </p:cNvPr>
          <p:cNvSpPr txBox="1"/>
          <p:nvPr/>
        </p:nvSpPr>
        <p:spPr>
          <a:xfrm>
            <a:off x="910516" y="4832440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룰렛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제목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꽝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or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당첨 항목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594B4C73-B71F-322E-F017-078D99152B67}"/>
              </a:ext>
            </a:extLst>
          </p:cNvPr>
          <p:cNvSpPr txBox="1"/>
          <p:nvPr/>
        </p:nvSpPr>
        <p:spPr>
          <a:xfrm>
            <a:off x="2562709" y="4538844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3D511CB-19EC-40AB-DF5C-A9D286A47D39}"/>
              </a:ext>
            </a:extLst>
          </p:cNvPr>
          <p:cNvSpPr txBox="1"/>
          <p:nvPr/>
        </p:nvSpPr>
        <p:spPr>
          <a:xfrm>
            <a:off x="2687960" y="483244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6F0EE8E8-DF4D-4D6F-9676-F2E7AF773CCD}"/>
              </a:ext>
            </a:extLst>
          </p:cNvPr>
          <p:cNvSpPr/>
          <p:nvPr/>
        </p:nvSpPr>
        <p:spPr>
          <a:xfrm>
            <a:off x="600348" y="5055498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7D16DD52-F184-0BF6-DACB-F55DB90283B6}"/>
              </a:ext>
            </a:extLst>
          </p:cNvPr>
          <p:cNvSpPr txBox="1"/>
          <p:nvPr/>
        </p:nvSpPr>
        <p:spPr>
          <a:xfrm>
            <a:off x="909748" y="5081786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0376BA7D-8C41-7714-3CEE-C74CE733AC39}"/>
              </a:ext>
            </a:extLst>
          </p:cNvPr>
          <p:cNvSpPr txBox="1"/>
          <p:nvPr/>
        </p:nvSpPr>
        <p:spPr>
          <a:xfrm>
            <a:off x="910516" y="5449248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럭키박스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시간초과 환불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C0E4021B-A1B0-AE8A-B1D3-91D966EF489A}"/>
              </a:ext>
            </a:extLst>
          </p:cNvPr>
          <p:cNvSpPr txBox="1"/>
          <p:nvPr/>
        </p:nvSpPr>
        <p:spPr>
          <a:xfrm>
            <a:off x="2562709" y="5155652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E6C0DCF1-078E-635B-622C-961587165491}"/>
              </a:ext>
            </a:extLst>
          </p:cNvPr>
          <p:cNvSpPr txBox="1"/>
          <p:nvPr/>
        </p:nvSpPr>
        <p:spPr>
          <a:xfrm>
            <a:off x="2687960" y="5449248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64" name="그림 63">
            <a:extLst>
              <a:ext uri="{FF2B5EF4-FFF2-40B4-BE49-F238E27FC236}">
                <a16:creationId xmlns:a16="http://schemas.microsoft.com/office/drawing/2014/main" id="{7E14E7CC-CB22-D035-F774-42FDF5A8569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-3" b="28840"/>
          <a:stretch>
            <a:fillRect/>
          </a:stretch>
        </p:blipFill>
        <p:spPr>
          <a:xfrm>
            <a:off x="595005" y="5678103"/>
            <a:ext cx="2479066" cy="450805"/>
          </a:xfrm>
          <a:prstGeom prst="rect">
            <a:avLst/>
          </a:prstGeom>
        </p:spPr>
      </p:pic>
      <p:pic>
        <p:nvPicPr>
          <p:cNvPr id="70" name="그래픽 69">
            <a:extLst>
              <a:ext uri="{FF2B5EF4-FFF2-40B4-BE49-F238E27FC236}">
                <a16:creationId xmlns:a16="http://schemas.microsoft.com/office/drawing/2014/main" id="{5CC98B69-CD16-582C-DA5B-D5AC3CD63F1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47058" y="2626449"/>
            <a:ext cx="264437" cy="264437"/>
          </a:xfrm>
          <a:prstGeom prst="rect">
            <a:avLst/>
          </a:prstGeom>
        </p:spPr>
      </p:pic>
      <p:pic>
        <p:nvPicPr>
          <p:cNvPr id="72" name="그래픽 71">
            <a:extLst>
              <a:ext uri="{FF2B5EF4-FFF2-40B4-BE49-F238E27FC236}">
                <a16:creationId xmlns:a16="http://schemas.microsoft.com/office/drawing/2014/main" id="{D3F7E52D-D14E-4E4F-293A-6E6679446DE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47058" y="3949176"/>
            <a:ext cx="264437" cy="264437"/>
          </a:xfrm>
          <a:prstGeom prst="rect">
            <a:avLst/>
          </a:prstGeom>
        </p:spPr>
      </p:pic>
      <p:pic>
        <p:nvPicPr>
          <p:cNvPr id="73" name="그래픽 72">
            <a:extLst>
              <a:ext uri="{FF2B5EF4-FFF2-40B4-BE49-F238E27FC236}">
                <a16:creationId xmlns:a16="http://schemas.microsoft.com/office/drawing/2014/main" id="{FE9FB6E5-D8FA-5320-1F34-B121B12BE23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47058" y="4629986"/>
            <a:ext cx="264437" cy="264437"/>
          </a:xfrm>
          <a:prstGeom prst="rect">
            <a:avLst/>
          </a:prstGeom>
        </p:spPr>
      </p:pic>
      <p:pic>
        <p:nvPicPr>
          <p:cNvPr id="74" name="그래픽 73">
            <a:extLst>
              <a:ext uri="{FF2B5EF4-FFF2-40B4-BE49-F238E27FC236}">
                <a16:creationId xmlns:a16="http://schemas.microsoft.com/office/drawing/2014/main" id="{9BD907BC-87A0-5552-4E50-A28FF042CB2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47058" y="5241867"/>
            <a:ext cx="264437" cy="264437"/>
          </a:xfrm>
          <a:prstGeom prst="rect">
            <a:avLst/>
          </a:prstGeom>
        </p:spPr>
      </p:pic>
      <p:pic>
        <p:nvPicPr>
          <p:cNvPr id="84" name="그래픽 83">
            <a:extLst>
              <a:ext uri="{FF2B5EF4-FFF2-40B4-BE49-F238E27FC236}">
                <a16:creationId xmlns:a16="http://schemas.microsoft.com/office/drawing/2014/main" id="{9C848EA2-B6C1-758D-4D33-B968EE3AA54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t="1" b="-389"/>
          <a:stretch>
            <a:fillRect/>
          </a:stretch>
        </p:blipFill>
        <p:spPr>
          <a:xfrm>
            <a:off x="647058" y="5863445"/>
            <a:ext cx="264437" cy="265463"/>
          </a:xfrm>
          <a:prstGeom prst="rect">
            <a:avLst/>
          </a:prstGeom>
        </p:spPr>
      </p:pic>
      <p:pic>
        <p:nvPicPr>
          <p:cNvPr id="90" name="그림 89">
            <a:extLst>
              <a:ext uri="{FF2B5EF4-FFF2-40B4-BE49-F238E27FC236}">
                <a16:creationId xmlns:a16="http://schemas.microsoft.com/office/drawing/2014/main" id="{02C4891D-F914-6ABE-B78C-771BD666FDC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10247" y="2242786"/>
            <a:ext cx="187790" cy="192370"/>
          </a:xfrm>
          <a:prstGeom prst="rect">
            <a:avLst/>
          </a:prstGeom>
        </p:spPr>
      </p:pic>
      <p:sp>
        <p:nvSpPr>
          <p:cNvPr id="101" name="Google Shape;1198;p27">
            <a:extLst>
              <a:ext uri="{FF2B5EF4-FFF2-40B4-BE49-F238E27FC236}">
                <a16:creationId xmlns:a16="http://schemas.microsoft.com/office/drawing/2014/main" id="{665D75EA-4606-B885-9ED9-A09532B7A79F}"/>
              </a:ext>
            </a:extLst>
          </p:cNvPr>
          <p:cNvSpPr/>
          <p:nvPr/>
        </p:nvSpPr>
        <p:spPr>
          <a:xfrm>
            <a:off x="3585577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3179D12A-F9C4-7B23-A421-C3C1416FC86B}"/>
              </a:ext>
            </a:extLst>
          </p:cNvPr>
          <p:cNvSpPr txBox="1"/>
          <p:nvPr/>
        </p:nvSpPr>
        <p:spPr>
          <a:xfrm>
            <a:off x="3589664" y="1943783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BB330220-19E2-EBF1-15F4-462B6C38B4D1}"/>
              </a:ext>
            </a:extLst>
          </p:cNvPr>
          <p:cNvSpPr txBox="1"/>
          <p:nvPr/>
        </p:nvSpPr>
        <p:spPr>
          <a:xfrm>
            <a:off x="4866124" y="1943783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0E3DEEA3-8331-4974-5892-10A285DE94E1}"/>
              </a:ext>
            </a:extLst>
          </p:cNvPr>
          <p:cNvCxnSpPr>
            <a:cxnSpLocks/>
          </p:cNvCxnSpPr>
          <p:nvPr/>
        </p:nvCxnSpPr>
        <p:spPr>
          <a:xfrm>
            <a:off x="4397883" y="2208307"/>
            <a:ext cx="396044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105" name="TextBox 104">
            <a:extLst>
              <a:ext uri="{FF2B5EF4-FFF2-40B4-BE49-F238E27FC236}">
                <a16:creationId xmlns:a16="http://schemas.microsoft.com/office/drawing/2014/main" id="{7CF95B20-E2F2-679D-D454-76A797B6ADA1}"/>
              </a:ext>
            </a:extLst>
          </p:cNvPr>
          <p:cNvSpPr txBox="1"/>
          <p:nvPr/>
        </p:nvSpPr>
        <p:spPr>
          <a:xfrm>
            <a:off x="4371593" y="1943783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586E714C-3120-CCF4-5C5E-806CEC5A1DC3}"/>
              </a:ext>
            </a:extLst>
          </p:cNvPr>
          <p:cNvSpPr/>
          <p:nvPr/>
        </p:nvSpPr>
        <p:spPr>
          <a:xfrm>
            <a:off x="3618755" y="2215774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729674A5-0F6A-C5F6-D701-0DB5F69F2599}"/>
              </a:ext>
            </a:extLst>
          </p:cNvPr>
          <p:cNvSpPr/>
          <p:nvPr/>
        </p:nvSpPr>
        <p:spPr>
          <a:xfrm>
            <a:off x="3618755" y="3073651"/>
            <a:ext cx="2417540" cy="1063711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5C3BDA5-D7CE-E9DA-7387-756963AF51ED}"/>
              </a:ext>
            </a:extLst>
          </p:cNvPr>
          <p:cNvSpPr txBox="1"/>
          <p:nvPr/>
        </p:nvSpPr>
        <p:spPr>
          <a:xfrm>
            <a:off x="3928155" y="3099941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B10502D0-42D2-D6A2-748B-E3344FC08BC7}"/>
              </a:ext>
            </a:extLst>
          </p:cNvPr>
          <p:cNvSpPr txBox="1"/>
          <p:nvPr/>
        </p:nvSpPr>
        <p:spPr>
          <a:xfrm>
            <a:off x="3928924" y="3467403"/>
            <a:ext cx="169417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{[</a:t>
            </a: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게임명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]} {[</a:t>
            </a: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서버명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]} {[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캐릭터 명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]} {[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게임 아이템명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]} {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수량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}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개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{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}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AA5B70E8-4EA0-2ABD-430E-677EBCF08DE1}"/>
              </a:ext>
            </a:extLst>
          </p:cNvPr>
          <p:cNvSpPr txBox="1"/>
          <p:nvPr/>
        </p:nvSpPr>
        <p:spPr>
          <a:xfrm>
            <a:off x="5581116" y="3173807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3,000</a:t>
            </a:r>
            <a:endParaRPr lang="ko-KR" altLang="en-US" sz="1050" dirty="0"/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16974DB8-2892-9C44-551A-48B55FD549E2}"/>
              </a:ext>
            </a:extLst>
          </p:cNvPr>
          <p:cNvSpPr/>
          <p:nvPr/>
        </p:nvSpPr>
        <p:spPr>
          <a:xfrm>
            <a:off x="3618755" y="2448091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A730A49B-0106-92DA-827B-7F1E9B4E4761}"/>
              </a:ext>
            </a:extLst>
          </p:cNvPr>
          <p:cNvSpPr txBox="1"/>
          <p:nvPr/>
        </p:nvSpPr>
        <p:spPr>
          <a:xfrm>
            <a:off x="3928155" y="2474379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44D922DB-E35C-5578-3EC3-3A0A1624722F}"/>
              </a:ext>
            </a:extLst>
          </p:cNvPr>
          <p:cNvSpPr txBox="1"/>
          <p:nvPr/>
        </p:nvSpPr>
        <p:spPr>
          <a:xfrm>
            <a:off x="3928923" y="2841841"/>
            <a:ext cx="1609943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{[</a:t>
            </a: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게임명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]} {[</a:t>
            </a: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서버명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]} {[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캐릭터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071D84B-ED4C-8D8B-E0B1-AAB48FCE2CDB}"/>
              </a:ext>
            </a:extLst>
          </p:cNvPr>
          <p:cNvSpPr txBox="1"/>
          <p:nvPr/>
        </p:nvSpPr>
        <p:spPr>
          <a:xfrm>
            <a:off x="5581116" y="2548245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2385CEAE-E615-2346-6E1A-926C21D819F5}"/>
              </a:ext>
            </a:extLst>
          </p:cNvPr>
          <p:cNvSpPr txBox="1"/>
          <p:nvPr/>
        </p:nvSpPr>
        <p:spPr>
          <a:xfrm>
            <a:off x="5699956" y="2841841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F30B359E-A143-908F-A519-B11A11D50D16}"/>
              </a:ext>
            </a:extLst>
          </p:cNvPr>
          <p:cNvSpPr/>
          <p:nvPr/>
        </p:nvSpPr>
        <p:spPr>
          <a:xfrm>
            <a:off x="3618755" y="4140027"/>
            <a:ext cx="2417540" cy="6852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6479A99A-CA1E-1693-AE17-C3A636DE4208}"/>
              </a:ext>
            </a:extLst>
          </p:cNvPr>
          <p:cNvSpPr txBox="1"/>
          <p:nvPr/>
        </p:nvSpPr>
        <p:spPr>
          <a:xfrm>
            <a:off x="3928155" y="4166315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2F10EE70-A90E-94C7-056E-B80192D31A73}"/>
              </a:ext>
            </a:extLst>
          </p:cNvPr>
          <p:cNvSpPr txBox="1"/>
          <p:nvPr/>
        </p:nvSpPr>
        <p:spPr>
          <a:xfrm>
            <a:off x="3928924" y="4499224"/>
            <a:ext cx="1652192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 텍스트내용 텍스트 내용 텍스트 내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19B53D1D-AC26-5BB0-A843-5A3068608203}"/>
              </a:ext>
            </a:extLst>
          </p:cNvPr>
          <p:cNvSpPr txBox="1"/>
          <p:nvPr/>
        </p:nvSpPr>
        <p:spPr>
          <a:xfrm>
            <a:off x="5581116" y="4240181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sz="1050" dirty="0"/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D53F80E0-FD57-30EF-B1CD-2CB6E14C1C77}"/>
              </a:ext>
            </a:extLst>
          </p:cNvPr>
          <p:cNvSpPr txBox="1"/>
          <p:nvPr/>
        </p:nvSpPr>
        <p:spPr>
          <a:xfrm>
            <a:off x="5699956" y="4533777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B6BF2596-560D-532C-CDD2-59A8245F3750}"/>
              </a:ext>
            </a:extLst>
          </p:cNvPr>
          <p:cNvSpPr/>
          <p:nvPr/>
        </p:nvSpPr>
        <p:spPr>
          <a:xfrm>
            <a:off x="3618755" y="4823260"/>
            <a:ext cx="2417540" cy="625590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E2D031D0-ABE5-14BB-BE07-F43D018300B2}"/>
              </a:ext>
            </a:extLst>
          </p:cNvPr>
          <p:cNvSpPr txBox="1"/>
          <p:nvPr/>
        </p:nvSpPr>
        <p:spPr>
          <a:xfrm>
            <a:off x="3928155" y="484954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AAB2055F-8518-06DE-92F7-39666436A39B}"/>
              </a:ext>
            </a:extLst>
          </p:cNvPr>
          <p:cNvSpPr txBox="1"/>
          <p:nvPr/>
        </p:nvSpPr>
        <p:spPr>
          <a:xfrm>
            <a:off x="3928923" y="5217010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룰렛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제목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꽝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or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당첨 항목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D3DCAE29-E041-B510-A07F-D192B444C3CC}"/>
              </a:ext>
            </a:extLst>
          </p:cNvPr>
          <p:cNvSpPr txBox="1"/>
          <p:nvPr/>
        </p:nvSpPr>
        <p:spPr>
          <a:xfrm>
            <a:off x="5581116" y="4923414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D11AC3D6-2D58-8A73-D3A9-5B7490A57048}"/>
              </a:ext>
            </a:extLst>
          </p:cNvPr>
          <p:cNvSpPr txBox="1"/>
          <p:nvPr/>
        </p:nvSpPr>
        <p:spPr>
          <a:xfrm>
            <a:off x="5699956" y="521701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A51E5474-1830-51BE-3AE9-4AB2D03CB872}"/>
              </a:ext>
            </a:extLst>
          </p:cNvPr>
          <p:cNvSpPr/>
          <p:nvPr/>
        </p:nvSpPr>
        <p:spPr>
          <a:xfrm>
            <a:off x="3618755" y="5440068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DF0A12BE-2DB4-F0FB-E2CD-57BBEA0BD32E}"/>
              </a:ext>
            </a:extLst>
          </p:cNvPr>
          <p:cNvSpPr txBox="1"/>
          <p:nvPr/>
        </p:nvSpPr>
        <p:spPr>
          <a:xfrm>
            <a:off x="3928155" y="5466356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A6F39FF5-E41F-04D7-7803-E3E35596EEA5}"/>
              </a:ext>
            </a:extLst>
          </p:cNvPr>
          <p:cNvSpPr txBox="1"/>
          <p:nvPr/>
        </p:nvSpPr>
        <p:spPr>
          <a:xfrm>
            <a:off x="3928923" y="5833818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럭키박스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시간초과 환불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2E9E5F88-6AD8-C38A-700B-A6D23DF1B361}"/>
              </a:ext>
            </a:extLst>
          </p:cNvPr>
          <p:cNvSpPr txBox="1"/>
          <p:nvPr/>
        </p:nvSpPr>
        <p:spPr>
          <a:xfrm>
            <a:off x="5581116" y="5540222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51ACFCED-4F91-5F3A-2BBA-56026EE110ED}"/>
              </a:ext>
            </a:extLst>
          </p:cNvPr>
          <p:cNvSpPr txBox="1"/>
          <p:nvPr/>
        </p:nvSpPr>
        <p:spPr>
          <a:xfrm>
            <a:off x="5699956" y="5833818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39" name="그래픽 138">
            <a:extLst>
              <a:ext uri="{FF2B5EF4-FFF2-40B4-BE49-F238E27FC236}">
                <a16:creationId xmlns:a16="http://schemas.microsoft.com/office/drawing/2014/main" id="{481C7954-6731-A269-5984-AAE4814EC94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665465" y="2626449"/>
            <a:ext cx="264437" cy="264437"/>
          </a:xfrm>
          <a:prstGeom prst="rect">
            <a:avLst/>
          </a:prstGeom>
        </p:spPr>
      </p:pic>
      <p:pic>
        <p:nvPicPr>
          <p:cNvPr id="140" name="그래픽 139">
            <a:extLst>
              <a:ext uri="{FF2B5EF4-FFF2-40B4-BE49-F238E27FC236}">
                <a16:creationId xmlns:a16="http://schemas.microsoft.com/office/drawing/2014/main" id="{08865690-78D9-EFCE-B286-B7A26B5B609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665465" y="3250366"/>
            <a:ext cx="264437" cy="264437"/>
          </a:xfrm>
          <a:prstGeom prst="rect">
            <a:avLst/>
          </a:prstGeom>
        </p:spPr>
      </p:pic>
      <p:pic>
        <p:nvPicPr>
          <p:cNvPr id="141" name="그래픽 140">
            <a:extLst>
              <a:ext uri="{FF2B5EF4-FFF2-40B4-BE49-F238E27FC236}">
                <a16:creationId xmlns:a16="http://schemas.microsoft.com/office/drawing/2014/main" id="{9F1BDDC0-C276-BAA2-3FE2-5C8A5993F90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665465" y="4333746"/>
            <a:ext cx="264437" cy="264437"/>
          </a:xfrm>
          <a:prstGeom prst="rect">
            <a:avLst/>
          </a:prstGeom>
        </p:spPr>
      </p:pic>
      <p:pic>
        <p:nvPicPr>
          <p:cNvPr id="142" name="그래픽 141">
            <a:extLst>
              <a:ext uri="{FF2B5EF4-FFF2-40B4-BE49-F238E27FC236}">
                <a16:creationId xmlns:a16="http://schemas.microsoft.com/office/drawing/2014/main" id="{DAA705BC-5AB8-4011-7E3E-EA4CDB9C00C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665465" y="5014556"/>
            <a:ext cx="264437" cy="264437"/>
          </a:xfrm>
          <a:prstGeom prst="rect">
            <a:avLst/>
          </a:prstGeom>
        </p:spPr>
      </p:pic>
      <p:pic>
        <p:nvPicPr>
          <p:cNvPr id="143" name="그래픽 142">
            <a:extLst>
              <a:ext uri="{FF2B5EF4-FFF2-40B4-BE49-F238E27FC236}">
                <a16:creationId xmlns:a16="http://schemas.microsoft.com/office/drawing/2014/main" id="{2695C1E7-CBA8-F07A-E6D8-22EA444537D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665465" y="5626437"/>
            <a:ext cx="264437" cy="264437"/>
          </a:xfrm>
          <a:prstGeom prst="rect">
            <a:avLst/>
          </a:prstGeom>
        </p:spPr>
      </p:pic>
      <p:graphicFrame>
        <p:nvGraphicFramePr>
          <p:cNvPr id="144" name="표 143">
            <a:extLst>
              <a:ext uri="{FF2B5EF4-FFF2-40B4-BE49-F238E27FC236}">
                <a16:creationId xmlns:a16="http://schemas.microsoft.com/office/drawing/2014/main" id="{E3C6364C-65DF-CD7D-6186-FEA2AFA5AE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3449421"/>
              </p:ext>
            </p:extLst>
          </p:nvPr>
        </p:nvGraphicFramePr>
        <p:xfrm>
          <a:off x="3621738" y="3924003"/>
          <a:ext cx="2414886" cy="213360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804962">
                  <a:extLst>
                    <a:ext uri="{9D8B030D-6E8A-4147-A177-3AD203B41FA5}">
                      <a16:colId xmlns:a16="http://schemas.microsoft.com/office/drawing/2014/main" val="2045282246"/>
                    </a:ext>
                  </a:extLst>
                </a:gridCol>
                <a:gridCol w="804962">
                  <a:extLst>
                    <a:ext uri="{9D8B030D-6E8A-4147-A177-3AD203B41FA5}">
                      <a16:colId xmlns:a16="http://schemas.microsoft.com/office/drawing/2014/main" val="859422954"/>
                    </a:ext>
                  </a:extLst>
                </a:gridCol>
                <a:gridCol w="804962">
                  <a:extLst>
                    <a:ext uri="{9D8B030D-6E8A-4147-A177-3AD203B41FA5}">
                      <a16:colId xmlns:a16="http://schemas.microsoft.com/office/drawing/2014/main" val="2961860283"/>
                    </a:ext>
                  </a:extLst>
                </a:gridCol>
              </a:tblGrid>
              <a:tr h="19227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▶ 재생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29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ebdings" panose="05030102010509060703" pitchFamily="18" charset="2"/>
                        </a:rPr>
                        <a:t>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차단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벽지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7501084"/>
                  </a:ext>
                </a:extLst>
              </a:tr>
            </a:tbl>
          </a:graphicData>
        </a:graphic>
      </p:graphicFrame>
      <p:sp>
        <p:nvSpPr>
          <p:cNvPr id="145" name="TextBox 144">
            <a:extLst>
              <a:ext uri="{FF2B5EF4-FFF2-40B4-BE49-F238E27FC236}">
                <a16:creationId xmlns:a16="http://schemas.microsoft.com/office/drawing/2014/main" id="{DCC5333B-B995-3A12-5B6A-315EA54A0E7B}"/>
              </a:ext>
            </a:extLst>
          </p:cNvPr>
          <p:cNvSpPr txBox="1"/>
          <p:nvPr/>
        </p:nvSpPr>
        <p:spPr>
          <a:xfrm>
            <a:off x="5483932" y="3635971"/>
            <a:ext cx="5445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52" name="그림 151">
            <a:extLst>
              <a:ext uri="{FF2B5EF4-FFF2-40B4-BE49-F238E27FC236}">
                <a16:creationId xmlns:a16="http://schemas.microsoft.com/office/drawing/2014/main" id="{510873BE-3E1E-3505-8F31-6287A88262C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828654" y="2242786"/>
            <a:ext cx="187790" cy="192370"/>
          </a:xfrm>
          <a:prstGeom prst="rect">
            <a:avLst/>
          </a:prstGeom>
        </p:spPr>
      </p:pic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1E72271E-1D27-FCEC-EAAB-3426E50FD904}"/>
              </a:ext>
            </a:extLst>
          </p:cNvPr>
          <p:cNvSpPr/>
          <p:nvPr/>
        </p:nvSpPr>
        <p:spPr>
          <a:xfrm>
            <a:off x="600348" y="3075205"/>
            <a:ext cx="2417540" cy="6852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53B0DFD8-CF6C-A8F8-EE1F-971F6DFC4BEB}"/>
              </a:ext>
            </a:extLst>
          </p:cNvPr>
          <p:cNvSpPr txBox="1"/>
          <p:nvPr/>
        </p:nvSpPr>
        <p:spPr>
          <a:xfrm>
            <a:off x="909748" y="3101493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AC56A677-EBC9-E612-72BC-36B96A89A9B8}"/>
              </a:ext>
            </a:extLst>
          </p:cNvPr>
          <p:cNvSpPr txBox="1"/>
          <p:nvPr/>
        </p:nvSpPr>
        <p:spPr>
          <a:xfrm>
            <a:off x="910517" y="3434402"/>
            <a:ext cx="1652192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 텍스트내용 텍스트 내용 텍스트 내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DCE27948-6075-74CF-1A88-A5F0625FD70C}"/>
              </a:ext>
            </a:extLst>
          </p:cNvPr>
          <p:cNvSpPr txBox="1"/>
          <p:nvPr/>
        </p:nvSpPr>
        <p:spPr>
          <a:xfrm>
            <a:off x="2562709" y="3175359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sz="1050" dirty="0"/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B05E26DB-89CE-A8ED-C22E-A77DE339B36F}"/>
              </a:ext>
            </a:extLst>
          </p:cNvPr>
          <p:cNvSpPr txBox="1"/>
          <p:nvPr/>
        </p:nvSpPr>
        <p:spPr>
          <a:xfrm>
            <a:off x="2687960" y="3468955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59" name="그래픽 158">
            <a:extLst>
              <a:ext uri="{FF2B5EF4-FFF2-40B4-BE49-F238E27FC236}">
                <a16:creationId xmlns:a16="http://schemas.microsoft.com/office/drawing/2014/main" id="{890936C4-C0BC-D8A5-9074-BF427F7E215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47058" y="3268924"/>
            <a:ext cx="264437" cy="264437"/>
          </a:xfrm>
          <a:prstGeom prst="rect">
            <a:avLst/>
          </a:prstGeom>
        </p:spPr>
      </p:pic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296662B0-B995-2953-746F-D7031105D60D}"/>
              </a:ext>
            </a:extLst>
          </p:cNvPr>
          <p:cNvGrpSpPr/>
          <p:nvPr/>
        </p:nvGrpSpPr>
        <p:grpSpPr>
          <a:xfrm rot="5400000">
            <a:off x="3133205" y="3762212"/>
            <a:ext cx="372859" cy="363534"/>
            <a:chOff x="6600056" y="1538514"/>
            <a:chExt cx="1692190" cy="305304"/>
          </a:xfrm>
        </p:grpSpPr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475B3C1-CBF2-D9F7-7019-1F45D32A843F}"/>
                </a:ext>
              </a:extLst>
            </p:cNvPr>
            <p:cNvCxnSpPr/>
            <p:nvPr/>
          </p:nvCxnSpPr>
          <p:spPr>
            <a:xfrm>
              <a:off x="6600056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D10F38FF-1EB4-A036-FE78-0C79EA9EB5A0}"/>
                </a:ext>
              </a:extLst>
            </p:cNvPr>
            <p:cNvCxnSpPr/>
            <p:nvPr/>
          </p:nvCxnSpPr>
          <p:spPr>
            <a:xfrm>
              <a:off x="8292244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화살표 연결선 162">
              <a:extLst>
                <a:ext uri="{FF2B5EF4-FFF2-40B4-BE49-F238E27FC236}">
                  <a16:creationId xmlns:a16="http://schemas.microsoft.com/office/drawing/2014/main" id="{514D2D46-382C-C09B-3332-F8981AD93E4E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60" y="1731525"/>
              <a:ext cx="1692186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화살표 연결선 163">
              <a:extLst>
                <a:ext uri="{FF2B5EF4-FFF2-40B4-BE49-F238E27FC236}">
                  <a16:creationId xmlns:a16="http://schemas.microsoft.com/office/drawing/2014/main" id="{3F3A2B90-83BE-816E-6EB4-12DA240721F1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60" y="1648806"/>
              <a:ext cx="1692186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65" name="연결선: 꺾임 164">
            <a:extLst>
              <a:ext uri="{FF2B5EF4-FFF2-40B4-BE49-F238E27FC236}">
                <a16:creationId xmlns:a16="http://schemas.microsoft.com/office/drawing/2014/main" id="{0CB5F1FA-FF1E-BE05-6CFA-7AB12D0559AA}"/>
              </a:ext>
            </a:extLst>
          </p:cNvPr>
          <p:cNvCxnSpPr>
            <a:cxnSpLocks/>
            <a:stCxn id="166" idx="6"/>
            <a:endCxn id="167" idx="2"/>
          </p:cNvCxnSpPr>
          <p:nvPr/>
        </p:nvCxnSpPr>
        <p:spPr>
          <a:xfrm flipV="1">
            <a:off x="2789842" y="3571489"/>
            <a:ext cx="1030539" cy="6475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6" name="타원 165">
            <a:extLst>
              <a:ext uri="{FF2B5EF4-FFF2-40B4-BE49-F238E27FC236}">
                <a16:creationId xmlns:a16="http://schemas.microsoft.com/office/drawing/2014/main" id="{81FD4ECB-50E6-6036-D1AC-36C23BA8C0AB}"/>
              </a:ext>
            </a:extLst>
          </p:cNvPr>
          <p:cNvSpPr/>
          <p:nvPr/>
        </p:nvSpPr>
        <p:spPr>
          <a:xfrm>
            <a:off x="2201047" y="3283566"/>
            <a:ext cx="588795" cy="588795"/>
          </a:xfrm>
          <a:prstGeom prst="ellipse">
            <a:avLst/>
          </a:prstGeom>
          <a:solidFill>
            <a:srgbClr val="FF0000">
              <a:alpha val="50000"/>
            </a:srgbClr>
          </a:solidFill>
          <a:ln>
            <a:noFill/>
            <a:prstDash val="sysDot"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F9783ACA-D3EA-D573-5C29-C3543C465AD5}"/>
              </a:ext>
            </a:extLst>
          </p:cNvPr>
          <p:cNvSpPr/>
          <p:nvPr/>
        </p:nvSpPr>
        <p:spPr>
          <a:xfrm>
            <a:off x="3820381" y="3277091"/>
            <a:ext cx="588795" cy="588795"/>
          </a:xfrm>
          <a:prstGeom prst="ellipse">
            <a:avLst/>
          </a:prstGeom>
          <a:solidFill>
            <a:srgbClr val="FF0000">
              <a:alpha val="50000"/>
            </a:srgbClr>
          </a:solidFill>
          <a:ln>
            <a:noFill/>
            <a:prstDash val="sysDot"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aphicFrame>
        <p:nvGraphicFramePr>
          <p:cNvPr id="22" name="Group 323">
            <a:extLst>
              <a:ext uri="{FF2B5EF4-FFF2-40B4-BE49-F238E27FC236}">
                <a16:creationId xmlns:a16="http://schemas.microsoft.com/office/drawing/2014/main" id="{0623B935-0BF3-9093-902B-7A85D67B3B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2018860"/>
              </p:ext>
            </p:extLst>
          </p:nvPr>
        </p:nvGraphicFramePr>
        <p:xfrm>
          <a:off x="9625013" y="575703"/>
          <a:ext cx="2519969" cy="1052082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자세히 보기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후원 영역 클릭 시 축약된 내용 및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재생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차단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벽지 버튼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4805243"/>
                  </a:ext>
                </a:extLst>
              </a:tr>
            </a:tbl>
          </a:graphicData>
        </a:graphic>
      </p:graphicFrame>
      <p:sp>
        <p:nvSpPr>
          <p:cNvPr id="23" name="타원 22">
            <a:extLst>
              <a:ext uri="{FF2B5EF4-FFF2-40B4-BE49-F238E27FC236}">
                <a16:creationId xmlns:a16="http://schemas.microsoft.com/office/drawing/2014/main" id="{EB42CC65-EB14-073A-A76B-FF76E63172CE}"/>
              </a:ext>
            </a:extLst>
          </p:cNvPr>
          <p:cNvSpPr/>
          <p:nvPr/>
        </p:nvSpPr>
        <p:spPr>
          <a:xfrm>
            <a:off x="3216577" y="3368815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DAAFDF8B-5ED9-4547-E7A2-EA4DED623C2B}"/>
              </a:ext>
            </a:extLst>
          </p:cNvPr>
          <p:cNvGrpSpPr/>
          <p:nvPr/>
        </p:nvGrpSpPr>
        <p:grpSpPr>
          <a:xfrm>
            <a:off x="547688" y="5773122"/>
            <a:ext cx="2507456" cy="413366"/>
            <a:chOff x="540805" y="6488673"/>
            <a:chExt cx="2486119" cy="413366"/>
          </a:xfrm>
        </p:grpSpPr>
        <p:sp>
          <p:nvSpPr>
            <p:cNvPr id="76" name="사각형: 둥근 모서리 75">
              <a:extLst>
                <a:ext uri="{FF2B5EF4-FFF2-40B4-BE49-F238E27FC236}">
                  <a16:creationId xmlns:a16="http://schemas.microsoft.com/office/drawing/2014/main" id="{C5BD3653-9FD7-D64E-8DF3-7B401F32B2E1}"/>
                </a:ext>
              </a:extLst>
            </p:cNvPr>
            <p:cNvSpPr/>
            <p:nvPr/>
          </p:nvSpPr>
          <p:spPr bwMode="auto">
            <a:xfrm>
              <a:off x="540805" y="6488673"/>
              <a:ext cx="2486119" cy="413366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77" name="그룹 76">
              <a:extLst>
                <a:ext uri="{FF2B5EF4-FFF2-40B4-BE49-F238E27FC236}">
                  <a16:creationId xmlns:a16="http://schemas.microsoft.com/office/drawing/2014/main" id="{1136265C-8268-2785-F4FA-596A040D4A33}"/>
                </a:ext>
              </a:extLst>
            </p:cNvPr>
            <p:cNvGrpSpPr/>
            <p:nvPr/>
          </p:nvGrpSpPr>
          <p:grpSpPr>
            <a:xfrm>
              <a:off x="646069" y="6557675"/>
              <a:ext cx="2294019" cy="310182"/>
              <a:chOff x="646069" y="5802457"/>
              <a:chExt cx="2294019" cy="310182"/>
            </a:xfrm>
          </p:grpSpPr>
          <p:grpSp>
            <p:nvGrpSpPr>
              <p:cNvPr id="79" name="그룹 78">
                <a:extLst>
                  <a:ext uri="{FF2B5EF4-FFF2-40B4-BE49-F238E27FC236}">
                    <a16:creationId xmlns:a16="http://schemas.microsoft.com/office/drawing/2014/main" id="{052E7A2E-9D33-CB45-417D-4D41364681FA}"/>
                  </a:ext>
                </a:extLst>
              </p:cNvPr>
              <p:cNvGrpSpPr/>
              <p:nvPr/>
            </p:nvGrpSpPr>
            <p:grpSpPr>
              <a:xfrm>
                <a:off x="646069" y="5802457"/>
                <a:ext cx="2294019" cy="310182"/>
                <a:chOff x="655595" y="5802457"/>
                <a:chExt cx="2294019" cy="310182"/>
              </a:xfrm>
            </p:grpSpPr>
            <p:sp>
              <p:nvSpPr>
                <p:cNvPr id="83" name="사각형: 둥근 모서리 82">
                  <a:extLst>
                    <a:ext uri="{FF2B5EF4-FFF2-40B4-BE49-F238E27FC236}">
                      <a16:creationId xmlns:a16="http://schemas.microsoft.com/office/drawing/2014/main" id="{22489B81-084F-4A69-2C72-BAEED03D37F0}"/>
                    </a:ext>
                  </a:extLst>
                </p:cNvPr>
                <p:cNvSpPr/>
                <p:nvPr/>
              </p:nvSpPr>
              <p:spPr>
                <a:xfrm>
                  <a:off x="655595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  <p:sp>
              <p:nvSpPr>
                <p:cNvPr id="85" name="사각형: 둥근 모서리 84">
                  <a:extLst>
                    <a:ext uri="{FF2B5EF4-FFF2-40B4-BE49-F238E27FC236}">
                      <a16:creationId xmlns:a16="http://schemas.microsoft.com/office/drawing/2014/main" id="{D2989E79-57A7-920F-3935-77052FA539AD}"/>
                    </a:ext>
                  </a:extLst>
                </p:cNvPr>
                <p:cNvSpPr/>
                <p:nvPr/>
              </p:nvSpPr>
              <p:spPr>
                <a:xfrm>
                  <a:off x="1848143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</p:grpSp>
          <p:pic>
            <p:nvPicPr>
              <p:cNvPr id="80" name="그림 79">
                <a:extLst>
                  <a:ext uri="{FF2B5EF4-FFF2-40B4-BE49-F238E27FC236}">
                    <a16:creationId xmlns:a16="http://schemas.microsoft.com/office/drawing/2014/main" id="{5E162C9C-2D43-CC7E-4463-8BAD21019C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biLevel thresh="50000"/>
              </a:blip>
              <a:stretch>
                <a:fillRect/>
              </a:stretch>
            </p:blipFill>
            <p:spPr>
              <a:xfrm>
                <a:off x="1108855" y="5880754"/>
                <a:ext cx="153589" cy="153589"/>
              </a:xfrm>
              <a:prstGeom prst="rect">
                <a:avLst/>
              </a:prstGeom>
            </p:spPr>
          </p:pic>
          <p:pic>
            <p:nvPicPr>
              <p:cNvPr id="81" name="그림 80">
                <a:extLst>
                  <a:ext uri="{FF2B5EF4-FFF2-40B4-BE49-F238E27FC236}">
                    <a16:creationId xmlns:a16="http://schemas.microsoft.com/office/drawing/2014/main" id="{DFE6A278-B29D-8B05-4A52-9DF7C7674DD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biLevel thresh="75000"/>
              </a:blip>
              <a:stretch>
                <a:fillRect/>
              </a:stretch>
            </p:blipFill>
            <p:spPr>
              <a:xfrm>
                <a:off x="2222354" y="5869660"/>
                <a:ext cx="175780" cy="175778"/>
              </a:xfrm>
              <a:prstGeom prst="rect">
                <a:avLst/>
              </a:prstGeom>
            </p:spPr>
          </p:pic>
          <p:pic>
            <p:nvPicPr>
              <p:cNvPr id="82" name="그림 81">
                <a:extLst>
                  <a:ext uri="{FF2B5EF4-FFF2-40B4-BE49-F238E27FC236}">
                    <a16:creationId xmlns:a16="http://schemas.microsoft.com/office/drawing/2014/main" id="{258E240C-AA8B-3DFD-BB97-0DF4332F1E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biLevel thresh="75000"/>
              </a:blip>
              <a:stretch>
                <a:fillRect/>
              </a:stretch>
            </p:blipFill>
            <p:spPr>
              <a:xfrm>
                <a:off x="2444223" y="5868710"/>
                <a:ext cx="138036" cy="177676"/>
              </a:xfrm>
              <a:prstGeom prst="rect">
                <a:avLst/>
              </a:prstGeom>
            </p:spPr>
          </p:pic>
        </p:grpSp>
        <p:sp>
          <p:nvSpPr>
            <p:cNvPr id="78" name="타원 77">
              <a:extLst>
                <a:ext uri="{FF2B5EF4-FFF2-40B4-BE49-F238E27FC236}">
                  <a16:creationId xmlns:a16="http://schemas.microsoft.com/office/drawing/2014/main" id="{B9D7428A-E1F2-52B1-6716-557E763C99BD}"/>
                </a:ext>
              </a:extLst>
            </p:cNvPr>
            <p:cNvSpPr/>
            <p:nvPr/>
          </p:nvSpPr>
          <p:spPr>
            <a:xfrm>
              <a:off x="1305059" y="6590429"/>
              <a:ext cx="153854" cy="153854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23</a:t>
              </a:r>
              <a:endParaRPr lang="ko-KR" altLang="en-US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A07E7DAC-9218-3642-BE28-BB3D4E5F1F06}"/>
              </a:ext>
            </a:extLst>
          </p:cNvPr>
          <p:cNvGrpSpPr/>
          <p:nvPr/>
        </p:nvGrpSpPr>
        <p:grpSpPr>
          <a:xfrm>
            <a:off x="3573566" y="5773122"/>
            <a:ext cx="2507456" cy="413366"/>
            <a:chOff x="540805" y="6488673"/>
            <a:chExt cx="2486119" cy="413366"/>
          </a:xfrm>
        </p:grpSpPr>
        <p:sp>
          <p:nvSpPr>
            <p:cNvPr id="87" name="사각형: 둥근 모서리 86">
              <a:extLst>
                <a:ext uri="{FF2B5EF4-FFF2-40B4-BE49-F238E27FC236}">
                  <a16:creationId xmlns:a16="http://schemas.microsoft.com/office/drawing/2014/main" id="{A3A2F3A4-9E57-3504-BB61-9639E416FF57}"/>
                </a:ext>
              </a:extLst>
            </p:cNvPr>
            <p:cNvSpPr/>
            <p:nvPr/>
          </p:nvSpPr>
          <p:spPr bwMode="auto">
            <a:xfrm>
              <a:off x="540805" y="6488673"/>
              <a:ext cx="2486119" cy="413366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88" name="그룹 87">
              <a:extLst>
                <a:ext uri="{FF2B5EF4-FFF2-40B4-BE49-F238E27FC236}">
                  <a16:creationId xmlns:a16="http://schemas.microsoft.com/office/drawing/2014/main" id="{05A189FD-B36F-4E2D-6147-BBF4E5579874}"/>
                </a:ext>
              </a:extLst>
            </p:cNvPr>
            <p:cNvGrpSpPr/>
            <p:nvPr/>
          </p:nvGrpSpPr>
          <p:grpSpPr>
            <a:xfrm>
              <a:off x="646069" y="6557675"/>
              <a:ext cx="2294019" cy="310182"/>
              <a:chOff x="646069" y="5802457"/>
              <a:chExt cx="2294019" cy="310182"/>
            </a:xfrm>
          </p:grpSpPr>
          <p:grpSp>
            <p:nvGrpSpPr>
              <p:cNvPr id="116" name="그룹 115">
                <a:extLst>
                  <a:ext uri="{FF2B5EF4-FFF2-40B4-BE49-F238E27FC236}">
                    <a16:creationId xmlns:a16="http://schemas.microsoft.com/office/drawing/2014/main" id="{4F3C5B5A-A71D-127F-0192-43A97DDDB939}"/>
                  </a:ext>
                </a:extLst>
              </p:cNvPr>
              <p:cNvGrpSpPr/>
              <p:nvPr/>
            </p:nvGrpSpPr>
            <p:grpSpPr>
              <a:xfrm>
                <a:off x="646069" y="5802457"/>
                <a:ext cx="2294019" cy="310182"/>
                <a:chOff x="655595" y="5802457"/>
                <a:chExt cx="2294019" cy="310182"/>
              </a:xfrm>
            </p:grpSpPr>
            <p:sp>
              <p:nvSpPr>
                <p:cNvPr id="147" name="사각형: 둥근 모서리 146">
                  <a:extLst>
                    <a:ext uri="{FF2B5EF4-FFF2-40B4-BE49-F238E27FC236}">
                      <a16:creationId xmlns:a16="http://schemas.microsoft.com/office/drawing/2014/main" id="{9F6BB0A0-B8EC-11E9-EE98-C0594DDEF4F0}"/>
                    </a:ext>
                  </a:extLst>
                </p:cNvPr>
                <p:cNvSpPr/>
                <p:nvPr/>
              </p:nvSpPr>
              <p:spPr>
                <a:xfrm>
                  <a:off x="655595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  <p:sp>
              <p:nvSpPr>
                <p:cNvPr id="148" name="사각형: 둥근 모서리 147">
                  <a:extLst>
                    <a:ext uri="{FF2B5EF4-FFF2-40B4-BE49-F238E27FC236}">
                      <a16:creationId xmlns:a16="http://schemas.microsoft.com/office/drawing/2014/main" id="{FBD9F087-386B-8465-59F1-80C466C6B790}"/>
                    </a:ext>
                  </a:extLst>
                </p:cNvPr>
                <p:cNvSpPr/>
                <p:nvPr/>
              </p:nvSpPr>
              <p:spPr>
                <a:xfrm>
                  <a:off x="1848143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</p:grpSp>
          <p:pic>
            <p:nvPicPr>
              <p:cNvPr id="122" name="그림 121">
                <a:extLst>
                  <a:ext uri="{FF2B5EF4-FFF2-40B4-BE49-F238E27FC236}">
                    <a16:creationId xmlns:a16="http://schemas.microsoft.com/office/drawing/2014/main" id="{399CA233-1A94-08EF-0B14-32A9D76E25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biLevel thresh="50000"/>
              </a:blip>
              <a:stretch>
                <a:fillRect/>
              </a:stretch>
            </p:blipFill>
            <p:spPr>
              <a:xfrm>
                <a:off x="1108855" y="5880754"/>
                <a:ext cx="153589" cy="153589"/>
              </a:xfrm>
              <a:prstGeom prst="rect">
                <a:avLst/>
              </a:prstGeom>
            </p:spPr>
          </p:pic>
          <p:pic>
            <p:nvPicPr>
              <p:cNvPr id="128" name="그림 127">
                <a:extLst>
                  <a:ext uri="{FF2B5EF4-FFF2-40B4-BE49-F238E27FC236}">
                    <a16:creationId xmlns:a16="http://schemas.microsoft.com/office/drawing/2014/main" id="{B249BF13-9D50-E6D9-3ACF-0CE8EBA972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biLevel thresh="75000"/>
              </a:blip>
              <a:stretch>
                <a:fillRect/>
              </a:stretch>
            </p:blipFill>
            <p:spPr>
              <a:xfrm>
                <a:off x="2222354" y="5869660"/>
                <a:ext cx="175780" cy="175778"/>
              </a:xfrm>
              <a:prstGeom prst="rect">
                <a:avLst/>
              </a:prstGeom>
            </p:spPr>
          </p:pic>
          <p:pic>
            <p:nvPicPr>
              <p:cNvPr id="134" name="그림 133">
                <a:extLst>
                  <a:ext uri="{FF2B5EF4-FFF2-40B4-BE49-F238E27FC236}">
                    <a16:creationId xmlns:a16="http://schemas.microsoft.com/office/drawing/2014/main" id="{5810B6C9-DC92-6B9C-DEF1-262660EE3E3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biLevel thresh="75000"/>
              </a:blip>
              <a:stretch>
                <a:fillRect/>
              </a:stretch>
            </p:blipFill>
            <p:spPr>
              <a:xfrm>
                <a:off x="2444223" y="5868710"/>
                <a:ext cx="138036" cy="177676"/>
              </a:xfrm>
              <a:prstGeom prst="rect">
                <a:avLst/>
              </a:prstGeom>
            </p:spPr>
          </p:pic>
        </p:grpSp>
        <p:sp>
          <p:nvSpPr>
            <p:cNvPr id="89" name="타원 88">
              <a:extLst>
                <a:ext uri="{FF2B5EF4-FFF2-40B4-BE49-F238E27FC236}">
                  <a16:creationId xmlns:a16="http://schemas.microsoft.com/office/drawing/2014/main" id="{FD69A240-14A5-665D-4F61-3F5423355CE8}"/>
                </a:ext>
              </a:extLst>
            </p:cNvPr>
            <p:cNvSpPr/>
            <p:nvPr/>
          </p:nvSpPr>
          <p:spPr>
            <a:xfrm>
              <a:off x="1305059" y="6590429"/>
              <a:ext cx="153854" cy="153854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23</a:t>
              </a:r>
              <a:endParaRPr lang="ko-KR" altLang="en-US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8F9351B3-F6C0-0BC4-25A2-F86DFC535ADA}"/>
              </a:ext>
            </a:extLst>
          </p:cNvPr>
          <p:cNvGrpSpPr/>
          <p:nvPr/>
        </p:nvGrpSpPr>
        <p:grpSpPr>
          <a:xfrm>
            <a:off x="581025" y="1742002"/>
            <a:ext cx="2447925" cy="174091"/>
            <a:chOff x="4030330" y="4982273"/>
            <a:chExt cx="2447925" cy="174091"/>
          </a:xfrm>
        </p:grpSpPr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5AD2AF7B-221A-A060-88AE-C743E8DDB8B7}"/>
                </a:ext>
              </a:extLst>
            </p:cNvPr>
            <p:cNvSpPr/>
            <p:nvPr/>
          </p:nvSpPr>
          <p:spPr>
            <a:xfrm>
              <a:off x="4030330" y="4982273"/>
              <a:ext cx="2447925" cy="174091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  <a:sym typeface="Webdings" panose="05030102010509060703" pitchFamily="18" charset="2"/>
                </a:rPr>
                <a:t>     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[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이벤트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] 2025 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투네이션 어워드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…</a:t>
              </a:r>
              <a:endParaRPr kumimoji="1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12" name="그래픽 11">
              <a:extLst>
                <a:ext uri="{FF2B5EF4-FFF2-40B4-BE49-F238E27FC236}">
                  <a16:creationId xmlns:a16="http://schemas.microsoft.com/office/drawing/2014/main" id="{B63EA955-DDD2-0F49-FC8B-CEF1F8AE7B25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056529" y="4988794"/>
              <a:ext cx="159090" cy="159090"/>
            </a:xfrm>
            <a:prstGeom prst="rect">
              <a:avLst/>
            </a:prstGeom>
          </p:spPr>
        </p:pic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D9214CEC-3ADA-0ACD-F527-2E4FE8B91B9B}"/>
              </a:ext>
            </a:extLst>
          </p:cNvPr>
          <p:cNvGrpSpPr/>
          <p:nvPr/>
        </p:nvGrpSpPr>
        <p:grpSpPr>
          <a:xfrm>
            <a:off x="3610973" y="1742002"/>
            <a:ext cx="2447925" cy="174091"/>
            <a:chOff x="4030330" y="4982273"/>
            <a:chExt cx="2447925" cy="174091"/>
          </a:xfrm>
        </p:grpSpPr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02B0C328-278F-8FA4-E6DA-D23042C11D77}"/>
                </a:ext>
              </a:extLst>
            </p:cNvPr>
            <p:cNvSpPr/>
            <p:nvPr/>
          </p:nvSpPr>
          <p:spPr>
            <a:xfrm>
              <a:off x="4030330" y="4982273"/>
              <a:ext cx="2447925" cy="174091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  <a:sym typeface="Webdings" panose="05030102010509060703" pitchFamily="18" charset="2"/>
                </a:rPr>
                <a:t>     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[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이벤트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] 2025 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투네이션 어워드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…</a:t>
              </a:r>
              <a:endParaRPr kumimoji="1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21" name="그래픽 20">
              <a:extLst>
                <a:ext uri="{FF2B5EF4-FFF2-40B4-BE49-F238E27FC236}">
                  <a16:creationId xmlns:a16="http://schemas.microsoft.com/office/drawing/2014/main" id="{89D1923C-503B-6EA5-6D38-E74E7AD06D2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056529" y="4988794"/>
              <a:ext cx="159090" cy="159090"/>
            </a:xfrm>
            <a:prstGeom prst="rect">
              <a:avLst/>
            </a:prstGeom>
          </p:spPr>
        </p:pic>
      </p:grpSp>
      <p:pic>
        <p:nvPicPr>
          <p:cNvPr id="8" name="그림 7">
            <a:extLst>
              <a:ext uri="{FF2B5EF4-FFF2-40B4-BE49-F238E27FC236}">
                <a16:creationId xmlns:a16="http://schemas.microsoft.com/office/drawing/2014/main" id="{D37F74BD-4CF1-98EE-760B-A08EAD89722B}"/>
              </a:ext>
            </a:extLst>
          </p:cNvPr>
          <p:cNvPicPr>
            <a:picLocks noChangeAspect="1"/>
          </p:cNvPicPr>
          <p:nvPr/>
        </p:nvPicPr>
        <p:blipFill>
          <a:blip r:embed="rId11">
            <a:biLevel thresh="75000"/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backgroundRemoval t="10000" b="90000" l="10000" r="90000">
                        <a14:foregroundMark x1="50000" y1="74000" x2="50000" y2="74000"/>
                      </a14:backgroundRemoval>
                    </a14:imgEffect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</a:extLst>
          </a:blip>
          <a:srcRect l="22466" t="21148" r="24851" b="19009"/>
          <a:stretch>
            <a:fillRect/>
          </a:stretch>
        </p:blipFill>
        <p:spPr>
          <a:xfrm>
            <a:off x="2583143" y="1502867"/>
            <a:ext cx="181812" cy="206522"/>
          </a:xfrm>
          <a:prstGeom prst="rect">
            <a:avLst/>
          </a:prstGeom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C9D5D004-7962-C474-F32C-B677D523F03C}"/>
              </a:ext>
            </a:extLst>
          </p:cNvPr>
          <p:cNvPicPr>
            <a:picLocks noChangeAspect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660760" y="1531122"/>
            <a:ext cx="338206" cy="138583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D34601D8-CE59-ED92-71BD-1C579473867C}"/>
              </a:ext>
            </a:extLst>
          </p:cNvPr>
          <p:cNvPicPr>
            <a:picLocks noChangeAspect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3691427" y="1531122"/>
            <a:ext cx="338206" cy="138583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3499AAB4-0F24-0020-F45E-12AAEBDA657D}"/>
              </a:ext>
            </a:extLst>
          </p:cNvPr>
          <p:cNvPicPr>
            <a:picLocks noChangeAspect="1"/>
          </p:cNvPicPr>
          <p:nvPr/>
        </p:nvPicPr>
        <p:blipFill>
          <a:blip r:embed="rId14">
            <a:biLevel thresh="75000"/>
            <a:extLst>
              <a:ext uri="{BEBA8EAE-BF5A-486C-A8C5-ECC9F3942E4B}">
                <a14:imgProps xmlns:a14="http://schemas.microsoft.com/office/drawing/2010/main">
                  <a14:imgLayer r:embed="rId15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805755" y="1507585"/>
            <a:ext cx="193901" cy="193903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C49C53F6-5227-1D63-3D06-D1564EE412E9}"/>
              </a:ext>
            </a:extLst>
          </p:cNvPr>
          <p:cNvPicPr>
            <a:picLocks noChangeAspect="1"/>
          </p:cNvPicPr>
          <p:nvPr/>
        </p:nvPicPr>
        <p:blipFill>
          <a:blip r:embed="rId11">
            <a:biLevel thresh="75000"/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backgroundRemoval t="10000" b="90000" l="10000" r="90000">
                        <a14:foregroundMark x1="50000" y1="74000" x2="50000" y2="74000"/>
                      </a14:backgroundRemoval>
                    </a14:imgEffect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</a:extLst>
          </a:blip>
          <a:srcRect l="22466" t="21148" r="24851" b="19009"/>
          <a:stretch>
            <a:fillRect/>
          </a:stretch>
        </p:blipFill>
        <p:spPr>
          <a:xfrm>
            <a:off x="5600537" y="1502867"/>
            <a:ext cx="181812" cy="206522"/>
          </a:xfrm>
          <a:prstGeom prst="rect">
            <a:avLst/>
          </a:prstGeom>
        </p:spPr>
      </p:pic>
      <p:pic>
        <p:nvPicPr>
          <p:cNvPr id="28" name="그림 27">
            <a:extLst>
              <a:ext uri="{FF2B5EF4-FFF2-40B4-BE49-F238E27FC236}">
                <a16:creationId xmlns:a16="http://schemas.microsoft.com/office/drawing/2014/main" id="{5107D5F3-ADB1-CE42-7207-B6E3E05E509F}"/>
              </a:ext>
            </a:extLst>
          </p:cNvPr>
          <p:cNvPicPr>
            <a:picLocks noChangeAspect="1"/>
          </p:cNvPicPr>
          <p:nvPr/>
        </p:nvPicPr>
        <p:blipFill>
          <a:blip r:embed="rId14">
            <a:biLevel thresh="75000"/>
            <a:extLst>
              <a:ext uri="{BEBA8EAE-BF5A-486C-A8C5-ECC9F3942E4B}">
                <a14:imgProps xmlns:a14="http://schemas.microsoft.com/office/drawing/2010/main">
                  <a14:imgLayer r:embed="rId15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5823149" y="1507585"/>
            <a:ext cx="193901" cy="193903"/>
          </a:xfrm>
          <a:prstGeom prst="rect">
            <a:avLst/>
          </a:prstGeom>
        </p:spPr>
      </p:pic>
      <p:grpSp>
        <p:nvGrpSpPr>
          <p:cNvPr id="29" name="그룹 28">
            <a:extLst>
              <a:ext uri="{FF2B5EF4-FFF2-40B4-BE49-F238E27FC236}">
                <a16:creationId xmlns:a16="http://schemas.microsoft.com/office/drawing/2014/main" id="{400401FB-6927-19E4-C825-724DB56D703D}"/>
              </a:ext>
            </a:extLst>
          </p:cNvPr>
          <p:cNvGrpSpPr/>
          <p:nvPr/>
        </p:nvGrpSpPr>
        <p:grpSpPr>
          <a:xfrm>
            <a:off x="2315580" y="1502001"/>
            <a:ext cx="194773" cy="194773"/>
            <a:chOff x="6601555" y="4882678"/>
            <a:chExt cx="216000" cy="216000"/>
          </a:xfrm>
        </p:grpSpPr>
        <p:sp>
          <p:nvSpPr>
            <p:cNvPr id="31" name="사각형: 둥근 모서리 30">
              <a:extLst>
                <a:ext uri="{FF2B5EF4-FFF2-40B4-BE49-F238E27FC236}">
                  <a16:creationId xmlns:a16="http://schemas.microsoft.com/office/drawing/2014/main" id="{4DBE6DDB-9182-1ED2-CBBF-ABF844BF83BB}"/>
                </a:ext>
              </a:extLst>
            </p:cNvPr>
            <p:cNvSpPr/>
            <p:nvPr/>
          </p:nvSpPr>
          <p:spPr bwMode="auto">
            <a:xfrm>
              <a:off x="6601555" y="4882678"/>
              <a:ext cx="216000" cy="216000"/>
            </a:xfrm>
            <a:prstGeom prst="roundRect">
              <a:avLst/>
            </a:prstGeom>
            <a:solidFill>
              <a:sysClr val="windowText" lastClr="00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+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36" name="그림 35">
              <a:extLst>
                <a:ext uri="{FF2B5EF4-FFF2-40B4-BE49-F238E27FC236}">
                  <a16:creationId xmlns:a16="http://schemas.microsoft.com/office/drawing/2014/main" id="{096A2146-D003-074A-9836-4387B1B4A7B1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BEBA8EAE-BF5A-486C-A8C5-ECC9F3942E4B}">
                  <a14:imgProps xmlns:a14="http://schemas.microsoft.com/office/drawing/2010/main">
                    <a14:imgLayer r:embed="rId17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627165" y="4911088"/>
              <a:ext cx="164692" cy="164692"/>
            </a:xfrm>
            <a:prstGeom prst="rect">
              <a:avLst/>
            </a:prstGeom>
          </p:spPr>
        </p:pic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13025D92-B6BC-52D9-420C-46DA92056BD2}"/>
              </a:ext>
            </a:extLst>
          </p:cNvPr>
          <p:cNvGrpSpPr/>
          <p:nvPr/>
        </p:nvGrpSpPr>
        <p:grpSpPr>
          <a:xfrm>
            <a:off x="5325163" y="1502001"/>
            <a:ext cx="194773" cy="194773"/>
            <a:chOff x="6601555" y="4882678"/>
            <a:chExt cx="216000" cy="216000"/>
          </a:xfrm>
        </p:grpSpPr>
        <p:sp>
          <p:nvSpPr>
            <p:cNvPr id="43" name="사각형: 둥근 모서리 42">
              <a:extLst>
                <a:ext uri="{FF2B5EF4-FFF2-40B4-BE49-F238E27FC236}">
                  <a16:creationId xmlns:a16="http://schemas.microsoft.com/office/drawing/2014/main" id="{E5E9DFCC-8A8A-8048-662D-169F4A1A7DAA}"/>
                </a:ext>
              </a:extLst>
            </p:cNvPr>
            <p:cNvSpPr/>
            <p:nvPr/>
          </p:nvSpPr>
          <p:spPr bwMode="auto">
            <a:xfrm>
              <a:off x="6601555" y="4882678"/>
              <a:ext cx="216000" cy="216000"/>
            </a:xfrm>
            <a:prstGeom prst="roundRect">
              <a:avLst/>
            </a:prstGeom>
            <a:solidFill>
              <a:sysClr val="windowText" lastClr="00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+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44" name="그림 43">
              <a:extLst>
                <a:ext uri="{FF2B5EF4-FFF2-40B4-BE49-F238E27FC236}">
                  <a16:creationId xmlns:a16="http://schemas.microsoft.com/office/drawing/2014/main" id="{93673A53-83B9-A378-3584-7D0506A8B7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BEBA8EAE-BF5A-486C-A8C5-ECC9F3942E4B}">
                  <a14:imgProps xmlns:a14="http://schemas.microsoft.com/office/drawing/2010/main">
                    <a14:imgLayer r:embed="rId17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627165" y="4911088"/>
              <a:ext cx="164692" cy="16469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743392369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Google Shape;1197;p27">
            <a:extLst>
              <a:ext uri="{FF2B5EF4-FFF2-40B4-BE49-F238E27FC236}">
                <a16:creationId xmlns:a16="http://schemas.microsoft.com/office/drawing/2014/main" id="{7C7F12AC-3F8B-7624-4AA5-1F45CA0ACCEC}"/>
              </a:ext>
            </a:extLst>
          </p:cNvPr>
          <p:cNvSpPr/>
          <p:nvPr/>
        </p:nvSpPr>
        <p:spPr>
          <a:xfrm>
            <a:off x="512116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" name="Google Shape;1197;p27">
            <a:extLst>
              <a:ext uri="{FF2B5EF4-FFF2-40B4-BE49-F238E27FC236}">
                <a16:creationId xmlns:a16="http://schemas.microsoft.com/office/drawing/2014/main" id="{BF899120-3072-13C3-4647-B106B9678597}"/>
              </a:ext>
            </a:extLst>
          </p:cNvPr>
          <p:cNvSpPr/>
          <p:nvPr/>
        </p:nvSpPr>
        <p:spPr>
          <a:xfrm>
            <a:off x="3542783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endParaRPr kumimoji="0" sz="856" b="1" kern="0" dirty="0">
              <a:solidFill>
                <a:prstClr val="white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0EA276C5-4746-3F15-60F2-1FFC30FE2639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자세히 보기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DA3AE9A1-2BBC-C42C-833F-D00B58C63B4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모바일 웹 리모컨</a:t>
            </a:r>
            <a:r>
              <a:rPr lang="en-US" altLang="ko-KR" dirty="0"/>
              <a:t> &gt; </a:t>
            </a:r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자세히 보기</a:t>
            </a:r>
          </a:p>
        </p:txBody>
      </p:sp>
      <p:sp>
        <p:nvSpPr>
          <p:cNvPr id="14" name="Google Shape;1198;p27">
            <a:extLst>
              <a:ext uri="{FF2B5EF4-FFF2-40B4-BE49-F238E27FC236}">
                <a16:creationId xmlns:a16="http://schemas.microsoft.com/office/drawing/2014/main" id="{7102D241-0837-7253-6D4B-E5CB255CB072}"/>
              </a:ext>
            </a:extLst>
          </p:cNvPr>
          <p:cNvSpPr/>
          <p:nvPr/>
        </p:nvSpPr>
        <p:spPr>
          <a:xfrm>
            <a:off x="567170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45705CB-1A4F-9E99-691F-C18D60B6E132}"/>
              </a:ext>
            </a:extLst>
          </p:cNvPr>
          <p:cNvSpPr txBox="1"/>
          <p:nvPr/>
        </p:nvSpPr>
        <p:spPr>
          <a:xfrm>
            <a:off x="571257" y="1952836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90D27F7-B21E-96C4-EB99-85C269DDAF13}"/>
              </a:ext>
            </a:extLst>
          </p:cNvPr>
          <p:cNvSpPr txBox="1"/>
          <p:nvPr/>
        </p:nvSpPr>
        <p:spPr>
          <a:xfrm>
            <a:off x="1847717" y="195283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3468CDD-0EF0-75E9-35C3-081FE8ED276B}"/>
              </a:ext>
            </a:extLst>
          </p:cNvPr>
          <p:cNvSpPr txBox="1"/>
          <p:nvPr/>
        </p:nvSpPr>
        <p:spPr>
          <a:xfrm>
            <a:off x="1353186" y="195283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2F43CA57-462D-6159-1FE9-8756679D7B04}"/>
              </a:ext>
            </a:extLst>
          </p:cNvPr>
          <p:cNvSpPr/>
          <p:nvPr/>
        </p:nvSpPr>
        <p:spPr>
          <a:xfrm>
            <a:off x="600348" y="2224827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81BD4619-C2FC-38EB-B6EC-FE995E5DAA0D}"/>
              </a:ext>
            </a:extLst>
          </p:cNvPr>
          <p:cNvCxnSpPr>
            <a:cxnSpLocks/>
          </p:cNvCxnSpPr>
          <p:nvPr/>
        </p:nvCxnSpPr>
        <p:spPr>
          <a:xfrm>
            <a:off x="1897821" y="2217360"/>
            <a:ext cx="324036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B693F413-4421-49F6-1BB0-96F064F172D9}"/>
              </a:ext>
            </a:extLst>
          </p:cNvPr>
          <p:cNvSpPr/>
          <p:nvPr/>
        </p:nvSpPr>
        <p:spPr>
          <a:xfrm>
            <a:off x="600733" y="2457144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538DED34-B406-5BB2-FE67-041689318ABF}"/>
              </a:ext>
            </a:extLst>
          </p:cNvPr>
          <p:cNvSpPr txBox="1"/>
          <p:nvPr/>
        </p:nvSpPr>
        <p:spPr>
          <a:xfrm>
            <a:off x="930256" y="248343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4E2A677-D647-9435-5B8C-88432CA118E8}"/>
              </a:ext>
            </a:extLst>
          </p:cNvPr>
          <p:cNvSpPr txBox="1"/>
          <p:nvPr/>
        </p:nvSpPr>
        <p:spPr>
          <a:xfrm>
            <a:off x="931025" y="2850894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4A79A5BF-583F-7AB7-182B-2057D41D02E1}"/>
              </a:ext>
            </a:extLst>
          </p:cNvPr>
          <p:cNvSpPr txBox="1"/>
          <p:nvPr/>
        </p:nvSpPr>
        <p:spPr>
          <a:xfrm>
            <a:off x="2563094" y="257439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42F45F3E-08D4-A20C-87B4-258F008C21E8}"/>
              </a:ext>
            </a:extLst>
          </p:cNvPr>
          <p:cNvSpPr txBox="1"/>
          <p:nvPr/>
        </p:nvSpPr>
        <p:spPr>
          <a:xfrm>
            <a:off x="2675620" y="288894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28" name="그림 227">
            <a:extLst>
              <a:ext uri="{FF2B5EF4-FFF2-40B4-BE49-F238E27FC236}">
                <a16:creationId xmlns:a16="http://schemas.microsoft.com/office/drawing/2014/main" id="{E40580EF-84DB-8FB2-D8E0-2D67BD61246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2587322"/>
            <a:ext cx="268247" cy="268247"/>
          </a:xfrm>
          <a:prstGeom prst="rect">
            <a:avLst/>
          </a:prstGeom>
        </p:spPr>
      </p:pic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7FC33B7E-D670-670D-EE7D-1C95321700B2}"/>
              </a:ext>
            </a:extLst>
          </p:cNvPr>
          <p:cNvSpPr/>
          <p:nvPr/>
        </p:nvSpPr>
        <p:spPr>
          <a:xfrm>
            <a:off x="729512" y="2975921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230" name="직사각형 229">
            <a:extLst>
              <a:ext uri="{FF2B5EF4-FFF2-40B4-BE49-F238E27FC236}">
                <a16:creationId xmlns:a16="http://schemas.microsoft.com/office/drawing/2014/main" id="{FB8C37B2-83F5-3619-196D-346F83B6E55D}"/>
              </a:ext>
            </a:extLst>
          </p:cNvPr>
          <p:cNvSpPr/>
          <p:nvPr/>
        </p:nvSpPr>
        <p:spPr>
          <a:xfrm>
            <a:off x="600733" y="3204273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9B2BB96E-B77D-0C21-B453-86E3621449C8}"/>
              </a:ext>
            </a:extLst>
          </p:cNvPr>
          <p:cNvSpPr txBox="1"/>
          <p:nvPr/>
        </p:nvSpPr>
        <p:spPr>
          <a:xfrm>
            <a:off x="930256" y="3230561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ABBD09FD-8CB6-B1B3-A5CB-D813CFBE058F}"/>
              </a:ext>
            </a:extLst>
          </p:cNvPr>
          <p:cNvSpPr txBox="1"/>
          <p:nvPr/>
        </p:nvSpPr>
        <p:spPr>
          <a:xfrm>
            <a:off x="931025" y="3598023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85CFC7E3-2F8C-3350-8F1B-19F4273A0828}"/>
              </a:ext>
            </a:extLst>
          </p:cNvPr>
          <p:cNvSpPr txBox="1"/>
          <p:nvPr/>
        </p:nvSpPr>
        <p:spPr>
          <a:xfrm>
            <a:off x="2563094" y="3321527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ADF0D1B-D56A-7384-8A59-CBC479F77A89}"/>
              </a:ext>
            </a:extLst>
          </p:cNvPr>
          <p:cNvSpPr txBox="1"/>
          <p:nvPr/>
        </p:nvSpPr>
        <p:spPr>
          <a:xfrm>
            <a:off x="2675620" y="3636069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36" name="그림 235">
            <a:extLst>
              <a:ext uri="{FF2B5EF4-FFF2-40B4-BE49-F238E27FC236}">
                <a16:creationId xmlns:a16="http://schemas.microsoft.com/office/drawing/2014/main" id="{4966E164-8C66-D309-6150-CDA3CAD2DBE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3334451"/>
            <a:ext cx="268247" cy="268247"/>
          </a:xfrm>
          <a:prstGeom prst="rect">
            <a:avLst/>
          </a:prstGeom>
        </p:spPr>
      </p:pic>
      <p:sp>
        <p:nvSpPr>
          <p:cNvPr id="237" name="직사각형 236">
            <a:extLst>
              <a:ext uri="{FF2B5EF4-FFF2-40B4-BE49-F238E27FC236}">
                <a16:creationId xmlns:a16="http://schemas.microsoft.com/office/drawing/2014/main" id="{38C570AD-4ABA-774C-33DF-89DF18ACCA11}"/>
              </a:ext>
            </a:extLst>
          </p:cNvPr>
          <p:cNvSpPr/>
          <p:nvPr/>
        </p:nvSpPr>
        <p:spPr>
          <a:xfrm>
            <a:off x="729512" y="3723050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238" name="직사각형 237">
            <a:extLst>
              <a:ext uri="{FF2B5EF4-FFF2-40B4-BE49-F238E27FC236}">
                <a16:creationId xmlns:a16="http://schemas.microsoft.com/office/drawing/2014/main" id="{33D85406-010E-632F-BDF7-AFDF9BF68520}"/>
              </a:ext>
            </a:extLst>
          </p:cNvPr>
          <p:cNvSpPr/>
          <p:nvPr/>
        </p:nvSpPr>
        <p:spPr>
          <a:xfrm>
            <a:off x="600733" y="3962065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8D219138-3D70-466C-59A3-2C21FAE95466}"/>
              </a:ext>
            </a:extLst>
          </p:cNvPr>
          <p:cNvSpPr txBox="1"/>
          <p:nvPr/>
        </p:nvSpPr>
        <p:spPr>
          <a:xfrm>
            <a:off x="930256" y="3988353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4D45D5E-90C1-E165-2F7D-1219DE781726}"/>
              </a:ext>
            </a:extLst>
          </p:cNvPr>
          <p:cNvSpPr txBox="1"/>
          <p:nvPr/>
        </p:nvSpPr>
        <p:spPr>
          <a:xfrm>
            <a:off x="931025" y="4355815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95B60057-5EA1-19E8-3218-096CC37E7942}"/>
              </a:ext>
            </a:extLst>
          </p:cNvPr>
          <p:cNvSpPr txBox="1"/>
          <p:nvPr/>
        </p:nvSpPr>
        <p:spPr>
          <a:xfrm>
            <a:off x="2563094" y="4079319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4ABE3E35-3A5A-2869-88D2-79B07ED5C078}"/>
              </a:ext>
            </a:extLst>
          </p:cNvPr>
          <p:cNvSpPr txBox="1"/>
          <p:nvPr/>
        </p:nvSpPr>
        <p:spPr>
          <a:xfrm>
            <a:off x="2675620" y="4393861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44" name="그림 243">
            <a:extLst>
              <a:ext uri="{FF2B5EF4-FFF2-40B4-BE49-F238E27FC236}">
                <a16:creationId xmlns:a16="http://schemas.microsoft.com/office/drawing/2014/main" id="{D0EA91C6-C4F8-2022-8EB7-79FF1B949CD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4092243"/>
            <a:ext cx="268247" cy="268247"/>
          </a:xfrm>
          <a:prstGeom prst="rect">
            <a:avLst/>
          </a:prstGeom>
        </p:spPr>
      </p:pic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EB846690-7D23-0A1A-BB49-B9B8D85C71AF}"/>
              </a:ext>
            </a:extLst>
          </p:cNvPr>
          <p:cNvSpPr/>
          <p:nvPr/>
        </p:nvSpPr>
        <p:spPr>
          <a:xfrm>
            <a:off x="729512" y="4480842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F007ABB4-3FCA-6865-BFB2-4873C6D0EAAA}"/>
              </a:ext>
            </a:extLst>
          </p:cNvPr>
          <p:cNvSpPr/>
          <p:nvPr/>
        </p:nvSpPr>
        <p:spPr>
          <a:xfrm>
            <a:off x="600733" y="4709194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CFD128B-296A-0D2E-6808-D67F50BD51F2}"/>
              </a:ext>
            </a:extLst>
          </p:cNvPr>
          <p:cNvSpPr txBox="1"/>
          <p:nvPr/>
        </p:nvSpPr>
        <p:spPr>
          <a:xfrm>
            <a:off x="930256" y="473548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C128047B-FF57-83E8-5347-AEA3580276AC}"/>
              </a:ext>
            </a:extLst>
          </p:cNvPr>
          <p:cNvSpPr txBox="1"/>
          <p:nvPr/>
        </p:nvSpPr>
        <p:spPr>
          <a:xfrm>
            <a:off x="931025" y="5102944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49" name="TextBox 248">
            <a:extLst>
              <a:ext uri="{FF2B5EF4-FFF2-40B4-BE49-F238E27FC236}">
                <a16:creationId xmlns:a16="http://schemas.microsoft.com/office/drawing/2014/main" id="{492E6CDA-D317-8811-66B8-540208014171}"/>
              </a:ext>
            </a:extLst>
          </p:cNvPr>
          <p:cNvSpPr txBox="1"/>
          <p:nvPr/>
        </p:nvSpPr>
        <p:spPr>
          <a:xfrm>
            <a:off x="2563094" y="482644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250" name="TextBox 249">
            <a:extLst>
              <a:ext uri="{FF2B5EF4-FFF2-40B4-BE49-F238E27FC236}">
                <a16:creationId xmlns:a16="http://schemas.microsoft.com/office/drawing/2014/main" id="{52E25884-43E6-F68C-AC09-19DEC2D2284C}"/>
              </a:ext>
            </a:extLst>
          </p:cNvPr>
          <p:cNvSpPr txBox="1"/>
          <p:nvPr/>
        </p:nvSpPr>
        <p:spPr>
          <a:xfrm>
            <a:off x="2675620" y="514099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52" name="그림 251">
            <a:extLst>
              <a:ext uri="{FF2B5EF4-FFF2-40B4-BE49-F238E27FC236}">
                <a16:creationId xmlns:a16="http://schemas.microsoft.com/office/drawing/2014/main" id="{77097991-78B3-1A55-25C0-5327A14322F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4839372"/>
            <a:ext cx="268247" cy="268247"/>
          </a:xfrm>
          <a:prstGeom prst="rect">
            <a:avLst/>
          </a:prstGeom>
        </p:spPr>
      </p:pic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C2396815-DEC1-FAE2-FAEF-9C2E9762E951}"/>
              </a:ext>
            </a:extLst>
          </p:cNvPr>
          <p:cNvSpPr/>
          <p:nvPr/>
        </p:nvSpPr>
        <p:spPr>
          <a:xfrm>
            <a:off x="729512" y="5227971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7D658C24-8CF4-4187-B601-7505AF43D0F5}"/>
              </a:ext>
            </a:extLst>
          </p:cNvPr>
          <p:cNvSpPr/>
          <p:nvPr/>
        </p:nvSpPr>
        <p:spPr>
          <a:xfrm>
            <a:off x="600733" y="5457717"/>
            <a:ext cx="2417540" cy="66281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955793C3-D786-2A81-16A3-BAB8DC544559}"/>
              </a:ext>
            </a:extLst>
          </p:cNvPr>
          <p:cNvSpPr txBox="1"/>
          <p:nvPr/>
        </p:nvSpPr>
        <p:spPr>
          <a:xfrm>
            <a:off x="930256" y="5484005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DCBC27FE-A9BD-EE5F-7324-10769D04B685}"/>
              </a:ext>
            </a:extLst>
          </p:cNvPr>
          <p:cNvSpPr txBox="1"/>
          <p:nvPr/>
        </p:nvSpPr>
        <p:spPr>
          <a:xfrm>
            <a:off x="931025" y="5851467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55F094E9-F73B-33D6-5A8F-712EBA622F08}"/>
              </a:ext>
            </a:extLst>
          </p:cNvPr>
          <p:cNvSpPr txBox="1"/>
          <p:nvPr/>
        </p:nvSpPr>
        <p:spPr>
          <a:xfrm>
            <a:off x="2563094" y="5574971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1F60BCF2-A419-67EF-8756-5BC1BC483E42}"/>
              </a:ext>
            </a:extLst>
          </p:cNvPr>
          <p:cNvSpPr txBox="1"/>
          <p:nvPr/>
        </p:nvSpPr>
        <p:spPr>
          <a:xfrm>
            <a:off x="2574203" y="5889513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59" name="그래픽 258">
            <a:extLst>
              <a:ext uri="{FF2B5EF4-FFF2-40B4-BE49-F238E27FC236}">
                <a16:creationId xmlns:a16="http://schemas.microsoft.com/office/drawing/2014/main" id="{E3C611E2-12D6-21E7-9B5E-C302EA940AD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790227" y="5891931"/>
            <a:ext cx="228600" cy="228600"/>
          </a:xfrm>
          <a:prstGeom prst="rect">
            <a:avLst/>
          </a:prstGeom>
        </p:spPr>
      </p:pic>
      <p:pic>
        <p:nvPicPr>
          <p:cNvPr id="260" name="그림 259">
            <a:extLst>
              <a:ext uri="{FF2B5EF4-FFF2-40B4-BE49-F238E27FC236}">
                <a16:creationId xmlns:a16="http://schemas.microsoft.com/office/drawing/2014/main" id="{66A04D2A-6CA0-E586-57E2-EECD0EA795D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5587895"/>
            <a:ext cx="268247" cy="268247"/>
          </a:xfrm>
          <a:prstGeom prst="rect">
            <a:avLst/>
          </a:prstGeom>
        </p:spPr>
      </p:pic>
      <p:sp>
        <p:nvSpPr>
          <p:cNvPr id="261" name="직사각형 260">
            <a:extLst>
              <a:ext uri="{FF2B5EF4-FFF2-40B4-BE49-F238E27FC236}">
                <a16:creationId xmlns:a16="http://schemas.microsoft.com/office/drawing/2014/main" id="{C708F63B-D4CC-1F0A-47F0-917E114EA865}"/>
              </a:ext>
            </a:extLst>
          </p:cNvPr>
          <p:cNvSpPr/>
          <p:nvPr/>
        </p:nvSpPr>
        <p:spPr>
          <a:xfrm>
            <a:off x="729512" y="5976494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tx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sp>
        <p:nvSpPr>
          <p:cNvPr id="301" name="Google Shape;1198;p27">
            <a:extLst>
              <a:ext uri="{FF2B5EF4-FFF2-40B4-BE49-F238E27FC236}">
                <a16:creationId xmlns:a16="http://schemas.microsoft.com/office/drawing/2014/main" id="{7A7CC7C6-C6AB-86C4-C3B8-A79E634D3E23}"/>
              </a:ext>
            </a:extLst>
          </p:cNvPr>
          <p:cNvSpPr/>
          <p:nvPr/>
        </p:nvSpPr>
        <p:spPr>
          <a:xfrm>
            <a:off x="3590362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2" name="TextBox 301">
            <a:extLst>
              <a:ext uri="{FF2B5EF4-FFF2-40B4-BE49-F238E27FC236}">
                <a16:creationId xmlns:a16="http://schemas.microsoft.com/office/drawing/2014/main" id="{C42B7D67-5EAA-353A-1E44-36695269CADD}"/>
              </a:ext>
            </a:extLst>
          </p:cNvPr>
          <p:cNvSpPr txBox="1"/>
          <p:nvPr/>
        </p:nvSpPr>
        <p:spPr>
          <a:xfrm>
            <a:off x="3594449" y="1952836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303" name="TextBox 302">
            <a:extLst>
              <a:ext uri="{FF2B5EF4-FFF2-40B4-BE49-F238E27FC236}">
                <a16:creationId xmlns:a16="http://schemas.microsoft.com/office/drawing/2014/main" id="{0226DACD-F35E-E588-97BE-157F26B83B4C}"/>
              </a:ext>
            </a:extLst>
          </p:cNvPr>
          <p:cNvSpPr txBox="1"/>
          <p:nvPr/>
        </p:nvSpPr>
        <p:spPr>
          <a:xfrm>
            <a:off x="4870909" y="195283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sp>
        <p:nvSpPr>
          <p:cNvPr id="304" name="TextBox 303">
            <a:extLst>
              <a:ext uri="{FF2B5EF4-FFF2-40B4-BE49-F238E27FC236}">
                <a16:creationId xmlns:a16="http://schemas.microsoft.com/office/drawing/2014/main" id="{024C8AE5-322C-6185-BBCB-AD6639832DF5}"/>
              </a:ext>
            </a:extLst>
          </p:cNvPr>
          <p:cNvSpPr txBox="1"/>
          <p:nvPr/>
        </p:nvSpPr>
        <p:spPr>
          <a:xfrm>
            <a:off x="4376378" y="1952836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61C95A27-3725-E192-2B39-E6DD2703AFEA}"/>
              </a:ext>
            </a:extLst>
          </p:cNvPr>
          <p:cNvSpPr/>
          <p:nvPr/>
        </p:nvSpPr>
        <p:spPr>
          <a:xfrm>
            <a:off x="3623540" y="2224827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07" name="직사각형 306">
            <a:extLst>
              <a:ext uri="{FF2B5EF4-FFF2-40B4-BE49-F238E27FC236}">
                <a16:creationId xmlns:a16="http://schemas.microsoft.com/office/drawing/2014/main" id="{2B68BE18-A66F-E1F6-6A81-65BAEB19F09C}"/>
              </a:ext>
            </a:extLst>
          </p:cNvPr>
          <p:cNvSpPr/>
          <p:nvPr/>
        </p:nvSpPr>
        <p:spPr>
          <a:xfrm>
            <a:off x="3623540" y="2457144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226B4228-3155-B22E-49EB-A19F2EC93355}"/>
              </a:ext>
            </a:extLst>
          </p:cNvPr>
          <p:cNvSpPr txBox="1"/>
          <p:nvPr/>
        </p:nvSpPr>
        <p:spPr>
          <a:xfrm>
            <a:off x="3953063" y="248343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287D25B3-621B-194D-69CF-97391034F07E}"/>
              </a:ext>
            </a:extLst>
          </p:cNvPr>
          <p:cNvSpPr txBox="1"/>
          <p:nvPr/>
        </p:nvSpPr>
        <p:spPr>
          <a:xfrm>
            <a:off x="3953832" y="2850894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32069C24-EE19-B54E-8288-41709F4AAD3F}"/>
              </a:ext>
            </a:extLst>
          </p:cNvPr>
          <p:cNvSpPr txBox="1"/>
          <p:nvPr/>
        </p:nvSpPr>
        <p:spPr>
          <a:xfrm>
            <a:off x="5585901" y="257439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13D82DEE-B714-BC29-9E03-114CABB7413F}"/>
              </a:ext>
            </a:extLst>
          </p:cNvPr>
          <p:cNvSpPr txBox="1"/>
          <p:nvPr/>
        </p:nvSpPr>
        <p:spPr>
          <a:xfrm>
            <a:off x="5699956" y="288894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316" name="직선 연결선 315">
            <a:extLst>
              <a:ext uri="{FF2B5EF4-FFF2-40B4-BE49-F238E27FC236}">
                <a16:creationId xmlns:a16="http://schemas.microsoft.com/office/drawing/2014/main" id="{2C0FD4C0-9965-BA99-AD99-2FD032075CD9}"/>
              </a:ext>
            </a:extLst>
          </p:cNvPr>
          <p:cNvCxnSpPr>
            <a:cxnSpLocks/>
          </p:cNvCxnSpPr>
          <p:nvPr/>
        </p:nvCxnSpPr>
        <p:spPr>
          <a:xfrm>
            <a:off x="4921013" y="2217360"/>
            <a:ext cx="324036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pic>
        <p:nvPicPr>
          <p:cNvPr id="317" name="그림 316">
            <a:extLst>
              <a:ext uri="{FF2B5EF4-FFF2-40B4-BE49-F238E27FC236}">
                <a16:creationId xmlns:a16="http://schemas.microsoft.com/office/drawing/2014/main" id="{958267D5-A961-7AE5-4B97-B592E221250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684034" y="2587322"/>
            <a:ext cx="268247" cy="268247"/>
          </a:xfrm>
          <a:prstGeom prst="rect">
            <a:avLst/>
          </a:prstGeom>
        </p:spPr>
      </p:pic>
      <p:sp>
        <p:nvSpPr>
          <p:cNvPr id="318" name="직사각형 317">
            <a:extLst>
              <a:ext uri="{FF2B5EF4-FFF2-40B4-BE49-F238E27FC236}">
                <a16:creationId xmlns:a16="http://schemas.microsoft.com/office/drawing/2014/main" id="{8CB94095-36E8-6B0E-B2ED-811CD9F80574}"/>
              </a:ext>
            </a:extLst>
          </p:cNvPr>
          <p:cNvSpPr/>
          <p:nvPr/>
        </p:nvSpPr>
        <p:spPr>
          <a:xfrm>
            <a:off x="3752319" y="2975921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pic>
        <p:nvPicPr>
          <p:cNvPr id="321" name="그림 320">
            <a:extLst>
              <a:ext uri="{FF2B5EF4-FFF2-40B4-BE49-F238E27FC236}">
                <a16:creationId xmlns:a16="http://schemas.microsoft.com/office/drawing/2014/main" id="{83722708-1B8A-973B-1EC4-AD7C90C26B9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103687" y="2258818"/>
            <a:ext cx="704494" cy="178413"/>
          </a:xfrm>
          <a:prstGeom prst="rect">
            <a:avLst/>
          </a:prstGeom>
        </p:spPr>
      </p:pic>
      <p:sp>
        <p:nvSpPr>
          <p:cNvPr id="322" name="직사각형 321">
            <a:extLst>
              <a:ext uri="{FF2B5EF4-FFF2-40B4-BE49-F238E27FC236}">
                <a16:creationId xmlns:a16="http://schemas.microsoft.com/office/drawing/2014/main" id="{2FEF2664-CED8-4EA4-9C76-FF6A9D2ABCFE}"/>
              </a:ext>
            </a:extLst>
          </p:cNvPr>
          <p:cNvSpPr/>
          <p:nvPr/>
        </p:nvSpPr>
        <p:spPr>
          <a:xfrm>
            <a:off x="3623540" y="3212004"/>
            <a:ext cx="2417540" cy="1045088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23" name="TextBox 322">
            <a:extLst>
              <a:ext uri="{FF2B5EF4-FFF2-40B4-BE49-F238E27FC236}">
                <a16:creationId xmlns:a16="http://schemas.microsoft.com/office/drawing/2014/main" id="{7EEA9D8E-5325-4797-99E8-1816AD04D3FB}"/>
              </a:ext>
            </a:extLst>
          </p:cNvPr>
          <p:cNvSpPr txBox="1"/>
          <p:nvPr/>
        </p:nvSpPr>
        <p:spPr>
          <a:xfrm>
            <a:off x="3953063" y="323829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C820ACDA-21F6-09D9-AE1F-6D50833C1D36}"/>
              </a:ext>
            </a:extLst>
          </p:cNvPr>
          <p:cNvSpPr txBox="1"/>
          <p:nvPr/>
        </p:nvSpPr>
        <p:spPr>
          <a:xfrm>
            <a:off x="3953831" y="3605754"/>
            <a:ext cx="1632070" cy="6093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맞이 새로운 뽑기 이벤트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 err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아주아주아주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잘 나온 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9CD0DA7F-7153-D282-F8D0-D6A58D571FB7}"/>
              </a:ext>
            </a:extLst>
          </p:cNvPr>
          <p:cNvSpPr txBox="1"/>
          <p:nvPr/>
        </p:nvSpPr>
        <p:spPr>
          <a:xfrm>
            <a:off x="5585901" y="332925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326" name="TextBox 325">
            <a:extLst>
              <a:ext uri="{FF2B5EF4-FFF2-40B4-BE49-F238E27FC236}">
                <a16:creationId xmlns:a16="http://schemas.microsoft.com/office/drawing/2014/main" id="{D63294FA-8A1B-667C-7C13-00B3148D76DB}"/>
              </a:ext>
            </a:extLst>
          </p:cNvPr>
          <p:cNvSpPr txBox="1"/>
          <p:nvPr/>
        </p:nvSpPr>
        <p:spPr>
          <a:xfrm>
            <a:off x="5662808" y="3643800"/>
            <a:ext cx="347700" cy="215444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327" name="그림 326">
            <a:extLst>
              <a:ext uri="{FF2B5EF4-FFF2-40B4-BE49-F238E27FC236}">
                <a16:creationId xmlns:a16="http://schemas.microsoft.com/office/drawing/2014/main" id="{949AB0DF-2C63-B811-DDEE-151F9DE5D10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684034" y="3342182"/>
            <a:ext cx="268247" cy="268247"/>
          </a:xfrm>
          <a:prstGeom prst="rect">
            <a:avLst/>
          </a:prstGeom>
        </p:spPr>
      </p:pic>
      <p:sp>
        <p:nvSpPr>
          <p:cNvPr id="328" name="직사각형 327">
            <a:extLst>
              <a:ext uri="{FF2B5EF4-FFF2-40B4-BE49-F238E27FC236}">
                <a16:creationId xmlns:a16="http://schemas.microsoft.com/office/drawing/2014/main" id="{E1CA0411-EC56-3B03-03F0-E096B795E5FB}"/>
              </a:ext>
            </a:extLst>
          </p:cNvPr>
          <p:cNvSpPr/>
          <p:nvPr/>
        </p:nvSpPr>
        <p:spPr>
          <a:xfrm>
            <a:off x="3752319" y="3730781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graphicFrame>
        <p:nvGraphicFramePr>
          <p:cNvPr id="329" name="표 328">
            <a:extLst>
              <a:ext uri="{FF2B5EF4-FFF2-40B4-BE49-F238E27FC236}">
                <a16:creationId xmlns:a16="http://schemas.microsoft.com/office/drawing/2014/main" id="{55BE2D59-F937-2E69-4703-DD74D07736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4020724"/>
              </p:ext>
            </p:extLst>
          </p:nvPr>
        </p:nvGraphicFramePr>
        <p:xfrm>
          <a:off x="3626523" y="4259756"/>
          <a:ext cx="2414886" cy="213360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1609924">
                  <a:extLst>
                    <a:ext uri="{9D8B030D-6E8A-4147-A177-3AD203B41FA5}">
                      <a16:colId xmlns:a16="http://schemas.microsoft.com/office/drawing/2014/main" val="2045282246"/>
                    </a:ext>
                  </a:extLst>
                </a:gridCol>
                <a:gridCol w="804962">
                  <a:extLst>
                    <a:ext uri="{9D8B030D-6E8A-4147-A177-3AD203B41FA5}">
                      <a16:colId xmlns:a16="http://schemas.microsoft.com/office/drawing/2014/main" val="2961860283"/>
                    </a:ext>
                  </a:extLst>
                </a:gridCol>
              </a:tblGrid>
              <a:tr h="19227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▶ 재생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29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벽지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7501084"/>
                  </a:ext>
                </a:extLst>
              </a:tr>
            </a:tbl>
          </a:graphicData>
        </a:graphic>
      </p:graphicFrame>
      <p:sp>
        <p:nvSpPr>
          <p:cNvPr id="338" name="직사각형 337">
            <a:extLst>
              <a:ext uri="{FF2B5EF4-FFF2-40B4-BE49-F238E27FC236}">
                <a16:creationId xmlns:a16="http://schemas.microsoft.com/office/drawing/2014/main" id="{886BFC25-9DD9-1525-B68B-BC2C8A2C89D1}"/>
              </a:ext>
            </a:extLst>
          </p:cNvPr>
          <p:cNvSpPr/>
          <p:nvPr/>
        </p:nvSpPr>
        <p:spPr>
          <a:xfrm>
            <a:off x="3623540" y="4471016"/>
            <a:ext cx="2417540" cy="756926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39" name="TextBox 338">
            <a:extLst>
              <a:ext uri="{FF2B5EF4-FFF2-40B4-BE49-F238E27FC236}">
                <a16:creationId xmlns:a16="http://schemas.microsoft.com/office/drawing/2014/main" id="{43991CE9-F86C-879D-EFBB-31A9F2C2646A}"/>
              </a:ext>
            </a:extLst>
          </p:cNvPr>
          <p:cNvSpPr txBox="1"/>
          <p:nvPr/>
        </p:nvSpPr>
        <p:spPr>
          <a:xfrm>
            <a:off x="3953063" y="4497304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40" name="TextBox 339">
            <a:extLst>
              <a:ext uri="{FF2B5EF4-FFF2-40B4-BE49-F238E27FC236}">
                <a16:creationId xmlns:a16="http://schemas.microsoft.com/office/drawing/2014/main" id="{2C377F62-302D-4BC7-7B9C-898BEF6E4F70}"/>
              </a:ext>
            </a:extLst>
          </p:cNvPr>
          <p:cNvSpPr txBox="1"/>
          <p:nvPr/>
        </p:nvSpPr>
        <p:spPr>
          <a:xfrm>
            <a:off x="3953832" y="4864766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41" name="TextBox 340">
            <a:extLst>
              <a:ext uri="{FF2B5EF4-FFF2-40B4-BE49-F238E27FC236}">
                <a16:creationId xmlns:a16="http://schemas.microsoft.com/office/drawing/2014/main" id="{E45AF3E7-9F1E-E387-5F7D-84B06C9C1C4C}"/>
              </a:ext>
            </a:extLst>
          </p:cNvPr>
          <p:cNvSpPr txBox="1"/>
          <p:nvPr/>
        </p:nvSpPr>
        <p:spPr>
          <a:xfrm>
            <a:off x="5585901" y="4588270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6A3F14CE-5A76-54A1-4CD2-5F7A8F56CAB3}"/>
              </a:ext>
            </a:extLst>
          </p:cNvPr>
          <p:cNvSpPr txBox="1"/>
          <p:nvPr/>
        </p:nvSpPr>
        <p:spPr>
          <a:xfrm>
            <a:off x="5597010" y="4906499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343" name="그래픽 342">
            <a:extLst>
              <a:ext uri="{FF2B5EF4-FFF2-40B4-BE49-F238E27FC236}">
                <a16:creationId xmlns:a16="http://schemas.microsoft.com/office/drawing/2014/main" id="{495C0EF8-2BD7-5AA7-3940-ED442A076FD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813034" y="4905230"/>
            <a:ext cx="228600" cy="228600"/>
          </a:xfrm>
          <a:prstGeom prst="rect">
            <a:avLst/>
          </a:prstGeom>
        </p:spPr>
      </p:pic>
      <p:pic>
        <p:nvPicPr>
          <p:cNvPr id="344" name="그림 343">
            <a:extLst>
              <a:ext uri="{FF2B5EF4-FFF2-40B4-BE49-F238E27FC236}">
                <a16:creationId xmlns:a16="http://schemas.microsoft.com/office/drawing/2014/main" id="{C2E1D644-A32A-4445-834A-87A3D68C69E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684034" y="4602248"/>
            <a:ext cx="268247" cy="268247"/>
          </a:xfrm>
          <a:prstGeom prst="rect">
            <a:avLst/>
          </a:prstGeom>
        </p:spPr>
      </p:pic>
      <p:sp>
        <p:nvSpPr>
          <p:cNvPr id="345" name="직사각형 344">
            <a:extLst>
              <a:ext uri="{FF2B5EF4-FFF2-40B4-BE49-F238E27FC236}">
                <a16:creationId xmlns:a16="http://schemas.microsoft.com/office/drawing/2014/main" id="{BAC84552-511B-0036-A09E-7D07D9748692}"/>
              </a:ext>
            </a:extLst>
          </p:cNvPr>
          <p:cNvSpPr/>
          <p:nvPr/>
        </p:nvSpPr>
        <p:spPr>
          <a:xfrm>
            <a:off x="3752319" y="4995830"/>
            <a:ext cx="131676" cy="131676"/>
          </a:xfrm>
          <a:prstGeom prst="rect">
            <a:avLst/>
          </a:prstGeom>
          <a:solidFill>
            <a:schemeClr val="tx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71" name="그림 370">
            <a:extLst>
              <a:ext uri="{FF2B5EF4-FFF2-40B4-BE49-F238E27FC236}">
                <a16:creationId xmlns:a16="http://schemas.microsoft.com/office/drawing/2014/main" id="{DD139AE0-D897-C31A-A22A-FED6585426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810247" y="2251839"/>
            <a:ext cx="187790" cy="192370"/>
          </a:xfrm>
          <a:prstGeom prst="rect">
            <a:avLst/>
          </a:prstGeom>
        </p:spPr>
      </p:pic>
      <p:pic>
        <p:nvPicPr>
          <p:cNvPr id="372" name="그림 371">
            <a:extLst>
              <a:ext uri="{FF2B5EF4-FFF2-40B4-BE49-F238E27FC236}">
                <a16:creationId xmlns:a16="http://schemas.microsoft.com/office/drawing/2014/main" id="{F5058884-F834-676C-700D-F7866183FC1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822710" y="2251839"/>
            <a:ext cx="187790" cy="192370"/>
          </a:xfrm>
          <a:prstGeom prst="rect">
            <a:avLst/>
          </a:prstGeom>
        </p:spPr>
      </p:pic>
      <p:pic>
        <p:nvPicPr>
          <p:cNvPr id="374" name="그림 373">
            <a:extLst>
              <a:ext uri="{FF2B5EF4-FFF2-40B4-BE49-F238E27FC236}">
                <a16:creationId xmlns:a16="http://schemas.microsoft.com/office/drawing/2014/main" id="{147FB634-E4E3-F58D-520C-069A63D8A40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85840" y="2258818"/>
            <a:ext cx="704494" cy="178413"/>
          </a:xfrm>
          <a:prstGeom prst="rect">
            <a:avLst/>
          </a:prstGeom>
        </p:spPr>
      </p:pic>
      <p:grpSp>
        <p:nvGrpSpPr>
          <p:cNvPr id="380" name="그룹 379">
            <a:extLst>
              <a:ext uri="{FF2B5EF4-FFF2-40B4-BE49-F238E27FC236}">
                <a16:creationId xmlns:a16="http://schemas.microsoft.com/office/drawing/2014/main" id="{FFC36266-47D6-37C2-5F60-9C210BB1120A}"/>
              </a:ext>
            </a:extLst>
          </p:cNvPr>
          <p:cNvGrpSpPr/>
          <p:nvPr/>
        </p:nvGrpSpPr>
        <p:grpSpPr>
          <a:xfrm rot="5400000">
            <a:off x="3059813" y="4039253"/>
            <a:ext cx="519643" cy="363534"/>
            <a:chOff x="6600056" y="1538514"/>
            <a:chExt cx="1692190" cy="305304"/>
          </a:xfrm>
        </p:grpSpPr>
        <p:cxnSp>
          <p:nvCxnSpPr>
            <p:cNvPr id="381" name="직선 연결선 380">
              <a:extLst>
                <a:ext uri="{FF2B5EF4-FFF2-40B4-BE49-F238E27FC236}">
                  <a16:creationId xmlns:a16="http://schemas.microsoft.com/office/drawing/2014/main" id="{21E1A4EF-7F54-0682-A586-EB74DB8C12F8}"/>
                </a:ext>
              </a:extLst>
            </p:cNvPr>
            <p:cNvCxnSpPr/>
            <p:nvPr/>
          </p:nvCxnSpPr>
          <p:spPr>
            <a:xfrm>
              <a:off x="6600056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직선 연결선 381">
              <a:extLst>
                <a:ext uri="{FF2B5EF4-FFF2-40B4-BE49-F238E27FC236}">
                  <a16:creationId xmlns:a16="http://schemas.microsoft.com/office/drawing/2014/main" id="{582E4D98-7415-6853-1CC6-018E30B974C3}"/>
                </a:ext>
              </a:extLst>
            </p:cNvPr>
            <p:cNvCxnSpPr/>
            <p:nvPr/>
          </p:nvCxnSpPr>
          <p:spPr>
            <a:xfrm>
              <a:off x="8292244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직선 화살표 연결선 382">
              <a:extLst>
                <a:ext uri="{FF2B5EF4-FFF2-40B4-BE49-F238E27FC236}">
                  <a16:creationId xmlns:a16="http://schemas.microsoft.com/office/drawing/2014/main" id="{C8DC0A24-6D83-0909-9530-45FC78C7CBDA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60" y="1731525"/>
              <a:ext cx="1692186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직선 화살표 연결선 383">
              <a:extLst>
                <a:ext uri="{FF2B5EF4-FFF2-40B4-BE49-F238E27FC236}">
                  <a16:creationId xmlns:a16="http://schemas.microsoft.com/office/drawing/2014/main" id="{A40BB59C-5860-36C2-3024-2BF9A88EE12A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60" y="1648806"/>
              <a:ext cx="1692186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5" name="연결선: 꺾임 384">
            <a:extLst>
              <a:ext uri="{FF2B5EF4-FFF2-40B4-BE49-F238E27FC236}">
                <a16:creationId xmlns:a16="http://schemas.microsoft.com/office/drawing/2014/main" id="{6DDD1CD1-0F58-C346-BACC-D96F6044B24B}"/>
              </a:ext>
            </a:extLst>
          </p:cNvPr>
          <p:cNvCxnSpPr>
            <a:cxnSpLocks/>
            <a:stCxn id="386" idx="6"/>
            <a:endCxn id="387" idx="2"/>
          </p:cNvCxnSpPr>
          <p:nvPr/>
        </p:nvCxnSpPr>
        <p:spPr>
          <a:xfrm>
            <a:off x="2789842" y="3587017"/>
            <a:ext cx="1133187" cy="64373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6" name="타원 385">
            <a:extLst>
              <a:ext uri="{FF2B5EF4-FFF2-40B4-BE49-F238E27FC236}">
                <a16:creationId xmlns:a16="http://schemas.microsoft.com/office/drawing/2014/main" id="{699B2CD1-A379-A95F-104F-313815787465}"/>
              </a:ext>
            </a:extLst>
          </p:cNvPr>
          <p:cNvSpPr/>
          <p:nvPr/>
        </p:nvSpPr>
        <p:spPr>
          <a:xfrm>
            <a:off x="2201047" y="3292619"/>
            <a:ext cx="588795" cy="588795"/>
          </a:xfrm>
          <a:prstGeom prst="ellipse">
            <a:avLst/>
          </a:prstGeom>
          <a:solidFill>
            <a:srgbClr val="FF0000">
              <a:alpha val="50000"/>
            </a:srgbClr>
          </a:solidFill>
          <a:ln>
            <a:noFill/>
            <a:prstDash val="sysDot"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87" name="타원 386">
            <a:extLst>
              <a:ext uri="{FF2B5EF4-FFF2-40B4-BE49-F238E27FC236}">
                <a16:creationId xmlns:a16="http://schemas.microsoft.com/office/drawing/2014/main" id="{7A49C8F3-8391-A817-820E-E8B8B419FC54}"/>
              </a:ext>
            </a:extLst>
          </p:cNvPr>
          <p:cNvSpPr/>
          <p:nvPr/>
        </p:nvSpPr>
        <p:spPr>
          <a:xfrm>
            <a:off x="3923029" y="3356992"/>
            <a:ext cx="588795" cy="588795"/>
          </a:xfrm>
          <a:prstGeom prst="ellipse">
            <a:avLst/>
          </a:prstGeom>
          <a:solidFill>
            <a:srgbClr val="FF0000">
              <a:alpha val="50000"/>
            </a:srgbClr>
          </a:solidFill>
          <a:ln>
            <a:noFill/>
            <a:prstDash val="sysDot"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12B820C3-1F32-0EAD-0D7A-300EB723BA61}"/>
              </a:ext>
            </a:extLst>
          </p:cNvPr>
          <p:cNvSpPr/>
          <p:nvPr/>
        </p:nvSpPr>
        <p:spPr>
          <a:xfrm>
            <a:off x="3623540" y="5231863"/>
            <a:ext cx="2417540" cy="756926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570F280C-0CFA-49D4-AA61-5C9DD278E5E4}"/>
              </a:ext>
            </a:extLst>
          </p:cNvPr>
          <p:cNvSpPr txBox="1"/>
          <p:nvPr/>
        </p:nvSpPr>
        <p:spPr>
          <a:xfrm>
            <a:off x="3953063" y="5258151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9E76569-6AE9-8FC7-44DB-1983013B32B4}"/>
              </a:ext>
            </a:extLst>
          </p:cNvPr>
          <p:cNvSpPr txBox="1"/>
          <p:nvPr/>
        </p:nvSpPr>
        <p:spPr>
          <a:xfrm>
            <a:off x="3953832" y="5625613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CFDF8621-BB21-1862-0861-72FD10100366}"/>
              </a:ext>
            </a:extLst>
          </p:cNvPr>
          <p:cNvSpPr txBox="1"/>
          <p:nvPr/>
        </p:nvSpPr>
        <p:spPr>
          <a:xfrm>
            <a:off x="5585901" y="5349117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2316064-01FF-1ABF-020F-6B926175B835}"/>
              </a:ext>
            </a:extLst>
          </p:cNvPr>
          <p:cNvSpPr txBox="1"/>
          <p:nvPr/>
        </p:nvSpPr>
        <p:spPr>
          <a:xfrm>
            <a:off x="5699956" y="5663659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4" name="그림 43">
            <a:extLst>
              <a:ext uri="{FF2B5EF4-FFF2-40B4-BE49-F238E27FC236}">
                <a16:creationId xmlns:a16="http://schemas.microsoft.com/office/drawing/2014/main" id="{FDC4EAD8-DB99-C8BD-E329-588A93540DC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684034" y="5362041"/>
            <a:ext cx="268247" cy="268247"/>
          </a:xfrm>
          <a:prstGeom prst="rect">
            <a:avLst/>
          </a:prstGeom>
        </p:spPr>
      </p:pic>
      <p:sp>
        <p:nvSpPr>
          <p:cNvPr id="45" name="직사각형 44">
            <a:extLst>
              <a:ext uri="{FF2B5EF4-FFF2-40B4-BE49-F238E27FC236}">
                <a16:creationId xmlns:a16="http://schemas.microsoft.com/office/drawing/2014/main" id="{F9466468-C29F-DD73-8671-61CF02928089}"/>
              </a:ext>
            </a:extLst>
          </p:cNvPr>
          <p:cNvSpPr/>
          <p:nvPr/>
        </p:nvSpPr>
        <p:spPr>
          <a:xfrm>
            <a:off x="3752319" y="5750640"/>
            <a:ext cx="131676" cy="131676"/>
          </a:xfrm>
          <a:prstGeom prst="rect">
            <a:avLst/>
          </a:prstGeom>
          <a:solidFill>
            <a:schemeClr val="tx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tx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graphicFrame>
        <p:nvGraphicFramePr>
          <p:cNvPr id="52" name="Group 323">
            <a:extLst>
              <a:ext uri="{FF2B5EF4-FFF2-40B4-BE49-F238E27FC236}">
                <a16:creationId xmlns:a16="http://schemas.microsoft.com/office/drawing/2014/main" id="{885563EC-5959-CD5E-571B-7F8C58BBC7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3034167"/>
              </p:ext>
            </p:extLst>
          </p:nvPr>
        </p:nvGraphicFramePr>
        <p:xfrm>
          <a:off x="9625013" y="575703"/>
          <a:ext cx="2519969" cy="1052082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자세히 보기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후원 영역 클릭 시 축약된 내용 및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재생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벽지 버튼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완료 처리된 뽑기 후원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4805243"/>
                  </a:ext>
                </a:extLst>
              </a:tr>
            </a:tbl>
          </a:graphicData>
        </a:graphic>
      </p:graphicFrame>
      <p:sp>
        <p:nvSpPr>
          <p:cNvPr id="53" name="타원 52">
            <a:extLst>
              <a:ext uri="{FF2B5EF4-FFF2-40B4-BE49-F238E27FC236}">
                <a16:creationId xmlns:a16="http://schemas.microsoft.com/office/drawing/2014/main" id="{5EA79BB8-8670-DA3F-4E7C-21158355AA94}"/>
              </a:ext>
            </a:extLst>
          </p:cNvPr>
          <p:cNvSpPr/>
          <p:nvPr/>
        </p:nvSpPr>
        <p:spPr>
          <a:xfrm>
            <a:off x="3216577" y="3377868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34DB8C6B-D2FA-C2FA-DFA8-C051627793C9}"/>
              </a:ext>
            </a:extLst>
          </p:cNvPr>
          <p:cNvSpPr/>
          <p:nvPr/>
        </p:nvSpPr>
        <p:spPr>
          <a:xfrm>
            <a:off x="5306935" y="4700480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32B469A0-0DDE-20CE-FC0C-ACB767A77B9A}"/>
              </a:ext>
            </a:extLst>
          </p:cNvPr>
          <p:cNvSpPr/>
          <p:nvPr/>
        </p:nvSpPr>
        <p:spPr>
          <a:xfrm>
            <a:off x="729512" y="2280807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474F8DBD-858B-4EAA-6669-A776358068A2}"/>
              </a:ext>
            </a:extLst>
          </p:cNvPr>
          <p:cNvSpPr/>
          <p:nvPr/>
        </p:nvSpPr>
        <p:spPr>
          <a:xfrm>
            <a:off x="3752319" y="2280643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B6A70715-1BD5-CAD1-E092-035A601EBA7D}"/>
              </a:ext>
            </a:extLst>
          </p:cNvPr>
          <p:cNvGrpSpPr/>
          <p:nvPr/>
        </p:nvGrpSpPr>
        <p:grpSpPr>
          <a:xfrm>
            <a:off x="547688" y="5773122"/>
            <a:ext cx="2507456" cy="413366"/>
            <a:chOff x="540805" y="6488673"/>
            <a:chExt cx="2486119" cy="413366"/>
          </a:xfrm>
        </p:grpSpPr>
        <p:sp>
          <p:nvSpPr>
            <p:cNvPr id="59" name="사각형: 둥근 모서리 58">
              <a:extLst>
                <a:ext uri="{FF2B5EF4-FFF2-40B4-BE49-F238E27FC236}">
                  <a16:creationId xmlns:a16="http://schemas.microsoft.com/office/drawing/2014/main" id="{86983224-0AF9-0EF7-176F-98426977E0E3}"/>
                </a:ext>
              </a:extLst>
            </p:cNvPr>
            <p:cNvSpPr/>
            <p:nvPr/>
          </p:nvSpPr>
          <p:spPr bwMode="auto">
            <a:xfrm>
              <a:off x="540805" y="6488673"/>
              <a:ext cx="2486119" cy="413366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61" name="그룹 60">
              <a:extLst>
                <a:ext uri="{FF2B5EF4-FFF2-40B4-BE49-F238E27FC236}">
                  <a16:creationId xmlns:a16="http://schemas.microsoft.com/office/drawing/2014/main" id="{9537BB6C-8899-EB94-D1BB-0C34462CCFA4}"/>
                </a:ext>
              </a:extLst>
            </p:cNvPr>
            <p:cNvGrpSpPr/>
            <p:nvPr/>
          </p:nvGrpSpPr>
          <p:grpSpPr>
            <a:xfrm>
              <a:off x="646069" y="6557675"/>
              <a:ext cx="2294019" cy="310182"/>
              <a:chOff x="646069" y="5802457"/>
              <a:chExt cx="2294019" cy="310182"/>
            </a:xfrm>
          </p:grpSpPr>
          <p:grpSp>
            <p:nvGrpSpPr>
              <p:cNvPr id="63" name="그룹 62">
                <a:extLst>
                  <a:ext uri="{FF2B5EF4-FFF2-40B4-BE49-F238E27FC236}">
                    <a16:creationId xmlns:a16="http://schemas.microsoft.com/office/drawing/2014/main" id="{3642E919-2E0C-079D-0DF2-3339FC850404}"/>
                  </a:ext>
                </a:extLst>
              </p:cNvPr>
              <p:cNvGrpSpPr/>
              <p:nvPr/>
            </p:nvGrpSpPr>
            <p:grpSpPr>
              <a:xfrm>
                <a:off x="646069" y="5802457"/>
                <a:ext cx="2294019" cy="310182"/>
                <a:chOff x="655595" y="5802457"/>
                <a:chExt cx="2294019" cy="310182"/>
              </a:xfrm>
            </p:grpSpPr>
            <p:sp>
              <p:nvSpPr>
                <p:cNvPr id="133" name="사각형: 둥근 모서리 132">
                  <a:extLst>
                    <a:ext uri="{FF2B5EF4-FFF2-40B4-BE49-F238E27FC236}">
                      <a16:creationId xmlns:a16="http://schemas.microsoft.com/office/drawing/2014/main" id="{1AE40A84-8A70-B7B7-9B4F-D897C1CA2DE6}"/>
                    </a:ext>
                  </a:extLst>
                </p:cNvPr>
                <p:cNvSpPr/>
                <p:nvPr/>
              </p:nvSpPr>
              <p:spPr>
                <a:xfrm>
                  <a:off x="655595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  <p:sp>
              <p:nvSpPr>
                <p:cNvPr id="134" name="사각형: 둥근 모서리 133">
                  <a:extLst>
                    <a:ext uri="{FF2B5EF4-FFF2-40B4-BE49-F238E27FC236}">
                      <a16:creationId xmlns:a16="http://schemas.microsoft.com/office/drawing/2014/main" id="{E131F328-45FF-E9B7-28B2-3669454969EC}"/>
                    </a:ext>
                  </a:extLst>
                </p:cNvPr>
                <p:cNvSpPr/>
                <p:nvPr/>
              </p:nvSpPr>
              <p:spPr>
                <a:xfrm>
                  <a:off x="1848143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</p:grpSp>
          <p:pic>
            <p:nvPicPr>
              <p:cNvPr id="128" name="그림 127">
                <a:extLst>
                  <a:ext uri="{FF2B5EF4-FFF2-40B4-BE49-F238E27FC236}">
                    <a16:creationId xmlns:a16="http://schemas.microsoft.com/office/drawing/2014/main" id="{FFDE3EB6-3A5A-F394-5CD1-49091B76D1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biLevel thresh="50000"/>
              </a:blip>
              <a:stretch>
                <a:fillRect/>
              </a:stretch>
            </p:blipFill>
            <p:spPr>
              <a:xfrm>
                <a:off x="1108855" y="5880754"/>
                <a:ext cx="153589" cy="153589"/>
              </a:xfrm>
              <a:prstGeom prst="rect">
                <a:avLst/>
              </a:prstGeom>
            </p:spPr>
          </p:pic>
          <p:pic>
            <p:nvPicPr>
              <p:cNvPr id="129" name="그림 128">
                <a:extLst>
                  <a:ext uri="{FF2B5EF4-FFF2-40B4-BE49-F238E27FC236}">
                    <a16:creationId xmlns:a16="http://schemas.microsoft.com/office/drawing/2014/main" id="{BC38B7AB-3B1B-0022-BC2E-150EA6339D6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biLevel thresh="75000"/>
              </a:blip>
              <a:stretch>
                <a:fillRect/>
              </a:stretch>
            </p:blipFill>
            <p:spPr>
              <a:xfrm>
                <a:off x="2222354" y="5869660"/>
                <a:ext cx="175780" cy="175778"/>
              </a:xfrm>
              <a:prstGeom prst="rect">
                <a:avLst/>
              </a:prstGeom>
            </p:spPr>
          </p:pic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3110962A-059B-9034-7086-1E989AEDD1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biLevel thresh="75000"/>
              </a:blip>
              <a:stretch>
                <a:fillRect/>
              </a:stretch>
            </p:blipFill>
            <p:spPr>
              <a:xfrm>
                <a:off x="2444223" y="5868710"/>
                <a:ext cx="138036" cy="177676"/>
              </a:xfrm>
              <a:prstGeom prst="rect">
                <a:avLst/>
              </a:prstGeom>
            </p:spPr>
          </p:pic>
        </p:grpSp>
        <p:sp>
          <p:nvSpPr>
            <p:cNvPr id="62" name="타원 61">
              <a:extLst>
                <a:ext uri="{FF2B5EF4-FFF2-40B4-BE49-F238E27FC236}">
                  <a16:creationId xmlns:a16="http://schemas.microsoft.com/office/drawing/2014/main" id="{D5DAE55A-AAD6-55C7-0DF7-C23C561E4282}"/>
                </a:ext>
              </a:extLst>
            </p:cNvPr>
            <p:cNvSpPr/>
            <p:nvPr/>
          </p:nvSpPr>
          <p:spPr>
            <a:xfrm>
              <a:off x="1305059" y="6590429"/>
              <a:ext cx="153854" cy="153854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23</a:t>
              </a:r>
              <a:endParaRPr lang="ko-KR" altLang="en-US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145" name="그룹 144">
            <a:extLst>
              <a:ext uri="{FF2B5EF4-FFF2-40B4-BE49-F238E27FC236}">
                <a16:creationId xmlns:a16="http://schemas.microsoft.com/office/drawing/2014/main" id="{0EFD1E6F-5F35-413B-B101-9DB0731282E3}"/>
              </a:ext>
            </a:extLst>
          </p:cNvPr>
          <p:cNvGrpSpPr/>
          <p:nvPr/>
        </p:nvGrpSpPr>
        <p:grpSpPr>
          <a:xfrm>
            <a:off x="3573566" y="5773122"/>
            <a:ext cx="2507456" cy="413366"/>
            <a:chOff x="540805" y="6488673"/>
            <a:chExt cx="2486119" cy="413366"/>
          </a:xfrm>
        </p:grpSpPr>
        <p:sp>
          <p:nvSpPr>
            <p:cNvPr id="146" name="사각형: 둥근 모서리 145">
              <a:extLst>
                <a:ext uri="{FF2B5EF4-FFF2-40B4-BE49-F238E27FC236}">
                  <a16:creationId xmlns:a16="http://schemas.microsoft.com/office/drawing/2014/main" id="{0059EFF2-2484-D3F5-3F3A-DCD4485D9FBD}"/>
                </a:ext>
              </a:extLst>
            </p:cNvPr>
            <p:cNvSpPr/>
            <p:nvPr/>
          </p:nvSpPr>
          <p:spPr bwMode="auto">
            <a:xfrm>
              <a:off x="540805" y="6488673"/>
              <a:ext cx="2486119" cy="413366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47" name="그룹 146">
              <a:extLst>
                <a:ext uri="{FF2B5EF4-FFF2-40B4-BE49-F238E27FC236}">
                  <a16:creationId xmlns:a16="http://schemas.microsoft.com/office/drawing/2014/main" id="{0C9DC9DA-DB34-4122-8AD5-807F8199FFC5}"/>
                </a:ext>
              </a:extLst>
            </p:cNvPr>
            <p:cNvGrpSpPr/>
            <p:nvPr/>
          </p:nvGrpSpPr>
          <p:grpSpPr>
            <a:xfrm>
              <a:off x="646069" y="6557675"/>
              <a:ext cx="2294019" cy="310182"/>
              <a:chOff x="646069" y="5802457"/>
              <a:chExt cx="2294019" cy="310182"/>
            </a:xfrm>
          </p:grpSpPr>
          <p:grpSp>
            <p:nvGrpSpPr>
              <p:cNvPr id="149" name="그룹 148">
                <a:extLst>
                  <a:ext uri="{FF2B5EF4-FFF2-40B4-BE49-F238E27FC236}">
                    <a16:creationId xmlns:a16="http://schemas.microsoft.com/office/drawing/2014/main" id="{7E28AF9B-B7A0-D434-D8A2-1BE31D0CF1F4}"/>
                  </a:ext>
                </a:extLst>
              </p:cNvPr>
              <p:cNvGrpSpPr/>
              <p:nvPr/>
            </p:nvGrpSpPr>
            <p:grpSpPr>
              <a:xfrm>
                <a:off x="646069" y="5802457"/>
                <a:ext cx="2294019" cy="310182"/>
                <a:chOff x="655595" y="5802457"/>
                <a:chExt cx="2294019" cy="310182"/>
              </a:xfrm>
            </p:grpSpPr>
            <p:sp>
              <p:nvSpPr>
                <p:cNvPr id="153" name="사각형: 둥근 모서리 152">
                  <a:extLst>
                    <a:ext uri="{FF2B5EF4-FFF2-40B4-BE49-F238E27FC236}">
                      <a16:creationId xmlns:a16="http://schemas.microsoft.com/office/drawing/2014/main" id="{75A6CE31-4FC5-D566-1B09-17C5007E225D}"/>
                    </a:ext>
                  </a:extLst>
                </p:cNvPr>
                <p:cNvSpPr/>
                <p:nvPr/>
              </p:nvSpPr>
              <p:spPr>
                <a:xfrm>
                  <a:off x="655595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  <p:sp>
              <p:nvSpPr>
                <p:cNvPr id="154" name="사각형: 둥근 모서리 153">
                  <a:extLst>
                    <a:ext uri="{FF2B5EF4-FFF2-40B4-BE49-F238E27FC236}">
                      <a16:creationId xmlns:a16="http://schemas.microsoft.com/office/drawing/2014/main" id="{96A1EB52-5765-179E-2CD7-E5A742F23003}"/>
                    </a:ext>
                  </a:extLst>
                </p:cNvPr>
                <p:cNvSpPr/>
                <p:nvPr/>
              </p:nvSpPr>
              <p:spPr>
                <a:xfrm>
                  <a:off x="1848143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</p:grpSp>
          <p:pic>
            <p:nvPicPr>
              <p:cNvPr id="150" name="그림 149">
                <a:extLst>
                  <a:ext uri="{FF2B5EF4-FFF2-40B4-BE49-F238E27FC236}">
                    <a16:creationId xmlns:a16="http://schemas.microsoft.com/office/drawing/2014/main" id="{7AF14FFD-BC15-EC87-DA6E-B69FD9D1AA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biLevel thresh="50000"/>
              </a:blip>
              <a:stretch>
                <a:fillRect/>
              </a:stretch>
            </p:blipFill>
            <p:spPr>
              <a:xfrm>
                <a:off x="1108855" y="5880754"/>
                <a:ext cx="153589" cy="153589"/>
              </a:xfrm>
              <a:prstGeom prst="rect">
                <a:avLst/>
              </a:prstGeom>
            </p:spPr>
          </p:pic>
          <p:pic>
            <p:nvPicPr>
              <p:cNvPr id="151" name="그림 150">
                <a:extLst>
                  <a:ext uri="{FF2B5EF4-FFF2-40B4-BE49-F238E27FC236}">
                    <a16:creationId xmlns:a16="http://schemas.microsoft.com/office/drawing/2014/main" id="{6B733212-8ECE-9A30-219B-0975FDCD51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biLevel thresh="75000"/>
              </a:blip>
              <a:stretch>
                <a:fillRect/>
              </a:stretch>
            </p:blipFill>
            <p:spPr>
              <a:xfrm>
                <a:off x="2222354" y="5869660"/>
                <a:ext cx="175780" cy="175778"/>
              </a:xfrm>
              <a:prstGeom prst="rect">
                <a:avLst/>
              </a:prstGeom>
            </p:spPr>
          </p:pic>
          <p:pic>
            <p:nvPicPr>
              <p:cNvPr id="152" name="그림 151">
                <a:extLst>
                  <a:ext uri="{FF2B5EF4-FFF2-40B4-BE49-F238E27FC236}">
                    <a16:creationId xmlns:a16="http://schemas.microsoft.com/office/drawing/2014/main" id="{760096C3-5D4E-3374-26AF-6C0AB982B9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biLevel thresh="75000"/>
              </a:blip>
              <a:stretch>
                <a:fillRect/>
              </a:stretch>
            </p:blipFill>
            <p:spPr>
              <a:xfrm>
                <a:off x="2444223" y="5868710"/>
                <a:ext cx="138036" cy="177676"/>
              </a:xfrm>
              <a:prstGeom prst="rect">
                <a:avLst/>
              </a:prstGeom>
            </p:spPr>
          </p:pic>
        </p:grpSp>
        <p:sp>
          <p:nvSpPr>
            <p:cNvPr id="148" name="타원 147">
              <a:extLst>
                <a:ext uri="{FF2B5EF4-FFF2-40B4-BE49-F238E27FC236}">
                  <a16:creationId xmlns:a16="http://schemas.microsoft.com/office/drawing/2014/main" id="{153F9C88-F699-31AB-A8DE-5DC0E8D9F7A7}"/>
                </a:ext>
              </a:extLst>
            </p:cNvPr>
            <p:cNvSpPr/>
            <p:nvPr/>
          </p:nvSpPr>
          <p:spPr>
            <a:xfrm>
              <a:off x="1305059" y="6590429"/>
              <a:ext cx="153854" cy="153854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23</a:t>
              </a:r>
              <a:endParaRPr lang="ko-KR" altLang="en-US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24E7AAF6-9B6C-37D2-E6E0-7CD9834414BE}"/>
              </a:ext>
            </a:extLst>
          </p:cNvPr>
          <p:cNvGrpSpPr/>
          <p:nvPr/>
        </p:nvGrpSpPr>
        <p:grpSpPr>
          <a:xfrm>
            <a:off x="581025" y="1742002"/>
            <a:ext cx="2447925" cy="174091"/>
            <a:chOff x="4030330" y="4982273"/>
            <a:chExt cx="2447925" cy="174091"/>
          </a:xfrm>
        </p:grpSpPr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702CB435-9ADD-7EA0-D557-048B90C72C55}"/>
                </a:ext>
              </a:extLst>
            </p:cNvPr>
            <p:cNvSpPr/>
            <p:nvPr/>
          </p:nvSpPr>
          <p:spPr>
            <a:xfrm>
              <a:off x="4030330" y="4982273"/>
              <a:ext cx="2447925" cy="174091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  <a:sym typeface="Webdings" panose="05030102010509060703" pitchFamily="18" charset="2"/>
                </a:rPr>
                <a:t>     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[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이벤트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] 2025 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투네이션 어워드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…</a:t>
              </a:r>
              <a:endParaRPr kumimoji="1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12" name="그래픽 11">
              <a:extLst>
                <a:ext uri="{FF2B5EF4-FFF2-40B4-BE49-F238E27FC236}">
                  <a16:creationId xmlns:a16="http://schemas.microsoft.com/office/drawing/2014/main" id="{F811EF47-24E9-A2B4-00BB-095CFD4257C0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56529" y="4988794"/>
              <a:ext cx="159090" cy="159090"/>
            </a:xfrm>
            <a:prstGeom prst="rect">
              <a:avLst/>
            </a:prstGeom>
          </p:spPr>
        </p:pic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42B248B8-2B91-07CD-7086-4A684D147D96}"/>
              </a:ext>
            </a:extLst>
          </p:cNvPr>
          <p:cNvGrpSpPr/>
          <p:nvPr/>
        </p:nvGrpSpPr>
        <p:grpSpPr>
          <a:xfrm>
            <a:off x="3610973" y="1742002"/>
            <a:ext cx="2447925" cy="174091"/>
            <a:chOff x="4030330" y="4982273"/>
            <a:chExt cx="2447925" cy="174091"/>
          </a:xfrm>
        </p:grpSpPr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B92C4B98-4826-4BB4-4BEC-BEA89EB1CDED}"/>
                </a:ext>
              </a:extLst>
            </p:cNvPr>
            <p:cNvSpPr/>
            <p:nvPr/>
          </p:nvSpPr>
          <p:spPr>
            <a:xfrm>
              <a:off x="4030330" y="4982273"/>
              <a:ext cx="2447925" cy="174091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  <a:sym typeface="Webdings" panose="05030102010509060703" pitchFamily="18" charset="2"/>
                </a:rPr>
                <a:t>     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[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이벤트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] 2025 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투네이션 어워드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…</a:t>
              </a:r>
              <a:endParaRPr kumimoji="1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20" name="그래픽 19">
              <a:extLst>
                <a:ext uri="{FF2B5EF4-FFF2-40B4-BE49-F238E27FC236}">
                  <a16:creationId xmlns:a16="http://schemas.microsoft.com/office/drawing/2014/main" id="{A9CA55ED-B76C-B90E-F864-EE8884F3591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56529" y="4988794"/>
              <a:ext cx="159090" cy="159090"/>
            </a:xfrm>
            <a:prstGeom prst="rect">
              <a:avLst/>
            </a:prstGeom>
          </p:spPr>
        </p:pic>
      </p:grpSp>
      <p:pic>
        <p:nvPicPr>
          <p:cNvPr id="8" name="그림 7">
            <a:extLst>
              <a:ext uri="{FF2B5EF4-FFF2-40B4-BE49-F238E27FC236}">
                <a16:creationId xmlns:a16="http://schemas.microsoft.com/office/drawing/2014/main" id="{7D7288F0-D5B4-902B-3EBA-E4768B1220E4}"/>
              </a:ext>
            </a:extLst>
          </p:cNvPr>
          <p:cNvPicPr>
            <a:picLocks noChangeAspect="1"/>
          </p:cNvPicPr>
          <p:nvPr/>
        </p:nvPicPr>
        <p:blipFill>
          <a:blip r:embed="rId12">
            <a:biLevel thresh="75000"/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backgroundRemoval t="10000" b="90000" l="10000" r="90000">
                        <a14:foregroundMark x1="50000" y1="74000" x2="50000" y2="74000"/>
                      </a14:backgroundRemoval>
                    </a14:imgEffect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</a:extLst>
          </a:blip>
          <a:srcRect l="22466" t="21148" r="24851" b="19009"/>
          <a:stretch>
            <a:fillRect/>
          </a:stretch>
        </p:blipFill>
        <p:spPr>
          <a:xfrm>
            <a:off x="2583143" y="1502867"/>
            <a:ext cx="181812" cy="206522"/>
          </a:xfrm>
          <a:prstGeom prst="rect">
            <a:avLst/>
          </a:prstGeom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93389933-9B8B-1FD3-C04F-3E1FCDDABE22}"/>
              </a:ext>
            </a:extLst>
          </p:cNvPr>
          <p:cNvPicPr>
            <a:picLocks noChangeAspect="1"/>
          </p:cNvPicPr>
          <p:nvPr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660760" y="1531122"/>
            <a:ext cx="338206" cy="138583"/>
          </a:xfrm>
          <a:prstGeom prst="rect">
            <a:avLst/>
          </a:prstGeom>
        </p:spPr>
      </p:pic>
      <p:pic>
        <p:nvPicPr>
          <p:cNvPr id="21" name="그림 20">
            <a:extLst>
              <a:ext uri="{FF2B5EF4-FFF2-40B4-BE49-F238E27FC236}">
                <a16:creationId xmlns:a16="http://schemas.microsoft.com/office/drawing/2014/main" id="{4FB7F67C-9B98-082A-3ABB-BDDE3C1B5092}"/>
              </a:ext>
            </a:extLst>
          </p:cNvPr>
          <p:cNvPicPr>
            <a:picLocks noChangeAspect="1"/>
          </p:cNvPicPr>
          <p:nvPr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3691427" y="1531122"/>
            <a:ext cx="338206" cy="138583"/>
          </a:xfrm>
          <a:prstGeom prst="rect">
            <a:avLst/>
          </a:prstGeom>
        </p:spPr>
      </p:pic>
      <p:pic>
        <p:nvPicPr>
          <p:cNvPr id="22" name="그림 21">
            <a:extLst>
              <a:ext uri="{FF2B5EF4-FFF2-40B4-BE49-F238E27FC236}">
                <a16:creationId xmlns:a16="http://schemas.microsoft.com/office/drawing/2014/main" id="{E351218E-C069-D1D0-0A50-97521A7AAE4D}"/>
              </a:ext>
            </a:extLst>
          </p:cNvPr>
          <p:cNvPicPr>
            <a:picLocks noChangeAspect="1"/>
          </p:cNvPicPr>
          <p:nvPr/>
        </p:nvPicPr>
        <p:blipFill>
          <a:blip r:embed="rId15">
            <a:biLevel thresh="75000"/>
            <a:extLst>
              <a:ext uri="{BEBA8EAE-BF5A-486C-A8C5-ECC9F3942E4B}">
                <a14:imgProps xmlns:a14="http://schemas.microsoft.com/office/drawing/2010/main">
                  <a14:imgLayer r:embed="rId16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805755" y="1507585"/>
            <a:ext cx="193901" cy="193903"/>
          </a:xfrm>
          <a:prstGeom prst="rect">
            <a:avLst/>
          </a:prstGeom>
        </p:spPr>
      </p:pic>
      <p:pic>
        <p:nvPicPr>
          <p:cNvPr id="23" name="그림 22">
            <a:extLst>
              <a:ext uri="{FF2B5EF4-FFF2-40B4-BE49-F238E27FC236}">
                <a16:creationId xmlns:a16="http://schemas.microsoft.com/office/drawing/2014/main" id="{AF1966A5-4DDD-D225-EE29-5993A2BE3EF5}"/>
              </a:ext>
            </a:extLst>
          </p:cNvPr>
          <p:cNvPicPr>
            <a:picLocks noChangeAspect="1"/>
          </p:cNvPicPr>
          <p:nvPr/>
        </p:nvPicPr>
        <p:blipFill>
          <a:blip r:embed="rId12">
            <a:biLevel thresh="75000"/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backgroundRemoval t="10000" b="90000" l="10000" r="90000">
                        <a14:foregroundMark x1="50000" y1="74000" x2="50000" y2="74000"/>
                      </a14:backgroundRemoval>
                    </a14:imgEffect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</a:extLst>
          </a:blip>
          <a:srcRect l="22466" t="21148" r="24851" b="19009"/>
          <a:stretch>
            <a:fillRect/>
          </a:stretch>
        </p:blipFill>
        <p:spPr>
          <a:xfrm>
            <a:off x="5600537" y="1502867"/>
            <a:ext cx="181812" cy="206522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DC2E7E6F-80BA-9DED-5EC1-6BBFEDF38390}"/>
              </a:ext>
            </a:extLst>
          </p:cNvPr>
          <p:cNvPicPr>
            <a:picLocks noChangeAspect="1"/>
          </p:cNvPicPr>
          <p:nvPr/>
        </p:nvPicPr>
        <p:blipFill>
          <a:blip r:embed="rId15">
            <a:biLevel thresh="75000"/>
            <a:extLst>
              <a:ext uri="{BEBA8EAE-BF5A-486C-A8C5-ECC9F3942E4B}">
                <a14:imgProps xmlns:a14="http://schemas.microsoft.com/office/drawing/2010/main">
                  <a14:imgLayer r:embed="rId16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5823149" y="1507585"/>
            <a:ext cx="193901" cy="193903"/>
          </a:xfrm>
          <a:prstGeom prst="rect">
            <a:avLst/>
          </a:prstGeom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1771663-78D7-EADA-80F5-3DE2DF18AD73}"/>
              </a:ext>
            </a:extLst>
          </p:cNvPr>
          <p:cNvGrpSpPr/>
          <p:nvPr/>
        </p:nvGrpSpPr>
        <p:grpSpPr>
          <a:xfrm>
            <a:off x="2315580" y="1502001"/>
            <a:ext cx="194773" cy="194773"/>
            <a:chOff x="6601555" y="4882678"/>
            <a:chExt cx="216000" cy="216000"/>
          </a:xfrm>
        </p:grpSpPr>
        <p:sp>
          <p:nvSpPr>
            <p:cNvPr id="27" name="사각형: 둥근 모서리 26">
              <a:extLst>
                <a:ext uri="{FF2B5EF4-FFF2-40B4-BE49-F238E27FC236}">
                  <a16:creationId xmlns:a16="http://schemas.microsoft.com/office/drawing/2014/main" id="{DC2537A5-45B0-C153-429D-9470F2F2AA2E}"/>
                </a:ext>
              </a:extLst>
            </p:cNvPr>
            <p:cNvSpPr/>
            <p:nvPr/>
          </p:nvSpPr>
          <p:spPr bwMode="auto">
            <a:xfrm>
              <a:off x="6601555" y="4882678"/>
              <a:ext cx="216000" cy="216000"/>
            </a:xfrm>
            <a:prstGeom prst="roundRect">
              <a:avLst/>
            </a:prstGeom>
            <a:solidFill>
              <a:sysClr val="windowText" lastClr="00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+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30" name="그림 29">
              <a:extLst>
                <a:ext uri="{FF2B5EF4-FFF2-40B4-BE49-F238E27FC236}">
                  <a16:creationId xmlns:a16="http://schemas.microsoft.com/office/drawing/2014/main" id="{A45616CC-97BC-EB43-23AD-77CEFD388E32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BEBA8EAE-BF5A-486C-A8C5-ECC9F3942E4B}">
                  <a14:imgProps xmlns:a14="http://schemas.microsoft.com/office/drawing/2010/main">
                    <a14:imgLayer r:embed="rId18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627165" y="4911088"/>
              <a:ext cx="164692" cy="164692"/>
            </a:xfrm>
            <a:prstGeom prst="rect">
              <a:avLst/>
            </a:prstGeom>
          </p:spPr>
        </p:pic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3E89EAA7-057B-E4AB-047C-A910FAE1DE8C}"/>
              </a:ext>
            </a:extLst>
          </p:cNvPr>
          <p:cNvGrpSpPr/>
          <p:nvPr/>
        </p:nvGrpSpPr>
        <p:grpSpPr>
          <a:xfrm>
            <a:off x="5325163" y="1502001"/>
            <a:ext cx="194773" cy="194773"/>
            <a:chOff x="6601555" y="4882678"/>
            <a:chExt cx="216000" cy="216000"/>
          </a:xfrm>
        </p:grpSpPr>
        <p:sp>
          <p:nvSpPr>
            <p:cNvPr id="32" name="사각형: 둥근 모서리 31">
              <a:extLst>
                <a:ext uri="{FF2B5EF4-FFF2-40B4-BE49-F238E27FC236}">
                  <a16:creationId xmlns:a16="http://schemas.microsoft.com/office/drawing/2014/main" id="{BC64DF22-F66F-D8F4-6297-D6B1791B164B}"/>
                </a:ext>
              </a:extLst>
            </p:cNvPr>
            <p:cNvSpPr/>
            <p:nvPr/>
          </p:nvSpPr>
          <p:spPr bwMode="auto">
            <a:xfrm>
              <a:off x="6601555" y="4882678"/>
              <a:ext cx="216000" cy="216000"/>
            </a:xfrm>
            <a:prstGeom prst="roundRect">
              <a:avLst/>
            </a:prstGeom>
            <a:solidFill>
              <a:sysClr val="windowText" lastClr="00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+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33" name="그림 32">
              <a:extLst>
                <a:ext uri="{FF2B5EF4-FFF2-40B4-BE49-F238E27FC236}">
                  <a16:creationId xmlns:a16="http://schemas.microsoft.com/office/drawing/2014/main" id="{CBD6C3A1-084E-2E9D-E29A-638A9A6AFCB1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BEBA8EAE-BF5A-486C-A8C5-ECC9F3942E4B}">
                  <a14:imgProps xmlns:a14="http://schemas.microsoft.com/office/drawing/2010/main">
                    <a14:imgLayer r:embed="rId18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627165" y="4911088"/>
              <a:ext cx="164692" cy="16469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659690187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1197;p27">
            <a:extLst>
              <a:ext uri="{FF2B5EF4-FFF2-40B4-BE49-F238E27FC236}">
                <a16:creationId xmlns:a16="http://schemas.microsoft.com/office/drawing/2014/main" id="{25A04D01-C7A0-1640-5332-D7625ABFDB2D}"/>
              </a:ext>
            </a:extLst>
          </p:cNvPr>
          <p:cNvSpPr/>
          <p:nvPr/>
        </p:nvSpPr>
        <p:spPr>
          <a:xfrm>
            <a:off x="6589784" y="1232756"/>
            <a:ext cx="2566556" cy="5004561"/>
          </a:xfrm>
          <a:prstGeom prst="roundRect">
            <a:avLst>
              <a:gd name="adj" fmla="val 3549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" name="Google Shape;1197;p27">
            <a:extLst>
              <a:ext uri="{FF2B5EF4-FFF2-40B4-BE49-F238E27FC236}">
                <a16:creationId xmlns:a16="http://schemas.microsoft.com/office/drawing/2014/main" id="{B74BAB4D-84B7-9613-0ED5-97AB731032BD}"/>
              </a:ext>
            </a:extLst>
          </p:cNvPr>
          <p:cNvSpPr/>
          <p:nvPr/>
        </p:nvSpPr>
        <p:spPr>
          <a:xfrm>
            <a:off x="512116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" name="Google Shape;1197;p27">
            <a:extLst>
              <a:ext uri="{FF2B5EF4-FFF2-40B4-BE49-F238E27FC236}">
                <a16:creationId xmlns:a16="http://schemas.microsoft.com/office/drawing/2014/main" id="{589369A2-9C10-621C-0E3E-BEA9CF6A42D8}"/>
              </a:ext>
            </a:extLst>
          </p:cNvPr>
          <p:cNvSpPr/>
          <p:nvPr/>
        </p:nvSpPr>
        <p:spPr>
          <a:xfrm>
            <a:off x="3542783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endParaRPr kumimoji="0" sz="856" b="1" kern="0" dirty="0">
              <a:solidFill>
                <a:prstClr val="white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037F2CC2-A5AA-AEA7-1CA6-2EC00209A21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5340" y="411980"/>
            <a:ext cx="9436335" cy="424732"/>
          </a:xfrm>
        </p:spPr>
        <p:txBody>
          <a:bodyPr/>
          <a:lstStyle/>
          <a:p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완료 처리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53AD466C-CE18-4B8D-1BAE-85CC3B66D6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모바일 웹 리모컨</a:t>
            </a:r>
            <a:r>
              <a:rPr lang="en-US" altLang="ko-KR" dirty="0"/>
              <a:t> &gt; </a:t>
            </a:r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완료 처리</a:t>
            </a:r>
          </a:p>
        </p:txBody>
      </p:sp>
      <p:sp>
        <p:nvSpPr>
          <p:cNvPr id="78" name="Google Shape;1198;p27">
            <a:extLst>
              <a:ext uri="{FF2B5EF4-FFF2-40B4-BE49-F238E27FC236}">
                <a16:creationId xmlns:a16="http://schemas.microsoft.com/office/drawing/2014/main" id="{6B00E716-5F36-2FA5-993E-680ABD8DCCCE}"/>
              </a:ext>
            </a:extLst>
          </p:cNvPr>
          <p:cNvSpPr/>
          <p:nvPr/>
        </p:nvSpPr>
        <p:spPr>
          <a:xfrm>
            <a:off x="567170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C3DDD9AA-2FD6-6F31-0FEA-AA2DAC619B6B}"/>
              </a:ext>
            </a:extLst>
          </p:cNvPr>
          <p:cNvSpPr txBox="1"/>
          <p:nvPr/>
        </p:nvSpPr>
        <p:spPr>
          <a:xfrm>
            <a:off x="571257" y="1944133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D3617505-1560-6391-7020-FECCDCF9DFAD}"/>
              </a:ext>
            </a:extLst>
          </p:cNvPr>
          <p:cNvSpPr txBox="1"/>
          <p:nvPr/>
        </p:nvSpPr>
        <p:spPr>
          <a:xfrm>
            <a:off x="1847717" y="1944133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BFBDC9E1-10BB-E6A8-040E-A01DEEBB1790}"/>
              </a:ext>
            </a:extLst>
          </p:cNvPr>
          <p:cNvSpPr txBox="1"/>
          <p:nvPr/>
        </p:nvSpPr>
        <p:spPr>
          <a:xfrm>
            <a:off x="1353186" y="1944133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2425394A-B083-86BE-4697-BC83D06ECE5D}"/>
              </a:ext>
            </a:extLst>
          </p:cNvPr>
          <p:cNvSpPr/>
          <p:nvPr/>
        </p:nvSpPr>
        <p:spPr>
          <a:xfrm>
            <a:off x="600348" y="2216124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30C85C33-F3CE-6426-DD9B-214CD4B970AA}"/>
              </a:ext>
            </a:extLst>
          </p:cNvPr>
          <p:cNvCxnSpPr>
            <a:cxnSpLocks/>
          </p:cNvCxnSpPr>
          <p:nvPr/>
        </p:nvCxnSpPr>
        <p:spPr>
          <a:xfrm>
            <a:off x="1897821" y="2208657"/>
            <a:ext cx="324036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C681D111-0989-BDAD-C0CC-E7BB27116517}"/>
              </a:ext>
            </a:extLst>
          </p:cNvPr>
          <p:cNvSpPr/>
          <p:nvPr/>
        </p:nvSpPr>
        <p:spPr>
          <a:xfrm>
            <a:off x="600733" y="2448441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C65B4AF6-73B5-C9F9-E114-508DADA3F214}"/>
              </a:ext>
            </a:extLst>
          </p:cNvPr>
          <p:cNvSpPr txBox="1"/>
          <p:nvPr/>
        </p:nvSpPr>
        <p:spPr>
          <a:xfrm>
            <a:off x="930256" y="2474729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72B759B7-6281-0CF3-3807-47AFDF6A42AB}"/>
              </a:ext>
            </a:extLst>
          </p:cNvPr>
          <p:cNvSpPr txBox="1"/>
          <p:nvPr/>
        </p:nvSpPr>
        <p:spPr>
          <a:xfrm>
            <a:off x="931025" y="2842191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ED00467F-498D-EF42-C3A7-8B871F55B056}"/>
              </a:ext>
            </a:extLst>
          </p:cNvPr>
          <p:cNvSpPr txBox="1"/>
          <p:nvPr/>
        </p:nvSpPr>
        <p:spPr>
          <a:xfrm>
            <a:off x="2563094" y="2565695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C2B569A9-600F-855F-E2B9-BEAAD1600546}"/>
              </a:ext>
            </a:extLst>
          </p:cNvPr>
          <p:cNvSpPr txBox="1"/>
          <p:nvPr/>
        </p:nvSpPr>
        <p:spPr>
          <a:xfrm>
            <a:off x="2675620" y="2880237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92" name="그림 91">
            <a:extLst>
              <a:ext uri="{FF2B5EF4-FFF2-40B4-BE49-F238E27FC236}">
                <a16:creationId xmlns:a16="http://schemas.microsoft.com/office/drawing/2014/main" id="{85874BC0-0293-B99C-A8F2-CC7FD11C2BC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2578619"/>
            <a:ext cx="268247" cy="268247"/>
          </a:xfrm>
          <a:prstGeom prst="rect">
            <a:avLst/>
          </a:prstGeom>
        </p:spPr>
      </p:pic>
      <p:sp>
        <p:nvSpPr>
          <p:cNvPr id="93" name="직사각형 92">
            <a:extLst>
              <a:ext uri="{FF2B5EF4-FFF2-40B4-BE49-F238E27FC236}">
                <a16:creationId xmlns:a16="http://schemas.microsoft.com/office/drawing/2014/main" id="{7D3531DC-60A3-4688-A875-C5810D73E8BD}"/>
              </a:ext>
            </a:extLst>
          </p:cNvPr>
          <p:cNvSpPr/>
          <p:nvPr/>
        </p:nvSpPr>
        <p:spPr>
          <a:xfrm>
            <a:off x="729512" y="2967218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tx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F4C39218-B28B-396C-D642-08C187367E50}"/>
              </a:ext>
            </a:extLst>
          </p:cNvPr>
          <p:cNvSpPr/>
          <p:nvPr/>
        </p:nvSpPr>
        <p:spPr>
          <a:xfrm>
            <a:off x="600733" y="3195570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19D6889B-B701-9996-C264-9DD9BDAFAB06}"/>
              </a:ext>
            </a:extLst>
          </p:cNvPr>
          <p:cNvSpPr txBox="1"/>
          <p:nvPr/>
        </p:nvSpPr>
        <p:spPr>
          <a:xfrm>
            <a:off x="930256" y="322185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212B9A6-03EF-ED79-C22B-49445CC772D0}"/>
              </a:ext>
            </a:extLst>
          </p:cNvPr>
          <p:cNvSpPr txBox="1"/>
          <p:nvPr/>
        </p:nvSpPr>
        <p:spPr>
          <a:xfrm>
            <a:off x="931025" y="3589320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05625940-313C-6A54-E36A-250BFA0E9F0F}"/>
              </a:ext>
            </a:extLst>
          </p:cNvPr>
          <p:cNvSpPr txBox="1"/>
          <p:nvPr/>
        </p:nvSpPr>
        <p:spPr>
          <a:xfrm>
            <a:off x="2563094" y="3312824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6F1E113-72A6-3767-E48C-C2978D63F4E2}"/>
              </a:ext>
            </a:extLst>
          </p:cNvPr>
          <p:cNvSpPr txBox="1"/>
          <p:nvPr/>
        </p:nvSpPr>
        <p:spPr>
          <a:xfrm>
            <a:off x="2675620" y="3627366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99" name="그림 98">
            <a:extLst>
              <a:ext uri="{FF2B5EF4-FFF2-40B4-BE49-F238E27FC236}">
                <a16:creationId xmlns:a16="http://schemas.microsoft.com/office/drawing/2014/main" id="{162FAE76-D0CA-C816-78AA-40DB23B5214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3325748"/>
            <a:ext cx="268247" cy="268247"/>
          </a:xfrm>
          <a:prstGeom prst="rect">
            <a:avLst/>
          </a:prstGeom>
        </p:spPr>
      </p:pic>
      <p:sp>
        <p:nvSpPr>
          <p:cNvPr id="100" name="직사각형 99">
            <a:extLst>
              <a:ext uri="{FF2B5EF4-FFF2-40B4-BE49-F238E27FC236}">
                <a16:creationId xmlns:a16="http://schemas.microsoft.com/office/drawing/2014/main" id="{9801F056-497B-7D41-F14C-839E63212206}"/>
              </a:ext>
            </a:extLst>
          </p:cNvPr>
          <p:cNvSpPr/>
          <p:nvPr/>
        </p:nvSpPr>
        <p:spPr>
          <a:xfrm>
            <a:off x="729512" y="3714347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tx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8E86983-B39E-F456-3C6D-445DB19496D5}"/>
              </a:ext>
            </a:extLst>
          </p:cNvPr>
          <p:cNvSpPr/>
          <p:nvPr/>
        </p:nvSpPr>
        <p:spPr>
          <a:xfrm>
            <a:off x="600733" y="3953362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46C2BB31-38C2-0CB8-ED7D-F79DBEC7D2CD}"/>
              </a:ext>
            </a:extLst>
          </p:cNvPr>
          <p:cNvSpPr txBox="1"/>
          <p:nvPr/>
        </p:nvSpPr>
        <p:spPr>
          <a:xfrm>
            <a:off x="930256" y="3979650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5B0C411C-CF5E-38EF-3431-6ADF29B2DD22}"/>
              </a:ext>
            </a:extLst>
          </p:cNvPr>
          <p:cNvSpPr txBox="1"/>
          <p:nvPr/>
        </p:nvSpPr>
        <p:spPr>
          <a:xfrm>
            <a:off x="931025" y="4347112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12C2EAEA-9B7D-E139-59D4-FB2F39CD09C7}"/>
              </a:ext>
            </a:extLst>
          </p:cNvPr>
          <p:cNvSpPr txBox="1"/>
          <p:nvPr/>
        </p:nvSpPr>
        <p:spPr>
          <a:xfrm>
            <a:off x="2563094" y="4070616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544E144-5485-4A34-E177-574E6512AB0E}"/>
              </a:ext>
            </a:extLst>
          </p:cNvPr>
          <p:cNvSpPr txBox="1"/>
          <p:nvPr/>
        </p:nvSpPr>
        <p:spPr>
          <a:xfrm>
            <a:off x="2675620" y="4385158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06" name="그림 105">
            <a:extLst>
              <a:ext uri="{FF2B5EF4-FFF2-40B4-BE49-F238E27FC236}">
                <a16:creationId xmlns:a16="http://schemas.microsoft.com/office/drawing/2014/main" id="{EC417DB9-2708-5694-CF2D-AE6F184BF7C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4083540"/>
            <a:ext cx="268247" cy="268247"/>
          </a:xfrm>
          <a:prstGeom prst="rect">
            <a:avLst/>
          </a:prstGeom>
        </p:spPr>
      </p:pic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16F6C9B7-6D7E-7F40-3C13-A7B900801E0F}"/>
              </a:ext>
            </a:extLst>
          </p:cNvPr>
          <p:cNvSpPr/>
          <p:nvPr/>
        </p:nvSpPr>
        <p:spPr>
          <a:xfrm>
            <a:off x="729512" y="4472139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tx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281BBB07-2480-6386-0D4A-7DFEB159D458}"/>
              </a:ext>
            </a:extLst>
          </p:cNvPr>
          <p:cNvSpPr/>
          <p:nvPr/>
        </p:nvSpPr>
        <p:spPr>
          <a:xfrm>
            <a:off x="600733" y="4700491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5C72B4B6-0EB4-13C6-8967-7E5695779EA1}"/>
              </a:ext>
            </a:extLst>
          </p:cNvPr>
          <p:cNvSpPr txBox="1"/>
          <p:nvPr/>
        </p:nvSpPr>
        <p:spPr>
          <a:xfrm>
            <a:off x="930256" y="4726779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EE80F255-9621-738A-B434-D369FD2DDBFB}"/>
              </a:ext>
            </a:extLst>
          </p:cNvPr>
          <p:cNvSpPr txBox="1"/>
          <p:nvPr/>
        </p:nvSpPr>
        <p:spPr>
          <a:xfrm>
            <a:off x="931025" y="5094241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147C6B59-08EE-2574-BEFB-703FF8463D5E}"/>
              </a:ext>
            </a:extLst>
          </p:cNvPr>
          <p:cNvSpPr txBox="1"/>
          <p:nvPr/>
        </p:nvSpPr>
        <p:spPr>
          <a:xfrm>
            <a:off x="2563094" y="4817745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8E801081-520E-78F6-F92C-C75F5A136D08}"/>
              </a:ext>
            </a:extLst>
          </p:cNvPr>
          <p:cNvSpPr txBox="1"/>
          <p:nvPr/>
        </p:nvSpPr>
        <p:spPr>
          <a:xfrm>
            <a:off x="2675620" y="5132287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13" name="그림 112">
            <a:extLst>
              <a:ext uri="{FF2B5EF4-FFF2-40B4-BE49-F238E27FC236}">
                <a16:creationId xmlns:a16="http://schemas.microsoft.com/office/drawing/2014/main" id="{A972F5C4-77F1-D3CE-617E-1E9C4C1A79A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4830669"/>
            <a:ext cx="268247" cy="268247"/>
          </a:xfrm>
          <a:prstGeom prst="rect">
            <a:avLst/>
          </a:prstGeom>
        </p:spPr>
      </p:pic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DA62A535-999C-3E53-86ED-CFC9F158AB93}"/>
              </a:ext>
            </a:extLst>
          </p:cNvPr>
          <p:cNvSpPr/>
          <p:nvPr/>
        </p:nvSpPr>
        <p:spPr>
          <a:xfrm>
            <a:off x="729512" y="5219268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tx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DB2E4C45-5A7D-CA9E-2102-04583113008D}"/>
              </a:ext>
            </a:extLst>
          </p:cNvPr>
          <p:cNvSpPr/>
          <p:nvPr/>
        </p:nvSpPr>
        <p:spPr>
          <a:xfrm>
            <a:off x="600733" y="5449014"/>
            <a:ext cx="2417540" cy="64724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81F043EA-F615-3781-0888-7EF721474BDE}"/>
              </a:ext>
            </a:extLst>
          </p:cNvPr>
          <p:cNvSpPr txBox="1"/>
          <p:nvPr/>
        </p:nvSpPr>
        <p:spPr>
          <a:xfrm>
            <a:off x="930256" y="547530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762E18C9-560F-B905-344F-5D6ACA1D31DC}"/>
              </a:ext>
            </a:extLst>
          </p:cNvPr>
          <p:cNvSpPr txBox="1"/>
          <p:nvPr/>
        </p:nvSpPr>
        <p:spPr>
          <a:xfrm>
            <a:off x="931025" y="5842764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214DA429-6F8C-FE9C-E909-88DF50266283}"/>
              </a:ext>
            </a:extLst>
          </p:cNvPr>
          <p:cNvSpPr txBox="1"/>
          <p:nvPr/>
        </p:nvSpPr>
        <p:spPr>
          <a:xfrm>
            <a:off x="2563094" y="556626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E17B1E42-6145-0EC1-CFA7-77227D8DDD6D}"/>
              </a:ext>
            </a:extLst>
          </p:cNvPr>
          <p:cNvSpPr txBox="1"/>
          <p:nvPr/>
        </p:nvSpPr>
        <p:spPr>
          <a:xfrm>
            <a:off x="2574203" y="588081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20" name="그래픽 119">
            <a:extLst>
              <a:ext uri="{FF2B5EF4-FFF2-40B4-BE49-F238E27FC236}">
                <a16:creationId xmlns:a16="http://schemas.microsoft.com/office/drawing/2014/main" id="{DB70AC9B-6E11-1A96-3F4B-60D8FA63128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790227" y="5883228"/>
            <a:ext cx="228600" cy="228600"/>
          </a:xfrm>
          <a:prstGeom prst="rect">
            <a:avLst/>
          </a:prstGeom>
        </p:spPr>
      </p:pic>
      <p:pic>
        <p:nvPicPr>
          <p:cNvPr id="121" name="그림 120">
            <a:extLst>
              <a:ext uri="{FF2B5EF4-FFF2-40B4-BE49-F238E27FC236}">
                <a16:creationId xmlns:a16="http://schemas.microsoft.com/office/drawing/2014/main" id="{CEE22106-5CE5-BF93-2738-72B88CA37DC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5579192"/>
            <a:ext cx="268247" cy="268247"/>
          </a:xfrm>
          <a:prstGeom prst="rect">
            <a:avLst/>
          </a:prstGeom>
        </p:spPr>
      </p:pic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76EA5026-CD13-D7DD-A1AA-A06B1E15A5D7}"/>
              </a:ext>
            </a:extLst>
          </p:cNvPr>
          <p:cNvSpPr/>
          <p:nvPr/>
        </p:nvSpPr>
        <p:spPr>
          <a:xfrm>
            <a:off x="729512" y="5967791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tx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pic>
        <p:nvPicPr>
          <p:cNvPr id="131" name="그림 130">
            <a:extLst>
              <a:ext uri="{FF2B5EF4-FFF2-40B4-BE49-F238E27FC236}">
                <a16:creationId xmlns:a16="http://schemas.microsoft.com/office/drawing/2014/main" id="{E694D6FF-46CD-5054-1E0F-385EF1B83A9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10247" y="2243136"/>
            <a:ext cx="187790" cy="192370"/>
          </a:xfrm>
          <a:prstGeom prst="rect">
            <a:avLst/>
          </a:prstGeom>
        </p:spPr>
      </p:pic>
      <p:pic>
        <p:nvPicPr>
          <p:cNvPr id="132" name="그림 131">
            <a:extLst>
              <a:ext uri="{FF2B5EF4-FFF2-40B4-BE49-F238E27FC236}">
                <a16:creationId xmlns:a16="http://schemas.microsoft.com/office/drawing/2014/main" id="{319FDF89-B8FA-ABDE-6B3A-61BB39A1A61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85840" y="2250115"/>
            <a:ext cx="704494" cy="178413"/>
          </a:xfrm>
          <a:prstGeom prst="rect">
            <a:avLst/>
          </a:prstGeom>
        </p:spPr>
      </p:pic>
      <p:sp>
        <p:nvSpPr>
          <p:cNvPr id="137" name="TextBox 136">
            <a:extLst>
              <a:ext uri="{FF2B5EF4-FFF2-40B4-BE49-F238E27FC236}">
                <a16:creationId xmlns:a16="http://schemas.microsoft.com/office/drawing/2014/main" id="{256292BB-F270-7409-670E-B791665EEF8C}"/>
              </a:ext>
            </a:extLst>
          </p:cNvPr>
          <p:cNvSpPr txBox="1"/>
          <p:nvPr/>
        </p:nvSpPr>
        <p:spPr>
          <a:xfrm>
            <a:off x="931025" y="5842764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27B8A1B8-566B-916B-551E-8BD7A8CE273A}"/>
              </a:ext>
            </a:extLst>
          </p:cNvPr>
          <p:cNvGrpSpPr/>
          <p:nvPr/>
        </p:nvGrpSpPr>
        <p:grpSpPr>
          <a:xfrm>
            <a:off x="811683" y="5373216"/>
            <a:ext cx="1965600" cy="350948"/>
            <a:chOff x="811683" y="5337212"/>
            <a:chExt cx="1965600" cy="350948"/>
          </a:xfrm>
        </p:grpSpPr>
        <p:sp>
          <p:nvSpPr>
            <p:cNvPr id="139" name="사각형: 둥근 모서리 138">
              <a:extLst>
                <a:ext uri="{FF2B5EF4-FFF2-40B4-BE49-F238E27FC236}">
                  <a16:creationId xmlns:a16="http://schemas.microsoft.com/office/drawing/2014/main" id="{C54CA2BA-36B3-DBB3-6651-5948FC145C05}"/>
                </a:ext>
              </a:extLst>
            </p:cNvPr>
            <p:cNvSpPr/>
            <p:nvPr/>
          </p:nvSpPr>
          <p:spPr bwMode="auto">
            <a:xfrm>
              <a:off x="811683" y="5337212"/>
              <a:ext cx="1965600" cy="350948"/>
            </a:xfrm>
            <a:prstGeom prst="roundRect">
              <a:avLst>
                <a:gd name="adj" fmla="val 22497"/>
              </a:avLst>
            </a:prstGeom>
            <a:solidFill>
              <a:schemeClr val="tx1"/>
            </a:solidFill>
            <a:ln w="6350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wrap="none" rtlCol="0" anchor="ctr"/>
            <a:lstStyle/>
            <a:p>
              <a:pPr marL="0" marR="0" lvl="0" indent="0" defTabSz="68415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 전체</a:t>
              </a:r>
              <a:r>
                <a:rPr kumimoji="0" lang="en-US" altLang="ko-KR" sz="800" b="1" kern="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 </a:t>
              </a:r>
              <a:r>
                <a:rPr kumimoji="0" lang="ko-KR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선택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1" name="사각형: 둥근 모서리 140">
              <a:extLst>
                <a:ext uri="{FF2B5EF4-FFF2-40B4-BE49-F238E27FC236}">
                  <a16:creationId xmlns:a16="http://schemas.microsoft.com/office/drawing/2014/main" id="{1B79FFB5-ECDD-51F4-BF88-9D72113B96FC}"/>
                </a:ext>
              </a:extLst>
            </p:cNvPr>
            <p:cNvSpPr/>
            <p:nvPr/>
          </p:nvSpPr>
          <p:spPr bwMode="auto">
            <a:xfrm>
              <a:off x="1991544" y="5423731"/>
              <a:ext cx="671949" cy="177910"/>
            </a:xfrm>
            <a:prstGeom prst="roundRect">
              <a:avLst/>
            </a:prstGeom>
            <a:solidFill>
              <a:srgbClr val="0000FF"/>
            </a:solidFill>
            <a:ln w="12700">
              <a:noFill/>
              <a:prstDash val="dash"/>
              <a:miter lim="800000"/>
              <a:headEnd/>
              <a:tailEnd/>
            </a:ln>
          </p:spPr>
          <p:txBody>
            <a:bodyPr wrap="none" lIns="0" tIns="0" rIns="0" bIns="0" rtlCol="0" anchor="ctr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완료 처리</a:t>
              </a:r>
            </a:p>
          </p:txBody>
        </p:sp>
      </p:grpSp>
      <p:pic>
        <p:nvPicPr>
          <p:cNvPr id="163" name="그림 162">
            <a:extLst>
              <a:ext uri="{FF2B5EF4-FFF2-40B4-BE49-F238E27FC236}">
                <a16:creationId xmlns:a16="http://schemas.microsoft.com/office/drawing/2014/main" id="{39C4943E-1003-E050-377B-79BCA2D59021}"/>
              </a:ext>
            </a:extLst>
          </p:cNvPr>
          <p:cNvPicPr>
            <a:picLocks noChangeAspect="1"/>
          </p:cNvPicPr>
          <p:nvPr/>
        </p:nvPicPr>
        <p:blipFill>
          <a:blip r:embed="rId7">
            <a:grayscl/>
          </a:blip>
          <a:stretch>
            <a:fillRect/>
          </a:stretch>
        </p:blipFill>
        <p:spPr>
          <a:xfrm>
            <a:off x="3593138" y="1446970"/>
            <a:ext cx="2517866" cy="4767485"/>
          </a:xfrm>
          <a:prstGeom prst="rect">
            <a:avLst/>
          </a:prstGeom>
        </p:spPr>
      </p:pic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9AAEB75C-46B5-3315-1B78-1AF6ED784D14}"/>
              </a:ext>
            </a:extLst>
          </p:cNvPr>
          <p:cNvSpPr/>
          <p:nvPr/>
        </p:nvSpPr>
        <p:spPr>
          <a:xfrm>
            <a:off x="3593138" y="1446970"/>
            <a:ext cx="2477149" cy="4729507"/>
          </a:xfrm>
          <a:prstGeom prst="rect">
            <a:avLst/>
          </a:prstGeom>
          <a:solidFill>
            <a:schemeClr val="tx1">
              <a:lumMod val="50000"/>
              <a:lumOff val="50000"/>
              <a:alpha val="8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65" name="사각형: 둥근 모서리 164">
            <a:extLst>
              <a:ext uri="{FF2B5EF4-FFF2-40B4-BE49-F238E27FC236}">
                <a16:creationId xmlns:a16="http://schemas.microsoft.com/office/drawing/2014/main" id="{BB79AFB3-F4F5-EE0D-641C-DFECA8F27BE6}"/>
              </a:ext>
            </a:extLst>
          </p:cNvPr>
          <p:cNvSpPr/>
          <p:nvPr/>
        </p:nvSpPr>
        <p:spPr bwMode="auto">
          <a:xfrm>
            <a:off x="4034263" y="5530149"/>
            <a:ext cx="1618588" cy="395487"/>
          </a:xfrm>
          <a:prstGeom prst="roundRect">
            <a:avLst>
              <a:gd name="adj" fmla="val 28806"/>
            </a:avLst>
          </a:prstGeom>
          <a:solidFill>
            <a:schemeClr val="tx1"/>
          </a:solidFill>
          <a:ln w="6350">
            <a:solidFill>
              <a:srgbClr val="FFFFFF">
                <a:lumMod val="65000"/>
              </a:srgbClr>
            </a:solidFill>
            <a:prstDash val="solid"/>
            <a:miter lim="800000"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684154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ea typeface="+mn-ea"/>
                <a:cs typeface="+mn-cs"/>
                <a:sym typeface="Webdings" panose="05030102010509060703" pitchFamily="18" charset="2"/>
              </a:rPr>
              <a:t>       </a:t>
            </a:r>
            <a:r>
              <a:rPr kumimoji="0" lang="en-US" altLang="ko-KR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n-ea"/>
                <a:ea typeface="+mn-ea"/>
                <a:cs typeface="+mn-cs"/>
                <a:sym typeface="Webdings" panose="05030102010509060703" pitchFamily="18" charset="2"/>
              </a:rPr>
              <a:t>|</a:t>
            </a:r>
            <a:r>
              <a:rPr kumimoji="0" lang="en-US" altLang="ko-KR" sz="1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ea typeface="+mn-ea"/>
                <a:cs typeface="+mn-cs"/>
                <a:sym typeface="Webdings" panose="05030102010509060703" pitchFamily="18" charset="2"/>
              </a:rPr>
              <a:t> </a:t>
            </a:r>
            <a:r>
              <a:rPr kumimoji="0" lang="ko-KR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  <a:sym typeface="Wingdings" panose="05000000000000000000" pitchFamily="2" charset="2"/>
              </a:rPr>
              <a:t></a:t>
            </a: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ea"/>
              <a:ea typeface="+mn-ea"/>
              <a:cs typeface="+mn-cs"/>
            </a:endParaRPr>
          </a:p>
        </p:txBody>
      </p:sp>
      <p:sp>
        <p:nvSpPr>
          <p:cNvPr id="166" name="사각형: 둥근 위쪽 모서리 165">
            <a:extLst>
              <a:ext uri="{FF2B5EF4-FFF2-40B4-BE49-F238E27FC236}">
                <a16:creationId xmlns:a16="http://schemas.microsoft.com/office/drawing/2014/main" id="{C624314D-44F5-11D9-BEDA-DBA723C77437}"/>
              </a:ext>
            </a:extLst>
          </p:cNvPr>
          <p:cNvSpPr/>
          <p:nvPr/>
        </p:nvSpPr>
        <p:spPr>
          <a:xfrm>
            <a:off x="3615506" y="4659352"/>
            <a:ext cx="2448767" cy="1514756"/>
          </a:xfrm>
          <a:prstGeom prst="round2SameRect">
            <a:avLst>
              <a:gd name="adj1" fmla="val 8895"/>
              <a:gd name="adj2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63DE221C-C507-4F6F-D4AD-B20C3AD28DE2}"/>
              </a:ext>
            </a:extLst>
          </p:cNvPr>
          <p:cNvCxnSpPr>
            <a:cxnSpLocks/>
          </p:cNvCxnSpPr>
          <p:nvPr/>
        </p:nvCxnSpPr>
        <p:spPr>
          <a:xfrm>
            <a:off x="4671733" y="4725144"/>
            <a:ext cx="323824" cy="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사각형: 둥근 모서리 167">
            <a:extLst>
              <a:ext uri="{FF2B5EF4-FFF2-40B4-BE49-F238E27FC236}">
                <a16:creationId xmlns:a16="http://schemas.microsoft.com/office/drawing/2014/main" id="{FFB2865F-4064-53DC-8AA0-1A6300F67135}"/>
              </a:ext>
            </a:extLst>
          </p:cNvPr>
          <p:cNvSpPr/>
          <p:nvPr/>
        </p:nvSpPr>
        <p:spPr bwMode="auto">
          <a:xfrm>
            <a:off x="4886245" y="5778500"/>
            <a:ext cx="1089761" cy="321146"/>
          </a:xfrm>
          <a:prstGeom prst="roundRect">
            <a:avLst>
              <a:gd name="adj" fmla="val 12712"/>
            </a:avLst>
          </a:prstGeom>
          <a:solidFill>
            <a:schemeClr val="tx1"/>
          </a:solidFill>
          <a:ln w="12700">
            <a:noFill/>
            <a:prstDash val="dash"/>
            <a:miter lim="800000"/>
            <a:headEnd/>
            <a:tailEnd/>
          </a:ln>
        </p:spPr>
        <p:txBody>
          <a:bodyPr wrap="none" rtlCol="0" anchor="ctr"/>
          <a:lstStyle/>
          <a:p>
            <a:pPr algn="ctr"/>
            <a:r>
              <a:rPr lang="ko-KR" altLang="en-US" sz="9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  <a:endParaRPr lang="ko-KR" altLang="en-US" sz="9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6873AC70-B598-BF85-FCD4-6E3D3D2576AB}"/>
              </a:ext>
            </a:extLst>
          </p:cNvPr>
          <p:cNvSpPr txBox="1"/>
          <p:nvPr/>
        </p:nvSpPr>
        <p:spPr>
          <a:xfrm>
            <a:off x="3631439" y="4869160"/>
            <a:ext cx="2413172" cy="71558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선택한 항목을</a:t>
            </a:r>
            <a:br>
              <a:rPr lang="en-US" altLang="ko-KR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kumimoji="1" lang="ko-KR" altLang="en-US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완료 </a:t>
            </a:r>
            <a:r>
              <a:rPr kumimoji="1" lang="ko-KR" altLang="en-US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처리하시겠습니까</a:t>
            </a:r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?</a:t>
            </a:r>
          </a:p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5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※ </a:t>
            </a: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완료 처리한 항목은 취소할 수 없습니다</a:t>
            </a:r>
            <a:r>
              <a: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  <a:endParaRPr kumimoji="1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0" name="사각형: 둥근 모서리 169">
            <a:extLst>
              <a:ext uri="{FF2B5EF4-FFF2-40B4-BE49-F238E27FC236}">
                <a16:creationId xmlns:a16="http://schemas.microsoft.com/office/drawing/2014/main" id="{DDD92379-7197-4E14-EA52-DB8D52E0F04E}"/>
              </a:ext>
            </a:extLst>
          </p:cNvPr>
          <p:cNvSpPr/>
          <p:nvPr/>
        </p:nvSpPr>
        <p:spPr bwMode="auto">
          <a:xfrm>
            <a:off x="3734118" y="5778500"/>
            <a:ext cx="1089761" cy="321146"/>
          </a:xfrm>
          <a:prstGeom prst="roundRect">
            <a:avLst>
              <a:gd name="adj" fmla="val 12712"/>
            </a:avLst>
          </a:prstGeom>
          <a:solidFill>
            <a:schemeClr val="tx1">
              <a:lumMod val="50000"/>
              <a:lumOff val="50000"/>
            </a:schemeClr>
          </a:solidFill>
          <a:ln w="12700">
            <a:noFill/>
            <a:prstDash val="dash"/>
            <a:miter lim="800000"/>
            <a:headEnd/>
            <a:tailEnd/>
          </a:ln>
        </p:spPr>
        <p:txBody>
          <a:bodyPr wrap="none" rtlCol="0" anchor="ctr"/>
          <a:lstStyle/>
          <a:p>
            <a:pPr algn="ctr"/>
            <a:r>
              <a:rPr lang="ko-KR" altLang="en-US" sz="9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ko-KR" altLang="en-US" sz="9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1" name="Google Shape;1198;p27">
            <a:extLst>
              <a:ext uri="{FF2B5EF4-FFF2-40B4-BE49-F238E27FC236}">
                <a16:creationId xmlns:a16="http://schemas.microsoft.com/office/drawing/2014/main" id="{1BFBDC36-A43E-0DCF-1F05-0DD00D4A2DA8}"/>
              </a:ext>
            </a:extLst>
          </p:cNvPr>
          <p:cNvSpPr/>
          <p:nvPr/>
        </p:nvSpPr>
        <p:spPr>
          <a:xfrm>
            <a:off x="6635568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8112947C-D5FE-8459-C1C1-CFB4519488E8}"/>
              </a:ext>
            </a:extLst>
          </p:cNvPr>
          <p:cNvSpPr txBox="1"/>
          <p:nvPr/>
        </p:nvSpPr>
        <p:spPr>
          <a:xfrm>
            <a:off x="6639655" y="1944133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58747556-20B1-8C0F-70D9-6FE26D271FAF}"/>
              </a:ext>
            </a:extLst>
          </p:cNvPr>
          <p:cNvSpPr txBox="1"/>
          <p:nvPr/>
        </p:nvSpPr>
        <p:spPr>
          <a:xfrm>
            <a:off x="7916115" y="1944133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103CCAD0-DAD6-B467-16B0-7F896F2AFF65}"/>
              </a:ext>
            </a:extLst>
          </p:cNvPr>
          <p:cNvSpPr txBox="1"/>
          <p:nvPr/>
        </p:nvSpPr>
        <p:spPr>
          <a:xfrm>
            <a:off x="7421584" y="1944133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CC1F9E11-7155-AD37-C551-06FBFF19C905}"/>
              </a:ext>
            </a:extLst>
          </p:cNvPr>
          <p:cNvSpPr/>
          <p:nvPr/>
        </p:nvSpPr>
        <p:spPr>
          <a:xfrm>
            <a:off x="6668746" y="2216124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76" name="직사각형 175">
            <a:extLst>
              <a:ext uri="{FF2B5EF4-FFF2-40B4-BE49-F238E27FC236}">
                <a16:creationId xmlns:a16="http://schemas.microsoft.com/office/drawing/2014/main" id="{F3F0025B-35CB-01A5-187E-60B533243BC8}"/>
              </a:ext>
            </a:extLst>
          </p:cNvPr>
          <p:cNvSpPr/>
          <p:nvPr/>
        </p:nvSpPr>
        <p:spPr>
          <a:xfrm>
            <a:off x="6668746" y="2448441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20BF0A52-DD9F-78D7-8F55-86CD4820CED6}"/>
              </a:ext>
            </a:extLst>
          </p:cNvPr>
          <p:cNvSpPr txBox="1"/>
          <p:nvPr/>
        </p:nvSpPr>
        <p:spPr>
          <a:xfrm>
            <a:off x="6998269" y="2474729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644BB4B1-4DA5-6221-5DD9-E82485151D0D}"/>
              </a:ext>
            </a:extLst>
          </p:cNvPr>
          <p:cNvSpPr txBox="1"/>
          <p:nvPr/>
        </p:nvSpPr>
        <p:spPr>
          <a:xfrm>
            <a:off x="6999038" y="2842191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7A286365-41B7-B58C-D2B3-82E62488E2C2}"/>
              </a:ext>
            </a:extLst>
          </p:cNvPr>
          <p:cNvSpPr txBox="1"/>
          <p:nvPr/>
        </p:nvSpPr>
        <p:spPr>
          <a:xfrm>
            <a:off x="8631107" y="2565695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8E48FDF0-2363-A64D-E305-5D9A6E8AA2E9}"/>
              </a:ext>
            </a:extLst>
          </p:cNvPr>
          <p:cNvSpPr txBox="1"/>
          <p:nvPr/>
        </p:nvSpPr>
        <p:spPr>
          <a:xfrm>
            <a:off x="8736632" y="2880237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7E699E09-4B02-D281-0072-3BA4BB8D8156}"/>
              </a:ext>
            </a:extLst>
          </p:cNvPr>
          <p:cNvCxnSpPr>
            <a:cxnSpLocks/>
          </p:cNvCxnSpPr>
          <p:nvPr/>
        </p:nvCxnSpPr>
        <p:spPr>
          <a:xfrm>
            <a:off x="7966219" y="2208657"/>
            <a:ext cx="324036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pic>
        <p:nvPicPr>
          <p:cNvPr id="185" name="그림 184">
            <a:extLst>
              <a:ext uri="{FF2B5EF4-FFF2-40B4-BE49-F238E27FC236}">
                <a16:creationId xmlns:a16="http://schemas.microsoft.com/office/drawing/2014/main" id="{A422073B-2DAA-1672-204D-1774C745373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29240" y="2578619"/>
            <a:ext cx="268247" cy="268247"/>
          </a:xfrm>
          <a:prstGeom prst="rect">
            <a:avLst/>
          </a:prstGeom>
        </p:spPr>
      </p:pic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2C6B9343-7DB1-F46E-DFA5-B69F1178302C}"/>
              </a:ext>
            </a:extLst>
          </p:cNvPr>
          <p:cNvSpPr/>
          <p:nvPr/>
        </p:nvSpPr>
        <p:spPr>
          <a:xfrm>
            <a:off x="6797525" y="2967218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pic>
        <p:nvPicPr>
          <p:cNvPr id="187" name="그림 186">
            <a:extLst>
              <a:ext uri="{FF2B5EF4-FFF2-40B4-BE49-F238E27FC236}">
                <a16:creationId xmlns:a16="http://schemas.microsoft.com/office/drawing/2014/main" id="{47009F01-3401-589B-7611-F190A578525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148893" y="2250115"/>
            <a:ext cx="704494" cy="178413"/>
          </a:xfrm>
          <a:prstGeom prst="rect">
            <a:avLst/>
          </a:prstGeom>
        </p:spPr>
      </p:pic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C0136B76-D3D6-A3E0-5218-B3C6D89FD580}"/>
              </a:ext>
            </a:extLst>
          </p:cNvPr>
          <p:cNvSpPr/>
          <p:nvPr/>
        </p:nvSpPr>
        <p:spPr>
          <a:xfrm>
            <a:off x="6668746" y="3203301"/>
            <a:ext cx="2417540" cy="97041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9E581336-6307-9728-9E96-2835171F9297}"/>
              </a:ext>
            </a:extLst>
          </p:cNvPr>
          <p:cNvSpPr txBox="1"/>
          <p:nvPr/>
        </p:nvSpPr>
        <p:spPr>
          <a:xfrm>
            <a:off x="6998269" y="3229589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4DA54201-5F1F-2DCE-0BA5-ACDBA0CE807F}"/>
              </a:ext>
            </a:extLst>
          </p:cNvPr>
          <p:cNvSpPr txBox="1"/>
          <p:nvPr/>
        </p:nvSpPr>
        <p:spPr>
          <a:xfrm>
            <a:off x="6999038" y="3597051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CECBC3A4-C995-B6A0-911C-A46139BB7C5C}"/>
              </a:ext>
            </a:extLst>
          </p:cNvPr>
          <p:cNvSpPr txBox="1"/>
          <p:nvPr/>
        </p:nvSpPr>
        <p:spPr>
          <a:xfrm>
            <a:off x="8631107" y="3320555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23AE6999-3D0D-89FB-A427-136187C71E8D}"/>
              </a:ext>
            </a:extLst>
          </p:cNvPr>
          <p:cNvSpPr txBox="1"/>
          <p:nvPr/>
        </p:nvSpPr>
        <p:spPr>
          <a:xfrm>
            <a:off x="8736632" y="3635097"/>
            <a:ext cx="347700" cy="215444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93" name="그림 192">
            <a:extLst>
              <a:ext uri="{FF2B5EF4-FFF2-40B4-BE49-F238E27FC236}">
                <a16:creationId xmlns:a16="http://schemas.microsoft.com/office/drawing/2014/main" id="{269B962B-37FE-A06D-6566-613A4EA643C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29240" y="3333479"/>
            <a:ext cx="268247" cy="268247"/>
          </a:xfrm>
          <a:prstGeom prst="rect">
            <a:avLst/>
          </a:prstGeom>
        </p:spPr>
      </p:pic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837CC310-D782-1CDF-8D25-770412F9EBC1}"/>
              </a:ext>
            </a:extLst>
          </p:cNvPr>
          <p:cNvSpPr/>
          <p:nvPr/>
        </p:nvSpPr>
        <p:spPr>
          <a:xfrm>
            <a:off x="6797525" y="3722078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graphicFrame>
        <p:nvGraphicFramePr>
          <p:cNvPr id="195" name="표 194">
            <a:extLst>
              <a:ext uri="{FF2B5EF4-FFF2-40B4-BE49-F238E27FC236}">
                <a16:creationId xmlns:a16="http://schemas.microsoft.com/office/drawing/2014/main" id="{2A8630B8-3F55-95D5-A559-048EE77828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9219616"/>
              </p:ext>
            </p:extLst>
          </p:nvPr>
        </p:nvGraphicFramePr>
        <p:xfrm>
          <a:off x="6671729" y="3960357"/>
          <a:ext cx="2414886" cy="213360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1609924">
                  <a:extLst>
                    <a:ext uri="{9D8B030D-6E8A-4147-A177-3AD203B41FA5}">
                      <a16:colId xmlns:a16="http://schemas.microsoft.com/office/drawing/2014/main" val="2045282246"/>
                    </a:ext>
                  </a:extLst>
                </a:gridCol>
                <a:gridCol w="804962">
                  <a:extLst>
                    <a:ext uri="{9D8B030D-6E8A-4147-A177-3AD203B41FA5}">
                      <a16:colId xmlns:a16="http://schemas.microsoft.com/office/drawing/2014/main" val="2961860283"/>
                    </a:ext>
                  </a:extLst>
                </a:gridCol>
              </a:tblGrid>
              <a:tr h="19227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▶ 재생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29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벽지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7501084"/>
                  </a:ext>
                </a:extLst>
              </a:tr>
            </a:tbl>
          </a:graphicData>
        </a:graphic>
      </p:graphicFrame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D1CEDBEB-0569-5101-7690-307016240C9F}"/>
              </a:ext>
            </a:extLst>
          </p:cNvPr>
          <p:cNvSpPr/>
          <p:nvPr/>
        </p:nvSpPr>
        <p:spPr>
          <a:xfrm>
            <a:off x="6668746" y="4174000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D036C0B9-F891-A7C8-6DD6-1AD5E6C9A51C}"/>
              </a:ext>
            </a:extLst>
          </p:cNvPr>
          <p:cNvSpPr txBox="1"/>
          <p:nvPr/>
        </p:nvSpPr>
        <p:spPr>
          <a:xfrm>
            <a:off x="6998269" y="420028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501F38C1-E99D-80E3-865A-8096CACBA429}"/>
              </a:ext>
            </a:extLst>
          </p:cNvPr>
          <p:cNvSpPr txBox="1"/>
          <p:nvPr/>
        </p:nvSpPr>
        <p:spPr>
          <a:xfrm>
            <a:off x="6999038" y="4567750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D683B600-8F7A-3806-98FF-636A5FD23766}"/>
              </a:ext>
            </a:extLst>
          </p:cNvPr>
          <p:cNvSpPr txBox="1"/>
          <p:nvPr/>
        </p:nvSpPr>
        <p:spPr>
          <a:xfrm>
            <a:off x="8631107" y="4291254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7CC5046C-F871-F630-09C2-F143C607ADED}"/>
              </a:ext>
            </a:extLst>
          </p:cNvPr>
          <p:cNvSpPr txBox="1"/>
          <p:nvPr/>
        </p:nvSpPr>
        <p:spPr>
          <a:xfrm>
            <a:off x="8736632" y="4605796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01" name="그림 200">
            <a:extLst>
              <a:ext uri="{FF2B5EF4-FFF2-40B4-BE49-F238E27FC236}">
                <a16:creationId xmlns:a16="http://schemas.microsoft.com/office/drawing/2014/main" id="{8A402F42-75C1-5739-0C9A-9B87790D9AF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29240" y="4304178"/>
            <a:ext cx="268247" cy="268247"/>
          </a:xfrm>
          <a:prstGeom prst="rect">
            <a:avLst/>
          </a:prstGeom>
        </p:spPr>
      </p:pic>
      <p:sp>
        <p:nvSpPr>
          <p:cNvPr id="202" name="직사각형 201">
            <a:extLst>
              <a:ext uri="{FF2B5EF4-FFF2-40B4-BE49-F238E27FC236}">
                <a16:creationId xmlns:a16="http://schemas.microsoft.com/office/drawing/2014/main" id="{6BDC6C90-5113-26CA-52F5-0EC489C10D6E}"/>
              </a:ext>
            </a:extLst>
          </p:cNvPr>
          <p:cNvSpPr/>
          <p:nvPr/>
        </p:nvSpPr>
        <p:spPr>
          <a:xfrm>
            <a:off x="6797525" y="4692777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203" name="직사각형 202">
            <a:extLst>
              <a:ext uri="{FF2B5EF4-FFF2-40B4-BE49-F238E27FC236}">
                <a16:creationId xmlns:a16="http://schemas.microsoft.com/office/drawing/2014/main" id="{918113CA-279C-7F45-8985-7A0CEC45C97F}"/>
              </a:ext>
            </a:extLst>
          </p:cNvPr>
          <p:cNvSpPr/>
          <p:nvPr/>
        </p:nvSpPr>
        <p:spPr>
          <a:xfrm>
            <a:off x="6668746" y="4929030"/>
            <a:ext cx="2417540" cy="756926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51C343B6-8F8E-3339-2B02-CA79272E9E0D}"/>
              </a:ext>
            </a:extLst>
          </p:cNvPr>
          <p:cNvSpPr txBox="1"/>
          <p:nvPr/>
        </p:nvSpPr>
        <p:spPr>
          <a:xfrm>
            <a:off x="6998269" y="495531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7A6EE84A-74E6-575B-BB69-C9A23EAC9752}"/>
              </a:ext>
            </a:extLst>
          </p:cNvPr>
          <p:cNvSpPr txBox="1"/>
          <p:nvPr/>
        </p:nvSpPr>
        <p:spPr>
          <a:xfrm>
            <a:off x="6999038" y="5322780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2E1E11BA-4979-6364-AA3E-B567338BD34C}"/>
              </a:ext>
            </a:extLst>
          </p:cNvPr>
          <p:cNvSpPr txBox="1"/>
          <p:nvPr/>
        </p:nvSpPr>
        <p:spPr>
          <a:xfrm>
            <a:off x="8631107" y="5046284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B4D043FB-941C-4C45-B607-C5BCD6B7A345}"/>
              </a:ext>
            </a:extLst>
          </p:cNvPr>
          <p:cNvSpPr txBox="1"/>
          <p:nvPr/>
        </p:nvSpPr>
        <p:spPr>
          <a:xfrm>
            <a:off x="8736632" y="5364513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08" name="그림 207">
            <a:extLst>
              <a:ext uri="{FF2B5EF4-FFF2-40B4-BE49-F238E27FC236}">
                <a16:creationId xmlns:a16="http://schemas.microsoft.com/office/drawing/2014/main" id="{624A908C-CCB8-F1FD-32AF-02D45745B4D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29240" y="5060262"/>
            <a:ext cx="268247" cy="268247"/>
          </a:xfrm>
          <a:prstGeom prst="rect">
            <a:avLst/>
          </a:prstGeom>
        </p:spPr>
      </p:pic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F2F5034F-A47C-CA35-5745-516CF85B3F28}"/>
              </a:ext>
            </a:extLst>
          </p:cNvPr>
          <p:cNvSpPr/>
          <p:nvPr/>
        </p:nvSpPr>
        <p:spPr>
          <a:xfrm>
            <a:off x="6797525" y="5453844"/>
            <a:ext cx="131676" cy="131676"/>
          </a:xfrm>
          <a:prstGeom prst="rect">
            <a:avLst/>
          </a:prstGeom>
          <a:solidFill>
            <a:schemeClr val="tx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10" name="그림 209">
            <a:extLst>
              <a:ext uri="{FF2B5EF4-FFF2-40B4-BE49-F238E27FC236}">
                <a16:creationId xmlns:a16="http://schemas.microsoft.com/office/drawing/2014/main" id="{A4E0CEB1-5C6F-7DB6-8E3E-488A03EAC26E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rcRect r="2022" b="47766"/>
          <a:stretch>
            <a:fillRect/>
          </a:stretch>
        </p:blipFill>
        <p:spPr>
          <a:xfrm>
            <a:off x="6663984" y="5691829"/>
            <a:ext cx="2437076" cy="404425"/>
          </a:xfrm>
          <a:prstGeom prst="rect">
            <a:avLst/>
          </a:prstGeom>
        </p:spPr>
      </p:pic>
      <p:pic>
        <p:nvPicPr>
          <p:cNvPr id="218" name="그림 217">
            <a:extLst>
              <a:ext uri="{FF2B5EF4-FFF2-40B4-BE49-F238E27FC236}">
                <a16:creationId xmlns:a16="http://schemas.microsoft.com/office/drawing/2014/main" id="{03AE85A6-1040-5F67-D1A2-2F70135CF6A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67916" y="2243136"/>
            <a:ext cx="187790" cy="192370"/>
          </a:xfrm>
          <a:prstGeom prst="rect">
            <a:avLst/>
          </a:prstGeom>
        </p:spPr>
      </p:pic>
      <p:cxnSp>
        <p:nvCxnSpPr>
          <p:cNvPr id="219" name="연결선: 꺾임 218">
            <a:extLst>
              <a:ext uri="{FF2B5EF4-FFF2-40B4-BE49-F238E27FC236}">
                <a16:creationId xmlns:a16="http://schemas.microsoft.com/office/drawing/2014/main" id="{9CD021F5-8C13-8188-DA33-9ADC80A74489}"/>
              </a:ext>
            </a:extLst>
          </p:cNvPr>
          <p:cNvCxnSpPr>
            <a:cxnSpLocks/>
            <a:stCxn id="141" idx="3"/>
            <a:endCxn id="169" idx="1"/>
          </p:cNvCxnSpPr>
          <p:nvPr/>
        </p:nvCxnSpPr>
        <p:spPr>
          <a:xfrm flipV="1">
            <a:off x="2663493" y="5226951"/>
            <a:ext cx="967946" cy="321739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" name="타원 219">
            <a:extLst>
              <a:ext uri="{FF2B5EF4-FFF2-40B4-BE49-F238E27FC236}">
                <a16:creationId xmlns:a16="http://schemas.microsoft.com/office/drawing/2014/main" id="{E44E15F3-415D-0927-51DF-4758692BAD57}"/>
              </a:ext>
            </a:extLst>
          </p:cNvPr>
          <p:cNvSpPr/>
          <p:nvPr/>
        </p:nvSpPr>
        <p:spPr>
          <a:xfrm>
            <a:off x="5754263" y="5864573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22" name="Group 323">
            <a:extLst>
              <a:ext uri="{FF2B5EF4-FFF2-40B4-BE49-F238E27FC236}">
                <a16:creationId xmlns:a16="http://schemas.microsoft.com/office/drawing/2014/main" id="{9F128BAE-E557-1F2C-249E-0E6AA2985B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9183883"/>
              </p:ext>
            </p:extLst>
          </p:nvPr>
        </p:nvGraphicFramePr>
        <p:xfrm>
          <a:off x="9625013" y="575703"/>
          <a:ext cx="2519969" cy="2188464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전체 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체크하면 전체 체크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선택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/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완료 액션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체크박스에 체크가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개 이상 있을 경우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체크된 개수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 &gt;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전체 체크되었을 경우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전체 선택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”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2-1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체크된 개수 표시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:  “00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개 선택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“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2-2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완료 처리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확인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모달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465194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확인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클릭 시 완료 처리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cxnSp>
        <p:nvCxnSpPr>
          <p:cNvPr id="223" name="연결선: 꺾임 222">
            <a:extLst>
              <a:ext uri="{FF2B5EF4-FFF2-40B4-BE49-F238E27FC236}">
                <a16:creationId xmlns:a16="http://schemas.microsoft.com/office/drawing/2014/main" id="{9EDE53A8-DD04-CE75-D486-F0BC179D8895}"/>
              </a:ext>
            </a:extLst>
          </p:cNvPr>
          <p:cNvCxnSpPr>
            <a:cxnSpLocks/>
            <a:stCxn id="168" idx="3"/>
            <a:endCxn id="208" idx="1"/>
          </p:cNvCxnSpPr>
          <p:nvPr/>
        </p:nvCxnSpPr>
        <p:spPr>
          <a:xfrm flipV="1">
            <a:off x="5976006" y="5194386"/>
            <a:ext cx="753234" cy="744687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타원 225">
            <a:extLst>
              <a:ext uri="{FF2B5EF4-FFF2-40B4-BE49-F238E27FC236}">
                <a16:creationId xmlns:a16="http://schemas.microsoft.com/office/drawing/2014/main" id="{E9D42079-D8A6-B7E3-EFBB-A1629AE635BA}"/>
              </a:ext>
            </a:extLst>
          </p:cNvPr>
          <p:cNvSpPr/>
          <p:nvPr/>
        </p:nvSpPr>
        <p:spPr>
          <a:xfrm>
            <a:off x="505980" y="2260762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 226">
            <a:extLst>
              <a:ext uri="{FF2B5EF4-FFF2-40B4-BE49-F238E27FC236}">
                <a16:creationId xmlns:a16="http://schemas.microsoft.com/office/drawing/2014/main" id="{283587DD-39CB-5EC6-6456-F6543126CCD5}"/>
              </a:ext>
            </a:extLst>
          </p:cNvPr>
          <p:cNvSpPr/>
          <p:nvPr/>
        </p:nvSpPr>
        <p:spPr>
          <a:xfrm>
            <a:off x="1872963" y="5512045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2-2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2C3CA3E4-4041-790D-9E4A-88DAB509E3E5}"/>
              </a:ext>
            </a:extLst>
          </p:cNvPr>
          <p:cNvSpPr/>
          <p:nvPr/>
        </p:nvSpPr>
        <p:spPr>
          <a:xfrm>
            <a:off x="729512" y="2272104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tx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43010FC2-C1DF-2C06-8860-384CFFB36D7A}"/>
              </a:ext>
            </a:extLst>
          </p:cNvPr>
          <p:cNvGrpSpPr/>
          <p:nvPr/>
        </p:nvGrpSpPr>
        <p:grpSpPr>
          <a:xfrm>
            <a:off x="811683" y="6419671"/>
            <a:ext cx="1965600" cy="350948"/>
            <a:chOff x="811683" y="5337212"/>
            <a:chExt cx="1965600" cy="350948"/>
          </a:xfrm>
        </p:grpSpPr>
        <p:sp>
          <p:nvSpPr>
            <p:cNvPr id="28" name="사각형: 둥근 모서리 27">
              <a:extLst>
                <a:ext uri="{FF2B5EF4-FFF2-40B4-BE49-F238E27FC236}">
                  <a16:creationId xmlns:a16="http://schemas.microsoft.com/office/drawing/2014/main" id="{1E53E50D-4837-787F-3E08-D4095465C630}"/>
                </a:ext>
              </a:extLst>
            </p:cNvPr>
            <p:cNvSpPr/>
            <p:nvPr/>
          </p:nvSpPr>
          <p:spPr bwMode="auto">
            <a:xfrm>
              <a:off x="811683" y="5337212"/>
              <a:ext cx="1965600" cy="350948"/>
            </a:xfrm>
            <a:prstGeom prst="roundRect">
              <a:avLst>
                <a:gd name="adj" fmla="val 22497"/>
              </a:avLst>
            </a:prstGeom>
            <a:solidFill>
              <a:schemeClr val="tx1"/>
            </a:solidFill>
            <a:ln w="6350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wrap="none" rtlCol="0" anchor="ctr"/>
            <a:lstStyle/>
            <a:p>
              <a:pPr marL="0" marR="0" lvl="0" indent="0" defTabSz="68415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 </a:t>
              </a: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2</a:t>
              </a:r>
              <a:r>
                <a:rPr kumimoji="0" lang="ko-KR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개</a:t>
              </a:r>
              <a:r>
                <a:rPr kumimoji="0" lang="en-US" altLang="ko-KR" sz="800" b="1" kern="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 </a:t>
              </a:r>
              <a:r>
                <a:rPr kumimoji="0" lang="ko-KR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선택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9" name="사각형: 둥근 모서리 28">
              <a:extLst>
                <a:ext uri="{FF2B5EF4-FFF2-40B4-BE49-F238E27FC236}">
                  <a16:creationId xmlns:a16="http://schemas.microsoft.com/office/drawing/2014/main" id="{8E90E689-530B-A3AC-282A-FE0A65107340}"/>
                </a:ext>
              </a:extLst>
            </p:cNvPr>
            <p:cNvSpPr/>
            <p:nvPr/>
          </p:nvSpPr>
          <p:spPr bwMode="auto">
            <a:xfrm>
              <a:off x="1991544" y="5423731"/>
              <a:ext cx="671949" cy="177910"/>
            </a:xfrm>
            <a:prstGeom prst="roundRect">
              <a:avLst/>
            </a:prstGeom>
            <a:solidFill>
              <a:srgbClr val="0000FF"/>
            </a:solidFill>
            <a:ln w="12700">
              <a:noFill/>
              <a:prstDash val="dash"/>
              <a:miter lim="800000"/>
              <a:headEnd/>
              <a:tailEnd/>
            </a:ln>
          </p:spPr>
          <p:txBody>
            <a:bodyPr wrap="none" lIns="0" tIns="0" rIns="0" bIns="0" rtlCol="0" anchor="ctr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완료 처리</a:t>
              </a:r>
            </a:p>
          </p:txBody>
        </p:sp>
      </p:grpSp>
      <p:sp>
        <p:nvSpPr>
          <p:cNvPr id="30" name="타원 29">
            <a:extLst>
              <a:ext uri="{FF2B5EF4-FFF2-40B4-BE49-F238E27FC236}">
                <a16:creationId xmlns:a16="http://schemas.microsoft.com/office/drawing/2014/main" id="{132596FB-9C8D-B684-7E04-B4953724B56B}"/>
              </a:ext>
            </a:extLst>
          </p:cNvPr>
          <p:cNvSpPr/>
          <p:nvPr/>
        </p:nvSpPr>
        <p:spPr>
          <a:xfrm>
            <a:off x="698791" y="5481228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CB9400E8-D4D1-391F-DA6C-726C797F3E18}"/>
              </a:ext>
            </a:extLst>
          </p:cNvPr>
          <p:cNvSpPr/>
          <p:nvPr/>
        </p:nvSpPr>
        <p:spPr>
          <a:xfrm>
            <a:off x="698791" y="6530085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2-1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85BE0591-DE98-48A8-19BE-BFBD68843845}"/>
              </a:ext>
            </a:extLst>
          </p:cNvPr>
          <p:cNvGrpSpPr/>
          <p:nvPr/>
        </p:nvGrpSpPr>
        <p:grpSpPr>
          <a:xfrm>
            <a:off x="547688" y="5773122"/>
            <a:ext cx="2507456" cy="413366"/>
            <a:chOff x="540805" y="6488673"/>
            <a:chExt cx="2486119" cy="413366"/>
          </a:xfrm>
        </p:grpSpPr>
        <p:sp>
          <p:nvSpPr>
            <p:cNvPr id="36" name="사각형: 둥근 모서리 35">
              <a:extLst>
                <a:ext uri="{FF2B5EF4-FFF2-40B4-BE49-F238E27FC236}">
                  <a16:creationId xmlns:a16="http://schemas.microsoft.com/office/drawing/2014/main" id="{5C706604-2C5D-5679-0C6D-FFCD936D79A6}"/>
                </a:ext>
              </a:extLst>
            </p:cNvPr>
            <p:cNvSpPr/>
            <p:nvPr/>
          </p:nvSpPr>
          <p:spPr bwMode="auto">
            <a:xfrm>
              <a:off x="540805" y="6488673"/>
              <a:ext cx="2486119" cy="413366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37" name="그룹 36">
              <a:extLst>
                <a:ext uri="{FF2B5EF4-FFF2-40B4-BE49-F238E27FC236}">
                  <a16:creationId xmlns:a16="http://schemas.microsoft.com/office/drawing/2014/main" id="{A759E158-E562-FC6D-1D19-FC95F72CAA0E}"/>
                </a:ext>
              </a:extLst>
            </p:cNvPr>
            <p:cNvGrpSpPr/>
            <p:nvPr/>
          </p:nvGrpSpPr>
          <p:grpSpPr>
            <a:xfrm>
              <a:off x="646069" y="6557675"/>
              <a:ext cx="2294019" cy="310182"/>
              <a:chOff x="646069" y="5802457"/>
              <a:chExt cx="2294019" cy="310182"/>
            </a:xfrm>
          </p:grpSpPr>
          <p:grpSp>
            <p:nvGrpSpPr>
              <p:cNvPr id="39" name="그룹 38">
                <a:extLst>
                  <a:ext uri="{FF2B5EF4-FFF2-40B4-BE49-F238E27FC236}">
                    <a16:creationId xmlns:a16="http://schemas.microsoft.com/office/drawing/2014/main" id="{5E219279-630E-9F40-E47D-2165F4A02316}"/>
                  </a:ext>
                </a:extLst>
              </p:cNvPr>
              <p:cNvGrpSpPr/>
              <p:nvPr/>
            </p:nvGrpSpPr>
            <p:grpSpPr>
              <a:xfrm>
                <a:off x="646069" y="5802457"/>
                <a:ext cx="2294019" cy="310182"/>
                <a:chOff x="655595" y="5802457"/>
                <a:chExt cx="2294019" cy="310182"/>
              </a:xfrm>
            </p:grpSpPr>
            <p:sp>
              <p:nvSpPr>
                <p:cNvPr id="43" name="사각형: 둥근 모서리 42">
                  <a:extLst>
                    <a:ext uri="{FF2B5EF4-FFF2-40B4-BE49-F238E27FC236}">
                      <a16:creationId xmlns:a16="http://schemas.microsoft.com/office/drawing/2014/main" id="{5EC56846-FB97-E01B-D1A0-FF21098C3DC3}"/>
                    </a:ext>
                  </a:extLst>
                </p:cNvPr>
                <p:cNvSpPr/>
                <p:nvPr/>
              </p:nvSpPr>
              <p:spPr>
                <a:xfrm>
                  <a:off x="655595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  <p:sp>
              <p:nvSpPr>
                <p:cNvPr id="44" name="사각형: 둥근 모서리 43">
                  <a:extLst>
                    <a:ext uri="{FF2B5EF4-FFF2-40B4-BE49-F238E27FC236}">
                      <a16:creationId xmlns:a16="http://schemas.microsoft.com/office/drawing/2014/main" id="{08C7A2ED-5F37-F431-B33F-F6DFA9BD4B62}"/>
                    </a:ext>
                  </a:extLst>
                </p:cNvPr>
                <p:cNvSpPr/>
                <p:nvPr/>
              </p:nvSpPr>
              <p:spPr>
                <a:xfrm>
                  <a:off x="1848143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</p:grpSp>
          <p:pic>
            <p:nvPicPr>
              <p:cNvPr id="40" name="그림 39">
                <a:extLst>
                  <a:ext uri="{FF2B5EF4-FFF2-40B4-BE49-F238E27FC236}">
                    <a16:creationId xmlns:a16="http://schemas.microsoft.com/office/drawing/2014/main" id="{3F5954BB-52B8-DCF8-61F2-EE85F243F5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biLevel thresh="50000"/>
              </a:blip>
              <a:stretch>
                <a:fillRect/>
              </a:stretch>
            </p:blipFill>
            <p:spPr>
              <a:xfrm>
                <a:off x="1108855" y="5880754"/>
                <a:ext cx="153589" cy="153589"/>
              </a:xfrm>
              <a:prstGeom prst="rect">
                <a:avLst/>
              </a:prstGeom>
            </p:spPr>
          </p:pic>
          <p:pic>
            <p:nvPicPr>
              <p:cNvPr id="41" name="그림 40">
                <a:extLst>
                  <a:ext uri="{FF2B5EF4-FFF2-40B4-BE49-F238E27FC236}">
                    <a16:creationId xmlns:a16="http://schemas.microsoft.com/office/drawing/2014/main" id="{10634E4D-B653-CF33-7521-BEDBB1A1B9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biLevel thresh="75000"/>
              </a:blip>
              <a:stretch>
                <a:fillRect/>
              </a:stretch>
            </p:blipFill>
            <p:spPr>
              <a:xfrm>
                <a:off x="2222354" y="5869660"/>
                <a:ext cx="175780" cy="175778"/>
              </a:xfrm>
              <a:prstGeom prst="rect">
                <a:avLst/>
              </a:prstGeom>
            </p:spPr>
          </p:pic>
          <p:pic>
            <p:nvPicPr>
              <p:cNvPr id="42" name="그림 41">
                <a:extLst>
                  <a:ext uri="{FF2B5EF4-FFF2-40B4-BE49-F238E27FC236}">
                    <a16:creationId xmlns:a16="http://schemas.microsoft.com/office/drawing/2014/main" id="{08F2EDD7-DE04-987B-F78F-AF3C4F9318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biLevel thresh="75000"/>
              </a:blip>
              <a:stretch>
                <a:fillRect/>
              </a:stretch>
            </p:blipFill>
            <p:spPr>
              <a:xfrm>
                <a:off x="2444223" y="5868710"/>
                <a:ext cx="138036" cy="177676"/>
              </a:xfrm>
              <a:prstGeom prst="rect">
                <a:avLst/>
              </a:prstGeom>
            </p:spPr>
          </p:pic>
        </p:grpSp>
        <p:sp>
          <p:nvSpPr>
            <p:cNvPr id="38" name="타원 37">
              <a:extLst>
                <a:ext uri="{FF2B5EF4-FFF2-40B4-BE49-F238E27FC236}">
                  <a16:creationId xmlns:a16="http://schemas.microsoft.com/office/drawing/2014/main" id="{711B6634-2EEA-2885-8314-520735260C13}"/>
                </a:ext>
              </a:extLst>
            </p:cNvPr>
            <p:cNvSpPr/>
            <p:nvPr/>
          </p:nvSpPr>
          <p:spPr>
            <a:xfrm>
              <a:off x="1305059" y="6590429"/>
              <a:ext cx="153854" cy="153854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23</a:t>
              </a:r>
              <a:endParaRPr lang="ko-KR" altLang="en-US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8B4FB7E6-715A-794F-21C0-E699CB222917}"/>
              </a:ext>
            </a:extLst>
          </p:cNvPr>
          <p:cNvGrpSpPr/>
          <p:nvPr/>
        </p:nvGrpSpPr>
        <p:grpSpPr>
          <a:xfrm>
            <a:off x="6625684" y="5773122"/>
            <a:ext cx="2507456" cy="413366"/>
            <a:chOff x="540805" y="6488673"/>
            <a:chExt cx="2486119" cy="413366"/>
          </a:xfrm>
        </p:grpSpPr>
        <p:sp>
          <p:nvSpPr>
            <p:cNvPr id="56" name="사각형: 둥근 모서리 55">
              <a:extLst>
                <a:ext uri="{FF2B5EF4-FFF2-40B4-BE49-F238E27FC236}">
                  <a16:creationId xmlns:a16="http://schemas.microsoft.com/office/drawing/2014/main" id="{487EDB9E-FF9A-C72C-2B52-B0E865077CE4}"/>
                </a:ext>
              </a:extLst>
            </p:cNvPr>
            <p:cNvSpPr/>
            <p:nvPr/>
          </p:nvSpPr>
          <p:spPr bwMode="auto">
            <a:xfrm>
              <a:off x="540805" y="6488673"/>
              <a:ext cx="2486119" cy="413366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57" name="그룹 56">
              <a:extLst>
                <a:ext uri="{FF2B5EF4-FFF2-40B4-BE49-F238E27FC236}">
                  <a16:creationId xmlns:a16="http://schemas.microsoft.com/office/drawing/2014/main" id="{8C898FAB-1D67-6B35-1C96-29F821F42D63}"/>
                </a:ext>
              </a:extLst>
            </p:cNvPr>
            <p:cNvGrpSpPr/>
            <p:nvPr/>
          </p:nvGrpSpPr>
          <p:grpSpPr>
            <a:xfrm>
              <a:off x="646069" y="6557675"/>
              <a:ext cx="2294019" cy="310182"/>
              <a:chOff x="646069" y="5802457"/>
              <a:chExt cx="2294019" cy="310182"/>
            </a:xfrm>
          </p:grpSpPr>
          <p:grpSp>
            <p:nvGrpSpPr>
              <p:cNvPr id="59" name="그룹 58">
                <a:extLst>
                  <a:ext uri="{FF2B5EF4-FFF2-40B4-BE49-F238E27FC236}">
                    <a16:creationId xmlns:a16="http://schemas.microsoft.com/office/drawing/2014/main" id="{39F6DA94-F056-4AAF-D9F3-C116BF9FC4BE}"/>
                  </a:ext>
                </a:extLst>
              </p:cNvPr>
              <p:cNvGrpSpPr/>
              <p:nvPr/>
            </p:nvGrpSpPr>
            <p:grpSpPr>
              <a:xfrm>
                <a:off x="646069" y="5802457"/>
                <a:ext cx="2294019" cy="310182"/>
                <a:chOff x="655595" y="5802457"/>
                <a:chExt cx="2294019" cy="310182"/>
              </a:xfrm>
            </p:grpSpPr>
            <p:sp>
              <p:nvSpPr>
                <p:cNvPr id="63" name="사각형: 둥근 모서리 62">
                  <a:extLst>
                    <a:ext uri="{FF2B5EF4-FFF2-40B4-BE49-F238E27FC236}">
                      <a16:creationId xmlns:a16="http://schemas.microsoft.com/office/drawing/2014/main" id="{4714C553-A7F4-8E63-B533-DBE67E3058DC}"/>
                    </a:ext>
                  </a:extLst>
                </p:cNvPr>
                <p:cNvSpPr/>
                <p:nvPr/>
              </p:nvSpPr>
              <p:spPr>
                <a:xfrm>
                  <a:off x="655595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  <p:sp>
              <p:nvSpPr>
                <p:cNvPr id="64" name="사각형: 둥근 모서리 63">
                  <a:extLst>
                    <a:ext uri="{FF2B5EF4-FFF2-40B4-BE49-F238E27FC236}">
                      <a16:creationId xmlns:a16="http://schemas.microsoft.com/office/drawing/2014/main" id="{DF5C992F-E257-BF19-16EB-24C168EC78A8}"/>
                    </a:ext>
                  </a:extLst>
                </p:cNvPr>
                <p:cNvSpPr/>
                <p:nvPr/>
              </p:nvSpPr>
              <p:spPr>
                <a:xfrm>
                  <a:off x="1848143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</p:grpSp>
          <p:pic>
            <p:nvPicPr>
              <p:cNvPr id="60" name="그림 59">
                <a:extLst>
                  <a:ext uri="{FF2B5EF4-FFF2-40B4-BE49-F238E27FC236}">
                    <a16:creationId xmlns:a16="http://schemas.microsoft.com/office/drawing/2014/main" id="{8F08E492-70C5-E418-B7A7-3D3D9CE365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biLevel thresh="50000"/>
              </a:blip>
              <a:stretch>
                <a:fillRect/>
              </a:stretch>
            </p:blipFill>
            <p:spPr>
              <a:xfrm>
                <a:off x="1108855" y="5880754"/>
                <a:ext cx="153589" cy="153589"/>
              </a:xfrm>
              <a:prstGeom prst="rect">
                <a:avLst/>
              </a:prstGeom>
            </p:spPr>
          </p:pic>
          <p:pic>
            <p:nvPicPr>
              <p:cNvPr id="61" name="그림 60">
                <a:extLst>
                  <a:ext uri="{FF2B5EF4-FFF2-40B4-BE49-F238E27FC236}">
                    <a16:creationId xmlns:a16="http://schemas.microsoft.com/office/drawing/2014/main" id="{EFAAD8ED-462A-09D7-85D2-EC2419B156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biLevel thresh="75000"/>
              </a:blip>
              <a:stretch>
                <a:fillRect/>
              </a:stretch>
            </p:blipFill>
            <p:spPr>
              <a:xfrm>
                <a:off x="2222354" y="5869660"/>
                <a:ext cx="175780" cy="175778"/>
              </a:xfrm>
              <a:prstGeom prst="rect">
                <a:avLst/>
              </a:prstGeom>
            </p:spPr>
          </p:pic>
          <p:pic>
            <p:nvPicPr>
              <p:cNvPr id="62" name="그림 61">
                <a:extLst>
                  <a:ext uri="{FF2B5EF4-FFF2-40B4-BE49-F238E27FC236}">
                    <a16:creationId xmlns:a16="http://schemas.microsoft.com/office/drawing/2014/main" id="{6EDBD5B0-B0F3-9834-49CB-B4B07E2325D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biLevel thresh="75000"/>
              </a:blip>
              <a:stretch>
                <a:fillRect/>
              </a:stretch>
            </p:blipFill>
            <p:spPr>
              <a:xfrm>
                <a:off x="2444223" y="5868710"/>
                <a:ext cx="138036" cy="177676"/>
              </a:xfrm>
              <a:prstGeom prst="rect">
                <a:avLst/>
              </a:prstGeom>
            </p:spPr>
          </p:pic>
        </p:grpSp>
        <p:sp>
          <p:nvSpPr>
            <p:cNvPr id="58" name="타원 57">
              <a:extLst>
                <a:ext uri="{FF2B5EF4-FFF2-40B4-BE49-F238E27FC236}">
                  <a16:creationId xmlns:a16="http://schemas.microsoft.com/office/drawing/2014/main" id="{C8F29C71-DEAD-ABA2-DA32-F758765C927D}"/>
                </a:ext>
              </a:extLst>
            </p:cNvPr>
            <p:cNvSpPr/>
            <p:nvPr/>
          </p:nvSpPr>
          <p:spPr>
            <a:xfrm>
              <a:off x="1305059" y="6590429"/>
              <a:ext cx="153854" cy="153854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23</a:t>
              </a:r>
              <a:endParaRPr lang="ko-KR" altLang="en-US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A9B3379B-269E-003A-268F-02BB252598E8}"/>
              </a:ext>
            </a:extLst>
          </p:cNvPr>
          <p:cNvGrpSpPr/>
          <p:nvPr/>
        </p:nvGrpSpPr>
        <p:grpSpPr>
          <a:xfrm>
            <a:off x="581025" y="1742002"/>
            <a:ext cx="2447925" cy="174091"/>
            <a:chOff x="4030330" y="4982273"/>
            <a:chExt cx="2447925" cy="174091"/>
          </a:xfrm>
        </p:grpSpPr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23E62961-1BC9-0BFB-7BE0-D06D98B4654D}"/>
                </a:ext>
              </a:extLst>
            </p:cNvPr>
            <p:cNvSpPr/>
            <p:nvPr/>
          </p:nvSpPr>
          <p:spPr>
            <a:xfrm>
              <a:off x="4030330" y="4982273"/>
              <a:ext cx="2447925" cy="174091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  <a:sym typeface="Webdings" panose="05030102010509060703" pitchFamily="18" charset="2"/>
                </a:rPr>
                <a:t>     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[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이벤트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] 2025 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투네이션 어워드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…</a:t>
              </a:r>
              <a:endParaRPr kumimoji="1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13" name="그래픽 12">
              <a:extLst>
                <a:ext uri="{FF2B5EF4-FFF2-40B4-BE49-F238E27FC236}">
                  <a16:creationId xmlns:a16="http://schemas.microsoft.com/office/drawing/2014/main" id="{95848449-1D73-FE13-16AB-C4237CA3792F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056529" y="4988794"/>
              <a:ext cx="159090" cy="159090"/>
            </a:xfrm>
            <a:prstGeom prst="rect">
              <a:avLst/>
            </a:prstGeom>
          </p:spPr>
        </p:pic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CC887CEE-4696-C8C7-5758-17708CB4C2FE}"/>
              </a:ext>
            </a:extLst>
          </p:cNvPr>
          <p:cNvGrpSpPr/>
          <p:nvPr/>
        </p:nvGrpSpPr>
        <p:grpSpPr>
          <a:xfrm>
            <a:off x="6649099" y="1742002"/>
            <a:ext cx="2447925" cy="174091"/>
            <a:chOff x="4030330" y="4982273"/>
            <a:chExt cx="2447925" cy="174091"/>
          </a:xfrm>
        </p:grpSpPr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6A37EF25-1AF0-AD19-FA06-BCAF05969816}"/>
                </a:ext>
              </a:extLst>
            </p:cNvPr>
            <p:cNvSpPr/>
            <p:nvPr/>
          </p:nvSpPr>
          <p:spPr>
            <a:xfrm>
              <a:off x="4030330" y="4982273"/>
              <a:ext cx="2447925" cy="174091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  <a:sym typeface="Webdings" panose="05030102010509060703" pitchFamily="18" charset="2"/>
                </a:rPr>
                <a:t>     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[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이벤트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] 2025 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투네이션 어워드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…</a:t>
              </a:r>
              <a:endParaRPr kumimoji="1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16" name="그래픽 15">
              <a:extLst>
                <a:ext uri="{FF2B5EF4-FFF2-40B4-BE49-F238E27FC236}">
                  <a16:creationId xmlns:a16="http://schemas.microsoft.com/office/drawing/2014/main" id="{1BD993E3-81F6-BC65-8B92-89960A39115E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056529" y="4988794"/>
              <a:ext cx="159090" cy="159090"/>
            </a:xfrm>
            <a:prstGeom prst="rect">
              <a:avLst/>
            </a:prstGeom>
          </p:spPr>
        </p:pic>
      </p:grpSp>
      <p:pic>
        <p:nvPicPr>
          <p:cNvPr id="7" name="그림 6">
            <a:extLst>
              <a:ext uri="{FF2B5EF4-FFF2-40B4-BE49-F238E27FC236}">
                <a16:creationId xmlns:a16="http://schemas.microsoft.com/office/drawing/2014/main" id="{6B152648-F29D-BFEC-7BE7-C087651725AE}"/>
              </a:ext>
            </a:extLst>
          </p:cNvPr>
          <p:cNvPicPr>
            <a:picLocks noChangeAspect="1"/>
          </p:cNvPicPr>
          <p:nvPr/>
        </p:nvPicPr>
        <p:blipFill>
          <a:blip r:embed="rId15">
            <a:biLevel thresh="75000"/>
            <a:extLst>
              <a:ext uri="{BEBA8EAE-BF5A-486C-A8C5-ECC9F3942E4B}">
                <a14:imgProps xmlns:a14="http://schemas.microsoft.com/office/drawing/2010/main">
                  <a14:imgLayer r:embed="rId16">
                    <a14:imgEffect>
                      <a14:backgroundRemoval t="10000" b="90000" l="10000" r="90000">
                        <a14:foregroundMark x1="50000" y1="74000" x2="50000" y2="74000"/>
                      </a14:backgroundRemoval>
                    </a14:imgEffect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</a:extLst>
          </a:blip>
          <a:srcRect l="22466" t="21148" r="24851" b="19009"/>
          <a:stretch>
            <a:fillRect/>
          </a:stretch>
        </p:blipFill>
        <p:spPr>
          <a:xfrm>
            <a:off x="2583143" y="1502867"/>
            <a:ext cx="181812" cy="206522"/>
          </a:xfrm>
          <a:prstGeom prst="rect">
            <a:avLst/>
          </a:prstGeom>
        </p:spPr>
      </p:pic>
      <p:pic>
        <p:nvPicPr>
          <p:cNvPr id="17" name="그림 16">
            <a:extLst>
              <a:ext uri="{FF2B5EF4-FFF2-40B4-BE49-F238E27FC236}">
                <a16:creationId xmlns:a16="http://schemas.microsoft.com/office/drawing/2014/main" id="{D67DA442-17F9-EEC7-5028-8D4E36198611}"/>
              </a:ext>
            </a:extLst>
          </p:cNvPr>
          <p:cNvPicPr>
            <a:picLocks noChangeAspect="1"/>
          </p:cNvPicPr>
          <p:nvPr/>
        </p:nvPicPr>
        <p:blipFill rotWithShape="1"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660760" y="1531122"/>
            <a:ext cx="338206" cy="138583"/>
          </a:xfrm>
          <a:prstGeom prst="rect">
            <a:avLst/>
          </a:prstGeom>
        </p:spPr>
      </p:pic>
      <p:pic>
        <p:nvPicPr>
          <p:cNvPr id="18" name="그림 17">
            <a:extLst>
              <a:ext uri="{FF2B5EF4-FFF2-40B4-BE49-F238E27FC236}">
                <a16:creationId xmlns:a16="http://schemas.microsoft.com/office/drawing/2014/main" id="{4C748886-E081-6AE2-3436-5A14E9466B6A}"/>
              </a:ext>
            </a:extLst>
          </p:cNvPr>
          <p:cNvPicPr>
            <a:picLocks noChangeAspect="1"/>
          </p:cNvPicPr>
          <p:nvPr/>
        </p:nvPicPr>
        <p:blipFill rotWithShape="1"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6729902" y="1531122"/>
            <a:ext cx="338206" cy="138583"/>
          </a:xfrm>
          <a:prstGeom prst="rect">
            <a:avLst/>
          </a:prstGeom>
        </p:spPr>
      </p:pic>
      <p:pic>
        <p:nvPicPr>
          <p:cNvPr id="19" name="그림 18">
            <a:extLst>
              <a:ext uri="{FF2B5EF4-FFF2-40B4-BE49-F238E27FC236}">
                <a16:creationId xmlns:a16="http://schemas.microsoft.com/office/drawing/2014/main" id="{32DD0590-F567-1320-64AA-13620B6AD83A}"/>
              </a:ext>
            </a:extLst>
          </p:cNvPr>
          <p:cNvPicPr>
            <a:picLocks noChangeAspect="1"/>
          </p:cNvPicPr>
          <p:nvPr/>
        </p:nvPicPr>
        <p:blipFill>
          <a:blip r:embed="rId18">
            <a:biLevel thresh="75000"/>
            <a:extLst>
              <a:ext uri="{BEBA8EAE-BF5A-486C-A8C5-ECC9F3942E4B}">
                <a14:imgProps xmlns:a14="http://schemas.microsoft.com/office/drawing/2010/main">
                  <a14:imgLayer r:embed="rId19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805755" y="1507585"/>
            <a:ext cx="193901" cy="193903"/>
          </a:xfrm>
          <a:prstGeom prst="rect">
            <a:avLst/>
          </a:prstGeom>
        </p:spPr>
      </p:pic>
      <p:pic>
        <p:nvPicPr>
          <p:cNvPr id="20" name="그림 19">
            <a:extLst>
              <a:ext uri="{FF2B5EF4-FFF2-40B4-BE49-F238E27FC236}">
                <a16:creationId xmlns:a16="http://schemas.microsoft.com/office/drawing/2014/main" id="{91E979FB-BEC6-1857-4AEA-3069A0323B66}"/>
              </a:ext>
            </a:extLst>
          </p:cNvPr>
          <p:cNvPicPr>
            <a:picLocks noChangeAspect="1"/>
          </p:cNvPicPr>
          <p:nvPr/>
        </p:nvPicPr>
        <p:blipFill>
          <a:blip r:embed="rId15">
            <a:biLevel thresh="75000"/>
            <a:extLst>
              <a:ext uri="{BEBA8EAE-BF5A-486C-A8C5-ECC9F3942E4B}">
                <a14:imgProps xmlns:a14="http://schemas.microsoft.com/office/drawing/2010/main">
                  <a14:imgLayer r:embed="rId16">
                    <a14:imgEffect>
                      <a14:backgroundRemoval t="10000" b="90000" l="10000" r="90000">
                        <a14:foregroundMark x1="50000" y1="74000" x2="50000" y2="74000"/>
                      </a14:backgroundRemoval>
                    </a14:imgEffect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</a:extLst>
          </a:blip>
          <a:srcRect l="22466" t="21148" r="24851" b="19009"/>
          <a:stretch>
            <a:fillRect/>
          </a:stretch>
        </p:blipFill>
        <p:spPr>
          <a:xfrm>
            <a:off x="8655221" y="1502867"/>
            <a:ext cx="181812" cy="206522"/>
          </a:xfrm>
          <a:prstGeom prst="rect">
            <a:avLst/>
          </a:prstGeom>
        </p:spPr>
      </p:pic>
      <p:pic>
        <p:nvPicPr>
          <p:cNvPr id="21" name="그림 20">
            <a:extLst>
              <a:ext uri="{FF2B5EF4-FFF2-40B4-BE49-F238E27FC236}">
                <a16:creationId xmlns:a16="http://schemas.microsoft.com/office/drawing/2014/main" id="{06A7F3D2-3002-86F5-AD60-DAFDF87E80D9}"/>
              </a:ext>
            </a:extLst>
          </p:cNvPr>
          <p:cNvPicPr>
            <a:picLocks noChangeAspect="1"/>
          </p:cNvPicPr>
          <p:nvPr/>
        </p:nvPicPr>
        <p:blipFill>
          <a:blip r:embed="rId18">
            <a:biLevel thresh="75000"/>
            <a:extLst>
              <a:ext uri="{BEBA8EAE-BF5A-486C-A8C5-ECC9F3942E4B}">
                <a14:imgProps xmlns:a14="http://schemas.microsoft.com/office/drawing/2010/main">
                  <a14:imgLayer r:embed="rId19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8877833" y="1507585"/>
            <a:ext cx="193901" cy="193903"/>
          </a:xfrm>
          <a:prstGeom prst="rect">
            <a:avLst/>
          </a:prstGeom>
        </p:spPr>
      </p:pic>
      <p:grpSp>
        <p:nvGrpSpPr>
          <p:cNvPr id="22" name="그룹 21">
            <a:extLst>
              <a:ext uri="{FF2B5EF4-FFF2-40B4-BE49-F238E27FC236}">
                <a16:creationId xmlns:a16="http://schemas.microsoft.com/office/drawing/2014/main" id="{E0679193-2928-D9A6-8193-D6B5C0DDF31E}"/>
              </a:ext>
            </a:extLst>
          </p:cNvPr>
          <p:cNvGrpSpPr/>
          <p:nvPr/>
        </p:nvGrpSpPr>
        <p:grpSpPr>
          <a:xfrm>
            <a:off x="2315580" y="1502001"/>
            <a:ext cx="194773" cy="194773"/>
            <a:chOff x="6601555" y="4882678"/>
            <a:chExt cx="216000" cy="216000"/>
          </a:xfrm>
        </p:grpSpPr>
        <p:sp>
          <p:nvSpPr>
            <p:cNvPr id="23" name="사각형: 둥근 모서리 22">
              <a:extLst>
                <a:ext uri="{FF2B5EF4-FFF2-40B4-BE49-F238E27FC236}">
                  <a16:creationId xmlns:a16="http://schemas.microsoft.com/office/drawing/2014/main" id="{CC6B9656-F906-3EF9-4F44-E086D830E6E0}"/>
                </a:ext>
              </a:extLst>
            </p:cNvPr>
            <p:cNvSpPr/>
            <p:nvPr/>
          </p:nvSpPr>
          <p:spPr bwMode="auto">
            <a:xfrm>
              <a:off x="6601555" y="4882678"/>
              <a:ext cx="216000" cy="216000"/>
            </a:xfrm>
            <a:prstGeom prst="roundRect">
              <a:avLst/>
            </a:prstGeom>
            <a:solidFill>
              <a:sysClr val="windowText" lastClr="00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+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24" name="그림 23">
              <a:extLst>
                <a:ext uri="{FF2B5EF4-FFF2-40B4-BE49-F238E27FC236}">
                  <a16:creationId xmlns:a16="http://schemas.microsoft.com/office/drawing/2014/main" id="{17B2D623-32B6-234A-8A2C-382FE6607F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BEBA8EAE-BF5A-486C-A8C5-ECC9F3942E4B}">
                  <a14:imgProps xmlns:a14="http://schemas.microsoft.com/office/drawing/2010/main">
                    <a14:imgLayer r:embed="rId21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627165" y="4911088"/>
              <a:ext cx="164692" cy="164692"/>
            </a:xfrm>
            <a:prstGeom prst="rect">
              <a:avLst/>
            </a:prstGeom>
          </p:spPr>
        </p:pic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5528C042-A7B8-455E-5EBF-157801F71545}"/>
              </a:ext>
            </a:extLst>
          </p:cNvPr>
          <p:cNvGrpSpPr/>
          <p:nvPr/>
        </p:nvGrpSpPr>
        <p:grpSpPr>
          <a:xfrm>
            <a:off x="8364252" y="1502001"/>
            <a:ext cx="194773" cy="194773"/>
            <a:chOff x="6601555" y="4882678"/>
            <a:chExt cx="216000" cy="216000"/>
          </a:xfrm>
        </p:grpSpPr>
        <p:sp>
          <p:nvSpPr>
            <p:cNvPr id="45" name="사각형: 둥근 모서리 44">
              <a:extLst>
                <a:ext uri="{FF2B5EF4-FFF2-40B4-BE49-F238E27FC236}">
                  <a16:creationId xmlns:a16="http://schemas.microsoft.com/office/drawing/2014/main" id="{D4488F60-322D-DC38-E93C-6B57DDB98C29}"/>
                </a:ext>
              </a:extLst>
            </p:cNvPr>
            <p:cNvSpPr/>
            <p:nvPr/>
          </p:nvSpPr>
          <p:spPr bwMode="auto">
            <a:xfrm>
              <a:off x="6601555" y="4882678"/>
              <a:ext cx="216000" cy="216000"/>
            </a:xfrm>
            <a:prstGeom prst="roundRect">
              <a:avLst/>
            </a:prstGeom>
            <a:solidFill>
              <a:sysClr val="windowText" lastClr="00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+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46" name="그림 45">
              <a:extLst>
                <a:ext uri="{FF2B5EF4-FFF2-40B4-BE49-F238E27FC236}">
                  <a16:creationId xmlns:a16="http://schemas.microsoft.com/office/drawing/2014/main" id="{7331A0C3-9E85-1CD9-C641-B2919EA55364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BEBA8EAE-BF5A-486C-A8C5-ECC9F3942E4B}">
                  <a14:imgProps xmlns:a14="http://schemas.microsoft.com/office/drawing/2010/main">
                    <a14:imgLayer r:embed="rId21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627165" y="4911088"/>
              <a:ext cx="164692" cy="16469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142170493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1197;p27">
            <a:extLst>
              <a:ext uri="{FF2B5EF4-FFF2-40B4-BE49-F238E27FC236}">
                <a16:creationId xmlns:a16="http://schemas.microsoft.com/office/drawing/2014/main" id="{DFEF73F4-993C-D8FB-6250-FC12CB65C88E}"/>
              </a:ext>
            </a:extLst>
          </p:cNvPr>
          <p:cNvSpPr/>
          <p:nvPr/>
        </p:nvSpPr>
        <p:spPr>
          <a:xfrm>
            <a:off x="512116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DD5A08E3-8181-BA8F-E9BD-8270C1ED047E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5340" y="411980"/>
            <a:ext cx="9436335" cy="424732"/>
          </a:xfrm>
        </p:spPr>
        <p:txBody>
          <a:bodyPr/>
          <a:lstStyle/>
          <a:p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잔여 수량 확인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0EEE117B-A42B-604C-F412-BB5E763E3F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모바일 웹 리모컨</a:t>
            </a:r>
            <a:r>
              <a:rPr lang="en-US" altLang="ko-KR" dirty="0"/>
              <a:t> &gt; </a:t>
            </a:r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잔여 수량 확인</a:t>
            </a:r>
          </a:p>
        </p:txBody>
      </p:sp>
      <p:sp>
        <p:nvSpPr>
          <p:cNvPr id="14" name="Google Shape;1198;p27">
            <a:extLst>
              <a:ext uri="{FF2B5EF4-FFF2-40B4-BE49-F238E27FC236}">
                <a16:creationId xmlns:a16="http://schemas.microsoft.com/office/drawing/2014/main" id="{36A56629-A6DA-1B9D-1367-21135938AEBA}"/>
              </a:ext>
            </a:extLst>
          </p:cNvPr>
          <p:cNvSpPr/>
          <p:nvPr/>
        </p:nvSpPr>
        <p:spPr>
          <a:xfrm>
            <a:off x="567170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E89131C-6EB3-9869-CC91-0BF323FAF855}"/>
              </a:ext>
            </a:extLst>
          </p:cNvPr>
          <p:cNvSpPr txBox="1"/>
          <p:nvPr/>
        </p:nvSpPr>
        <p:spPr>
          <a:xfrm>
            <a:off x="571257" y="1950702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49629B5-34D4-9CE8-B1EE-EFA4E80207AC}"/>
              </a:ext>
            </a:extLst>
          </p:cNvPr>
          <p:cNvSpPr txBox="1"/>
          <p:nvPr/>
        </p:nvSpPr>
        <p:spPr>
          <a:xfrm>
            <a:off x="1847717" y="1950702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9B943CE-AE63-3B97-469C-84879DCD14E7}"/>
              </a:ext>
            </a:extLst>
          </p:cNvPr>
          <p:cNvSpPr txBox="1"/>
          <p:nvPr/>
        </p:nvSpPr>
        <p:spPr>
          <a:xfrm>
            <a:off x="1353186" y="1950702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8B0CB3D-5729-BF85-1B4C-D99AD6DF65A8}"/>
              </a:ext>
            </a:extLst>
          </p:cNvPr>
          <p:cNvSpPr/>
          <p:nvPr/>
        </p:nvSpPr>
        <p:spPr>
          <a:xfrm>
            <a:off x="600348" y="2222693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8146609A-9023-3A8A-68DE-FA81B74E96A9}"/>
              </a:ext>
            </a:extLst>
          </p:cNvPr>
          <p:cNvCxnSpPr>
            <a:cxnSpLocks/>
          </p:cNvCxnSpPr>
          <p:nvPr/>
        </p:nvCxnSpPr>
        <p:spPr>
          <a:xfrm>
            <a:off x="1897821" y="2215226"/>
            <a:ext cx="324036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72AD51BA-9CE1-DCF0-AAC4-817B91C86AD7}"/>
              </a:ext>
            </a:extLst>
          </p:cNvPr>
          <p:cNvSpPr/>
          <p:nvPr/>
        </p:nvSpPr>
        <p:spPr>
          <a:xfrm>
            <a:off x="600733" y="2455010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5A4EB7B-4825-8C15-7A97-0DCCDA4BB055}"/>
              </a:ext>
            </a:extLst>
          </p:cNvPr>
          <p:cNvSpPr txBox="1"/>
          <p:nvPr/>
        </p:nvSpPr>
        <p:spPr>
          <a:xfrm>
            <a:off x="930256" y="248129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FF8B394-FA85-7C98-F8FA-5BFA8EDF801D}"/>
              </a:ext>
            </a:extLst>
          </p:cNvPr>
          <p:cNvSpPr txBox="1"/>
          <p:nvPr/>
        </p:nvSpPr>
        <p:spPr>
          <a:xfrm>
            <a:off x="931025" y="2848760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63AE4E0A-81FE-2B9B-0E91-C726A42DEC70}"/>
              </a:ext>
            </a:extLst>
          </p:cNvPr>
          <p:cNvSpPr txBox="1"/>
          <p:nvPr/>
        </p:nvSpPr>
        <p:spPr>
          <a:xfrm>
            <a:off x="2563094" y="2572264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18EEDA40-447F-7033-7314-700E89FF1E39}"/>
              </a:ext>
            </a:extLst>
          </p:cNvPr>
          <p:cNvSpPr txBox="1"/>
          <p:nvPr/>
        </p:nvSpPr>
        <p:spPr>
          <a:xfrm>
            <a:off x="2675620" y="2886806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29" name="그림 28">
            <a:extLst>
              <a:ext uri="{FF2B5EF4-FFF2-40B4-BE49-F238E27FC236}">
                <a16:creationId xmlns:a16="http://schemas.microsoft.com/office/drawing/2014/main" id="{8CF10F1E-8223-B584-B4EE-8015FF0DCCC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2585188"/>
            <a:ext cx="268247" cy="268247"/>
          </a:xfrm>
          <a:prstGeom prst="rect">
            <a:avLst/>
          </a:prstGeom>
        </p:spPr>
      </p:pic>
      <p:sp>
        <p:nvSpPr>
          <p:cNvPr id="30" name="직사각형 29">
            <a:extLst>
              <a:ext uri="{FF2B5EF4-FFF2-40B4-BE49-F238E27FC236}">
                <a16:creationId xmlns:a16="http://schemas.microsoft.com/office/drawing/2014/main" id="{E8AA4145-FCAA-0097-4F67-F1E2A735B827}"/>
              </a:ext>
            </a:extLst>
          </p:cNvPr>
          <p:cNvSpPr/>
          <p:nvPr/>
        </p:nvSpPr>
        <p:spPr>
          <a:xfrm>
            <a:off x="729512" y="2973787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03AAD981-E6FF-8DA6-07E1-862498439431}"/>
              </a:ext>
            </a:extLst>
          </p:cNvPr>
          <p:cNvSpPr/>
          <p:nvPr/>
        </p:nvSpPr>
        <p:spPr>
          <a:xfrm>
            <a:off x="600733" y="3202139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267E200A-F23A-489C-488B-A9F22AD452D0}"/>
              </a:ext>
            </a:extLst>
          </p:cNvPr>
          <p:cNvSpPr txBox="1"/>
          <p:nvPr/>
        </p:nvSpPr>
        <p:spPr>
          <a:xfrm>
            <a:off x="930256" y="3228427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8C02C4C-50A2-630F-4CB3-8D4161E4D3BF}"/>
              </a:ext>
            </a:extLst>
          </p:cNvPr>
          <p:cNvSpPr txBox="1"/>
          <p:nvPr/>
        </p:nvSpPr>
        <p:spPr>
          <a:xfrm>
            <a:off x="931025" y="3595889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FC612D4-1E2D-88F3-314B-1F37B2E9070B}"/>
              </a:ext>
            </a:extLst>
          </p:cNvPr>
          <p:cNvSpPr txBox="1"/>
          <p:nvPr/>
        </p:nvSpPr>
        <p:spPr>
          <a:xfrm>
            <a:off x="2563094" y="3319393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2B594174-C01F-EC0A-D191-38A6685B10DB}"/>
              </a:ext>
            </a:extLst>
          </p:cNvPr>
          <p:cNvSpPr txBox="1"/>
          <p:nvPr/>
        </p:nvSpPr>
        <p:spPr>
          <a:xfrm>
            <a:off x="2675620" y="3633935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37" name="그림 36">
            <a:extLst>
              <a:ext uri="{FF2B5EF4-FFF2-40B4-BE49-F238E27FC236}">
                <a16:creationId xmlns:a16="http://schemas.microsoft.com/office/drawing/2014/main" id="{71D9E141-0172-4388-18FF-FDF8CAF769D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3332317"/>
            <a:ext cx="268247" cy="268247"/>
          </a:xfrm>
          <a:prstGeom prst="rect">
            <a:avLst/>
          </a:prstGeom>
        </p:spPr>
      </p:pic>
      <p:sp>
        <p:nvSpPr>
          <p:cNvPr id="38" name="직사각형 37">
            <a:extLst>
              <a:ext uri="{FF2B5EF4-FFF2-40B4-BE49-F238E27FC236}">
                <a16:creationId xmlns:a16="http://schemas.microsoft.com/office/drawing/2014/main" id="{E7D6666E-EA27-323A-197D-7072863EF038}"/>
              </a:ext>
            </a:extLst>
          </p:cNvPr>
          <p:cNvSpPr/>
          <p:nvPr/>
        </p:nvSpPr>
        <p:spPr>
          <a:xfrm>
            <a:off x="729512" y="3720916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31F2CE4D-3F12-109B-A654-DE482E1D4F36}"/>
              </a:ext>
            </a:extLst>
          </p:cNvPr>
          <p:cNvSpPr/>
          <p:nvPr/>
        </p:nvSpPr>
        <p:spPr>
          <a:xfrm>
            <a:off x="600733" y="3959931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7C536FA-875E-8F34-A4C4-7CE888043789}"/>
              </a:ext>
            </a:extLst>
          </p:cNvPr>
          <p:cNvSpPr txBox="1"/>
          <p:nvPr/>
        </p:nvSpPr>
        <p:spPr>
          <a:xfrm>
            <a:off x="930256" y="3986219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ED4715A0-D14A-C757-D33A-84157950265A}"/>
              </a:ext>
            </a:extLst>
          </p:cNvPr>
          <p:cNvSpPr txBox="1"/>
          <p:nvPr/>
        </p:nvSpPr>
        <p:spPr>
          <a:xfrm>
            <a:off x="931025" y="4353681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374CBF80-3A14-53F0-8585-27791915EEAB}"/>
              </a:ext>
            </a:extLst>
          </p:cNvPr>
          <p:cNvSpPr txBox="1"/>
          <p:nvPr/>
        </p:nvSpPr>
        <p:spPr>
          <a:xfrm>
            <a:off x="2563094" y="4077185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E5DF542F-9A1B-5504-78E2-CBF8A53E2AA2}"/>
              </a:ext>
            </a:extLst>
          </p:cNvPr>
          <p:cNvSpPr txBox="1"/>
          <p:nvPr/>
        </p:nvSpPr>
        <p:spPr>
          <a:xfrm>
            <a:off x="2675620" y="4391727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5" name="그림 44">
            <a:extLst>
              <a:ext uri="{FF2B5EF4-FFF2-40B4-BE49-F238E27FC236}">
                <a16:creationId xmlns:a16="http://schemas.microsoft.com/office/drawing/2014/main" id="{37E2D3A5-8563-2510-6C62-0AE50983382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4090109"/>
            <a:ext cx="268247" cy="268247"/>
          </a:xfrm>
          <a:prstGeom prst="rect">
            <a:avLst/>
          </a:prstGeom>
        </p:spPr>
      </p:pic>
      <p:sp>
        <p:nvSpPr>
          <p:cNvPr id="46" name="직사각형 45">
            <a:extLst>
              <a:ext uri="{FF2B5EF4-FFF2-40B4-BE49-F238E27FC236}">
                <a16:creationId xmlns:a16="http://schemas.microsoft.com/office/drawing/2014/main" id="{3914411E-D252-7195-9CAF-4B5A35E0B9C6}"/>
              </a:ext>
            </a:extLst>
          </p:cNvPr>
          <p:cNvSpPr/>
          <p:nvPr/>
        </p:nvSpPr>
        <p:spPr>
          <a:xfrm>
            <a:off x="729512" y="4478708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DFAF6E49-E2EB-24A6-7894-31DADEAEA04B}"/>
              </a:ext>
            </a:extLst>
          </p:cNvPr>
          <p:cNvSpPr/>
          <p:nvPr/>
        </p:nvSpPr>
        <p:spPr>
          <a:xfrm>
            <a:off x="600733" y="4707060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7E62F2C9-1969-CC62-E91A-EC146F85DCCC}"/>
              </a:ext>
            </a:extLst>
          </p:cNvPr>
          <p:cNvSpPr txBox="1"/>
          <p:nvPr/>
        </p:nvSpPr>
        <p:spPr>
          <a:xfrm>
            <a:off x="930256" y="473334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818D9D94-FE11-66A7-3AE6-6FA42B875A5A}"/>
              </a:ext>
            </a:extLst>
          </p:cNvPr>
          <p:cNvSpPr txBox="1"/>
          <p:nvPr/>
        </p:nvSpPr>
        <p:spPr>
          <a:xfrm>
            <a:off x="931025" y="5100810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0D35CA4-C689-41C0-E718-E7E5AF6A8F9F}"/>
              </a:ext>
            </a:extLst>
          </p:cNvPr>
          <p:cNvSpPr txBox="1"/>
          <p:nvPr/>
        </p:nvSpPr>
        <p:spPr>
          <a:xfrm>
            <a:off x="2563094" y="4824314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8CF923A7-CC98-5CC5-ED38-99AA6D6DF259}"/>
              </a:ext>
            </a:extLst>
          </p:cNvPr>
          <p:cNvSpPr txBox="1"/>
          <p:nvPr/>
        </p:nvSpPr>
        <p:spPr>
          <a:xfrm>
            <a:off x="2675620" y="5138856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53" name="그림 52">
            <a:extLst>
              <a:ext uri="{FF2B5EF4-FFF2-40B4-BE49-F238E27FC236}">
                <a16:creationId xmlns:a16="http://schemas.microsoft.com/office/drawing/2014/main" id="{92C2E80C-A89A-3BE2-6159-1E1409CF86B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4837238"/>
            <a:ext cx="268247" cy="268247"/>
          </a:xfrm>
          <a:prstGeom prst="rect">
            <a:avLst/>
          </a:prstGeom>
        </p:spPr>
      </p:pic>
      <p:sp>
        <p:nvSpPr>
          <p:cNvPr id="54" name="직사각형 53">
            <a:extLst>
              <a:ext uri="{FF2B5EF4-FFF2-40B4-BE49-F238E27FC236}">
                <a16:creationId xmlns:a16="http://schemas.microsoft.com/office/drawing/2014/main" id="{DF874A98-85BE-46B7-9B52-462A438673F9}"/>
              </a:ext>
            </a:extLst>
          </p:cNvPr>
          <p:cNvSpPr/>
          <p:nvPr/>
        </p:nvSpPr>
        <p:spPr>
          <a:xfrm>
            <a:off x="729512" y="5225837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799F916-142B-70F1-E34D-9B76CB64229F}"/>
              </a:ext>
            </a:extLst>
          </p:cNvPr>
          <p:cNvSpPr/>
          <p:nvPr/>
        </p:nvSpPr>
        <p:spPr>
          <a:xfrm>
            <a:off x="600733" y="5455583"/>
            <a:ext cx="2417540" cy="66281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E3B5EC46-593F-FC86-F8A9-5F68BCBB9DAA}"/>
              </a:ext>
            </a:extLst>
          </p:cNvPr>
          <p:cNvSpPr txBox="1"/>
          <p:nvPr/>
        </p:nvSpPr>
        <p:spPr>
          <a:xfrm>
            <a:off x="930256" y="5481871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4409B925-B0F2-A464-75C6-86E711AF7AA9}"/>
              </a:ext>
            </a:extLst>
          </p:cNvPr>
          <p:cNvSpPr txBox="1"/>
          <p:nvPr/>
        </p:nvSpPr>
        <p:spPr>
          <a:xfrm>
            <a:off x="931025" y="5849333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14ED4904-7F55-6687-CC95-5383027573DD}"/>
              </a:ext>
            </a:extLst>
          </p:cNvPr>
          <p:cNvSpPr txBox="1"/>
          <p:nvPr/>
        </p:nvSpPr>
        <p:spPr>
          <a:xfrm>
            <a:off x="2563094" y="5572837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BAF1EA9B-722A-FBCF-DD02-6CFA175C63C9}"/>
              </a:ext>
            </a:extLst>
          </p:cNvPr>
          <p:cNvSpPr txBox="1"/>
          <p:nvPr/>
        </p:nvSpPr>
        <p:spPr>
          <a:xfrm>
            <a:off x="2574203" y="5887379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60" name="그래픽 59">
            <a:extLst>
              <a:ext uri="{FF2B5EF4-FFF2-40B4-BE49-F238E27FC236}">
                <a16:creationId xmlns:a16="http://schemas.microsoft.com/office/drawing/2014/main" id="{785DB075-BD3E-D5AF-4851-CA679F7398D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790227" y="5889797"/>
            <a:ext cx="228600" cy="228600"/>
          </a:xfrm>
          <a:prstGeom prst="rect">
            <a:avLst/>
          </a:prstGeom>
        </p:spPr>
      </p:pic>
      <p:pic>
        <p:nvPicPr>
          <p:cNvPr id="61" name="그림 60">
            <a:extLst>
              <a:ext uri="{FF2B5EF4-FFF2-40B4-BE49-F238E27FC236}">
                <a16:creationId xmlns:a16="http://schemas.microsoft.com/office/drawing/2014/main" id="{5972E971-902C-8CAC-4066-C95A42FF55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5585761"/>
            <a:ext cx="268247" cy="268247"/>
          </a:xfrm>
          <a:prstGeom prst="rect">
            <a:avLst/>
          </a:prstGeom>
        </p:spPr>
      </p:pic>
      <p:sp>
        <p:nvSpPr>
          <p:cNvPr id="62" name="직사각형 61">
            <a:extLst>
              <a:ext uri="{FF2B5EF4-FFF2-40B4-BE49-F238E27FC236}">
                <a16:creationId xmlns:a16="http://schemas.microsoft.com/office/drawing/2014/main" id="{714400F6-0C48-9C60-7AA9-2D5404F1DAEC}"/>
              </a:ext>
            </a:extLst>
          </p:cNvPr>
          <p:cNvSpPr/>
          <p:nvPr/>
        </p:nvSpPr>
        <p:spPr>
          <a:xfrm>
            <a:off x="729512" y="5974360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tx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pic>
        <p:nvPicPr>
          <p:cNvPr id="71" name="그림 70">
            <a:extLst>
              <a:ext uri="{FF2B5EF4-FFF2-40B4-BE49-F238E27FC236}">
                <a16:creationId xmlns:a16="http://schemas.microsoft.com/office/drawing/2014/main" id="{A30D39E8-EC39-4E6C-F26B-6B737EC7926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10247" y="2249705"/>
            <a:ext cx="187790" cy="192370"/>
          </a:xfrm>
          <a:prstGeom prst="rect">
            <a:avLst/>
          </a:prstGeom>
        </p:spPr>
      </p:pic>
      <p:pic>
        <p:nvPicPr>
          <p:cNvPr id="72" name="그림 71">
            <a:extLst>
              <a:ext uri="{FF2B5EF4-FFF2-40B4-BE49-F238E27FC236}">
                <a16:creationId xmlns:a16="http://schemas.microsoft.com/office/drawing/2014/main" id="{C550BF36-C4B5-A79E-2CDE-5D353CFC68D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85840" y="2256684"/>
            <a:ext cx="704494" cy="178413"/>
          </a:xfrm>
          <a:prstGeom prst="rect">
            <a:avLst/>
          </a:prstGeom>
        </p:spPr>
      </p:pic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72998AD2-BDE3-D893-7E28-C53B3E745B08}"/>
              </a:ext>
            </a:extLst>
          </p:cNvPr>
          <p:cNvGrpSpPr/>
          <p:nvPr/>
        </p:nvGrpSpPr>
        <p:grpSpPr>
          <a:xfrm>
            <a:off x="6348028" y="2201519"/>
            <a:ext cx="1821995" cy="1005407"/>
            <a:chOff x="9440539" y="2360430"/>
            <a:chExt cx="1827529" cy="1005407"/>
          </a:xfrm>
        </p:grpSpPr>
        <p:sp>
          <p:nvSpPr>
            <p:cNvPr id="109" name="Button">
              <a:extLst>
                <a:ext uri="{FF2B5EF4-FFF2-40B4-BE49-F238E27FC236}">
                  <a16:creationId xmlns:a16="http://schemas.microsoft.com/office/drawing/2014/main" id="{07CC4CCF-5E10-F020-FC9F-7554012B1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0540" y="2360430"/>
              <a:ext cx="1827528" cy="216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크리스마스 </a:t>
              </a:r>
              <a:r>
                <a:rPr lang="ko-KR" altLang="en-US" sz="900" b="1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뽑기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                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16" name="그룹 115">
              <a:extLst>
                <a:ext uri="{FF2B5EF4-FFF2-40B4-BE49-F238E27FC236}">
                  <a16:creationId xmlns:a16="http://schemas.microsoft.com/office/drawing/2014/main" id="{F2197204-96A0-2298-B2A6-1C630C5E739A}"/>
                </a:ext>
              </a:extLst>
            </p:cNvPr>
            <p:cNvGrpSpPr/>
            <p:nvPr/>
          </p:nvGrpSpPr>
          <p:grpSpPr>
            <a:xfrm>
              <a:off x="9440539" y="2608722"/>
              <a:ext cx="1827527" cy="757115"/>
              <a:chOff x="8220670" y="1911586"/>
              <a:chExt cx="1106620" cy="757115"/>
            </a:xfrm>
          </p:grpSpPr>
          <p:sp>
            <p:nvSpPr>
              <p:cNvPr id="117" name="직사각형 116">
                <a:extLst>
                  <a:ext uri="{FF2B5EF4-FFF2-40B4-BE49-F238E27FC236}">
                    <a16:creationId xmlns:a16="http://schemas.microsoft.com/office/drawing/2014/main" id="{8EDAA89A-E7A0-E9D3-36DC-A6D9C42820B4}"/>
                  </a:ext>
                </a:extLst>
              </p:cNvPr>
              <p:cNvSpPr/>
              <p:nvPr/>
            </p:nvSpPr>
            <p:spPr>
              <a:xfrm>
                <a:off x="8220671" y="1911586"/>
                <a:ext cx="1106619" cy="749456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>
                  <a:lnSpc>
                    <a:spcPct val="200000"/>
                  </a:lnSpc>
                </a:pPr>
                <a:endParaRPr lang="ko-KR" altLang="en-US" sz="9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18" name="사각형: 둥근 모서리 117">
                <a:extLst>
                  <a:ext uri="{FF2B5EF4-FFF2-40B4-BE49-F238E27FC236}">
                    <a16:creationId xmlns:a16="http://schemas.microsoft.com/office/drawing/2014/main" id="{F63E6209-3E0F-11D9-F0F8-3DEB40AB0919}"/>
                  </a:ext>
                </a:extLst>
              </p:cNvPr>
              <p:cNvSpPr/>
              <p:nvPr/>
            </p:nvSpPr>
            <p:spPr>
              <a:xfrm>
                <a:off x="8220671" y="1960209"/>
                <a:ext cx="1106619" cy="252026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8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  <a:sym typeface="Wingdings" panose="05000000000000000000" pitchFamily="2" charset="2"/>
                  </a:rPr>
                  <a:t>  </a:t>
                </a:r>
                <a:endParaRPr lang="ko-KR" altLang="en-US" sz="9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" name="직사각형 118">
                <a:extLst>
                  <a:ext uri="{FF2B5EF4-FFF2-40B4-BE49-F238E27FC236}">
                    <a16:creationId xmlns:a16="http://schemas.microsoft.com/office/drawing/2014/main" id="{4C86377E-B2EB-36B6-F8BA-DE22C39BB805}"/>
                  </a:ext>
                </a:extLst>
              </p:cNvPr>
              <p:cNvSpPr/>
              <p:nvPr/>
            </p:nvSpPr>
            <p:spPr>
              <a:xfrm>
                <a:off x="8220670" y="1911586"/>
                <a:ext cx="1106619" cy="757115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252000" tIns="0" rIns="0" bIns="0" rtlCol="0" anchor="ctr"/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900" b="1" dirty="0">
                    <a:solidFill>
                      <a:schemeClr val="tx1"/>
                    </a:solidFill>
                  </a:rPr>
                  <a:t>크리스마스 뽑기 </a:t>
                </a:r>
              </a:p>
              <a:p>
                <a:pPr>
                  <a:lnSpc>
                    <a:spcPct val="150000"/>
                  </a:lnSpc>
                </a:pPr>
                <a:r>
                  <a:rPr lang="ko-KR" altLang="en-US" sz="900" b="1" dirty="0">
                    <a:solidFill>
                      <a:schemeClr val="tx1"/>
                    </a:solidFill>
                  </a:rPr>
                  <a:t>설날 뽑기</a:t>
                </a:r>
              </a:p>
              <a:p>
                <a:pPr>
                  <a:lnSpc>
                    <a:spcPct val="150000"/>
                  </a:lnSpc>
                </a:pPr>
                <a:r>
                  <a:rPr lang="ko-KR" altLang="en-US" sz="900" b="1" dirty="0">
                    <a:solidFill>
                      <a:schemeClr val="tx1"/>
                    </a:solidFill>
                  </a:rPr>
                  <a:t>심심한 날 그냥</a:t>
                </a:r>
              </a:p>
            </p:txBody>
          </p:sp>
        </p:grpSp>
      </p:grpSp>
      <p:graphicFrame>
        <p:nvGraphicFramePr>
          <p:cNvPr id="135" name="Group 323">
            <a:extLst>
              <a:ext uri="{FF2B5EF4-FFF2-40B4-BE49-F238E27FC236}">
                <a16:creationId xmlns:a16="http://schemas.microsoft.com/office/drawing/2014/main" id="{23ACFE26-F6D0-5D12-13D9-FDCC57CC85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5534919"/>
              </p:ext>
            </p:extLst>
          </p:nvPr>
        </p:nvGraphicFramePr>
        <p:xfrm>
          <a:off x="9625013" y="575703"/>
          <a:ext cx="2519969" cy="942354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잔여 수량 창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팝업 창으로 오픈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4805243"/>
                  </a:ext>
                </a:extLst>
              </a:tr>
            </a:tbl>
          </a:graphicData>
        </a:graphic>
      </p:graphicFrame>
      <p:sp>
        <p:nvSpPr>
          <p:cNvPr id="136" name="타원 135">
            <a:extLst>
              <a:ext uri="{FF2B5EF4-FFF2-40B4-BE49-F238E27FC236}">
                <a16:creationId xmlns:a16="http://schemas.microsoft.com/office/drawing/2014/main" id="{91DC08F5-1B91-2F57-BA85-29F3B176ED40}"/>
              </a:ext>
            </a:extLst>
          </p:cNvPr>
          <p:cNvSpPr/>
          <p:nvPr/>
        </p:nvSpPr>
        <p:spPr>
          <a:xfrm>
            <a:off x="2248585" y="2478074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4" name="Google Shape;1197;p27">
            <a:extLst>
              <a:ext uri="{FF2B5EF4-FFF2-40B4-BE49-F238E27FC236}">
                <a16:creationId xmlns:a16="http://schemas.microsoft.com/office/drawing/2014/main" id="{53AAF69D-1D91-C1C6-A6E4-32521DBB5486}"/>
              </a:ext>
            </a:extLst>
          </p:cNvPr>
          <p:cNvSpPr/>
          <p:nvPr/>
        </p:nvSpPr>
        <p:spPr>
          <a:xfrm>
            <a:off x="3542783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endParaRPr kumimoji="0" sz="856" b="1" kern="0" dirty="0">
              <a:solidFill>
                <a:prstClr val="white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" name="Google Shape;1198;p27">
            <a:extLst>
              <a:ext uri="{FF2B5EF4-FFF2-40B4-BE49-F238E27FC236}">
                <a16:creationId xmlns:a16="http://schemas.microsoft.com/office/drawing/2014/main" id="{0241609F-6B8C-0878-A8D9-A59147F821EC}"/>
              </a:ext>
            </a:extLst>
          </p:cNvPr>
          <p:cNvSpPr/>
          <p:nvPr/>
        </p:nvSpPr>
        <p:spPr>
          <a:xfrm>
            <a:off x="3592356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916D87CF-EF66-FEF2-D56F-25E688255D8F}"/>
              </a:ext>
            </a:extLst>
          </p:cNvPr>
          <p:cNvSpPr txBox="1"/>
          <p:nvPr/>
        </p:nvSpPr>
        <p:spPr>
          <a:xfrm>
            <a:off x="4312212" y="1474581"/>
            <a:ext cx="104387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 잔여 수량</a:t>
            </a: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BD8D01A1-4442-75EA-BADD-A19632B05EE9}"/>
              </a:ext>
            </a:extLst>
          </p:cNvPr>
          <p:cNvCxnSpPr>
            <a:cxnSpLocks/>
          </p:cNvCxnSpPr>
          <p:nvPr/>
        </p:nvCxnSpPr>
        <p:spPr>
          <a:xfrm>
            <a:off x="3621907" y="1781032"/>
            <a:ext cx="243555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B76B381D-971E-E976-2436-06872B39BE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5574982"/>
              </p:ext>
            </p:extLst>
          </p:nvPr>
        </p:nvGraphicFramePr>
        <p:xfrm>
          <a:off x="3662048" y="1913718"/>
          <a:ext cx="2352086" cy="1965355"/>
        </p:xfrm>
        <a:graphic>
          <a:graphicData uri="http://schemas.openxmlformats.org/drawingml/2006/table">
            <a:tbl>
              <a:tblPr firstRow="1" bandRow="1">
                <a:tableStyleId>{9D7B26C5-4107-4FEC-AEDC-1716B250A1EF}</a:tableStyleId>
              </a:tblPr>
              <a:tblGrid>
                <a:gridCol w="1061307">
                  <a:extLst>
                    <a:ext uri="{9D8B030D-6E8A-4147-A177-3AD203B41FA5}">
                      <a16:colId xmlns:a16="http://schemas.microsoft.com/office/drawing/2014/main" val="1259411917"/>
                    </a:ext>
                  </a:extLst>
                </a:gridCol>
                <a:gridCol w="1290779">
                  <a:extLst>
                    <a:ext uri="{9D8B030D-6E8A-4147-A177-3AD203B41FA5}">
                      <a16:colId xmlns:a16="http://schemas.microsoft.com/office/drawing/2014/main" val="1288418010"/>
                    </a:ext>
                  </a:extLst>
                </a:gridCol>
              </a:tblGrid>
              <a:tr h="280765">
                <a:tc gridSpan="2"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2154936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상품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잔여 수량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9677896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빼빼로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1/10</a:t>
                      </a:r>
                      <a:endParaRPr lang="ko-KR" altLang="en-US" sz="8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5791620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초콜릿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1/10</a:t>
                      </a:r>
                      <a:endParaRPr lang="ko-KR" altLang="en-US" sz="8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2824745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리액션</a:t>
                      </a:r>
                      <a:endParaRPr lang="ko-KR" altLang="en-US" sz="8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1/10</a:t>
                      </a:r>
                      <a:endParaRPr lang="ko-KR" altLang="en-US" sz="8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6546815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꽝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1/10</a:t>
                      </a:r>
                      <a:endParaRPr lang="ko-KR" altLang="en-US" sz="8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5860236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 수량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 / 40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757880"/>
                  </a:ext>
                </a:extLst>
              </a:tr>
            </a:tbl>
          </a:graphicData>
        </a:graphic>
      </p:graphicFrame>
      <p:sp>
        <p:nvSpPr>
          <p:cNvPr id="97" name="Button">
            <a:extLst>
              <a:ext uri="{FF2B5EF4-FFF2-40B4-BE49-F238E27FC236}">
                <a16:creationId xmlns:a16="http://schemas.microsoft.com/office/drawing/2014/main" id="{CF3A3B2E-5879-0EDD-E077-3324900CC91B}"/>
              </a:ext>
            </a:extLst>
          </p:cNvPr>
          <p:cNvSpPr>
            <a:spLocks/>
          </p:cNvSpPr>
          <p:nvPr/>
        </p:nvSpPr>
        <p:spPr bwMode="auto">
          <a:xfrm>
            <a:off x="3721713" y="1942925"/>
            <a:ext cx="2255265" cy="2160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크리스마스 </a:t>
            </a:r>
            <a:r>
              <a:rPr lang="ko-KR" altLang="en-US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                                ▼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08" name="그룹 107">
            <a:extLst>
              <a:ext uri="{FF2B5EF4-FFF2-40B4-BE49-F238E27FC236}">
                <a16:creationId xmlns:a16="http://schemas.microsoft.com/office/drawing/2014/main" id="{CAC2952E-E8D9-F4B9-7F9F-77602730B045}"/>
              </a:ext>
            </a:extLst>
          </p:cNvPr>
          <p:cNvGrpSpPr/>
          <p:nvPr/>
        </p:nvGrpSpPr>
        <p:grpSpPr>
          <a:xfrm>
            <a:off x="5976034" y="2201519"/>
            <a:ext cx="19050" cy="1677554"/>
            <a:chOff x="7049058" y="1941302"/>
            <a:chExt cx="19050" cy="1677554"/>
          </a:xfrm>
        </p:grpSpPr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2E517E4-BD55-1D06-50BB-D37344558089}"/>
                </a:ext>
              </a:extLst>
            </p:cNvPr>
            <p:cNvCxnSpPr>
              <a:cxnSpLocks/>
            </p:cNvCxnSpPr>
            <p:nvPr/>
          </p:nvCxnSpPr>
          <p:spPr>
            <a:xfrm>
              <a:off x="7068108" y="1944130"/>
              <a:ext cx="0" cy="1674726"/>
            </a:xfrm>
            <a:prstGeom prst="line">
              <a:avLst/>
            </a:prstGeom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193A2AA-AF1D-68C0-D974-FEAC6793C17A}"/>
                </a:ext>
              </a:extLst>
            </p:cNvPr>
            <p:cNvCxnSpPr>
              <a:cxnSpLocks/>
            </p:cNvCxnSpPr>
            <p:nvPr/>
          </p:nvCxnSpPr>
          <p:spPr>
            <a:xfrm>
              <a:off x="7049058" y="1941302"/>
              <a:ext cx="0" cy="595473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776DD78D-77E2-6022-F4FB-C085C15E4F43}"/>
              </a:ext>
            </a:extLst>
          </p:cNvPr>
          <p:cNvSpPr txBox="1"/>
          <p:nvPr/>
        </p:nvSpPr>
        <p:spPr>
          <a:xfrm>
            <a:off x="5750215" y="1466886"/>
            <a:ext cx="325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100" dirty="0">
                <a:sym typeface="Webdings" panose="05030102010509060703" pitchFamily="18" charset="2"/>
              </a:rPr>
              <a:t></a:t>
            </a:r>
            <a:endParaRPr lang="ko-KR" altLang="en-US" sz="1100" dirty="0"/>
          </a:p>
        </p:txBody>
      </p:sp>
      <p:cxnSp>
        <p:nvCxnSpPr>
          <p:cNvPr id="115" name="연결선: 꺾임 114">
            <a:extLst>
              <a:ext uri="{FF2B5EF4-FFF2-40B4-BE49-F238E27FC236}">
                <a16:creationId xmlns:a16="http://schemas.microsoft.com/office/drawing/2014/main" id="{D0A7E753-40A9-5D23-8221-0E792232EE9A}"/>
              </a:ext>
            </a:extLst>
          </p:cNvPr>
          <p:cNvCxnSpPr>
            <a:cxnSpLocks/>
            <a:stCxn id="109" idx="0"/>
            <a:endCxn id="97" idx="3"/>
          </p:cNvCxnSpPr>
          <p:nvPr/>
        </p:nvCxnSpPr>
        <p:spPr>
          <a:xfrm rot="16200000" flipV="1">
            <a:off x="6542705" y="1485198"/>
            <a:ext cx="150594" cy="1282048"/>
          </a:xfrm>
          <a:prstGeom prst="bentConnector2">
            <a:avLst/>
          </a:prstGeom>
          <a:ln>
            <a:solidFill>
              <a:srgbClr val="FF0000"/>
            </a:solidFill>
            <a:prstDash val="dash"/>
            <a:headEnd type="triangl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4" name="그룹 123">
            <a:extLst>
              <a:ext uri="{FF2B5EF4-FFF2-40B4-BE49-F238E27FC236}">
                <a16:creationId xmlns:a16="http://schemas.microsoft.com/office/drawing/2014/main" id="{5D6B543B-53F8-F15E-E8B9-49174CBBAC88}"/>
              </a:ext>
            </a:extLst>
          </p:cNvPr>
          <p:cNvGrpSpPr/>
          <p:nvPr/>
        </p:nvGrpSpPr>
        <p:grpSpPr>
          <a:xfrm>
            <a:off x="547688" y="5773122"/>
            <a:ext cx="2507456" cy="413366"/>
            <a:chOff x="540805" y="6488673"/>
            <a:chExt cx="2486119" cy="413366"/>
          </a:xfrm>
        </p:grpSpPr>
        <p:sp>
          <p:nvSpPr>
            <p:cNvPr id="125" name="사각형: 둥근 모서리 124">
              <a:extLst>
                <a:ext uri="{FF2B5EF4-FFF2-40B4-BE49-F238E27FC236}">
                  <a16:creationId xmlns:a16="http://schemas.microsoft.com/office/drawing/2014/main" id="{322868EF-E1F4-FC07-9F68-F4364B74D270}"/>
                </a:ext>
              </a:extLst>
            </p:cNvPr>
            <p:cNvSpPr/>
            <p:nvPr/>
          </p:nvSpPr>
          <p:spPr bwMode="auto">
            <a:xfrm>
              <a:off x="540805" y="6488673"/>
              <a:ext cx="2486119" cy="413366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26" name="그룹 125">
              <a:extLst>
                <a:ext uri="{FF2B5EF4-FFF2-40B4-BE49-F238E27FC236}">
                  <a16:creationId xmlns:a16="http://schemas.microsoft.com/office/drawing/2014/main" id="{8ADF10D8-7444-D711-6738-2DFD5703E296}"/>
                </a:ext>
              </a:extLst>
            </p:cNvPr>
            <p:cNvGrpSpPr/>
            <p:nvPr/>
          </p:nvGrpSpPr>
          <p:grpSpPr>
            <a:xfrm>
              <a:off x="646069" y="6557675"/>
              <a:ext cx="2294019" cy="310182"/>
              <a:chOff x="646069" y="5802457"/>
              <a:chExt cx="2294019" cy="310182"/>
            </a:xfrm>
          </p:grpSpPr>
          <p:grpSp>
            <p:nvGrpSpPr>
              <p:cNvPr id="128" name="그룹 127">
                <a:extLst>
                  <a:ext uri="{FF2B5EF4-FFF2-40B4-BE49-F238E27FC236}">
                    <a16:creationId xmlns:a16="http://schemas.microsoft.com/office/drawing/2014/main" id="{E5B385A3-A453-10D7-DE4D-8DAE3EC12EEE}"/>
                  </a:ext>
                </a:extLst>
              </p:cNvPr>
              <p:cNvGrpSpPr/>
              <p:nvPr/>
            </p:nvGrpSpPr>
            <p:grpSpPr>
              <a:xfrm>
                <a:off x="646069" y="5802457"/>
                <a:ext cx="2294019" cy="310182"/>
                <a:chOff x="655595" y="5802457"/>
                <a:chExt cx="2294019" cy="310182"/>
              </a:xfrm>
            </p:grpSpPr>
            <p:sp>
              <p:nvSpPr>
                <p:cNvPr id="133" name="사각형: 둥근 모서리 132">
                  <a:extLst>
                    <a:ext uri="{FF2B5EF4-FFF2-40B4-BE49-F238E27FC236}">
                      <a16:creationId xmlns:a16="http://schemas.microsoft.com/office/drawing/2014/main" id="{7B8CE2AF-F06F-A7A4-FFC8-FEF1E768B118}"/>
                    </a:ext>
                  </a:extLst>
                </p:cNvPr>
                <p:cNvSpPr/>
                <p:nvPr/>
              </p:nvSpPr>
              <p:spPr>
                <a:xfrm>
                  <a:off x="655595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  <p:sp>
              <p:nvSpPr>
                <p:cNvPr id="137" name="사각형: 둥근 모서리 136">
                  <a:extLst>
                    <a:ext uri="{FF2B5EF4-FFF2-40B4-BE49-F238E27FC236}">
                      <a16:creationId xmlns:a16="http://schemas.microsoft.com/office/drawing/2014/main" id="{12FAE0F3-A662-7717-5A9F-7375669DA81A}"/>
                    </a:ext>
                  </a:extLst>
                </p:cNvPr>
                <p:cNvSpPr/>
                <p:nvPr/>
              </p:nvSpPr>
              <p:spPr>
                <a:xfrm>
                  <a:off x="1848143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</p:grpSp>
          <p:pic>
            <p:nvPicPr>
              <p:cNvPr id="129" name="그림 128">
                <a:extLst>
                  <a:ext uri="{FF2B5EF4-FFF2-40B4-BE49-F238E27FC236}">
                    <a16:creationId xmlns:a16="http://schemas.microsoft.com/office/drawing/2014/main" id="{74C4C6BD-E86E-9F69-AE32-158A8A1C85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biLevel thresh="50000"/>
              </a:blip>
              <a:stretch>
                <a:fillRect/>
              </a:stretch>
            </p:blipFill>
            <p:spPr>
              <a:xfrm>
                <a:off x="1108855" y="5880754"/>
                <a:ext cx="153589" cy="153589"/>
              </a:xfrm>
              <a:prstGeom prst="rect">
                <a:avLst/>
              </a:prstGeom>
            </p:spPr>
          </p:pic>
          <p:pic>
            <p:nvPicPr>
              <p:cNvPr id="130" name="그림 129">
                <a:extLst>
                  <a:ext uri="{FF2B5EF4-FFF2-40B4-BE49-F238E27FC236}">
                    <a16:creationId xmlns:a16="http://schemas.microsoft.com/office/drawing/2014/main" id="{407EB70B-1382-5F69-CF8E-421C7F912E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biLevel thresh="75000"/>
              </a:blip>
              <a:stretch>
                <a:fillRect/>
              </a:stretch>
            </p:blipFill>
            <p:spPr>
              <a:xfrm>
                <a:off x="2222354" y="5869660"/>
                <a:ext cx="175780" cy="175778"/>
              </a:xfrm>
              <a:prstGeom prst="rect">
                <a:avLst/>
              </a:prstGeom>
            </p:spPr>
          </p:pic>
          <p:pic>
            <p:nvPicPr>
              <p:cNvPr id="132" name="그림 131">
                <a:extLst>
                  <a:ext uri="{FF2B5EF4-FFF2-40B4-BE49-F238E27FC236}">
                    <a16:creationId xmlns:a16="http://schemas.microsoft.com/office/drawing/2014/main" id="{9D7C35F9-9328-04CE-9281-8579AC4064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biLevel thresh="75000"/>
              </a:blip>
              <a:stretch>
                <a:fillRect/>
              </a:stretch>
            </p:blipFill>
            <p:spPr>
              <a:xfrm>
                <a:off x="2444223" y="5868710"/>
                <a:ext cx="138036" cy="177676"/>
              </a:xfrm>
              <a:prstGeom prst="rect">
                <a:avLst/>
              </a:prstGeom>
            </p:spPr>
          </p:pic>
        </p:grpSp>
        <p:sp>
          <p:nvSpPr>
            <p:cNvPr id="127" name="타원 126">
              <a:extLst>
                <a:ext uri="{FF2B5EF4-FFF2-40B4-BE49-F238E27FC236}">
                  <a16:creationId xmlns:a16="http://schemas.microsoft.com/office/drawing/2014/main" id="{C23C876E-1E2D-3460-8395-CB95EB872A5A}"/>
                </a:ext>
              </a:extLst>
            </p:cNvPr>
            <p:cNvSpPr/>
            <p:nvPr/>
          </p:nvSpPr>
          <p:spPr>
            <a:xfrm>
              <a:off x="1305059" y="6590429"/>
              <a:ext cx="153854" cy="153854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23</a:t>
              </a:r>
              <a:endParaRPr lang="ko-KR" altLang="en-US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5E345A94-04DB-BB09-91A0-1A9400BAF8F0}"/>
              </a:ext>
            </a:extLst>
          </p:cNvPr>
          <p:cNvGrpSpPr/>
          <p:nvPr/>
        </p:nvGrpSpPr>
        <p:grpSpPr>
          <a:xfrm>
            <a:off x="581025" y="1742002"/>
            <a:ext cx="2447925" cy="174091"/>
            <a:chOff x="4030330" y="4982273"/>
            <a:chExt cx="2447925" cy="174091"/>
          </a:xfrm>
        </p:grpSpPr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C9DC34B9-EEFF-AD5A-2A53-6E03F077CE66}"/>
                </a:ext>
              </a:extLst>
            </p:cNvPr>
            <p:cNvSpPr/>
            <p:nvPr/>
          </p:nvSpPr>
          <p:spPr>
            <a:xfrm>
              <a:off x="4030330" y="4982273"/>
              <a:ext cx="2447925" cy="174091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  <a:sym typeface="Webdings" panose="05030102010509060703" pitchFamily="18" charset="2"/>
                </a:rPr>
                <a:t>     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[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이벤트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] 2025 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투네이션 어워드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…</a:t>
              </a:r>
              <a:endParaRPr kumimoji="1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9" name="그래픽 8">
              <a:extLst>
                <a:ext uri="{FF2B5EF4-FFF2-40B4-BE49-F238E27FC236}">
                  <a16:creationId xmlns:a16="http://schemas.microsoft.com/office/drawing/2014/main" id="{485B8159-4792-DF67-BF39-238A8FBC88BB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56529" y="4988794"/>
              <a:ext cx="159090" cy="159090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94415D88-62D7-3382-DA19-7791E9D041B2}"/>
              </a:ext>
            </a:extLst>
          </p:cNvPr>
          <p:cNvPicPr>
            <a:picLocks noChangeAspect="1"/>
          </p:cNvPicPr>
          <p:nvPr/>
        </p:nvPicPr>
        <p:blipFill>
          <a:blip r:embed="rId12">
            <a:biLevel thresh="75000"/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backgroundRemoval t="10000" b="90000" l="10000" r="90000">
                        <a14:foregroundMark x1="50000" y1="74000" x2="50000" y2="74000"/>
                      </a14:backgroundRemoval>
                    </a14:imgEffect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</a:extLst>
          </a:blip>
          <a:srcRect l="22466" t="21148" r="24851" b="19009"/>
          <a:stretch>
            <a:fillRect/>
          </a:stretch>
        </p:blipFill>
        <p:spPr>
          <a:xfrm>
            <a:off x="2583143" y="1502867"/>
            <a:ext cx="181812" cy="206522"/>
          </a:xfrm>
          <a:prstGeom prst="rect">
            <a:avLst/>
          </a:prstGeom>
        </p:spPr>
      </p:pic>
      <p:pic>
        <p:nvPicPr>
          <p:cNvPr id="10" name="그림 9">
            <a:extLst>
              <a:ext uri="{FF2B5EF4-FFF2-40B4-BE49-F238E27FC236}">
                <a16:creationId xmlns:a16="http://schemas.microsoft.com/office/drawing/2014/main" id="{165785E4-8C71-1244-F1FF-2D6EB0C71FD7}"/>
              </a:ext>
            </a:extLst>
          </p:cNvPr>
          <p:cNvPicPr>
            <a:picLocks noChangeAspect="1"/>
          </p:cNvPicPr>
          <p:nvPr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660760" y="1531122"/>
            <a:ext cx="338206" cy="138583"/>
          </a:xfrm>
          <a:prstGeom prst="rect">
            <a:avLst/>
          </a:prstGeom>
        </p:spPr>
      </p:pic>
      <p:pic>
        <p:nvPicPr>
          <p:cNvPr id="11" name="그림 10">
            <a:extLst>
              <a:ext uri="{FF2B5EF4-FFF2-40B4-BE49-F238E27FC236}">
                <a16:creationId xmlns:a16="http://schemas.microsoft.com/office/drawing/2014/main" id="{9B769355-8ACA-B686-0B54-0A603ACE13C5}"/>
              </a:ext>
            </a:extLst>
          </p:cNvPr>
          <p:cNvPicPr>
            <a:picLocks noChangeAspect="1"/>
          </p:cNvPicPr>
          <p:nvPr/>
        </p:nvPicPr>
        <p:blipFill>
          <a:blip r:embed="rId15">
            <a:biLevel thresh="75000"/>
            <a:extLst>
              <a:ext uri="{BEBA8EAE-BF5A-486C-A8C5-ECC9F3942E4B}">
                <a14:imgProps xmlns:a14="http://schemas.microsoft.com/office/drawing/2010/main">
                  <a14:imgLayer r:embed="rId16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805755" y="1507585"/>
            <a:ext cx="193901" cy="193903"/>
          </a:xfrm>
          <a:prstGeom prst="rect">
            <a:avLst/>
          </a:prstGeom>
        </p:spPr>
      </p:pic>
      <p:grpSp>
        <p:nvGrpSpPr>
          <p:cNvPr id="12" name="그룹 11">
            <a:extLst>
              <a:ext uri="{FF2B5EF4-FFF2-40B4-BE49-F238E27FC236}">
                <a16:creationId xmlns:a16="http://schemas.microsoft.com/office/drawing/2014/main" id="{382DB2B9-46F4-3E52-FA32-A970E2430350}"/>
              </a:ext>
            </a:extLst>
          </p:cNvPr>
          <p:cNvGrpSpPr/>
          <p:nvPr/>
        </p:nvGrpSpPr>
        <p:grpSpPr>
          <a:xfrm>
            <a:off x="2315580" y="1502001"/>
            <a:ext cx="194773" cy="194773"/>
            <a:chOff x="6601555" y="4882678"/>
            <a:chExt cx="216000" cy="216000"/>
          </a:xfrm>
        </p:grpSpPr>
        <p:sp>
          <p:nvSpPr>
            <p:cNvPr id="13" name="사각형: 둥근 모서리 12">
              <a:extLst>
                <a:ext uri="{FF2B5EF4-FFF2-40B4-BE49-F238E27FC236}">
                  <a16:creationId xmlns:a16="http://schemas.microsoft.com/office/drawing/2014/main" id="{76754949-500D-603A-53A9-5328097C5470}"/>
                </a:ext>
              </a:extLst>
            </p:cNvPr>
            <p:cNvSpPr/>
            <p:nvPr/>
          </p:nvSpPr>
          <p:spPr bwMode="auto">
            <a:xfrm>
              <a:off x="6601555" y="4882678"/>
              <a:ext cx="216000" cy="216000"/>
            </a:xfrm>
            <a:prstGeom prst="roundRect">
              <a:avLst/>
            </a:prstGeom>
            <a:solidFill>
              <a:sysClr val="windowText" lastClr="00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+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20" name="그림 19">
              <a:extLst>
                <a:ext uri="{FF2B5EF4-FFF2-40B4-BE49-F238E27FC236}">
                  <a16:creationId xmlns:a16="http://schemas.microsoft.com/office/drawing/2014/main" id="{5F55093F-16D7-55ED-D319-6A77C31FF58B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BEBA8EAE-BF5A-486C-A8C5-ECC9F3942E4B}">
                  <a14:imgProps xmlns:a14="http://schemas.microsoft.com/office/drawing/2010/main">
                    <a14:imgLayer r:embed="rId18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627165" y="4911088"/>
              <a:ext cx="164692" cy="16469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966746636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1197;p27">
            <a:extLst>
              <a:ext uri="{FF2B5EF4-FFF2-40B4-BE49-F238E27FC236}">
                <a16:creationId xmlns:a16="http://schemas.microsoft.com/office/drawing/2014/main" id="{FAC05451-72B5-D565-624F-0D25319F442F}"/>
              </a:ext>
            </a:extLst>
          </p:cNvPr>
          <p:cNvSpPr/>
          <p:nvPr/>
        </p:nvSpPr>
        <p:spPr>
          <a:xfrm>
            <a:off x="512116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" name="Google Shape;1197;p27">
            <a:extLst>
              <a:ext uri="{FF2B5EF4-FFF2-40B4-BE49-F238E27FC236}">
                <a16:creationId xmlns:a16="http://schemas.microsoft.com/office/drawing/2014/main" id="{C66591D8-845D-96F8-B607-3B5B57B6BCDD}"/>
              </a:ext>
            </a:extLst>
          </p:cNvPr>
          <p:cNvSpPr/>
          <p:nvPr/>
        </p:nvSpPr>
        <p:spPr>
          <a:xfrm>
            <a:off x="3542783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endParaRPr kumimoji="0" sz="856" b="1" kern="0" dirty="0">
              <a:solidFill>
                <a:prstClr val="white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8558A1AA-47CB-FF08-B355-76EBAC1D8C7F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검색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E4FB3CB2-68DF-87C1-EFC7-4F29B58BEE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모바일 웹 리모컨</a:t>
            </a:r>
            <a:r>
              <a:rPr lang="en-US" altLang="ko-KR" dirty="0"/>
              <a:t> &gt; </a:t>
            </a:r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검색</a:t>
            </a:r>
          </a:p>
        </p:txBody>
      </p:sp>
      <p:sp>
        <p:nvSpPr>
          <p:cNvPr id="14" name="Google Shape;1198;p27">
            <a:extLst>
              <a:ext uri="{FF2B5EF4-FFF2-40B4-BE49-F238E27FC236}">
                <a16:creationId xmlns:a16="http://schemas.microsoft.com/office/drawing/2014/main" id="{53D0D4E3-F0BF-F44A-E36E-0BB181C2A36C}"/>
              </a:ext>
            </a:extLst>
          </p:cNvPr>
          <p:cNvSpPr/>
          <p:nvPr/>
        </p:nvSpPr>
        <p:spPr>
          <a:xfrm>
            <a:off x="567170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D2495F10-EAD1-5E4B-9431-FFCF1E9C44DC}"/>
              </a:ext>
            </a:extLst>
          </p:cNvPr>
          <p:cNvSpPr txBox="1"/>
          <p:nvPr/>
        </p:nvSpPr>
        <p:spPr>
          <a:xfrm>
            <a:off x="571257" y="1950702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88FA927-E252-2A7B-BBE9-803941753DBF}"/>
              </a:ext>
            </a:extLst>
          </p:cNvPr>
          <p:cNvSpPr txBox="1"/>
          <p:nvPr/>
        </p:nvSpPr>
        <p:spPr>
          <a:xfrm>
            <a:off x="1847717" y="1950702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FCF7A50-F088-EF6F-A5CE-070B9413B9E8}"/>
              </a:ext>
            </a:extLst>
          </p:cNvPr>
          <p:cNvSpPr txBox="1"/>
          <p:nvPr/>
        </p:nvSpPr>
        <p:spPr>
          <a:xfrm>
            <a:off x="1353186" y="1950702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73E78CA-2537-B705-4127-EFE3D5F7480F}"/>
              </a:ext>
            </a:extLst>
          </p:cNvPr>
          <p:cNvSpPr/>
          <p:nvPr/>
        </p:nvSpPr>
        <p:spPr>
          <a:xfrm>
            <a:off x="600348" y="2222693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D3492617-EB2F-3321-16DA-BD729C91276E}"/>
              </a:ext>
            </a:extLst>
          </p:cNvPr>
          <p:cNvCxnSpPr>
            <a:cxnSpLocks/>
          </p:cNvCxnSpPr>
          <p:nvPr/>
        </p:nvCxnSpPr>
        <p:spPr>
          <a:xfrm>
            <a:off x="1897821" y="2215226"/>
            <a:ext cx="324036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D970FAB7-BAEC-372D-9E48-86CAF301452A}"/>
              </a:ext>
            </a:extLst>
          </p:cNvPr>
          <p:cNvSpPr/>
          <p:nvPr/>
        </p:nvSpPr>
        <p:spPr>
          <a:xfrm>
            <a:off x="600733" y="2455010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2F7A7A1-C973-FDAA-8568-08C15BC1DDFC}"/>
              </a:ext>
            </a:extLst>
          </p:cNvPr>
          <p:cNvSpPr txBox="1"/>
          <p:nvPr/>
        </p:nvSpPr>
        <p:spPr>
          <a:xfrm>
            <a:off x="930256" y="248129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3DE88EB6-BFD8-2CD1-20FB-92FBF3B9325A}"/>
              </a:ext>
            </a:extLst>
          </p:cNvPr>
          <p:cNvSpPr txBox="1"/>
          <p:nvPr/>
        </p:nvSpPr>
        <p:spPr>
          <a:xfrm>
            <a:off x="931025" y="2848760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8F33CB7-EA1D-89DB-F2DD-EA2F5E405550}"/>
              </a:ext>
            </a:extLst>
          </p:cNvPr>
          <p:cNvSpPr txBox="1"/>
          <p:nvPr/>
        </p:nvSpPr>
        <p:spPr>
          <a:xfrm>
            <a:off x="2563094" y="2572264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A1DDE79-CE76-E01E-6892-A773907C6050}"/>
              </a:ext>
            </a:extLst>
          </p:cNvPr>
          <p:cNvSpPr txBox="1"/>
          <p:nvPr/>
        </p:nvSpPr>
        <p:spPr>
          <a:xfrm>
            <a:off x="2675620" y="2886806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30" name="그림 29">
            <a:extLst>
              <a:ext uri="{FF2B5EF4-FFF2-40B4-BE49-F238E27FC236}">
                <a16:creationId xmlns:a16="http://schemas.microsoft.com/office/drawing/2014/main" id="{4D65E323-C36B-1865-4A6A-9D82D9F546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2585188"/>
            <a:ext cx="268247" cy="268247"/>
          </a:xfrm>
          <a:prstGeom prst="rect">
            <a:avLst/>
          </a:prstGeom>
        </p:spPr>
      </p:pic>
      <p:sp>
        <p:nvSpPr>
          <p:cNvPr id="31" name="직사각형 30">
            <a:extLst>
              <a:ext uri="{FF2B5EF4-FFF2-40B4-BE49-F238E27FC236}">
                <a16:creationId xmlns:a16="http://schemas.microsoft.com/office/drawing/2014/main" id="{FA46E5F8-25DB-103F-2B4D-DA70899888A4}"/>
              </a:ext>
            </a:extLst>
          </p:cNvPr>
          <p:cNvSpPr/>
          <p:nvPr/>
        </p:nvSpPr>
        <p:spPr>
          <a:xfrm>
            <a:off x="729512" y="2973787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14E9E7ED-2925-188B-5224-2013E4FE5D85}"/>
              </a:ext>
            </a:extLst>
          </p:cNvPr>
          <p:cNvSpPr/>
          <p:nvPr/>
        </p:nvSpPr>
        <p:spPr>
          <a:xfrm>
            <a:off x="600733" y="3202139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218F850D-68B7-35CB-1976-3306DF6653EF}"/>
              </a:ext>
            </a:extLst>
          </p:cNvPr>
          <p:cNvSpPr txBox="1"/>
          <p:nvPr/>
        </p:nvSpPr>
        <p:spPr>
          <a:xfrm>
            <a:off x="930256" y="3228427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E4125546-1A8E-20CC-51F4-927C55A7EF68}"/>
              </a:ext>
            </a:extLst>
          </p:cNvPr>
          <p:cNvSpPr txBox="1"/>
          <p:nvPr/>
        </p:nvSpPr>
        <p:spPr>
          <a:xfrm>
            <a:off x="931025" y="3595889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29D0D57F-AD7D-ECD3-9952-569C911686E1}"/>
              </a:ext>
            </a:extLst>
          </p:cNvPr>
          <p:cNvSpPr txBox="1"/>
          <p:nvPr/>
        </p:nvSpPr>
        <p:spPr>
          <a:xfrm>
            <a:off x="2563094" y="3319393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CC34BC6-EC60-92A2-0464-8275CF38B42B}"/>
              </a:ext>
            </a:extLst>
          </p:cNvPr>
          <p:cNvSpPr txBox="1"/>
          <p:nvPr/>
        </p:nvSpPr>
        <p:spPr>
          <a:xfrm>
            <a:off x="2675620" y="3633935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38" name="그림 37">
            <a:extLst>
              <a:ext uri="{FF2B5EF4-FFF2-40B4-BE49-F238E27FC236}">
                <a16:creationId xmlns:a16="http://schemas.microsoft.com/office/drawing/2014/main" id="{9E6E3B1F-8316-2589-9B99-4C49CCBE449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3332317"/>
            <a:ext cx="268247" cy="268247"/>
          </a:xfrm>
          <a:prstGeom prst="rect">
            <a:avLst/>
          </a:prstGeom>
        </p:spPr>
      </p:pic>
      <p:sp>
        <p:nvSpPr>
          <p:cNvPr id="39" name="직사각형 38">
            <a:extLst>
              <a:ext uri="{FF2B5EF4-FFF2-40B4-BE49-F238E27FC236}">
                <a16:creationId xmlns:a16="http://schemas.microsoft.com/office/drawing/2014/main" id="{65A28AD0-8FC8-DB39-1AE9-5963A6C16E01}"/>
              </a:ext>
            </a:extLst>
          </p:cNvPr>
          <p:cNvSpPr/>
          <p:nvPr/>
        </p:nvSpPr>
        <p:spPr>
          <a:xfrm>
            <a:off x="729512" y="3720916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4AB59E3E-D4D7-0D4F-03FF-931AF305A6F2}"/>
              </a:ext>
            </a:extLst>
          </p:cNvPr>
          <p:cNvSpPr/>
          <p:nvPr/>
        </p:nvSpPr>
        <p:spPr>
          <a:xfrm>
            <a:off x="600733" y="3959931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C093CDD-2644-DF4B-94CC-856E4E66DC6A}"/>
              </a:ext>
            </a:extLst>
          </p:cNvPr>
          <p:cNvSpPr txBox="1"/>
          <p:nvPr/>
        </p:nvSpPr>
        <p:spPr>
          <a:xfrm>
            <a:off x="930256" y="3986219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6635965-5671-C2D6-EA61-A94EB45C02CF}"/>
              </a:ext>
            </a:extLst>
          </p:cNvPr>
          <p:cNvSpPr txBox="1"/>
          <p:nvPr/>
        </p:nvSpPr>
        <p:spPr>
          <a:xfrm>
            <a:off x="931025" y="4353681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4AA5BA87-F755-8C17-CF51-B877C802EE38}"/>
              </a:ext>
            </a:extLst>
          </p:cNvPr>
          <p:cNvSpPr txBox="1"/>
          <p:nvPr/>
        </p:nvSpPr>
        <p:spPr>
          <a:xfrm>
            <a:off x="2563094" y="4077185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06B14D8F-2AFC-6D1B-2C27-2435DD073903}"/>
              </a:ext>
            </a:extLst>
          </p:cNvPr>
          <p:cNvSpPr txBox="1"/>
          <p:nvPr/>
        </p:nvSpPr>
        <p:spPr>
          <a:xfrm>
            <a:off x="2675620" y="4391727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6" name="그림 45">
            <a:extLst>
              <a:ext uri="{FF2B5EF4-FFF2-40B4-BE49-F238E27FC236}">
                <a16:creationId xmlns:a16="http://schemas.microsoft.com/office/drawing/2014/main" id="{C3B8698F-F46A-AD6A-36F7-CA5D2DD252B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4090109"/>
            <a:ext cx="268247" cy="268247"/>
          </a:xfrm>
          <a:prstGeom prst="rect">
            <a:avLst/>
          </a:prstGeom>
        </p:spPr>
      </p:pic>
      <p:sp>
        <p:nvSpPr>
          <p:cNvPr id="47" name="직사각형 46">
            <a:extLst>
              <a:ext uri="{FF2B5EF4-FFF2-40B4-BE49-F238E27FC236}">
                <a16:creationId xmlns:a16="http://schemas.microsoft.com/office/drawing/2014/main" id="{4ECA0329-F273-03F3-A575-8FE94F50F310}"/>
              </a:ext>
            </a:extLst>
          </p:cNvPr>
          <p:cNvSpPr/>
          <p:nvPr/>
        </p:nvSpPr>
        <p:spPr>
          <a:xfrm>
            <a:off x="729512" y="4478708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896C7AFB-6A86-3DD6-9757-E6BA87EFD3AE}"/>
              </a:ext>
            </a:extLst>
          </p:cNvPr>
          <p:cNvSpPr/>
          <p:nvPr/>
        </p:nvSpPr>
        <p:spPr>
          <a:xfrm>
            <a:off x="600733" y="4707060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5D388DBB-2C3C-8509-5D40-F5C99980D15C}"/>
              </a:ext>
            </a:extLst>
          </p:cNvPr>
          <p:cNvSpPr txBox="1"/>
          <p:nvPr/>
        </p:nvSpPr>
        <p:spPr>
          <a:xfrm>
            <a:off x="930256" y="473334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6696B57A-3091-C739-FD0A-227DE77A8F80}"/>
              </a:ext>
            </a:extLst>
          </p:cNvPr>
          <p:cNvSpPr txBox="1"/>
          <p:nvPr/>
        </p:nvSpPr>
        <p:spPr>
          <a:xfrm>
            <a:off x="931025" y="5100810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55974BFC-C1ED-2ACD-E3A9-1AC04EF69296}"/>
              </a:ext>
            </a:extLst>
          </p:cNvPr>
          <p:cNvSpPr txBox="1"/>
          <p:nvPr/>
        </p:nvSpPr>
        <p:spPr>
          <a:xfrm>
            <a:off x="2563094" y="4824314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B8682DC5-F92F-C48A-59C0-B8F125307023}"/>
              </a:ext>
            </a:extLst>
          </p:cNvPr>
          <p:cNvSpPr txBox="1"/>
          <p:nvPr/>
        </p:nvSpPr>
        <p:spPr>
          <a:xfrm>
            <a:off x="2675620" y="5138856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54" name="그림 53">
            <a:extLst>
              <a:ext uri="{FF2B5EF4-FFF2-40B4-BE49-F238E27FC236}">
                <a16:creationId xmlns:a16="http://schemas.microsoft.com/office/drawing/2014/main" id="{AECD5FA8-1B37-F600-303E-F8A0B23826E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4837238"/>
            <a:ext cx="268247" cy="268247"/>
          </a:xfrm>
          <a:prstGeom prst="rect">
            <a:avLst/>
          </a:prstGeom>
        </p:spPr>
      </p:pic>
      <p:sp>
        <p:nvSpPr>
          <p:cNvPr id="55" name="직사각형 54">
            <a:extLst>
              <a:ext uri="{FF2B5EF4-FFF2-40B4-BE49-F238E27FC236}">
                <a16:creationId xmlns:a16="http://schemas.microsoft.com/office/drawing/2014/main" id="{8267707B-AAEB-EB76-896F-36B3538643D0}"/>
              </a:ext>
            </a:extLst>
          </p:cNvPr>
          <p:cNvSpPr/>
          <p:nvPr/>
        </p:nvSpPr>
        <p:spPr>
          <a:xfrm>
            <a:off x="729512" y="5225837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C92B9827-C1E2-B89A-956A-D68BD7614033}"/>
              </a:ext>
            </a:extLst>
          </p:cNvPr>
          <p:cNvSpPr/>
          <p:nvPr/>
        </p:nvSpPr>
        <p:spPr>
          <a:xfrm>
            <a:off x="600733" y="5455583"/>
            <a:ext cx="2417540" cy="629522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3FDC4C43-0B35-7B61-64F8-5B1374B238CA}"/>
              </a:ext>
            </a:extLst>
          </p:cNvPr>
          <p:cNvSpPr txBox="1"/>
          <p:nvPr/>
        </p:nvSpPr>
        <p:spPr>
          <a:xfrm>
            <a:off x="930256" y="5481871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ABDBFF10-282A-6BD9-6555-DCFD8C8DE653}"/>
              </a:ext>
            </a:extLst>
          </p:cNvPr>
          <p:cNvSpPr txBox="1"/>
          <p:nvPr/>
        </p:nvSpPr>
        <p:spPr>
          <a:xfrm>
            <a:off x="931025" y="5849333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C5CA0CA6-3291-0E91-21F2-4A11B3D30287}"/>
              </a:ext>
            </a:extLst>
          </p:cNvPr>
          <p:cNvSpPr txBox="1"/>
          <p:nvPr/>
        </p:nvSpPr>
        <p:spPr>
          <a:xfrm>
            <a:off x="2563094" y="5572837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894E9F07-F5B5-0E3F-D6F2-AA03686E2DF0}"/>
              </a:ext>
            </a:extLst>
          </p:cNvPr>
          <p:cNvSpPr txBox="1"/>
          <p:nvPr/>
        </p:nvSpPr>
        <p:spPr>
          <a:xfrm>
            <a:off x="2574203" y="5887379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61" name="그래픽 60">
            <a:extLst>
              <a:ext uri="{FF2B5EF4-FFF2-40B4-BE49-F238E27FC236}">
                <a16:creationId xmlns:a16="http://schemas.microsoft.com/office/drawing/2014/main" id="{C6257F7E-3D25-4283-A26E-45A2C29BC1C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790227" y="5889797"/>
            <a:ext cx="228600" cy="228600"/>
          </a:xfrm>
          <a:prstGeom prst="rect">
            <a:avLst/>
          </a:prstGeom>
        </p:spPr>
      </p:pic>
      <p:pic>
        <p:nvPicPr>
          <p:cNvPr id="62" name="그림 61">
            <a:extLst>
              <a:ext uri="{FF2B5EF4-FFF2-40B4-BE49-F238E27FC236}">
                <a16:creationId xmlns:a16="http://schemas.microsoft.com/office/drawing/2014/main" id="{FE19887A-1556-6C9D-DC3F-E0A8AD7709E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227" y="5585761"/>
            <a:ext cx="268247" cy="268247"/>
          </a:xfrm>
          <a:prstGeom prst="rect">
            <a:avLst/>
          </a:prstGeom>
        </p:spPr>
      </p:pic>
      <p:sp>
        <p:nvSpPr>
          <p:cNvPr id="63" name="직사각형 62">
            <a:extLst>
              <a:ext uri="{FF2B5EF4-FFF2-40B4-BE49-F238E27FC236}">
                <a16:creationId xmlns:a16="http://schemas.microsoft.com/office/drawing/2014/main" id="{A3BD4C98-294D-1A9F-00E8-962313BF1C66}"/>
              </a:ext>
            </a:extLst>
          </p:cNvPr>
          <p:cNvSpPr/>
          <p:nvPr/>
        </p:nvSpPr>
        <p:spPr>
          <a:xfrm>
            <a:off x="729512" y="5974360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tx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pic>
        <p:nvPicPr>
          <p:cNvPr id="72" name="그림 71">
            <a:extLst>
              <a:ext uri="{FF2B5EF4-FFF2-40B4-BE49-F238E27FC236}">
                <a16:creationId xmlns:a16="http://schemas.microsoft.com/office/drawing/2014/main" id="{A83C8F93-7187-3429-17D4-E0D33CA1D85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10247" y="2249705"/>
            <a:ext cx="187790" cy="192370"/>
          </a:xfrm>
          <a:prstGeom prst="rect">
            <a:avLst/>
          </a:prstGeom>
        </p:spPr>
      </p:pic>
      <p:pic>
        <p:nvPicPr>
          <p:cNvPr id="73" name="그림 72">
            <a:extLst>
              <a:ext uri="{FF2B5EF4-FFF2-40B4-BE49-F238E27FC236}">
                <a16:creationId xmlns:a16="http://schemas.microsoft.com/office/drawing/2014/main" id="{48B0A3B2-AC42-99E3-C629-C4D911D8FA5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85840" y="2256684"/>
            <a:ext cx="704494" cy="178413"/>
          </a:xfrm>
          <a:prstGeom prst="rect">
            <a:avLst/>
          </a:prstGeom>
        </p:spPr>
      </p:pic>
      <p:sp>
        <p:nvSpPr>
          <p:cNvPr id="84" name="Google Shape;1198;p27">
            <a:extLst>
              <a:ext uri="{FF2B5EF4-FFF2-40B4-BE49-F238E27FC236}">
                <a16:creationId xmlns:a16="http://schemas.microsoft.com/office/drawing/2014/main" id="{3468A607-43DF-3DBA-DA93-892D06361518}"/>
              </a:ext>
            </a:extLst>
          </p:cNvPr>
          <p:cNvSpPr/>
          <p:nvPr/>
        </p:nvSpPr>
        <p:spPr>
          <a:xfrm>
            <a:off x="3597837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" name="Button">
            <a:extLst>
              <a:ext uri="{FF2B5EF4-FFF2-40B4-BE49-F238E27FC236}">
                <a16:creationId xmlns:a16="http://schemas.microsoft.com/office/drawing/2014/main" id="{8945CCAA-0675-0091-5CB5-FDE3FA4A5339}"/>
              </a:ext>
            </a:extLst>
          </p:cNvPr>
          <p:cNvSpPr>
            <a:spLocks/>
          </p:cNvSpPr>
          <p:nvPr/>
        </p:nvSpPr>
        <p:spPr bwMode="auto">
          <a:xfrm>
            <a:off x="3976527" y="1528185"/>
            <a:ext cx="1692188" cy="22765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Ins="3600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   뽑기 검색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57" name="Picture 6" descr="필터 - 무료 ui개 아이콘">
            <a:extLst>
              <a:ext uri="{FF2B5EF4-FFF2-40B4-BE49-F238E27FC236}">
                <a16:creationId xmlns:a16="http://schemas.microsoft.com/office/drawing/2014/main" id="{E2F5AEF2-AC24-7CA8-EC34-32F2E18677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07968" y="1558186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8" name="TextBox 157">
            <a:extLst>
              <a:ext uri="{FF2B5EF4-FFF2-40B4-BE49-F238E27FC236}">
                <a16:creationId xmlns:a16="http://schemas.microsoft.com/office/drawing/2014/main" id="{00708250-7192-6030-DEB1-5C3613A307B6}"/>
              </a:ext>
            </a:extLst>
          </p:cNvPr>
          <p:cNvSpPr txBox="1"/>
          <p:nvPr/>
        </p:nvSpPr>
        <p:spPr>
          <a:xfrm>
            <a:off x="3582518" y="1511206"/>
            <a:ext cx="325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100" dirty="0">
                <a:sym typeface="Webdings" panose="05030102010509060703" pitchFamily="18" charset="2"/>
              </a:rPr>
              <a:t></a:t>
            </a:r>
            <a:endParaRPr lang="ko-KR" altLang="en-US" sz="1100" dirty="0"/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430B964-BAAD-6B12-3E92-0BE635902F93}"/>
              </a:ext>
            </a:extLst>
          </p:cNvPr>
          <p:cNvSpPr txBox="1"/>
          <p:nvPr/>
        </p:nvSpPr>
        <p:spPr>
          <a:xfrm>
            <a:off x="3621250" y="2849484"/>
            <a:ext cx="2402742" cy="173053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뽑기 검색 입니다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상세한 검색은 </a:t>
            </a:r>
            <a:r>
              <a:rPr kumimoji="1" lang="ko-KR" altLang="en-US" sz="800" b="0" i="0" u="sng" strike="noStrike" kern="1200" cap="none" spc="0" normalizeH="0" baseline="0" noProof="0" dirty="0">
                <a:ln>
                  <a:noFill/>
                </a:ln>
                <a:solidFill>
                  <a:srgbClr val="1A73E8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검색 옵션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을 사용해 보세요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202124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202124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202124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202124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일치하는 결과가 없습니다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뽑기 이름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기간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금액 등의 </a:t>
            </a:r>
            <a:r>
              <a:rPr kumimoji="1" lang="ko-KR" altLang="en-US" sz="800" b="0" i="0" u="sng" strike="noStrike" kern="1200" cap="none" spc="0" normalizeH="0" baseline="0" noProof="0" dirty="0">
                <a:ln>
                  <a:noFill/>
                </a:ln>
                <a:solidFill>
                  <a:srgbClr val="1A73E8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검색 옵션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을 사용해 보세요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86" name="Group 323">
            <a:extLst>
              <a:ext uri="{FF2B5EF4-FFF2-40B4-BE49-F238E27FC236}">
                <a16:creationId xmlns:a16="http://schemas.microsoft.com/office/drawing/2014/main" id="{21C0B020-7A2D-0380-E9AE-BA078F39D5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3201102"/>
              </p:ext>
            </p:extLst>
          </p:nvPr>
        </p:nvGraphicFramePr>
        <p:xfrm>
          <a:off x="9625013" y="575703"/>
          <a:ext cx="2519969" cy="847344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 버튼 클릭 시 검색 페이지 오픈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1-1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닫기 버튼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클릭 시 검색 페이지 닫히고 기존 화면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7" name="타원 86">
            <a:extLst>
              <a:ext uri="{FF2B5EF4-FFF2-40B4-BE49-F238E27FC236}">
                <a16:creationId xmlns:a16="http://schemas.microsoft.com/office/drawing/2014/main" id="{68B86FA9-CE86-6CAF-389B-C2D1F2144C09}"/>
              </a:ext>
            </a:extLst>
          </p:cNvPr>
          <p:cNvSpPr/>
          <p:nvPr/>
        </p:nvSpPr>
        <p:spPr>
          <a:xfrm>
            <a:off x="2752542" y="2064900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0" name="타원 109">
            <a:extLst>
              <a:ext uri="{FF2B5EF4-FFF2-40B4-BE49-F238E27FC236}">
                <a16:creationId xmlns:a16="http://schemas.microsoft.com/office/drawing/2014/main" id="{5395701B-E7F8-7EED-B603-18060395F401}"/>
              </a:ext>
            </a:extLst>
          </p:cNvPr>
          <p:cNvSpPr/>
          <p:nvPr/>
        </p:nvSpPr>
        <p:spPr>
          <a:xfrm>
            <a:off x="3659215" y="1422286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wrap="none"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en-US" altLang="ko-KR" sz="7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-1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6" name="Button">
            <a:extLst>
              <a:ext uri="{FF2B5EF4-FFF2-40B4-BE49-F238E27FC236}">
                <a16:creationId xmlns:a16="http://schemas.microsoft.com/office/drawing/2014/main" id="{D821D946-DC8B-F055-2A9F-E64EF49227CB}"/>
              </a:ext>
            </a:extLst>
          </p:cNvPr>
          <p:cNvSpPr>
            <a:spLocks/>
          </p:cNvSpPr>
          <p:nvPr/>
        </p:nvSpPr>
        <p:spPr bwMode="auto">
          <a:xfrm>
            <a:off x="3976527" y="868315"/>
            <a:ext cx="1692188" cy="22765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Ins="3600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   </a:t>
            </a:r>
            <a:r>
              <a:rPr lang="en-US" altLang="ko-KR" sz="9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1,000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8" name="사각형: 둥근 모서리 117">
            <a:extLst>
              <a:ext uri="{FF2B5EF4-FFF2-40B4-BE49-F238E27FC236}">
                <a16:creationId xmlns:a16="http://schemas.microsoft.com/office/drawing/2014/main" id="{B8614925-0A06-FBB1-60DF-10FF979339FB}"/>
              </a:ext>
            </a:extLst>
          </p:cNvPr>
          <p:cNvSpPr/>
          <p:nvPr/>
        </p:nvSpPr>
        <p:spPr>
          <a:xfrm>
            <a:off x="5416590" y="868593"/>
            <a:ext cx="273052" cy="227652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chemeClr val="tx1"/>
                </a:solidFill>
                <a:sym typeface="Webdings" panose="05030102010509060703" pitchFamily="18" charset="2"/>
              </a:rPr>
              <a:t></a:t>
            </a:r>
            <a:endParaRPr lang="ko-KR" altLang="en-US" dirty="0">
              <a:solidFill>
                <a:schemeClr val="tx1"/>
              </a:solidFill>
            </a:endParaRPr>
          </a:p>
        </p:txBody>
      </p:sp>
      <p:pic>
        <p:nvPicPr>
          <p:cNvPr id="119" name="그래픽 118">
            <a:extLst>
              <a:ext uri="{FF2B5EF4-FFF2-40B4-BE49-F238E27FC236}">
                <a16:creationId xmlns:a16="http://schemas.microsoft.com/office/drawing/2014/main" id="{EBC2A044-53E9-1EC1-9594-D64AB07DAE9D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4036152" y="903724"/>
            <a:ext cx="160822" cy="160822"/>
          </a:xfrm>
          <a:prstGeom prst="rect">
            <a:avLst/>
          </a:prstGeom>
        </p:spPr>
      </p:pic>
      <p:pic>
        <p:nvPicPr>
          <p:cNvPr id="120" name="그래픽 119">
            <a:extLst>
              <a:ext uri="{FF2B5EF4-FFF2-40B4-BE49-F238E27FC236}">
                <a16:creationId xmlns:a16="http://schemas.microsoft.com/office/drawing/2014/main" id="{5AB723B1-DD88-1CB2-D115-599AB59CFCD8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4036152" y="1559052"/>
            <a:ext cx="160822" cy="160822"/>
          </a:xfrm>
          <a:prstGeom prst="rect">
            <a:avLst/>
          </a:prstGeom>
        </p:spPr>
      </p:pic>
      <p:grpSp>
        <p:nvGrpSpPr>
          <p:cNvPr id="45" name="그룹 44">
            <a:extLst>
              <a:ext uri="{FF2B5EF4-FFF2-40B4-BE49-F238E27FC236}">
                <a16:creationId xmlns:a16="http://schemas.microsoft.com/office/drawing/2014/main" id="{B5838BAE-45FF-3053-1DC9-9963C3507B9E}"/>
              </a:ext>
            </a:extLst>
          </p:cNvPr>
          <p:cNvGrpSpPr/>
          <p:nvPr/>
        </p:nvGrpSpPr>
        <p:grpSpPr>
          <a:xfrm>
            <a:off x="547688" y="5773122"/>
            <a:ext cx="2507456" cy="413366"/>
            <a:chOff x="540805" y="6488673"/>
            <a:chExt cx="2486119" cy="413366"/>
          </a:xfrm>
        </p:grpSpPr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D8DBAD63-9D54-A09B-512A-4CE3D2513E9E}"/>
                </a:ext>
              </a:extLst>
            </p:cNvPr>
            <p:cNvSpPr/>
            <p:nvPr/>
          </p:nvSpPr>
          <p:spPr bwMode="auto">
            <a:xfrm>
              <a:off x="540805" y="6488673"/>
              <a:ext cx="2486119" cy="413366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85" name="그룹 84">
              <a:extLst>
                <a:ext uri="{FF2B5EF4-FFF2-40B4-BE49-F238E27FC236}">
                  <a16:creationId xmlns:a16="http://schemas.microsoft.com/office/drawing/2014/main" id="{CF80E48D-B351-8A5F-C4C7-3CB69939B6AC}"/>
                </a:ext>
              </a:extLst>
            </p:cNvPr>
            <p:cNvGrpSpPr/>
            <p:nvPr/>
          </p:nvGrpSpPr>
          <p:grpSpPr>
            <a:xfrm>
              <a:off x="646069" y="6557675"/>
              <a:ext cx="2294019" cy="310182"/>
              <a:chOff x="646069" y="5802457"/>
              <a:chExt cx="2294019" cy="310182"/>
            </a:xfrm>
          </p:grpSpPr>
          <p:grpSp>
            <p:nvGrpSpPr>
              <p:cNvPr id="104" name="그룹 103">
                <a:extLst>
                  <a:ext uri="{FF2B5EF4-FFF2-40B4-BE49-F238E27FC236}">
                    <a16:creationId xmlns:a16="http://schemas.microsoft.com/office/drawing/2014/main" id="{2B714A6D-C0FE-D89F-8503-A151B750B83F}"/>
                  </a:ext>
                </a:extLst>
              </p:cNvPr>
              <p:cNvGrpSpPr/>
              <p:nvPr/>
            </p:nvGrpSpPr>
            <p:grpSpPr>
              <a:xfrm>
                <a:off x="646069" y="5802457"/>
                <a:ext cx="2294019" cy="310182"/>
                <a:chOff x="655595" y="5802457"/>
                <a:chExt cx="2294019" cy="310182"/>
              </a:xfrm>
            </p:grpSpPr>
            <p:sp>
              <p:nvSpPr>
                <p:cNvPr id="109" name="사각형: 둥근 모서리 108">
                  <a:extLst>
                    <a:ext uri="{FF2B5EF4-FFF2-40B4-BE49-F238E27FC236}">
                      <a16:creationId xmlns:a16="http://schemas.microsoft.com/office/drawing/2014/main" id="{1EC03E60-DB00-D4B2-CA6D-24FBE4F36D6E}"/>
                    </a:ext>
                  </a:extLst>
                </p:cNvPr>
                <p:cNvSpPr/>
                <p:nvPr/>
              </p:nvSpPr>
              <p:spPr>
                <a:xfrm>
                  <a:off x="655595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  <p:sp>
              <p:nvSpPr>
                <p:cNvPr id="111" name="사각형: 둥근 모서리 110">
                  <a:extLst>
                    <a:ext uri="{FF2B5EF4-FFF2-40B4-BE49-F238E27FC236}">
                      <a16:creationId xmlns:a16="http://schemas.microsoft.com/office/drawing/2014/main" id="{D97FFF81-998F-D92C-FDF3-0863AB9218D6}"/>
                    </a:ext>
                  </a:extLst>
                </p:cNvPr>
                <p:cNvSpPr/>
                <p:nvPr/>
              </p:nvSpPr>
              <p:spPr>
                <a:xfrm>
                  <a:off x="1848143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</p:grpSp>
          <p:pic>
            <p:nvPicPr>
              <p:cNvPr id="105" name="그림 104">
                <a:extLst>
                  <a:ext uri="{FF2B5EF4-FFF2-40B4-BE49-F238E27FC236}">
                    <a16:creationId xmlns:a16="http://schemas.microsoft.com/office/drawing/2014/main" id="{FA02DF80-5F21-84B6-EBB6-BD148F8A88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biLevel thresh="50000"/>
              </a:blip>
              <a:stretch>
                <a:fillRect/>
              </a:stretch>
            </p:blipFill>
            <p:spPr>
              <a:xfrm>
                <a:off x="1108855" y="5880754"/>
                <a:ext cx="153589" cy="153589"/>
              </a:xfrm>
              <a:prstGeom prst="rect">
                <a:avLst/>
              </a:prstGeom>
            </p:spPr>
          </p:pic>
          <p:pic>
            <p:nvPicPr>
              <p:cNvPr id="107" name="그림 106">
                <a:extLst>
                  <a:ext uri="{FF2B5EF4-FFF2-40B4-BE49-F238E27FC236}">
                    <a16:creationId xmlns:a16="http://schemas.microsoft.com/office/drawing/2014/main" id="{65D4748C-3ACB-1C68-CC2E-556437F1E4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biLevel thresh="75000"/>
              </a:blip>
              <a:stretch>
                <a:fillRect/>
              </a:stretch>
            </p:blipFill>
            <p:spPr>
              <a:xfrm>
                <a:off x="2222354" y="5869660"/>
                <a:ext cx="175780" cy="175778"/>
              </a:xfrm>
              <a:prstGeom prst="rect">
                <a:avLst/>
              </a:prstGeom>
            </p:spPr>
          </p:pic>
          <p:pic>
            <p:nvPicPr>
              <p:cNvPr id="108" name="그림 107">
                <a:extLst>
                  <a:ext uri="{FF2B5EF4-FFF2-40B4-BE49-F238E27FC236}">
                    <a16:creationId xmlns:a16="http://schemas.microsoft.com/office/drawing/2014/main" id="{E8A9876C-00E3-965E-2C6B-64169408EC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biLevel thresh="75000"/>
              </a:blip>
              <a:stretch>
                <a:fillRect/>
              </a:stretch>
            </p:blipFill>
            <p:spPr>
              <a:xfrm>
                <a:off x="2444223" y="5868710"/>
                <a:ext cx="138036" cy="177676"/>
              </a:xfrm>
              <a:prstGeom prst="rect">
                <a:avLst/>
              </a:prstGeom>
            </p:spPr>
          </p:pic>
        </p:grpSp>
        <p:sp>
          <p:nvSpPr>
            <p:cNvPr id="103" name="타원 102">
              <a:extLst>
                <a:ext uri="{FF2B5EF4-FFF2-40B4-BE49-F238E27FC236}">
                  <a16:creationId xmlns:a16="http://schemas.microsoft.com/office/drawing/2014/main" id="{269E03CF-EA2D-0B36-5872-9516559DE053}"/>
                </a:ext>
              </a:extLst>
            </p:cNvPr>
            <p:cNvSpPr/>
            <p:nvPr/>
          </p:nvSpPr>
          <p:spPr>
            <a:xfrm>
              <a:off x="1305059" y="6590429"/>
              <a:ext cx="153854" cy="153854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23</a:t>
              </a:r>
              <a:endParaRPr lang="ko-KR" altLang="en-US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9D73565B-75F4-F714-1145-6D58E9C57438}"/>
              </a:ext>
            </a:extLst>
          </p:cNvPr>
          <p:cNvGrpSpPr/>
          <p:nvPr/>
        </p:nvGrpSpPr>
        <p:grpSpPr>
          <a:xfrm>
            <a:off x="3573566" y="5773122"/>
            <a:ext cx="2507456" cy="413366"/>
            <a:chOff x="540805" y="6488673"/>
            <a:chExt cx="2486119" cy="413366"/>
          </a:xfrm>
        </p:grpSpPr>
        <p:sp>
          <p:nvSpPr>
            <p:cNvPr id="113" name="사각형: 둥근 모서리 112">
              <a:extLst>
                <a:ext uri="{FF2B5EF4-FFF2-40B4-BE49-F238E27FC236}">
                  <a16:creationId xmlns:a16="http://schemas.microsoft.com/office/drawing/2014/main" id="{3FF9F4B3-5D5A-024E-293E-B701EC92FA6B}"/>
                </a:ext>
              </a:extLst>
            </p:cNvPr>
            <p:cNvSpPr/>
            <p:nvPr/>
          </p:nvSpPr>
          <p:spPr bwMode="auto">
            <a:xfrm>
              <a:off x="540805" y="6488673"/>
              <a:ext cx="2486119" cy="413366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14" name="그룹 113">
              <a:extLst>
                <a:ext uri="{FF2B5EF4-FFF2-40B4-BE49-F238E27FC236}">
                  <a16:creationId xmlns:a16="http://schemas.microsoft.com/office/drawing/2014/main" id="{11BBF263-78D8-9E8A-D700-31D8294C6F72}"/>
                </a:ext>
              </a:extLst>
            </p:cNvPr>
            <p:cNvGrpSpPr/>
            <p:nvPr/>
          </p:nvGrpSpPr>
          <p:grpSpPr>
            <a:xfrm>
              <a:off x="646069" y="6557675"/>
              <a:ext cx="2294019" cy="310182"/>
              <a:chOff x="646069" y="5802457"/>
              <a:chExt cx="2294019" cy="310182"/>
            </a:xfrm>
          </p:grpSpPr>
          <p:grpSp>
            <p:nvGrpSpPr>
              <p:cNvPr id="117" name="그룹 116">
                <a:extLst>
                  <a:ext uri="{FF2B5EF4-FFF2-40B4-BE49-F238E27FC236}">
                    <a16:creationId xmlns:a16="http://schemas.microsoft.com/office/drawing/2014/main" id="{3D3F9E1D-0680-8F1C-9605-A1F2D8BCF3D2}"/>
                  </a:ext>
                </a:extLst>
              </p:cNvPr>
              <p:cNvGrpSpPr/>
              <p:nvPr/>
            </p:nvGrpSpPr>
            <p:grpSpPr>
              <a:xfrm>
                <a:off x="646069" y="5802457"/>
                <a:ext cx="2294019" cy="310182"/>
                <a:chOff x="655595" y="5802457"/>
                <a:chExt cx="2294019" cy="310182"/>
              </a:xfrm>
            </p:grpSpPr>
            <p:sp>
              <p:nvSpPr>
                <p:cNvPr id="124" name="사각형: 둥근 모서리 123">
                  <a:extLst>
                    <a:ext uri="{FF2B5EF4-FFF2-40B4-BE49-F238E27FC236}">
                      <a16:creationId xmlns:a16="http://schemas.microsoft.com/office/drawing/2014/main" id="{68545611-C2EB-244A-95EA-65413E20FBF5}"/>
                    </a:ext>
                  </a:extLst>
                </p:cNvPr>
                <p:cNvSpPr/>
                <p:nvPr/>
              </p:nvSpPr>
              <p:spPr>
                <a:xfrm>
                  <a:off x="655595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  <p:sp>
              <p:nvSpPr>
                <p:cNvPr id="125" name="사각형: 둥근 모서리 124">
                  <a:extLst>
                    <a:ext uri="{FF2B5EF4-FFF2-40B4-BE49-F238E27FC236}">
                      <a16:creationId xmlns:a16="http://schemas.microsoft.com/office/drawing/2014/main" id="{B7669D52-4CD4-EF9C-601D-C6FD30E59EC1}"/>
                    </a:ext>
                  </a:extLst>
                </p:cNvPr>
                <p:cNvSpPr/>
                <p:nvPr/>
              </p:nvSpPr>
              <p:spPr>
                <a:xfrm>
                  <a:off x="1848143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</p:grpSp>
          <p:pic>
            <p:nvPicPr>
              <p:cNvPr id="121" name="그림 120">
                <a:extLst>
                  <a:ext uri="{FF2B5EF4-FFF2-40B4-BE49-F238E27FC236}">
                    <a16:creationId xmlns:a16="http://schemas.microsoft.com/office/drawing/2014/main" id="{6589861E-D270-E190-DFAA-2C54CBAC55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biLevel thresh="50000"/>
              </a:blip>
              <a:stretch>
                <a:fillRect/>
              </a:stretch>
            </p:blipFill>
            <p:spPr>
              <a:xfrm>
                <a:off x="1108855" y="5880754"/>
                <a:ext cx="153589" cy="153589"/>
              </a:xfrm>
              <a:prstGeom prst="rect">
                <a:avLst/>
              </a:prstGeom>
            </p:spPr>
          </p:pic>
          <p:pic>
            <p:nvPicPr>
              <p:cNvPr id="122" name="그림 121">
                <a:extLst>
                  <a:ext uri="{FF2B5EF4-FFF2-40B4-BE49-F238E27FC236}">
                    <a16:creationId xmlns:a16="http://schemas.microsoft.com/office/drawing/2014/main" id="{5FBEED80-73E2-3F72-3D7A-8A5DA383CE5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biLevel thresh="75000"/>
              </a:blip>
              <a:stretch>
                <a:fillRect/>
              </a:stretch>
            </p:blipFill>
            <p:spPr>
              <a:xfrm>
                <a:off x="2222354" y="5869660"/>
                <a:ext cx="175780" cy="175778"/>
              </a:xfrm>
              <a:prstGeom prst="rect">
                <a:avLst/>
              </a:prstGeom>
            </p:spPr>
          </p:pic>
          <p:pic>
            <p:nvPicPr>
              <p:cNvPr id="123" name="그림 122">
                <a:extLst>
                  <a:ext uri="{FF2B5EF4-FFF2-40B4-BE49-F238E27FC236}">
                    <a16:creationId xmlns:a16="http://schemas.microsoft.com/office/drawing/2014/main" id="{E38FDF2A-4108-F4F5-E50C-8BA96219FA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biLevel thresh="75000"/>
              </a:blip>
              <a:stretch>
                <a:fillRect/>
              </a:stretch>
            </p:blipFill>
            <p:spPr>
              <a:xfrm>
                <a:off x="2444223" y="5868710"/>
                <a:ext cx="138036" cy="177676"/>
              </a:xfrm>
              <a:prstGeom prst="rect">
                <a:avLst/>
              </a:prstGeom>
            </p:spPr>
          </p:pic>
        </p:grpSp>
        <p:sp>
          <p:nvSpPr>
            <p:cNvPr id="115" name="타원 114">
              <a:extLst>
                <a:ext uri="{FF2B5EF4-FFF2-40B4-BE49-F238E27FC236}">
                  <a16:creationId xmlns:a16="http://schemas.microsoft.com/office/drawing/2014/main" id="{E3D48116-9901-7891-7340-A9CD16ECE5AE}"/>
                </a:ext>
              </a:extLst>
            </p:cNvPr>
            <p:cNvSpPr/>
            <p:nvPr/>
          </p:nvSpPr>
          <p:spPr>
            <a:xfrm>
              <a:off x="1305059" y="6590429"/>
              <a:ext cx="153854" cy="153854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23</a:t>
              </a:r>
              <a:endParaRPr lang="ko-KR" altLang="en-US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EBA9A1B4-995C-0593-2693-DD2938E3525A}"/>
              </a:ext>
            </a:extLst>
          </p:cNvPr>
          <p:cNvGrpSpPr/>
          <p:nvPr/>
        </p:nvGrpSpPr>
        <p:grpSpPr>
          <a:xfrm>
            <a:off x="581025" y="1742002"/>
            <a:ext cx="2447925" cy="174091"/>
            <a:chOff x="4030330" y="4982273"/>
            <a:chExt cx="2447925" cy="174091"/>
          </a:xfrm>
        </p:grpSpPr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B645537B-4D28-C53B-FED6-F9E7DA21164D}"/>
                </a:ext>
              </a:extLst>
            </p:cNvPr>
            <p:cNvSpPr/>
            <p:nvPr/>
          </p:nvSpPr>
          <p:spPr>
            <a:xfrm>
              <a:off x="4030330" y="4982273"/>
              <a:ext cx="2447925" cy="174091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  <a:sym typeface="Webdings" panose="05030102010509060703" pitchFamily="18" charset="2"/>
                </a:rPr>
                <a:t>     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[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이벤트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] 2025 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투네이션 어워드 수상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…</a:t>
              </a:r>
              <a:endParaRPr kumimoji="1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8" name="그래픽 7">
              <a:extLst>
                <a:ext uri="{FF2B5EF4-FFF2-40B4-BE49-F238E27FC236}">
                  <a16:creationId xmlns:a16="http://schemas.microsoft.com/office/drawing/2014/main" id="{6B656032-1AEE-B74F-395C-BA8933BF94CD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056529" y="4988794"/>
              <a:ext cx="159090" cy="159090"/>
            </a:xfrm>
            <a:prstGeom prst="rect">
              <a:avLst/>
            </a:prstGeom>
          </p:spPr>
        </p:pic>
      </p:grpSp>
      <p:cxnSp>
        <p:nvCxnSpPr>
          <p:cNvPr id="9" name="연결선: 꺾임 8">
            <a:extLst>
              <a:ext uri="{FF2B5EF4-FFF2-40B4-BE49-F238E27FC236}">
                <a16:creationId xmlns:a16="http://schemas.microsoft.com/office/drawing/2014/main" id="{FF70D6EC-F458-531B-E88A-923E24CB6C0B}"/>
              </a:ext>
            </a:extLst>
          </p:cNvPr>
          <p:cNvCxnSpPr>
            <a:cxnSpLocks/>
          </p:cNvCxnSpPr>
          <p:nvPr/>
        </p:nvCxnSpPr>
        <p:spPr>
          <a:xfrm rot="10800000" flipV="1">
            <a:off x="2675620" y="1642008"/>
            <a:ext cx="906898" cy="631715"/>
          </a:xfrm>
          <a:prstGeom prst="bentConnector3">
            <a:avLst>
              <a:gd name="adj1" fmla="val 99915"/>
            </a:avLst>
          </a:prstGeom>
          <a:ln>
            <a:solidFill>
              <a:srgbClr val="FF0000"/>
            </a:solidFill>
            <a:headEnd type="triangl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" name="그림 9">
            <a:extLst>
              <a:ext uri="{FF2B5EF4-FFF2-40B4-BE49-F238E27FC236}">
                <a16:creationId xmlns:a16="http://schemas.microsoft.com/office/drawing/2014/main" id="{FFD51859-59DD-08F3-F9A7-29A93065713C}"/>
              </a:ext>
            </a:extLst>
          </p:cNvPr>
          <p:cNvPicPr>
            <a:picLocks noChangeAspect="1"/>
          </p:cNvPicPr>
          <p:nvPr/>
        </p:nvPicPr>
        <p:blipFill>
          <a:blip r:embed="rId15">
            <a:biLevel thresh="75000"/>
            <a:extLst>
              <a:ext uri="{BEBA8EAE-BF5A-486C-A8C5-ECC9F3942E4B}">
                <a14:imgProps xmlns:a14="http://schemas.microsoft.com/office/drawing/2010/main">
                  <a14:imgLayer r:embed="rId16">
                    <a14:imgEffect>
                      <a14:backgroundRemoval t="10000" b="90000" l="10000" r="90000">
                        <a14:foregroundMark x1="50000" y1="74000" x2="50000" y2="74000"/>
                      </a14:backgroundRemoval>
                    </a14:imgEffect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</a:extLst>
          </a:blip>
          <a:srcRect l="22466" t="21148" r="24851" b="19009"/>
          <a:stretch>
            <a:fillRect/>
          </a:stretch>
        </p:blipFill>
        <p:spPr>
          <a:xfrm>
            <a:off x="2583143" y="1502867"/>
            <a:ext cx="181812" cy="206522"/>
          </a:xfrm>
          <a:prstGeom prst="rect">
            <a:avLst/>
          </a:prstGeom>
        </p:spPr>
      </p:pic>
      <p:pic>
        <p:nvPicPr>
          <p:cNvPr id="11" name="그림 10">
            <a:extLst>
              <a:ext uri="{FF2B5EF4-FFF2-40B4-BE49-F238E27FC236}">
                <a16:creationId xmlns:a16="http://schemas.microsoft.com/office/drawing/2014/main" id="{6086519B-8C6D-EC6E-EAFB-1E0A94482506}"/>
              </a:ext>
            </a:extLst>
          </p:cNvPr>
          <p:cNvPicPr>
            <a:picLocks noChangeAspect="1"/>
          </p:cNvPicPr>
          <p:nvPr/>
        </p:nvPicPr>
        <p:blipFill rotWithShape="1"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660760" y="1531122"/>
            <a:ext cx="338206" cy="138583"/>
          </a:xfrm>
          <a:prstGeom prst="rect">
            <a:avLst/>
          </a:prstGeom>
        </p:spPr>
      </p:pic>
      <p:pic>
        <p:nvPicPr>
          <p:cNvPr id="12" name="그림 11">
            <a:extLst>
              <a:ext uri="{FF2B5EF4-FFF2-40B4-BE49-F238E27FC236}">
                <a16:creationId xmlns:a16="http://schemas.microsoft.com/office/drawing/2014/main" id="{581A37FE-78D7-56D4-2946-93D1ADE78E88}"/>
              </a:ext>
            </a:extLst>
          </p:cNvPr>
          <p:cNvPicPr>
            <a:picLocks noChangeAspect="1"/>
          </p:cNvPicPr>
          <p:nvPr/>
        </p:nvPicPr>
        <p:blipFill>
          <a:blip r:embed="rId18">
            <a:biLevel thresh="75000"/>
            <a:extLst>
              <a:ext uri="{BEBA8EAE-BF5A-486C-A8C5-ECC9F3942E4B}">
                <a14:imgProps xmlns:a14="http://schemas.microsoft.com/office/drawing/2010/main">
                  <a14:imgLayer r:embed="rId19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805755" y="1507585"/>
            <a:ext cx="193901" cy="193903"/>
          </a:xfrm>
          <a:prstGeom prst="rect">
            <a:avLst/>
          </a:prstGeom>
        </p:spPr>
      </p:pic>
      <p:grpSp>
        <p:nvGrpSpPr>
          <p:cNvPr id="13" name="그룹 12">
            <a:extLst>
              <a:ext uri="{FF2B5EF4-FFF2-40B4-BE49-F238E27FC236}">
                <a16:creationId xmlns:a16="http://schemas.microsoft.com/office/drawing/2014/main" id="{4075D83C-EDD7-B535-8D18-C6B2CEB3BF17}"/>
              </a:ext>
            </a:extLst>
          </p:cNvPr>
          <p:cNvGrpSpPr/>
          <p:nvPr/>
        </p:nvGrpSpPr>
        <p:grpSpPr>
          <a:xfrm>
            <a:off x="2315580" y="1502001"/>
            <a:ext cx="194773" cy="194773"/>
            <a:chOff x="6601555" y="4882678"/>
            <a:chExt cx="216000" cy="216000"/>
          </a:xfrm>
        </p:grpSpPr>
        <p:sp>
          <p:nvSpPr>
            <p:cNvPr id="19" name="사각형: 둥근 모서리 18">
              <a:extLst>
                <a:ext uri="{FF2B5EF4-FFF2-40B4-BE49-F238E27FC236}">
                  <a16:creationId xmlns:a16="http://schemas.microsoft.com/office/drawing/2014/main" id="{C46121D8-B7CB-8915-24FB-141185B81450}"/>
                </a:ext>
              </a:extLst>
            </p:cNvPr>
            <p:cNvSpPr/>
            <p:nvPr/>
          </p:nvSpPr>
          <p:spPr bwMode="auto">
            <a:xfrm>
              <a:off x="6601555" y="4882678"/>
              <a:ext cx="216000" cy="216000"/>
            </a:xfrm>
            <a:prstGeom prst="roundRect">
              <a:avLst/>
            </a:prstGeom>
            <a:solidFill>
              <a:sysClr val="windowText" lastClr="00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+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21" name="그림 20">
              <a:extLst>
                <a:ext uri="{FF2B5EF4-FFF2-40B4-BE49-F238E27FC236}">
                  <a16:creationId xmlns:a16="http://schemas.microsoft.com/office/drawing/2014/main" id="{24E0DC60-034B-51EF-011C-1AD193DB9D38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BEBA8EAE-BF5A-486C-A8C5-ECC9F3942E4B}">
                  <a14:imgProps xmlns:a14="http://schemas.microsoft.com/office/drawing/2010/main">
                    <a14:imgLayer r:embed="rId21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627165" y="4911088"/>
              <a:ext cx="164692" cy="16469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120217260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7;p27">
            <a:extLst>
              <a:ext uri="{FF2B5EF4-FFF2-40B4-BE49-F238E27FC236}">
                <a16:creationId xmlns:a16="http://schemas.microsoft.com/office/drawing/2014/main" id="{C450D718-8AC2-9D33-CE93-2D233457A353}"/>
              </a:ext>
            </a:extLst>
          </p:cNvPr>
          <p:cNvSpPr/>
          <p:nvPr/>
        </p:nvSpPr>
        <p:spPr>
          <a:xfrm>
            <a:off x="6589784" y="1232756"/>
            <a:ext cx="2566556" cy="5004561"/>
          </a:xfrm>
          <a:prstGeom prst="roundRect">
            <a:avLst>
              <a:gd name="adj" fmla="val 3549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" name="Google Shape;1197;p27">
            <a:extLst>
              <a:ext uri="{FF2B5EF4-FFF2-40B4-BE49-F238E27FC236}">
                <a16:creationId xmlns:a16="http://schemas.microsoft.com/office/drawing/2014/main" id="{95B5131A-28F7-4D85-0DB3-D35905FA5E02}"/>
              </a:ext>
            </a:extLst>
          </p:cNvPr>
          <p:cNvSpPr/>
          <p:nvPr/>
        </p:nvSpPr>
        <p:spPr>
          <a:xfrm>
            <a:off x="512116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" name="Google Shape;1197;p27">
            <a:extLst>
              <a:ext uri="{FF2B5EF4-FFF2-40B4-BE49-F238E27FC236}">
                <a16:creationId xmlns:a16="http://schemas.microsoft.com/office/drawing/2014/main" id="{75DBF771-253E-9F7A-4A6E-85528C4EEF48}"/>
              </a:ext>
            </a:extLst>
          </p:cNvPr>
          <p:cNvSpPr/>
          <p:nvPr/>
        </p:nvSpPr>
        <p:spPr>
          <a:xfrm>
            <a:off x="3542783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endParaRPr kumimoji="0" sz="856" b="1" kern="0" dirty="0">
              <a:solidFill>
                <a:prstClr val="white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0EF3D2D6-3ABC-D800-54E8-69011B25D50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검색 기간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69B5EF2A-1992-55C5-35E5-07D84AF4D97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모바일 웹 리모컨</a:t>
            </a:r>
            <a:r>
              <a:rPr lang="en-US" altLang="ko-KR" dirty="0"/>
              <a:t> &gt; </a:t>
            </a:r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검색 기간</a:t>
            </a:r>
          </a:p>
        </p:txBody>
      </p:sp>
      <p:pic>
        <p:nvPicPr>
          <p:cNvPr id="83" name="그림 82">
            <a:extLst>
              <a:ext uri="{FF2B5EF4-FFF2-40B4-BE49-F238E27FC236}">
                <a16:creationId xmlns:a16="http://schemas.microsoft.com/office/drawing/2014/main" id="{1BE84C9B-1953-62AE-39A1-97A55B95024B}"/>
              </a:ext>
            </a:extLst>
          </p:cNvPr>
          <p:cNvPicPr>
            <a:picLocks noChangeAspect="1"/>
          </p:cNvPicPr>
          <p:nvPr/>
        </p:nvPicPr>
        <p:blipFill>
          <a:blip r:embed="rId2">
            <a:grayscl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rcRect l="1" r="1225"/>
          <a:stretch>
            <a:fillRect/>
          </a:stretch>
        </p:blipFill>
        <p:spPr>
          <a:xfrm>
            <a:off x="3581863" y="1437445"/>
            <a:ext cx="2487011" cy="4767485"/>
          </a:xfrm>
          <a:prstGeom prst="rect">
            <a:avLst/>
          </a:prstGeom>
        </p:spPr>
      </p:pic>
      <p:pic>
        <p:nvPicPr>
          <p:cNvPr id="84" name="Picture 2" descr="randompicker">
            <a:extLst>
              <a:ext uri="{FF2B5EF4-FFF2-40B4-BE49-F238E27FC236}">
                <a16:creationId xmlns:a16="http://schemas.microsoft.com/office/drawing/2014/main" id="{755B969D-6850-8D49-8132-A57C67E2A6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88213" y="5488348"/>
            <a:ext cx="374145" cy="3741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5" name="그래픽 84">
            <a:extLst>
              <a:ext uri="{FF2B5EF4-FFF2-40B4-BE49-F238E27FC236}">
                <a16:creationId xmlns:a16="http://schemas.microsoft.com/office/drawing/2014/main" id="{B01C280D-3F8A-28D5-B4B4-6DBCEDC2A1C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868111" y="4491360"/>
            <a:ext cx="142234" cy="142234"/>
          </a:xfrm>
          <a:prstGeom prst="rect">
            <a:avLst/>
          </a:prstGeom>
        </p:spPr>
      </p:pic>
      <p:pic>
        <p:nvPicPr>
          <p:cNvPr id="86" name="그래픽 85">
            <a:extLst>
              <a:ext uri="{FF2B5EF4-FFF2-40B4-BE49-F238E27FC236}">
                <a16:creationId xmlns:a16="http://schemas.microsoft.com/office/drawing/2014/main" id="{57DFCD27-4259-7F8C-A3C1-E05F47A1BF5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868111" y="5822441"/>
            <a:ext cx="142234" cy="142234"/>
          </a:xfrm>
          <a:prstGeom prst="rect">
            <a:avLst/>
          </a:prstGeom>
        </p:spPr>
      </p:pic>
      <p:sp>
        <p:nvSpPr>
          <p:cNvPr id="87" name="사각형: 둥근 모서리 86">
            <a:extLst>
              <a:ext uri="{FF2B5EF4-FFF2-40B4-BE49-F238E27FC236}">
                <a16:creationId xmlns:a16="http://schemas.microsoft.com/office/drawing/2014/main" id="{F98F563D-42DA-A903-97FB-D64B1528C330}"/>
              </a:ext>
            </a:extLst>
          </p:cNvPr>
          <p:cNvSpPr/>
          <p:nvPr/>
        </p:nvSpPr>
        <p:spPr bwMode="auto">
          <a:xfrm>
            <a:off x="4013171" y="5530149"/>
            <a:ext cx="1618588" cy="395487"/>
          </a:xfrm>
          <a:prstGeom prst="roundRect">
            <a:avLst>
              <a:gd name="adj" fmla="val 28806"/>
            </a:avLst>
          </a:prstGeom>
          <a:solidFill>
            <a:schemeClr val="tx1"/>
          </a:solidFill>
          <a:ln w="6350">
            <a:solidFill>
              <a:srgbClr val="FFFFFF">
                <a:lumMod val="65000"/>
              </a:srgbClr>
            </a:solidFill>
            <a:prstDash val="solid"/>
            <a:miter lim="800000"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684154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ea typeface="+mn-ea"/>
                <a:cs typeface="+mn-cs"/>
                <a:sym typeface="Webdings" panose="05030102010509060703" pitchFamily="18" charset="2"/>
              </a:rPr>
              <a:t>       </a:t>
            </a:r>
            <a:r>
              <a:rPr kumimoji="0" lang="en-US" altLang="ko-KR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n-ea"/>
                <a:ea typeface="+mn-ea"/>
                <a:cs typeface="+mn-cs"/>
                <a:sym typeface="Webdings" panose="05030102010509060703" pitchFamily="18" charset="2"/>
              </a:rPr>
              <a:t>|</a:t>
            </a:r>
            <a:r>
              <a:rPr kumimoji="0" lang="en-US" altLang="ko-KR" sz="1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ea typeface="+mn-ea"/>
                <a:cs typeface="+mn-cs"/>
                <a:sym typeface="Webdings" panose="05030102010509060703" pitchFamily="18" charset="2"/>
              </a:rPr>
              <a:t> </a:t>
            </a:r>
            <a:r>
              <a:rPr kumimoji="0" lang="ko-KR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  <a:sym typeface="Wingdings" panose="05000000000000000000" pitchFamily="2" charset="2"/>
              </a:rPr>
              <a:t></a:t>
            </a: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ea"/>
              <a:ea typeface="+mn-ea"/>
              <a:cs typeface="+mn-cs"/>
            </a:endParaRPr>
          </a:p>
        </p:txBody>
      </p: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0E51AD8B-EB82-A455-AFFB-72FCF4A44CFF}"/>
              </a:ext>
            </a:extLst>
          </p:cNvPr>
          <p:cNvGrpSpPr/>
          <p:nvPr/>
        </p:nvGrpSpPr>
        <p:grpSpPr>
          <a:xfrm>
            <a:off x="5687575" y="5577850"/>
            <a:ext cx="320034" cy="320034"/>
            <a:chOff x="6384032" y="6295336"/>
            <a:chExt cx="276375" cy="276375"/>
          </a:xfrm>
        </p:grpSpPr>
        <p:sp>
          <p:nvSpPr>
            <p:cNvPr id="89" name="사각형: 둥근 모서리 88">
              <a:extLst>
                <a:ext uri="{FF2B5EF4-FFF2-40B4-BE49-F238E27FC236}">
                  <a16:creationId xmlns:a16="http://schemas.microsoft.com/office/drawing/2014/main" id="{CB05ED53-BC08-8AC2-B6FF-81316C262322}"/>
                </a:ext>
              </a:extLst>
            </p:cNvPr>
            <p:cNvSpPr/>
            <p:nvPr/>
          </p:nvSpPr>
          <p:spPr>
            <a:xfrm>
              <a:off x="6384032" y="6295336"/>
              <a:ext cx="276375" cy="276375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0" name="Google Shape;900;p24">
              <a:extLst>
                <a:ext uri="{FF2B5EF4-FFF2-40B4-BE49-F238E27FC236}">
                  <a16:creationId xmlns:a16="http://schemas.microsoft.com/office/drawing/2014/main" id="{57C38333-4B21-A6E0-7784-78DEA73B7530}"/>
                </a:ext>
              </a:extLst>
            </p:cNvPr>
            <p:cNvSpPr/>
            <p:nvPr/>
          </p:nvSpPr>
          <p:spPr>
            <a:xfrm>
              <a:off x="6452352" y="6356957"/>
              <a:ext cx="139734" cy="153133"/>
            </a:xfrm>
            <a:custGeom>
              <a:avLst/>
              <a:gdLst/>
              <a:ahLst/>
              <a:cxnLst/>
              <a:rect l="l" t="t" r="r" b="b"/>
              <a:pathLst>
                <a:path w="315" h="343" extrusionOk="0">
                  <a:moveTo>
                    <a:pt x="117" y="0"/>
                  </a:moveTo>
                  <a:cubicBezTo>
                    <a:pt x="53" y="0"/>
                    <a:pt x="0" y="53"/>
                    <a:pt x="0" y="117"/>
                  </a:cubicBezTo>
                  <a:cubicBezTo>
                    <a:pt x="0" y="181"/>
                    <a:pt x="53" y="232"/>
                    <a:pt x="117" y="232"/>
                  </a:cubicBezTo>
                  <a:cubicBezTo>
                    <a:pt x="181" y="232"/>
                    <a:pt x="232" y="181"/>
                    <a:pt x="232" y="117"/>
                  </a:cubicBezTo>
                  <a:cubicBezTo>
                    <a:pt x="232" y="53"/>
                    <a:pt x="181" y="0"/>
                    <a:pt x="117" y="0"/>
                  </a:cubicBezTo>
                  <a:close/>
                  <a:moveTo>
                    <a:pt x="117" y="26"/>
                  </a:moveTo>
                  <a:cubicBezTo>
                    <a:pt x="167" y="26"/>
                    <a:pt x="208" y="66"/>
                    <a:pt x="208" y="117"/>
                  </a:cubicBezTo>
                  <a:cubicBezTo>
                    <a:pt x="208" y="167"/>
                    <a:pt x="167" y="207"/>
                    <a:pt x="117" y="207"/>
                  </a:cubicBezTo>
                  <a:cubicBezTo>
                    <a:pt x="67" y="207"/>
                    <a:pt x="26" y="167"/>
                    <a:pt x="26" y="117"/>
                  </a:cubicBezTo>
                  <a:cubicBezTo>
                    <a:pt x="26" y="66"/>
                    <a:pt x="67" y="26"/>
                    <a:pt x="117" y="26"/>
                  </a:cubicBezTo>
                  <a:close/>
                  <a:moveTo>
                    <a:pt x="218" y="196"/>
                  </a:moveTo>
                  <a:cubicBezTo>
                    <a:pt x="208" y="208"/>
                    <a:pt x="197" y="218"/>
                    <a:pt x="184" y="226"/>
                  </a:cubicBezTo>
                  <a:lnTo>
                    <a:pt x="186" y="228"/>
                  </a:lnTo>
                  <a:lnTo>
                    <a:pt x="271" y="331"/>
                  </a:lnTo>
                  <a:cubicBezTo>
                    <a:pt x="279" y="341"/>
                    <a:pt x="296" y="343"/>
                    <a:pt x="305" y="335"/>
                  </a:cubicBezTo>
                  <a:cubicBezTo>
                    <a:pt x="315" y="326"/>
                    <a:pt x="315" y="309"/>
                    <a:pt x="306" y="301"/>
                  </a:cubicBezTo>
                  <a:lnTo>
                    <a:pt x="221" y="199"/>
                  </a:lnTo>
                  <a:lnTo>
                    <a:pt x="218" y="19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78300" tIns="39150" rIns="78300" bIns="39150" anchor="t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771" b="0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A1B8F9F1-A73E-8B00-BCE4-73923C719333}"/>
              </a:ext>
            </a:extLst>
          </p:cNvPr>
          <p:cNvSpPr/>
          <p:nvPr/>
        </p:nvSpPr>
        <p:spPr>
          <a:xfrm>
            <a:off x="3592772" y="1455352"/>
            <a:ext cx="2455603" cy="4721125"/>
          </a:xfrm>
          <a:prstGeom prst="rect">
            <a:avLst/>
          </a:prstGeom>
          <a:solidFill>
            <a:schemeClr val="tx1">
              <a:lumMod val="50000"/>
              <a:lumOff val="50000"/>
              <a:alpha val="8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2" name="사각형: 둥근 위쪽 모서리 91">
            <a:extLst>
              <a:ext uri="{FF2B5EF4-FFF2-40B4-BE49-F238E27FC236}">
                <a16:creationId xmlns:a16="http://schemas.microsoft.com/office/drawing/2014/main" id="{2A9D6DE2-E8FF-4379-F687-A7E8624D4948}"/>
              </a:ext>
            </a:extLst>
          </p:cNvPr>
          <p:cNvSpPr/>
          <p:nvPr/>
        </p:nvSpPr>
        <p:spPr>
          <a:xfrm>
            <a:off x="3594414" y="3718560"/>
            <a:ext cx="2448767" cy="2455548"/>
          </a:xfrm>
          <a:prstGeom prst="round2SameRect">
            <a:avLst>
              <a:gd name="adj1" fmla="val 4942"/>
              <a:gd name="adj2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9ECCE9D9-07B6-BEE3-C617-7923ED2D9A01}"/>
              </a:ext>
            </a:extLst>
          </p:cNvPr>
          <p:cNvCxnSpPr>
            <a:cxnSpLocks/>
          </p:cNvCxnSpPr>
          <p:nvPr/>
        </p:nvCxnSpPr>
        <p:spPr>
          <a:xfrm>
            <a:off x="4650641" y="3771280"/>
            <a:ext cx="323824" cy="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4" name="그래픽 93">
            <a:extLst>
              <a:ext uri="{FF2B5EF4-FFF2-40B4-BE49-F238E27FC236}">
                <a16:creationId xmlns:a16="http://schemas.microsoft.com/office/drawing/2014/main" id="{C7861873-1881-1D0A-AB8E-2FCE0EEDC16E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780859" y="3780090"/>
            <a:ext cx="228600" cy="228600"/>
          </a:xfrm>
          <a:prstGeom prst="rect">
            <a:avLst/>
          </a:prstGeom>
        </p:spPr>
      </p:pic>
      <p:sp>
        <p:nvSpPr>
          <p:cNvPr id="95" name="TextBox 94">
            <a:extLst>
              <a:ext uri="{FF2B5EF4-FFF2-40B4-BE49-F238E27FC236}">
                <a16:creationId xmlns:a16="http://schemas.microsoft.com/office/drawing/2014/main" id="{D865BE38-0FAF-E1BA-1033-393322912794}"/>
              </a:ext>
            </a:extLst>
          </p:cNvPr>
          <p:cNvSpPr txBox="1"/>
          <p:nvPr/>
        </p:nvSpPr>
        <p:spPr>
          <a:xfrm>
            <a:off x="3596484" y="3771280"/>
            <a:ext cx="104387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뽑기 검색 옵션</a:t>
            </a:r>
          </a:p>
        </p:txBody>
      </p:sp>
      <p:sp>
        <p:nvSpPr>
          <p:cNvPr id="96" name="Button">
            <a:extLst>
              <a:ext uri="{FF2B5EF4-FFF2-40B4-BE49-F238E27FC236}">
                <a16:creationId xmlns:a16="http://schemas.microsoft.com/office/drawing/2014/main" id="{F77AFF22-EB3F-904A-4912-7D1885F8A2AB}"/>
              </a:ext>
            </a:extLst>
          </p:cNvPr>
          <p:cNvSpPr>
            <a:spLocks/>
          </p:cNvSpPr>
          <p:nvPr/>
        </p:nvSpPr>
        <p:spPr bwMode="auto">
          <a:xfrm>
            <a:off x="3675355" y="4330306"/>
            <a:ext cx="2283485" cy="21742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Ins="3600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전체                                                  ▼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사각형: 둥근 모서리 96">
            <a:extLst>
              <a:ext uri="{FF2B5EF4-FFF2-40B4-BE49-F238E27FC236}">
                <a16:creationId xmlns:a16="http://schemas.microsoft.com/office/drawing/2014/main" id="{8E10BB26-37EB-C4AE-A1C0-BC7CADDAE462}"/>
              </a:ext>
            </a:extLst>
          </p:cNvPr>
          <p:cNvSpPr/>
          <p:nvPr/>
        </p:nvSpPr>
        <p:spPr bwMode="auto">
          <a:xfrm>
            <a:off x="3679825" y="5778500"/>
            <a:ext cx="2275090" cy="321146"/>
          </a:xfrm>
          <a:prstGeom prst="roundRect">
            <a:avLst>
              <a:gd name="adj" fmla="val 12712"/>
            </a:avLst>
          </a:prstGeom>
          <a:solidFill>
            <a:schemeClr val="tx1"/>
          </a:solidFill>
          <a:ln w="12700">
            <a:noFill/>
            <a:prstDash val="dash"/>
            <a:miter lim="800000"/>
            <a:headEnd/>
            <a:tailEnd/>
          </a:ln>
        </p:spPr>
        <p:txBody>
          <a:bodyPr wrap="none" rtlCol="0" anchor="ctr"/>
          <a:lstStyle/>
          <a:p>
            <a:pPr algn="ctr"/>
            <a:r>
              <a: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</a:t>
            </a:r>
          </a:p>
        </p:txBody>
      </p:sp>
      <p:cxnSp>
        <p:nvCxnSpPr>
          <p:cNvPr id="98" name="직선 연결선 97">
            <a:extLst>
              <a:ext uri="{FF2B5EF4-FFF2-40B4-BE49-F238E27FC236}">
                <a16:creationId xmlns:a16="http://schemas.microsoft.com/office/drawing/2014/main" id="{57C7EE02-3956-5F66-01AD-B92DB8BE1D0A}"/>
              </a:ext>
            </a:extLst>
          </p:cNvPr>
          <p:cNvCxnSpPr/>
          <p:nvPr/>
        </p:nvCxnSpPr>
        <p:spPr>
          <a:xfrm>
            <a:off x="3611724" y="4023308"/>
            <a:ext cx="2413638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TextBox 98">
            <a:extLst>
              <a:ext uri="{FF2B5EF4-FFF2-40B4-BE49-F238E27FC236}">
                <a16:creationId xmlns:a16="http://schemas.microsoft.com/office/drawing/2014/main" id="{96308244-9250-27AF-AD88-7D81BA3AAC05}"/>
              </a:ext>
            </a:extLst>
          </p:cNvPr>
          <p:cNvSpPr txBox="1"/>
          <p:nvPr/>
        </p:nvSpPr>
        <p:spPr>
          <a:xfrm>
            <a:off x="3604104" y="4105036"/>
            <a:ext cx="68640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900" b="1">
                <a:latin typeface="맑은 고딕" panose="020B0503020000020004" pitchFamily="50" charset="-127"/>
                <a:ea typeface="맑은 고딕" panose="020B0503020000020004" pitchFamily="50" charset="-127"/>
              </a:rPr>
              <a:t>뽑기 이름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6B96D488-39E1-5DBB-C628-758BA8F50DAF}"/>
              </a:ext>
            </a:extLst>
          </p:cNvPr>
          <p:cNvSpPr txBox="1"/>
          <p:nvPr/>
        </p:nvSpPr>
        <p:spPr>
          <a:xfrm>
            <a:off x="3604104" y="4635376"/>
            <a:ext cx="41549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900" b="1">
                <a:latin typeface="맑은 고딕" panose="020B0503020000020004" pitchFamily="50" charset="-127"/>
                <a:ea typeface="맑은 고딕" panose="020B0503020000020004" pitchFamily="50" charset="-127"/>
              </a:rPr>
              <a:t>기간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01" name="그룹 100">
            <a:extLst>
              <a:ext uri="{FF2B5EF4-FFF2-40B4-BE49-F238E27FC236}">
                <a16:creationId xmlns:a16="http://schemas.microsoft.com/office/drawing/2014/main" id="{BA8722F4-53D4-690C-9ED4-6D027A3C60ED}"/>
              </a:ext>
            </a:extLst>
          </p:cNvPr>
          <p:cNvGrpSpPr/>
          <p:nvPr/>
        </p:nvGrpSpPr>
        <p:grpSpPr>
          <a:xfrm>
            <a:off x="3677381" y="4841987"/>
            <a:ext cx="2282094" cy="246221"/>
            <a:chOff x="3044438" y="2541196"/>
            <a:chExt cx="1449992" cy="246221"/>
          </a:xfrm>
        </p:grpSpPr>
        <p:sp>
          <p:nvSpPr>
            <p:cNvPr id="102" name="Button">
              <a:extLst>
                <a:ext uri="{FF2B5EF4-FFF2-40B4-BE49-F238E27FC236}">
                  <a16:creationId xmlns:a16="http://schemas.microsoft.com/office/drawing/2014/main" id="{08F6E8BB-665D-705D-EC4B-18E076F94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438" y="2556307"/>
              <a:ext cx="639294" cy="216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rIns="36000"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2025-07-01</a:t>
              </a:r>
            </a:p>
          </p:txBody>
        </p:sp>
        <p:sp>
          <p:nvSpPr>
            <p:cNvPr id="103" name="Button">
              <a:extLst>
                <a:ext uri="{FF2B5EF4-FFF2-40B4-BE49-F238E27FC236}">
                  <a16:creationId xmlns:a16="http://schemas.microsoft.com/office/drawing/2014/main" id="{98591368-A57A-7176-1B9C-3753F968D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136" y="2556307"/>
              <a:ext cx="639294" cy="216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rIns="36000"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2025-07-12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5E60447E-5EC3-F528-63A9-42B6ABDD332C}"/>
                </a:ext>
              </a:extLst>
            </p:cNvPr>
            <p:cNvSpPr txBox="1"/>
            <p:nvPr/>
          </p:nvSpPr>
          <p:spPr>
            <a:xfrm>
              <a:off x="3679670" y="2541196"/>
              <a:ext cx="16077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en-US" altLang="ko-KR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~</a:t>
              </a:r>
              <a:endPara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05" name="Button">
            <a:extLst>
              <a:ext uri="{FF2B5EF4-FFF2-40B4-BE49-F238E27FC236}">
                <a16:creationId xmlns:a16="http://schemas.microsoft.com/office/drawing/2014/main" id="{FA1708D6-12A3-C742-82D1-3361C628FB40}"/>
              </a:ext>
            </a:extLst>
          </p:cNvPr>
          <p:cNvSpPr>
            <a:spLocks/>
          </p:cNvSpPr>
          <p:nvPr/>
        </p:nvSpPr>
        <p:spPr bwMode="auto">
          <a:xfrm>
            <a:off x="3675355" y="5398299"/>
            <a:ext cx="728457" cy="21742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Ins="3600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전체        ▼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B915A8D1-77D1-0E9F-0973-AF6C3B3BB41E}"/>
              </a:ext>
            </a:extLst>
          </p:cNvPr>
          <p:cNvSpPr txBox="1"/>
          <p:nvPr/>
        </p:nvSpPr>
        <p:spPr>
          <a:xfrm>
            <a:off x="3604104" y="5173029"/>
            <a:ext cx="53091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검색어</a:t>
            </a:r>
          </a:p>
        </p:txBody>
      </p:sp>
      <p:sp>
        <p:nvSpPr>
          <p:cNvPr id="107" name="Button">
            <a:extLst>
              <a:ext uri="{FF2B5EF4-FFF2-40B4-BE49-F238E27FC236}">
                <a16:creationId xmlns:a16="http://schemas.microsoft.com/office/drawing/2014/main" id="{87F139DD-F360-7F28-E310-9E37D1689007}"/>
              </a:ext>
            </a:extLst>
          </p:cNvPr>
          <p:cNvSpPr>
            <a:spLocks/>
          </p:cNvSpPr>
          <p:nvPr/>
        </p:nvSpPr>
        <p:spPr bwMode="auto">
          <a:xfrm>
            <a:off x="4456343" y="5398299"/>
            <a:ext cx="1503925" cy="21742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Ins="3600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검색어 입력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18" name="그림 117">
            <a:extLst>
              <a:ext uri="{FF2B5EF4-FFF2-40B4-BE49-F238E27FC236}">
                <a16:creationId xmlns:a16="http://schemas.microsoft.com/office/drawing/2014/main" id="{4B854461-4012-5BD4-1BE9-E017F152026F}"/>
              </a:ext>
            </a:extLst>
          </p:cNvPr>
          <p:cNvPicPr>
            <a:picLocks noChangeAspect="1"/>
          </p:cNvPicPr>
          <p:nvPr/>
        </p:nvPicPr>
        <p:blipFill>
          <a:blip r:embed="rId9">
            <a:grayscl/>
          </a:blip>
          <a:stretch>
            <a:fillRect/>
          </a:stretch>
        </p:blipFill>
        <p:spPr>
          <a:xfrm>
            <a:off x="6639096" y="1446970"/>
            <a:ext cx="2517866" cy="4767485"/>
          </a:xfrm>
          <a:prstGeom prst="rect">
            <a:avLst/>
          </a:prstGeom>
        </p:spPr>
      </p:pic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7F036DC7-D3E7-9609-5C6F-58F6B0D0A949}"/>
              </a:ext>
            </a:extLst>
          </p:cNvPr>
          <p:cNvSpPr/>
          <p:nvPr/>
        </p:nvSpPr>
        <p:spPr>
          <a:xfrm>
            <a:off x="6651117" y="1455352"/>
            <a:ext cx="2455603" cy="4721125"/>
          </a:xfrm>
          <a:prstGeom prst="rect">
            <a:avLst/>
          </a:prstGeom>
          <a:solidFill>
            <a:schemeClr val="tx1">
              <a:lumMod val="50000"/>
              <a:lumOff val="50000"/>
              <a:alpha val="8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0" name="사각형: 둥근 모서리 119">
            <a:extLst>
              <a:ext uri="{FF2B5EF4-FFF2-40B4-BE49-F238E27FC236}">
                <a16:creationId xmlns:a16="http://schemas.microsoft.com/office/drawing/2014/main" id="{58A4E995-4971-7900-681C-BDCAD49206F7}"/>
              </a:ext>
            </a:extLst>
          </p:cNvPr>
          <p:cNvSpPr/>
          <p:nvPr/>
        </p:nvSpPr>
        <p:spPr bwMode="auto">
          <a:xfrm>
            <a:off x="7066842" y="5530149"/>
            <a:ext cx="1618588" cy="395487"/>
          </a:xfrm>
          <a:prstGeom prst="roundRect">
            <a:avLst>
              <a:gd name="adj" fmla="val 28806"/>
            </a:avLst>
          </a:prstGeom>
          <a:solidFill>
            <a:schemeClr val="tx1"/>
          </a:solidFill>
          <a:ln w="6350">
            <a:solidFill>
              <a:srgbClr val="FFFFFF">
                <a:lumMod val="65000"/>
              </a:srgbClr>
            </a:solidFill>
            <a:prstDash val="solid"/>
            <a:miter lim="800000"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684154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ea typeface="+mn-ea"/>
                <a:cs typeface="+mn-cs"/>
                <a:sym typeface="Webdings" panose="05030102010509060703" pitchFamily="18" charset="2"/>
              </a:rPr>
              <a:t>       </a:t>
            </a:r>
            <a:r>
              <a:rPr kumimoji="0" lang="en-US" altLang="ko-KR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n-ea"/>
                <a:ea typeface="+mn-ea"/>
                <a:cs typeface="+mn-cs"/>
                <a:sym typeface="Webdings" panose="05030102010509060703" pitchFamily="18" charset="2"/>
              </a:rPr>
              <a:t>|</a:t>
            </a:r>
            <a:r>
              <a:rPr kumimoji="0" lang="en-US" altLang="ko-KR" sz="1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ea typeface="+mn-ea"/>
                <a:cs typeface="+mn-cs"/>
                <a:sym typeface="Webdings" panose="05030102010509060703" pitchFamily="18" charset="2"/>
              </a:rPr>
              <a:t> </a:t>
            </a:r>
            <a:r>
              <a:rPr kumimoji="0" lang="ko-KR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  <a:sym typeface="Wingdings" panose="05000000000000000000" pitchFamily="2" charset="2"/>
              </a:rPr>
              <a:t></a:t>
            </a: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ea"/>
              <a:ea typeface="+mn-ea"/>
              <a:cs typeface="+mn-cs"/>
            </a:endParaRPr>
          </a:p>
        </p:txBody>
      </p:sp>
      <p:sp>
        <p:nvSpPr>
          <p:cNvPr id="121" name="사각형: 둥근 위쪽 모서리 120">
            <a:extLst>
              <a:ext uri="{FF2B5EF4-FFF2-40B4-BE49-F238E27FC236}">
                <a16:creationId xmlns:a16="http://schemas.microsoft.com/office/drawing/2014/main" id="{EB4B4F27-547B-AEF4-0C12-392E9A193D05}"/>
              </a:ext>
            </a:extLst>
          </p:cNvPr>
          <p:cNvSpPr/>
          <p:nvPr/>
        </p:nvSpPr>
        <p:spPr>
          <a:xfrm>
            <a:off x="6648085" y="3155156"/>
            <a:ext cx="2448767" cy="3018952"/>
          </a:xfrm>
          <a:prstGeom prst="round2SameRect">
            <a:avLst>
              <a:gd name="adj1" fmla="val 4942"/>
              <a:gd name="adj2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C204BFDC-6C36-D3CE-8092-510E8DB1F0D5}"/>
              </a:ext>
            </a:extLst>
          </p:cNvPr>
          <p:cNvCxnSpPr>
            <a:cxnSpLocks/>
          </p:cNvCxnSpPr>
          <p:nvPr/>
        </p:nvCxnSpPr>
        <p:spPr>
          <a:xfrm>
            <a:off x="7704312" y="3208697"/>
            <a:ext cx="323824" cy="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3" name="그래픽 122">
            <a:extLst>
              <a:ext uri="{FF2B5EF4-FFF2-40B4-BE49-F238E27FC236}">
                <a16:creationId xmlns:a16="http://schemas.microsoft.com/office/drawing/2014/main" id="{0F804D9A-7E3F-4D5E-E655-1F0D89791F52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8834530" y="3217507"/>
            <a:ext cx="228600" cy="228600"/>
          </a:xfrm>
          <a:prstGeom prst="rect">
            <a:avLst/>
          </a:prstGeom>
        </p:spPr>
      </p:pic>
      <p:sp>
        <p:nvSpPr>
          <p:cNvPr id="124" name="TextBox 123">
            <a:extLst>
              <a:ext uri="{FF2B5EF4-FFF2-40B4-BE49-F238E27FC236}">
                <a16:creationId xmlns:a16="http://schemas.microsoft.com/office/drawing/2014/main" id="{EA4BCF85-07B9-F2F0-6C27-6EF88235331C}"/>
              </a:ext>
            </a:extLst>
          </p:cNvPr>
          <p:cNvSpPr txBox="1"/>
          <p:nvPr/>
        </p:nvSpPr>
        <p:spPr>
          <a:xfrm>
            <a:off x="6650155" y="3208697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기간</a:t>
            </a:r>
          </a:p>
        </p:txBody>
      </p: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8FAA1A02-0454-FFB2-0658-C8C3E26ED90C}"/>
              </a:ext>
            </a:extLst>
          </p:cNvPr>
          <p:cNvCxnSpPr/>
          <p:nvPr/>
        </p:nvCxnSpPr>
        <p:spPr>
          <a:xfrm>
            <a:off x="6665395" y="3501008"/>
            <a:ext cx="2413638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30" name="그림 129">
            <a:extLst>
              <a:ext uri="{FF2B5EF4-FFF2-40B4-BE49-F238E27FC236}">
                <a16:creationId xmlns:a16="http://schemas.microsoft.com/office/drawing/2014/main" id="{E0443BC0-EE7C-A485-3311-03ECF3C32BBC}"/>
              </a:ext>
            </a:extLst>
          </p:cNvPr>
          <p:cNvPicPr>
            <a:picLocks noChangeAspect="1"/>
          </p:cNvPicPr>
          <p:nvPr/>
        </p:nvPicPr>
        <p:blipFill>
          <a:blip r:embed="rId10"/>
          <a:srcRect l="1120" t="31222" r="1445" b="2025"/>
          <a:stretch>
            <a:fillRect/>
          </a:stretch>
        </p:blipFill>
        <p:spPr>
          <a:xfrm>
            <a:off x="6654915" y="3955483"/>
            <a:ext cx="2406105" cy="1361484"/>
          </a:xfrm>
          <a:prstGeom prst="rect">
            <a:avLst/>
          </a:prstGeom>
        </p:spPr>
      </p:pic>
      <p:sp>
        <p:nvSpPr>
          <p:cNvPr id="131" name="Google Shape;1665;p32">
            <a:extLst>
              <a:ext uri="{FF2B5EF4-FFF2-40B4-BE49-F238E27FC236}">
                <a16:creationId xmlns:a16="http://schemas.microsoft.com/office/drawing/2014/main" id="{A4C0F757-8D30-758D-BAF5-30B3B803F88A}"/>
              </a:ext>
            </a:extLst>
          </p:cNvPr>
          <p:cNvSpPr txBox="1"/>
          <p:nvPr/>
        </p:nvSpPr>
        <p:spPr>
          <a:xfrm>
            <a:off x="7572164" y="3732791"/>
            <a:ext cx="672340" cy="1755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475" tIns="30225" rIns="60475" bIns="30225" anchor="t" anchorCtr="0">
            <a:noAutofit/>
          </a:bodyPr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kumimoji="0" lang="en-US" b="1" kern="0" dirty="0">
                <a:solidFill>
                  <a:schemeClr val="tx1">
                    <a:lumMod val="65000"/>
                    <a:lumOff val="35000"/>
                  </a:schemeClr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2026.</a:t>
            </a:r>
            <a:r>
              <a:rPr kumimoji="0" lang="ko-KR" altLang="en-US" b="1" kern="0" dirty="0">
                <a:solidFill>
                  <a:schemeClr val="tx1">
                    <a:lumMod val="65000"/>
                    <a:lumOff val="35000"/>
                  </a:schemeClr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 </a:t>
            </a:r>
            <a:r>
              <a:rPr kumimoji="0" lang="en-US" altLang="ko-KR" b="1" kern="0" dirty="0">
                <a:solidFill>
                  <a:schemeClr val="tx1">
                    <a:lumMod val="65000"/>
                    <a:lumOff val="35000"/>
                  </a:schemeClr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0</a:t>
            </a:r>
            <a:r>
              <a:rPr kumimoji="0" lang="en-US" b="1" kern="0" dirty="0">
                <a:solidFill>
                  <a:schemeClr val="tx1">
                    <a:lumMod val="65000"/>
                    <a:lumOff val="35000"/>
                  </a:schemeClr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7.</a:t>
            </a:r>
            <a:endParaRPr kumimoji="0" sz="2000" b="1" kern="0" dirty="0">
              <a:solidFill>
                <a:schemeClr val="tx1">
                  <a:lumMod val="65000"/>
                  <a:lumOff val="35000"/>
                </a:schemeClr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463A70A4-61B6-A08C-2BF6-2473D6CC5595}"/>
              </a:ext>
            </a:extLst>
          </p:cNvPr>
          <p:cNvSpPr/>
          <p:nvPr/>
        </p:nvSpPr>
        <p:spPr>
          <a:xfrm>
            <a:off x="7464152" y="4004061"/>
            <a:ext cx="1543323" cy="235388"/>
          </a:xfrm>
          <a:prstGeom prst="rect">
            <a:avLst/>
          </a:prstGeom>
          <a:solidFill>
            <a:schemeClr val="tx2">
              <a:lumMod val="20000"/>
              <a:lumOff val="80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B6D3B931-5FC0-E430-A8D0-F542E24050BF}"/>
              </a:ext>
            </a:extLst>
          </p:cNvPr>
          <p:cNvSpPr/>
          <p:nvPr/>
        </p:nvSpPr>
        <p:spPr>
          <a:xfrm>
            <a:off x="6800850" y="4253394"/>
            <a:ext cx="2206625" cy="235388"/>
          </a:xfrm>
          <a:prstGeom prst="rect">
            <a:avLst/>
          </a:prstGeom>
          <a:solidFill>
            <a:schemeClr val="tx2">
              <a:lumMod val="20000"/>
              <a:lumOff val="80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4" name="화살표: 오각형 133">
            <a:extLst>
              <a:ext uri="{FF2B5EF4-FFF2-40B4-BE49-F238E27FC236}">
                <a16:creationId xmlns:a16="http://schemas.microsoft.com/office/drawing/2014/main" id="{E84C9994-7B68-2012-FD6E-CE42D4BDC8B8}"/>
              </a:ext>
            </a:extLst>
          </p:cNvPr>
          <p:cNvSpPr/>
          <p:nvPr/>
        </p:nvSpPr>
        <p:spPr>
          <a:xfrm rot="10800000">
            <a:off x="8652284" y="4253394"/>
            <a:ext cx="350515" cy="235268"/>
          </a:xfrm>
          <a:prstGeom prst="homePlate">
            <a:avLst>
              <a:gd name="adj" fmla="val 23276"/>
            </a:avLst>
          </a:prstGeom>
          <a:solidFill>
            <a:schemeClr val="tx2">
              <a:lumMod val="60000"/>
              <a:lumOff val="40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5" name="화살표: 오각형 134">
            <a:extLst>
              <a:ext uri="{FF2B5EF4-FFF2-40B4-BE49-F238E27FC236}">
                <a16:creationId xmlns:a16="http://schemas.microsoft.com/office/drawing/2014/main" id="{41EEA98F-C6D8-DE47-9927-1B95630D8963}"/>
              </a:ext>
            </a:extLst>
          </p:cNvPr>
          <p:cNvSpPr/>
          <p:nvPr/>
        </p:nvSpPr>
        <p:spPr>
          <a:xfrm>
            <a:off x="7465607" y="4003374"/>
            <a:ext cx="350515" cy="235268"/>
          </a:xfrm>
          <a:prstGeom prst="homePlate">
            <a:avLst>
              <a:gd name="adj" fmla="val 23276"/>
            </a:avLst>
          </a:prstGeom>
          <a:solidFill>
            <a:schemeClr val="tx2">
              <a:lumMod val="60000"/>
              <a:lumOff val="40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136" name="그림 135">
            <a:extLst>
              <a:ext uri="{FF2B5EF4-FFF2-40B4-BE49-F238E27FC236}">
                <a16:creationId xmlns:a16="http://schemas.microsoft.com/office/drawing/2014/main" id="{29B4DCA5-598A-9321-047E-1CAB1FB0DE71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655174" y="5316967"/>
            <a:ext cx="2402032" cy="524301"/>
          </a:xfrm>
          <a:prstGeom prst="rect">
            <a:avLst/>
          </a:prstGeom>
        </p:spPr>
      </p:pic>
      <p:sp>
        <p:nvSpPr>
          <p:cNvPr id="137" name="사각형: 둥근 모서리 136">
            <a:extLst>
              <a:ext uri="{FF2B5EF4-FFF2-40B4-BE49-F238E27FC236}">
                <a16:creationId xmlns:a16="http://schemas.microsoft.com/office/drawing/2014/main" id="{1AD41559-9EED-4BCC-7CC4-C08305095A4C}"/>
              </a:ext>
            </a:extLst>
          </p:cNvPr>
          <p:cNvSpPr/>
          <p:nvPr/>
        </p:nvSpPr>
        <p:spPr bwMode="auto">
          <a:xfrm>
            <a:off x="6733496" y="5808154"/>
            <a:ext cx="2275090" cy="321146"/>
          </a:xfrm>
          <a:prstGeom prst="roundRect">
            <a:avLst>
              <a:gd name="adj" fmla="val 12712"/>
            </a:avLst>
          </a:prstGeom>
          <a:solidFill>
            <a:schemeClr val="tx1"/>
          </a:solidFill>
          <a:ln w="12700">
            <a:noFill/>
            <a:prstDash val="dash"/>
            <a:miter lim="800000"/>
            <a:headEnd/>
            <a:tailEnd/>
          </a:ln>
        </p:spPr>
        <p:txBody>
          <a:bodyPr wrap="none" rtlCol="0" anchor="ctr"/>
          <a:lstStyle/>
          <a:p>
            <a:pPr algn="ctr"/>
            <a:r>
              <a: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</a:t>
            </a:r>
          </a:p>
        </p:txBody>
      </p:sp>
      <p:sp>
        <p:nvSpPr>
          <p:cNvPr id="138" name="Google Shape;1198;p27">
            <a:extLst>
              <a:ext uri="{FF2B5EF4-FFF2-40B4-BE49-F238E27FC236}">
                <a16:creationId xmlns:a16="http://schemas.microsoft.com/office/drawing/2014/main" id="{17D4BA78-784C-53CC-DB28-EAE3F4F6AF89}"/>
              </a:ext>
            </a:extLst>
          </p:cNvPr>
          <p:cNvSpPr/>
          <p:nvPr/>
        </p:nvSpPr>
        <p:spPr>
          <a:xfrm>
            <a:off x="561209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47" name="Picture 6" descr="필터 - 무료 ui개 아이콘">
            <a:extLst>
              <a:ext uri="{FF2B5EF4-FFF2-40B4-BE49-F238E27FC236}">
                <a16:creationId xmlns:a16="http://schemas.microsoft.com/office/drawing/2014/main" id="{EE12A5E5-16FE-722C-DB91-405D2A4310E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47628" y="1558186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8" name="TextBox 147">
            <a:extLst>
              <a:ext uri="{FF2B5EF4-FFF2-40B4-BE49-F238E27FC236}">
                <a16:creationId xmlns:a16="http://schemas.microsoft.com/office/drawing/2014/main" id="{42D48F40-E83B-2D76-3706-19BBB03B4739}"/>
              </a:ext>
            </a:extLst>
          </p:cNvPr>
          <p:cNvSpPr txBox="1"/>
          <p:nvPr/>
        </p:nvSpPr>
        <p:spPr>
          <a:xfrm>
            <a:off x="545890" y="1511206"/>
            <a:ext cx="325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100" dirty="0">
                <a:sym typeface="Webdings" panose="05030102010509060703" pitchFamily="18" charset="2"/>
              </a:rPr>
              <a:t></a:t>
            </a:r>
            <a:endParaRPr lang="ko-KR" altLang="en-US" sz="1100" dirty="0"/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FCCE6271-967F-7D81-1C05-485BE00D9D46}"/>
              </a:ext>
            </a:extLst>
          </p:cNvPr>
          <p:cNvSpPr txBox="1"/>
          <p:nvPr/>
        </p:nvSpPr>
        <p:spPr>
          <a:xfrm>
            <a:off x="584622" y="3171143"/>
            <a:ext cx="2402742" cy="4378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뽑기 검색 입니다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상세한 검색은 </a:t>
            </a:r>
            <a:r>
              <a:rPr kumimoji="1" lang="ko-KR" altLang="en-US" sz="800" b="0" i="0" u="sng" strike="noStrike" kern="1200" cap="none" spc="0" normalizeH="0" baseline="0" noProof="0" dirty="0">
                <a:ln>
                  <a:noFill/>
                </a:ln>
                <a:solidFill>
                  <a:srgbClr val="1A73E8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검색 옵션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을 사용해 보세요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3DF1F819-4022-1248-49F4-BC583081C099}"/>
              </a:ext>
            </a:extLst>
          </p:cNvPr>
          <p:cNvSpPr/>
          <p:nvPr/>
        </p:nvSpPr>
        <p:spPr>
          <a:xfrm>
            <a:off x="2749547" y="1397807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16" name="Group 323">
            <a:extLst>
              <a:ext uri="{FF2B5EF4-FFF2-40B4-BE49-F238E27FC236}">
                <a16:creationId xmlns:a16="http://schemas.microsoft.com/office/drawing/2014/main" id="{CBF7C860-27CA-70C9-A7AC-7436FBB989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122709"/>
              </p:ext>
            </p:extLst>
          </p:nvPr>
        </p:nvGraphicFramePr>
        <p:xfrm>
          <a:off x="9625013" y="575703"/>
          <a:ext cx="2519969" cy="469392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 옵션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클릭 시 검색 옵션 창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모달창으로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닫기 버튼 또는 창 밖을 클릭 할 경우 닫힘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20" name="그림 19">
            <a:extLst>
              <a:ext uri="{FF2B5EF4-FFF2-40B4-BE49-F238E27FC236}">
                <a16:creationId xmlns:a16="http://schemas.microsoft.com/office/drawing/2014/main" id="{B75EF29B-838C-B334-D386-2E6E506763B2}"/>
              </a:ext>
            </a:extLst>
          </p:cNvPr>
          <p:cNvPicPr>
            <a:picLocks noChangeAspect="1"/>
          </p:cNvPicPr>
          <p:nvPr/>
        </p:nvPicPr>
        <p:blipFill>
          <a:blip r:embed="rId13"/>
          <a:srcRect t="48219"/>
          <a:stretch>
            <a:fillRect/>
          </a:stretch>
        </p:blipFill>
        <p:spPr>
          <a:xfrm>
            <a:off x="6760995" y="3521111"/>
            <a:ext cx="2274067" cy="109208"/>
          </a:xfrm>
          <a:prstGeom prst="rect">
            <a:avLst/>
          </a:prstGeom>
        </p:spPr>
      </p:pic>
      <p:cxnSp>
        <p:nvCxnSpPr>
          <p:cNvPr id="33" name="연결선: 꺾임 32">
            <a:extLst>
              <a:ext uri="{FF2B5EF4-FFF2-40B4-BE49-F238E27FC236}">
                <a16:creationId xmlns:a16="http://schemas.microsoft.com/office/drawing/2014/main" id="{56159CDC-9B3A-F07A-535B-F70E430EF6CA}"/>
              </a:ext>
            </a:extLst>
          </p:cNvPr>
          <p:cNvCxnSpPr>
            <a:cxnSpLocks/>
            <a:stCxn id="92" idx="3"/>
            <a:endCxn id="147" idx="3"/>
          </p:cNvCxnSpPr>
          <p:nvPr/>
        </p:nvCxnSpPr>
        <p:spPr>
          <a:xfrm rot="16200000" flipV="1">
            <a:off x="2828764" y="1728526"/>
            <a:ext cx="2076549" cy="1903520"/>
          </a:xfrm>
          <a:prstGeom prst="bentConnector2">
            <a:avLst/>
          </a:prstGeom>
          <a:ln>
            <a:solidFill>
              <a:srgbClr val="FF0000"/>
            </a:solidFill>
            <a:prstDash val="dash"/>
            <a:headEnd type="triangl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8F316712-D439-4D40-3208-5D2B38720D12}"/>
              </a:ext>
            </a:extLst>
          </p:cNvPr>
          <p:cNvGrpSpPr/>
          <p:nvPr/>
        </p:nvGrpSpPr>
        <p:grpSpPr>
          <a:xfrm>
            <a:off x="943521" y="1528185"/>
            <a:ext cx="1692188" cy="227652"/>
            <a:chOff x="943521" y="1528185"/>
            <a:chExt cx="1692188" cy="227652"/>
          </a:xfrm>
        </p:grpSpPr>
        <p:sp>
          <p:nvSpPr>
            <p:cNvPr id="36" name="Button">
              <a:extLst>
                <a:ext uri="{FF2B5EF4-FFF2-40B4-BE49-F238E27FC236}">
                  <a16:creationId xmlns:a16="http://schemas.microsoft.com/office/drawing/2014/main" id="{F6B3945D-1CDC-B62F-B8E1-AB876CF97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521" y="1528185"/>
              <a:ext cx="1692188" cy="227652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Ins="36000"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   뽑기 검색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37" name="그래픽 36">
              <a:extLst>
                <a:ext uri="{FF2B5EF4-FFF2-40B4-BE49-F238E27FC236}">
                  <a16:creationId xmlns:a16="http://schemas.microsoft.com/office/drawing/2014/main" id="{59125B7A-8339-D8D9-4ECD-439ADA5E2C85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1003146" y="1559052"/>
              <a:ext cx="160822" cy="160822"/>
            </a:xfrm>
            <a:prstGeom prst="rect">
              <a:avLst/>
            </a:prstGeom>
          </p:spPr>
        </p:pic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E0D9BC06-22E4-C541-9B8F-172BB4082387}"/>
              </a:ext>
            </a:extLst>
          </p:cNvPr>
          <p:cNvGrpSpPr/>
          <p:nvPr/>
        </p:nvGrpSpPr>
        <p:grpSpPr>
          <a:xfrm>
            <a:off x="547688" y="5773122"/>
            <a:ext cx="2507456" cy="413366"/>
            <a:chOff x="540805" y="6488673"/>
            <a:chExt cx="2486119" cy="413366"/>
          </a:xfrm>
        </p:grpSpPr>
        <p:sp>
          <p:nvSpPr>
            <p:cNvPr id="46" name="사각형: 둥근 모서리 45">
              <a:extLst>
                <a:ext uri="{FF2B5EF4-FFF2-40B4-BE49-F238E27FC236}">
                  <a16:creationId xmlns:a16="http://schemas.microsoft.com/office/drawing/2014/main" id="{455A3777-694A-D564-D586-ECDC1576F9B2}"/>
                </a:ext>
              </a:extLst>
            </p:cNvPr>
            <p:cNvSpPr/>
            <p:nvPr/>
          </p:nvSpPr>
          <p:spPr bwMode="auto">
            <a:xfrm>
              <a:off x="540805" y="6488673"/>
              <a:ext cx="2486119" cy="413366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47" name="그룹 46">
              <a:extLst>
                <a:ext uri="{FF2B5EF4-FFF2-40B4-BE49-F238E27FC236}">
                  <a16:creationId xmlns:a16="http://schemas.microsoft.com/office/drawing/2014/main" id="{7647A8D7-9F1D-EA22-88FE-78C2CE8DEB9F}"/>
                </a:ext>
              </a:extLst>
            </p:cNvPr>
            <p:cNvGrpSpPr/>
            <p:nvPr/>
          </p:nvGrpSpPr>
          <p:grpSpPr>
            <a:xfrm>
              <a:off x="646069" y="6557675"/>
              <a:ext cx="2294019" cy="310182"/>
              <a:chOff x="646069" y="5802457"/>
              <a:chExt cx="2294019" cy="310182"/>
            </a:xfrm>
          </p:grpSpPr>
          <p:grpSp>
            <p:nvGrpSpPr>
              <p:cNvPr id="49" name="그룹 48">
                <a:extLst>
                  <a:ext uri="{FF2B5EF4-FFF2-40B4-BE49-F238E27FC236}">
                    <a16:creationId xmlns:a16="http://schemas.microsoft.com/office/drawing/2014/main" id="{AA3BC26F-7F95-F5C6-5BFE-F999C4085568}"/>
                  </a:ext>
                </a:extLst>
              </p:cNvPr>
              <p:cNvGrpSpPr/>
              <p:nvPr/>
            </p:nvGrpSpPr>
            <p:grpSpPr>
              <a:xfrm>
                <a:off x="646069" y="5802457"/>
                <a:ext cx="2294019" cy="310182"/>
                <a:chOff x="655595" y="5802457"/>
                <a:chExt cx="2294019" cy="310182"/>
              </a:xfrm>
            </p:grpSpPr>
            <p:sp>
              <p:nvSpPr>
                <p:cNvPr id="53" name="사각형: 둥근 모서리 52">
                  <a:extLst>
                    <a:ext uri="{FF2B5EF4-FFF2-40B4-BE49-F238E27FC236}">
                      <a16:creationId xmlns:a16="http://schemas.microsoft.com/office/drawing/2014/main" id="{4ABF7D68-3B1F-BDDE-5F93-6A3BB465AAB2}"/>
                    </a:ext>
                  </a:extLst>
                </p:cNvPr>
                <p:cNvSpPr/>
                <p:nvPr/>
              </p:nvSpPr>
              <p:spPr>
                <a:xfrm>
                  <a:off x="655595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  <p:sp>
              <p:nvSpPr>
                <p:cNvPr id="54" name="사각형: 둥근 모서리 53">
                  <a:extLst>
                    <a:ext uri="{FF2B5EF4-FFF2-40B4-BE49-F238E27FC236}">
                      <a16:creationId xmlns:a16="http://schemas.microsoft.com/office/drawing/2014/main" id="{5645877D-E710-C63F-6770-CB60EBCAA9AB}"/>
                    </a:ext>
                  </a:extLst>
                </p:cNvPr>
                <p:cNvSpPr/>
                <p:nvPr/>
              </p:nvSpPr>
              <p:spPr>
                <a:xfrm>
                  <a:off x="1848143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</p:grpSp>
          <p:pic>
            <p:nvPicPr>
              <p:cNvPr id="50" name="그림 49">
                <a:extLst>
                  <a:ext uri="{FF2B5EF4-FFF2-40B4-BE49-F238E27FC236}">
                    <a16:creationId xmlns:a16="http://schemas.microsoft.com/office/drawing/2014/main" id="{F5E97196-6D7A-4193-17C6-B4FAA883B6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biLevel thresh="50000"/>
              </a:blip>
              <a:stretch>
                <a:fillRect/>
              </a:stretch>
            </p:blipFill>
            <p:spPr>
              <a:xfrm>
                <a:off x="1108855" y="5880754"/>
                <a:ext cx="153589" cy="153589"/>
              </a:xfrm>
              <a:prstGeom prst="rect">
                <a:avLst/>
              </a:prstGeom>
            </p:spPr>
          </p:pic>
          <p:pic>
            <p:nvPicPr>
              <p:cNvPr id="51" name="그림 50">
                <a:extLst>
                  <a:ext uri="{FF2B5EF4-FFF2-40B4-BE49-F238E27FC236}">
                    <a16:creationId xmlns:a16="http://schemas.microsoft.com/office/drawing/2014/main" id="{E109A857-37A9-8A98-C101-0888EFD9FF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biLevel thresh="75000"/>
              </a:blip>
              <a:stretch>
                <a:fillRect/>
              </a:stretch>
            </p:blipFill>
            <p:spPr>
              <a:xfrm>
                <a:off x="2222354" y="5869660"/>
                <a:ext cx="175780" cy="175778"/>
              </a:xfrm>
              <a:prstGeom prst="rect">
                <a:avLst/>
              </a:prstGeom>
            </p:spPr>
          </p:pic>
          <p:pic>
            <p:nvPicPr>
              <p:cNvPr id="52" name="그림 51">
                <a:extLst>
                  <a:ext uri="{FF2B5EF4-FFF2-40B4-BE49-F238E27FC236}">
                    <a16:creationId xmlns:a16="http://schemas.microsoft.com/office/drawing/2014/main" id="{FF211104-E2FD-D951-5896-0BC7257897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biLevel thresh="75000"/>
              </a:blip>
              <a:stretch>
                <a:fillRect/>
              </a:stretch>
            </p:blipFill>
            <p:spPr>
              <a:xfrm>
                <a:off x="2444223" y="5868710"/>
                <a:ext cx="138036" cy="177676"/>
              </a:xfrm>
              <a:prstGeom prst="rect">
                <a:avLst/>
              </a:prstGeom>
            </p:spPr>
          </p:pic>
        </p:grpSp>
        <p:sp>
          <p:nvSpPr>
            <p:cNvPr id="48" name="타원 47">
              <a:extLst>
                <a:ext uri="{FF2B5EF4-FFF2-40B4-BE49-F238E27FC236}">
                  <a16:creationId xmlns:a16="http://schemas.microsoft.com/office/drawing/2014/main" id="{FF61A4AA-48DA-6B28-2B2F-BEE83D97FD8D}"/>
                </a:ext>
              </a:extLst>
            </p:cNvPr>
            <p:cNvSpPr/>
            <p:nvPr/>
          </p:nvSpPr>
          <p:spPr>
            <a:xfrm>
              <a:off x="1305059" y="6590429"/>
              <a:ext cx="153854" cy="153854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23</a:t>
              </a:r>
              <a:endParaRPr lang="ko-KR" altLang="en-US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09360846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197;p27">
            <a:extLst>
              <a:ext uri="{FF2B5EF4-FFF2-40B4-BE49-F238E27FC236}">
                <a16:creationId xmlns:a16="http://schemas.microsoft.com/office/drawing/2014/main" id="{4F3F158A-1751-86E5-7564-C3D90F2D58A9}"/>
              </a:ext>
            </a:extLst>
          </p:cNvPr>
          <p:cNvSpPr/>
          <p:nvPr/>
        </p:nvSpPr>
        <p:spPr>
          <a:xfrm>
            <a:off x="6589784" y="1232756"/>
            <a:ext cx="2566556" cy="5004561"/>
          </a:xfrm>
          <a:prstGeom prst="roundRect">
            <a:avLst>
              <a:gd name="adj" fmla="val 3549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" name="Google Shape;1197;p27">
            <a:extLst>
              <a:ext uri="{FF2B5EF4-FFF2-40B4-BE49-F238E27FC236}">
                <a16:creationId xmlns:a16="http://schemas.microsoft.com/office/drawing/2014/main" id="{E9CB0623-FC32-D244-81C7-BC8F71287D7F}"/>
              </a:ext>
            </a:extLst>
          </p:cNvPr>
          <p:cNvSpPr/>
          <p:nvPr/>
        </p:nvSpPr>
        <p:spPr>
          <a:xfrm>
            <a:off x="512116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" name="Google Shape;1197;p27">
            <a:extLst>
              <a:ext uri="{FF2B5EF4-FFF2-40B4-BE49-F238E27FC236}">
                <a16:creationId xmlns:a16="http://schemas.microsoft.com/office/drawing/2014/main" id="{9B55B24E-A35A-3B8F-D6FB-75C406CB315B}"/>
              </a:ext>
            </a:extLst>
          </p:cNvPr>
          <p:cNvSpPr/>
          <p:nvPr/>
        </p:nvSpPr>
        <p:spPr>
          <a:xfrm>
            <a:off x="3542783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endParaRPr kumimoji="0" sz="856" b="1" kern="0" dirty="0">
              <a:solidFill>
                <a:prstClr val="white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7E994F31-A2DA-9039-A1B0-620A55A2C452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검색 결과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7F5900A2-C5B2-231E-7B67-7CD74EAE91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모바일 웹 리모컨</a:t>
            </a:r>
            <a:r>
              <a:rPr lang="en-US" altLang="ko-KR" dirty="0"/>
              <a:t> &gt; </a:t>
            </a:r>
            <a:r>
              <a:rPr lang="ko-KR" altLang="en-US" dirty="0"/>
              <a:t>뽑기 </a:t>
            </a:r>
            <a:r>
              <a:rPr lang="en-US" altLang="ko-KR" dirty="0"/>
              <a:t>&gt; </a:t>
            </a:r>
            <a:r>
              <a:rPr lang="ko-KR" altLang="en-US" dirty="0"/>
              <a:t>검색 결과</a:t>
            </a:r>
          </a:p>
        </p:txBody>
      </p:sp>
      <p:sp>
        <p:nvSpPr>
          <p:cNvPr id="14" name="Google Shape;1198;p27">
            <a:extLst>
              <a:ext uri="{FF2B5EF4-FFF2-40B4-BE49-F238E27FC236}">
                <a16:creationId xmlns:a16="http://schemas.microsoft.com/office/drawing/2014/main" id="{672190A1-911E-4541-59AC-B6B304D0E57A}"/>
              </a:ext>
            </a:extLst>
          </p:cNvPr>
          <p:cNvSpPr/>
          <p:nvPr/>
        </p:nvSpPr>
        <p:spPr>
          <a:xfrm>
            <a:off x="3597837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23" name="Picture 6" descr="필터 - 무료 ui개 아이콘">
            <a:extLst>
              <a:ext uri="{FF2B5EF4-FFF2-40B4-BE49-F238E27FC236}">
                <a16:creationId xmlns:a16="http://schemas.microsoft.com/office/drawing/2014/main" id="{1D5775F0-ABD4-6E32-9162-D507BCA574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6342" y="1558186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1CFE275C-0A88-98B3-010B-94579C9F74AA}"/>
              </a:ext>
            </a:extLst>
          </p:cNvPr>
          <p:cNvSpPr txBox="1"/>
          <p:nvPr/>
        </p:nvSpPr>
        <p:spPr>
          <a:xfrm>
            <a:off x="3582518" y="1511206"/>
            <a:ext cx="325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100" dirty="0">
                <a:sym typeface="Webdings" panose="05030102010509060703" pitchFamily="18" charset="2"/>
              </a:rPr>
              <a:t></a:t>
            </a:r>
            <a:endParaRPr lang="ko-KR" altLang="en-US" sz="1100" dirty="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5F4DABD-4B39-3E95-83CB-101F1E867FE3}"/>
              </a:ext>
            </a:extLst>
          </p:cNvPr>
          <p:cNvSpPr txBox="1"/>
          <p:nvPr/>
        </p:nvSpPr>
        <p:spPr>
          <a:xfrm>
            <a:off x="3596939" y="1772816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 결과</a:t>
            </a:r>
            <a:endParaRPr lang="ko-KR" altLang="en-US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8152AE8C-5CB3-6ACE-D746-4D1E3AE35D23}"/>
              </a:ext>
            </a:extLst>
          </p:cNvPr>
          <p:cNvSpPr/>
          <p:nvPr/>
        </p:nvSpPr>
        <p:spPr>
          <a:xfrm>
            <a:off x="3626030" y="2044807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80339698-743C-7130-5429-A4CA6E3D17A1}"/>
              </a:ext>
            </a:extLst>
          </p:cNvPr>
          <p:cNvSpPr/>
          <p:nvPr/>
        </p:nvSpPr>
        <p:spPr>
          <a:xfrm>
            <a:off x="3625420" y="2277124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9EABD58-4AF2-5493-B1B1-26C47C1444DB}"/>
              </a:ext>
            </a:extLst>
          </p:cNvPr>
          <p:cNvSpPr txBox="1"/>
          <p:nvPr/>
        </p:nvSpPr>
        <p:spPr>
          <a:xfrm>
            <a:off x="3954943" y="230341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A5C0CD6-463D-5C3E-07C7-353AAC7CEC60}"/>
              </a:ext>
            </a:extLst>
          </p:cNvPr>
          <p:cNvSpPr txBox="1"/>
          <p:nvPr/>
        </p:nvSpPr>
        <p:spPr>
          <a:xfrm>
            <a:off x="3955712" y="2670874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A6E22E3E-5716-DC9A-5BFA-E84EB16124DA}"/>
              </a:ext>
            </a:extLst>
          </p:cNvPr>
          <p:cNvSpPr txBox="1"/>
          <p:nvPr/>
        </p:nvSpPr>
        <p:spPr>
          <a:xfrm>
            <a:off x="5587781" y="239437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A6F0A8EC-F084-1969-3081-A3C44A5C2304}"/>
              </a:ext>
            </a:extLst>
          </p:cNvPr>
          <p:cNvSpPr txBox="1"/>
          <p:nvPr/>
        </p:nvSpPr>
        <p:spPr>
          <a:xfrm>
            <a:off x="5699956" y="270892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34" name="그림 33">
            <a:extLst>
              <a:ext uri="{FF2B5EF4-FFF2-40B4-BE49-F238E27FC236}">
                <a16:creationId xmlns:a16="http://schemas.microsoft.com/office/drawing/2014/main" id="{67728CF1-6FCE-267C-B714-DEC91AF6320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85914" y="2407302"/>
            <a:ext cx="268247" cy="268247"/>
          </a:xfrm>
          <a:prstGeom prst="rect">
            <a:avLst/>
          </a:prstGeom>
        </p:spPr>
      </p:pic>
      <p:sp>
        <p:nvSpPr>
          <p:cNvPr id="35" name="직사각형 34">
            <a:extLst>
              <a:ext uri="{FF2B5EF4-FFF2-40B4-BE49-F238E27FC236}">
                <a16:creationId xmlns:a16="http://schemas.microsoft.com/office/drawing/2014/main" id="{0831B64E-BB69-7AC0-C756-078E61D2403E}"/>
              </a:ext>
            </a:extLst>
          </p:cNvPr>
          <p:cNvSpPr/>
          <p:nvPr/>
        </p:nvSpPr>
        <p:spPr>
          <a:xfrm>
            <a:off x="3754199" y="2795901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pic>
        <p:nvPicPr>
          <p:cNvPr id="36" name="그림 35">
            <a:extLst>
              <a:ext uri="{FF2B5EF4-FFF2-40B4-BE49-F238E27FC236}">
                <a16:creationId xmlns:a16="http://schemas.microsoft.com/office/drawing/2014/main" id="{815B8FAF-BCE9-D991-85D8-C0DF6CFFAF9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40317" y="2071819"/>
            <a:ext cx="187790" cy="192370"/>
          </a:xfrm>
          <a:prstGeom prst="rect">
            <a:avLst/>
          </a:prstGeom>
        </p:spPr>
      </p:pic>
      <p:sp>
        <p:nvSpPr>
          <p:cNvPr id="47" name="Google Shape;1198;p27">
            <a:extLst>
              <a:ext uri="{FF2B5EF4-FFF2-40B4-BE49-F238E27FC236}">
                <a16:creationId xmlns:a16="http://schemas.microsoft.com/office/drawing/2014/main" id="{4F441A3D-0B9A-533E-4012-D7066583E18C}"/>
              </a:ext>
            </a:extLst>
          </p:cNvPr>
          <p:cNvSpPr/>
          <p:nvPr/>
        </p:nvSpPr>
        <p:spPr>
          <a:xfrm>
            <a:off x="561209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56" name="Picture 6" descr="필터 - 무료 ui개 아이콘">
            <a:extLst>
              <a:ext uri="{FF2B5EF4-FFF2-40B4-BE49-F238E27FC236}">
                <a16:creationId xmlns:a16="http://schemas.microsoft.com/office/drawing/2014/main" id="{F342E272-E9DE-4185-7B14-BCE81A767D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19714" y="1558186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7" name="TextBox 56">
            <a:extLst>
              <a:ext uri="{FF2B5EF4-FFF2-40B4-BE49-F238E27FC236}">
                <a16:creationId xmlns:a16="http://schemas.microsoft.com/office/drawing/2014/main" id="{78CE679E-8A0A-46F1-E6D1-F022F27A4BF8}"/>
              </a:ext>
            </a:extLst>
          </p:cNvPr>
          <p:cNvSpPr txBox="1"/>
          <p:nvPr/>
        </p:nvSpPr>
        <p:spPr>
          <a:xfrm>
            <a:off x="545890" y="1511206"/>
            <a:ext cx="325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100" dirty="0">
                <a:sym typeface="Webdings" panose="05030102010509060703" pitchFamily="18" charset="2"/>
              </a:rPr>
              <a:t></a:t>
            </a:r>
            <a:endParaRPr lang="ko-KR" altLang="en-US" sz="1100" dirty="0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DA3F344D-9C61-3048-1FEB-699F1BD472FE}"/>
              </a:ext>
            </a:extLst>
          </p:cNvPr>
          <p:cNvSpPr txBox="1"/>
          <p:nvPr/>
        </p:nvSpPr>
        <p:spPr>
          <a:xfrm>
            <a:off x="584622" y="3171143"/>
            <a:ext cx="2402742" cy="4378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뽑기 검색 입니다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상세한 검색은 </a:t>
            </a:r>
            <a:r>
              <a:rPr kumimoji="1" lang="ko-KR" altLang="en-US" sz="800" b="0" i="0" u="sng" strike="noStrike" kern="1200" cap="none" spc="0" normalizeH="0" baseline="0" noProof="0" dirty="0">
                <a:ln>
                  <a:noFill/>
                </a:ln>
                <a:solidFill>
                  <a:srgbClr val="1A73E8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검색 옵션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을 사용해 보세요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20212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E2C5223-3568-9AEC-10C2-C0D212759DC0}"/>
              </a:ext>
            </a:extLst>
          </p:cNvPr>
          <p:cNvSpPr/>
          <p:nvPr/>
        </p:nvSpPr>
        <p:spPr>
          <a:xfrm>
            <a:off x="3625420" y="3024253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02AC6908-4D99-3CB2-C44B-353D4403E317}"/>
              </a:ext>
            </a:extLst>
          </p:cNvPr>
          <p:cNvSpPr txBox="1"/>
          <p:nvPr/>
        </p:nvSpPr>
        <p:spPr>
          <a:xfrm>
            <a:off x="3954943" y="3050541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62ACD6D5-B649-9327-5E1E-8B8A6B37DBEA}"/>
              </a:ext>
            </a:extLst>
          </p:cNvPr>
          <p:cNvSpPr txBox="1"/>
          <p:nvPr/>
        </p:nvSpPr>
        <p:spPr>
          <a:xfrm>
            <a:off x="3955712" y="3418003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D4FBE204-17BF-B8C2-FF22-5F9CCF5A69C2}"/>
              </a:ext>
            </a:extLst>
          </p:cNvPr>
          <p:cNvSpPr txBox="1"/>
          <p:nvPr/>
        </p:nvSpPr>
        <p:spPr>
          <a:xfrm>
            <a:off x="5587781" y="3141507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902EC690-6099-91B7-266F-0961B95F9B56}"/>
              </a:ext>
            </a:extLst>
          </p:cNvPr>
          <p:cNvSpPr txBox="1"/>
          <p:nvPr/>
        </p:nvSpPr>
        <p:spPr>
          <a:xfrm>
            <a:off x="5699956" y="3456049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65" name="그림 64">
            <a:extLst>
              <a:ext uri="{FF2B5EF4-FFF2-40B4-BE49-F238E27FC236}">
                <a16:creationId xmlns:a16="http://schemas.microsoft.com/office/drawing/2014/main" id="{3625D38A-EAB6-3599-05FB-D99B0F1E64B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85914" y="3154431"/>
            <a:ext cx="268247" cy="268247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52D07357-1BC0-1996-4FC3-C9DD26082C4F}"/>
              </a:ext>
            </a:extLst>
          </p:cNvPr>
          <p:cNvSpPr/>
          <p:nvPr/>
        </p:nvSpPr>
        <p:spPr>
          <a:xfrm>
            <a:off x="3754199" y="3543030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22573284-1C5F-BC6A-0B49-23C7A97B6CBA}"/>
              </a:ext>
            </a:extLst>
          </p:cNvPr>
          <p:cNvSpPr/>
          <p:nvPr/>
        </p:nvSpPr>
        <p:spPr>
          <a:xfrm>
            <a:off x="3625420" y="3782045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A2D561AA-CF20-C706-809E-2FA51B54C016}"/>
              </a:ext>
            </a:extLst>
          </p:cNvPr>
          <p:cNvSpPr txBox="1"/>
          <p:nvPr/>
        </p:nvSpPr>
        <p:spPr>
          <a:xfrm>
            <a:off x="3954943" y="3808333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EF3B28A6-E695-EF8A-8021-73DF0C2D149A}"/>
              </a:ext>
            </a:extLst>
          </p:cNvPr>
          <p:cNvSpPr txBox="1"/>
          <p:nvPr/>
        </p:nvSpPr>
        <p:spPr>
          <a:xfrm>
            <a:off x="3955712" y="4175795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577E98AA-71FD-B669-FA17-11EAF5143511}"/>
              </a:ext>
            </a:extLst>
          </p:cNvPr>
          <p:cNvSpPr txBox="1"/>
          <p:nvPr/>
        </p:nvSpPr>
        <p:spPr>
          <a:xfrm>
            <a:off x="5587781" y="3899299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6B7DD88-E11F-6E86-915A-57660869C5CB}"/>
              </a:ext>
            </a:extLst>
          </p:cNvPr>
          <p:cNvSpPr txBox="1"/>
          <p:nvPr/>
        </p:nvSpPr>
        <p:spPr>
          <a:xfrm>
            <a:off x="5699956" y="4213841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73" name="그림 72">
            <a:extLst>
              <a:ext uri="{FF2B5EF4-FFF2-40B4-BE49-F238E27FC236}">
                <a16:creationId xmlns:a16="http://schemas.microsoft.com/office/drawing/2014/main" id="{0066CC6A-3147-F806-8613-DB5C68AB9D9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85914" y="3912223"/>
            <a:ext cx="268247" cy="268247"/>
          </a:xfrm>
          <a:prstGeom prst="rect">
            <a:avLst/>
          </a:prstGeom>
        </p:spPr>
      </p:pic>
      <p:sp>
        <p:nvSpPr>
          <p:cNvPr id="74" name="직사각형 73">
            <a:extLst>
              <a:ext uri="{FF2B5EF4-FFF2-40B4-BE49-F238E27FC236}">
                <a16:creationId xmlns:a16="http://schemas.microsoft.com/office/drawing/2014/main" id="{2706FD64-080C-374F-C257-8677C4337B3E}"/>
              </a:ext>
            </a:extLst>
          </p:cNvPr>
          <p:cNvSpPr/>
          <p:nvPr/>
        </p:nvSpPr>
        <p:spPr>
          <a:xfrm>
            <a:off x="3754199" y="4300822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CBB04949-7E05-DFA0-CAD3-822B5EC09889}"/>
              </a:ext>
            </a:extLst>
          </p:cNvPr>
          <p:cNvSpPr/>
          <p:nvPr/>
        </p:nvSpPr>
        <p:spPr>
          <a:xfrm>
            <a:off x="3625420" y="4529174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97F57F12-CA4D-87D9-D118-FAF6D07ADC3A}"/>
              </a:ext>
            </a:extLst>
          </p:cNvPr>
          <p:cNvSpPr txBox="1"/>
          <p:nvPr/>
        </p:nvSpPr>
        <p:spPr>
          <a:xfrm>
            <a:off x="3954943" y="455546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365740D4-FA6D-F0C2-5774-1FEC752C920F}"/>
              </a:ext>
            </a:extLst>
          </p:cNvPr>
          <p:cNvSpPr txBox="1"/>
          <p:nvPr/>
        </p:nvSpPr>
        <p:spPr>
          <a:xfrm>
            <a:off x="3955712" y="4922924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758DAEE6-592A-9EC1-A0F5-1B78078A3DB6}"/>
              </a:ext>
            </a:extLst>
          </p:cNvPr>
          <p:cNvSpPr txBox="1"/>
          <p:nvPr/>
        </p:nvSpPr>
        <p:spPr>
          <a:xfrm>
            <a:off x="5587781" y="464642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76BEEBA5-A3BB-C7D6-DDD2-DBF606CAF987}"/>
              </a:ext>
            </a:extLst>
          </p:cNvPr>
          <p:cNvSpPr txBox="1"/>
          <p:nvPr/>
        </p:nvSpPr>
        <p:spPr>
          <a:xfrm>
            <a:off x="5699956" y="496097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81" name="그림 80">
            <a:extLst>
              <a:ext uri="{FF2B5EF4-FFF2-40B4-BE49-F238E27FC236}">
                <a16:creationId xmlns:a16="http://schemas.microsoft.com/office/drawing/2014/main" id="{63AC0BC7-D199-6F1E-545F-9CBB48055DE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85914" y="4659352"/>
            <a:ext cx="268247" cy="268247"/>
          </a:xfrm>
          <a:prstGeom prst="rect">
            <a:avLst/>
          </a:prstGeom>
        </p:spPr>
      </p:pic>
      <p:sp>
        <p:nvSpPr>
          <p:cNvPr id="82" name="직사각형 81">
            <a:extLst>
              <a:ext uri="{FF2B5EF4-FFF2-40B4-BE49-F238E27FC236}">
                <a16:creationId xmlns:a16="http://schemas.microsoft.com/office/drawing/2014/main" id="{F0496492-923D-4AC3-603A-DD342AF41A54}"/>
              </a:ext>
            </a:extLst>
          </p:cNvPr>
          <p:cNvSpPr/>
          <p:nvPr/>
        </p:nvSpPr>
        <p:spPr>
          <a:xfrm>
            <a:off x="3754199" y="5047951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C771F80D-B95F-08B4-15FC-0FAEBB324A0C}"/>
              </a:ext>
            </a:extLst>
          </p:cNvPr>
          <p:cNvSpPr/>
          <p:nvPr/>
        </p:nvSpPr>
        <p:spPr>
          <a:xfrm>
            <a:off x="3625420" y="5277697"/>
            <a:ext cx="2417540" cy="75692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DDACE453-AE93-8256-6FE6-64B82F00DD6D}"/>
              </a:ext>
            </a:extLst>
          </p:cNvPr>
          <p:cNvSpPr txBox="1"/>
          <p:nvPr/>
        </p:nvSpPr>
        <p:spPr>
          <a:xfrm>
            <a:off x="3954943" y="5303985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07FE6DC7-B662-C147-0C96-4A6F9206C509}"/>
              </a:ext>
            </a:extLst>
          </p:cNvPr>
          <p:cNvSpPr txBox="1"/>
          <p:nvPr/>
        </p:nvSpPr>
        <p:spPr>
          <a:xfrm>
            <a:off x="3955712" y="5671447"/>
            <a:ext cx="1120990" cy="3631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크리스마스 뽑기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셀카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CE123849-0C75-E1F3-B818-0A618D323556}"/>
              </a:ext>
            </a:extLst>
          </p:cNvPr>
          <p:cNvSpPr txBox="1"/>
          <p:nvPr/>
        </p:nvSpPr>
        <p:spPr>
          <a:xfrm>
            <a:off x="5587781" y="5394951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4A97F59B-B5A3-5761-1133-3D25AA28FD68}"/>
              </a:ext>
            </a:extLst>
          </p:cNvPr>
          <p:cNvSpPr txBox="1"/>
          <p:nvPr/>
        </p:nvSpPr>
        <p:spPr>
          <a:xfrm>
            <a:off x="5598890" y="5709493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88" name="그래픽 87">
            <a:extLst>
              <a:ext uri="{FF2B5EF4-FFF2-40B4-BE49-F238E27FC236}">
                <a16:creationId xmlns:a16="http://schemas.microsoft.com/office/drawing/2014/main" id="{DE6A33C9-F362-B11D-CE92-2361F2A7AAD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814914" y="5711911"/>
            <a:ext cx="228600" cy="228600"/>
          </a:xfrm>
          <a:prstGeom prst="rect">
            <a:avLst/>
          </a:prstGeom>
        </p:spPr>
      </p:pic>
      <p:pic>
        <p:nvPicPr>
          <p:cNvPr id="89" name="그림 88">
            <a:extLst>
              <a:ext uri="{FF2B5EF4-FFF2-40B4-BE49-F238E27FC236}">
                <a16:creationId xmlns:a16="http://schemas.microsoft.com/office/drawing/2014/main" id="{4EA7D11D-456B-7534-0CE7-C3AFDF293B1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85914" y="5407875"/>
            <a:ext cx="268247" cy="268247"/>
          </a:xfrm>
          <a:prstGeom prst="rect">
            <a:avLst/>
          </a:prstGeom>
        </p:spPr>
      </p:pic>
      <p:sp>
        <p:nvSpPr>
          <p:cNvPr id="90" name="직사각형 89">
            <a:extLst>
              <a:ext uri="{FF2B5EF4-FFF2-40B4-BE49-F238E27FC236}">
                <a16:creationId xmlns:a16="http://schemas.microsoft.com/office/drawing/2014/main" id="{C06F0EF1-D13C-3772-07CB-AC699F751DC6}"/>
              </a:ext>
            </a:extLst>
          </p:cNvPr>
          <p:cNvSpPr/>
          <p:nvPr/>
        </p:nvSpPr>
        <p:spPr>
          <a:xfrm>
            <a:off x="3754199" y="5796474"/>
            <a:ext cx="131676" cy="131676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tx1"/>
                </a:solidFill>
                <a:sym typeface="Wingdings" panose="05000000000000000000" pitchFamily="2" charset="2"/>
              </a:rPr>
              <a:t>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pic>
        <p:nvPicPr>
          <p:cNvPr id="91" name="그림 90">
            <a:extLst>
              <a:ext uri="{FF2B5EF4-FFF2-40B4-BE49-F238E27FC236}">
                <a16:creationId xmlns:a16="http://schemas.microsoft.com/office/drawing/2014/main" id="{04259047-BE14-1016-2A2E-188616C5B3AA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l="-1" r="1730" b="82246"/>
          <a:stretch>
            <a:fillRect/>
          </a:stretch>
        </p:blipFill>
        <p:spPr>
          <a:xfrm>
            <a:off x="3631171" y="6031061"/>
            <a:ext cx="2438350" cy="136377"/>
          </a:xfrm>
          <a:prstGeom prst="rect">
            <a:avLst/>
          </a:prstGeom>
        </p:spPr>
      </p:pic>
      <p:pic>
        <p:nvPicPr>
          <p:cNvPr id="191" name="그림 190">
            <a:extLst>
              <a:ext uri="{FF2B5EF4-FFF2-40B4-BE49-F238E27FC236}">
                <a16:creationId xmlns:a16="http://schemas.microsoft.com/office/drawing/2014/main" id="{8E25C31C-41CF-67C8-61B0-407395B32782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628275" y="1430045"/>
            <a:ext cx="2517866" cy="4767485"/>
          </a:xfrm>
          <a:prstGeom prst="rect">
            <a:avLst/>
          </a:prstGeom>
        </p:spPr>
      </p:pic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238B8D4C-D92E-20E8-32DE-AD3476948A7A}"/>
              </a:ext>
            </a:extLst>
          </p:cNvPr>
          <p:cNvSpPr/>
          <p:nvPr/>
        </p:nvSpPr>
        <p:spPr>
          <a:xfrm>
            <a:off x="6625135" y="1437444"/>
            <a:ext cx="2481586" cy="4739033"/>
          </a:xfrm>
          <a:prstGeom prst="rect">
            <a:avLst/>
          </a:prstGeom>
          <a:solidFill>
            <a:schemeClr val="tx1">
              <a:lumMod val="50000"/>
              <a:lumOff val="50000"/>
              <a:alpha val="8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93" name="사각형: 둥근 위쪽 모서리 192">
            <a:extLst>
              <a:ext uri="{FF2B5EF4-FFF2-40B4-BE49-F238E27FC236}">
                <a16:creationId xmlns:a16="http://schemas.microsoft.com/office/drawing/2014/main" id="{91692EEA-5DEC-B517-ABD1-6CD761939DC5}"/>
              </a:ext>
            </a:extLst>
          </p:cNvPr>
          <p:cNvSpPr/>
          <p:nvPr/>
        </p:nvSpPr>
        <p:spPr>
          <a:xfrm>
            <a:off x="6648085" y="4820574"/>
            <a:ext cx="2448767" cy="1353533"/>
          </a:xfrm>
          <a:prstGeom prst="round2SameRect">
            <a:avLst>
              <a:gd name="adj1" fmla="val 8613"/>
              <a:gd name="adj2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cxnSp>
        <p:nvCxnSpPr>
          <p:cNvPr id="194" name="직선 연결선 193">
            <a:extLst>
              <a:ext uri="{FF2B5EF4-FFF2-40B4-BE49-F238E27FC236}">
                <a16:creationId xmlns:a16="http://schemas.microsoft.com/office/drawing/2014/main" id="{EB345181-25A4-6279-7531-A793D2CDEF49}"/>
              </a:ext>
            </a:extLst>
          </p:cNvPr>
          <p:cNvCxnSpPr>
            <a:cxnSpLocks/>
          </p:cNvCxnSpPr>
          <p:nvPr/>
        </p:nvCxnSpPr>
        <p:spPr>
          <a:xfrm>
            <a:off x="7704312" y="4886916"/>
            <a:ext cx="323824" cy="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사각형: 둥근 모서리 196">
            <a:extLst>
              <a:ext uri="{FF2B5EF4-FFF2-40B4-BE49-F238E27FC236}">
                <a16:creationId xmlns:a16="http://schemas.microsoft.com/office/drawing/2014/main" id="{80D820BB-9B9B-8112-8F55-61795D1EDD67}"/>
              </a:ext>
            </a:extLst>
          </p:cNvPr>
          <p:cNvSpPr/>
          <p:nvPr/>
        </p:nvSpPr>
        <p:spPr bwMode="auto">
          <a:xfrm>
            <a:off x="6733496" y="5778500"/>
            <a:ext cx="2275090" cy="321146"/>
          </a:xfrm>
          <a:prstGeom prst="roundRect">
            <a:avLst>
              <a:gd name="adj" fmla="val 12712"/>
            </a:avLst>
          </a:prstGeom>
          <a:solidFill>
            <a:schemeClr val="tx1"/>
          </a:solidFill>
          <a:ln w="12700">
            <a:noFill/>
            <a:prstDash val="dash"/>
            <a:miter lim="800000"/>
            <a:headEnd/>
            <a:tailEnd/>
          </a:ln>
        </p:spPr>
        <p:txBody>
          <a:bodyPr wrap="none" rtlCol="0" anchor="ctr"/>
          <a:lstStyle/>
          <a:p>
            <a:pPr algn="ctr"/>
            <a:r>
              <a: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445A165E-AD29-89CE-D404-7637C0BFB626}"/>
              </a:ext>
            </a:extLst>
          </p:cNvPr>
          <p:cNvSpPr txBox="1"/>
          <p:nvPr/>
        </p:nvSpPr>
        <p:spPr>
          <a:xfrm>
            <a:off x="6636264" y="4984667"/>
            <a:ext cx="2485308" cy="63863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검색 결과가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건이 초과되었습니다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0" marR="0" lvl="0" indent="0" algn="ctr" defTabSz="914400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※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최근 순으로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 까지만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검색 결과를 보실 수 있습니다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35359F88-793E-95E7-907F-5E2465260A72}"/>
              </a:ext>
            </a:extLst>
          </p:cNvPr>
          <p:cNvGrpSpPr/>
          <p:nvPr/>
        </p:nvGrpSpPr>
        <p:grpSpPr>
          <a:xfrm>
            <a:off x="943521" y="1528185"/>
            <a:ext cx="1692188" cy="227652"/>
            <a:chOff x="943521" y="1528185"/>
            <a:chExt cx="1692188" cy="227652"/>
          </a:xfrm>
        </p:grpSpPr>
        <p:sp>
          <p:nvSpPr>
            <p:cNvPr id="64" name="Button">
              <a:extLst>
                <a:ext uri="{FF2B5EF4-FFF2-40B4-BE49-F238E27FC236}">
                  <a16:creationId xmlns:a16="http://schemas.microsoft.com/office/drawing/2014/main" id="{1E31C0CA-A048-D72B-D98B-31F787928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521" y="1528185"/>
              <a:ext cx="1692188" cy="227652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Ins="36000"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   뽑기 검색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72" name="그래픽 71">
              <a:extLst>
                <a:ext uri="{FF2B5EF4-FFF2-40B4-BE49-F238E27FC236}">
                  <a16:creationId xmlns:a16="http://schemas.microsoft.com/office/drawing/2014/main" id="{3D9498F8-C8C3-4757-D1FD-781551B61416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003146" y="1559052"/>
              <a:ext cx="160822" cy="160822"/>
            </a:xfrm>
            <a:prstGeom prst="rect">
              <a:avLst/>
            </a:prstGeom>
          </p:spPr>
        </p:pic>
      </p:grp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1D3635DE-2C57-4FB7-4D83-A9F11516606B}"/>
              </a:ext>
            </a:extLst>
          </p:cNvPr>
          <p:cNvGrpSpPr/>
          <p:nvPr/>
        </p:nvGrpSpPr>
        <p:grpSpPr>
          <a:xfrm>
            <a:off x="3971764" y="1528185"/>
            <a:ext cx="1692188" cy="227652"/>
            <a:chOff x="943521" y="1528185"/>
            <a:chExt cx="1692188" cy="227652"/>
          </a:xfrm>
        </p:grpSpPr>
        <p:sp>
          <p:nvSpPr>
            <p:cNvPr id="99" name="Button">
              <a:extLst>
                <a:ext uri="{FF2B5EF4-FFF2-40B4-BE49-F238E27FC236}">
                  <a16:creationId xmlns:a16="http://schemas.microsoft.com/office/drawing/2014/main" id="{7890F9D0-80B8-784D-643A-CA419E38B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521" y="1528185"/>
              <a:ext cx="1692188" cy="227652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Ins="36000"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   뽑기 검색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00" name="그래픽 99">
              <a:extLst>
                <a:ext uri="{FF2B5EF4-FFF2-40B4-BE49-F238E27FC236}">
                  <a16:creationId xmlns:a16="http://schemas.microsoft.com/office/drawing/2014/main" id="{4A509020-691B-FC78-0408-99C98D7879B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003146" y="1559052"/>
              <a:ext cx="160822" cy="160822"/>
            </a:xfrm>
            <a:prstGeom prst="rect">
              <a:avLst/>
            </a:prstGeom>
          </p:spPr>
        </p:pic>
      </p:grpSp>
      <p:graphicFrame>
        <p:nvGraphicFramePr>
          <p:cNvPr id="101" name="Group 323">
            <a:extLst>
              <a:ext uri="{FF2B5EF4-FFF2-40B4-BE49-F238E27FC236}">
                <a16:creationId xmlns:a16="http://schemas.microsoft.com/office/drawing/2014/main" id="{716CEDFE-63F3-73B8-D340-517E934399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4310959"/>
              </p:ext>
            </p:extLst>
          </p:nvPr>
        </p:nvGraphicFramePr>
        <p:xfrm>
          <a:off x="9625013" y="575703"/>
          <a:ext cx="2519969" cy="1715283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 결과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 결과는 최근 순으로 최대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1,000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개까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지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검색 결과 초과 팝업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- 1,000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개 초과 시 토스트 메시지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02" name="타원 101">
            <a:extLst>
              <a:ext uri="{FF2B5EF4-FFF2-40B4-BE49-F238E27FC236}">
                <a16:creationId xmlns:a16="http://schemas.microsoft.com/office/drawing/2014/main" id="{3791C485-228A-DF10-F6A6-A9B36CB9EA28}"/>
              </a:ext>
            </a:extLst>
          </p:cNvPr>
          <p:cNvSpPr/>
          <p:nvPr/>
        </p:nvSpPr>
        <p:spPr>
          <a:xfrm>
            <a:off x="4290817" y="1815923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2503C744-7636-8725-033A-5FEF25FEB31F}"/>
              </a:ext>
            </a:extLst>
          </p:cNvPr>
          <p:cNvGrpSpPr/>
          <p:nvPr/>
        </p:nvGrpSpPr>
        <p:grpSpPr>
          <a:xfrm>
            <a:off x="547688" y="5773122"/>
            <a:ext cx="2507456" cy="413366"/>
            <a:chOff x="540805" y="6488673"/>
            <a:chExt cx="2486119" cy="413366"/>
          </a:xfrm>
        </p:grpSpPr>
        <p:sp>
          <p:nvSpPr>
            <p:cNvPr id="19" name="사각형: 둥근 모서리 18">
              <a:extLst>
                <a:ext uri="{FF2B5EF4-FFF2-40B4-BE49-F238E27FC236}">
                  <a16:creationId xmlns:a16="http://schemas.microsoft.com/office/drawing/2014/main" id="{235B7211-C6D9-C398-FCFB-87A8CA525D79}"/>
                </a:ext>
              </a:extLst>
            </p:cNvPr>
            <p:cNvSpPr/>
            <p:nvPr/>
          </p:nvSpPr>
          <p:spPr bwMode="auto">
            <a:xfrm>
              <a:off x="540805" y="6488673"/>
              <a:ext cx="2486119" cy="413366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25" name="그룹 24">
              <a:extLst>
                <a:ext uri="{FF2B5EF4-FFF2-40B4-BE49-F238E27FC236}">
                  <a16:creationId xmlns:a16="http://schemas.microsoft.com/office/drawing/2014/main" id="{10884491-9C46-E91F-ACC6-51F3539D70C2}"/>
                </a:ext>
              </a:extLst>
            </p:cNvPr>
            <p:cNvGrpSpPr/>
            <p:nvPr/>
          </p:nvGrpSpPr>
          <p:grpSpPr>
            <a:xfrm>
              <a:off x="646069" y="6557675"/>
              <a:ext cx="2294019" cy="310182"/>
              <a:chOff x="646069" y="5802457"/>
              <a:chExt cx="2294019" cy="310182"/>
            </a:xfrm>
          </p:grpSpPr>
          <p:grpSp>
            <p:nvGrpSpPr>
              <p:cNvPr id="119" name="그룹 118">
                <a:extLst>
                  <a:ext uri="{FF2B5EF4-FFF2-40B4-BE49-F238E27FC236}">
                    <a16:creationId xmlns:a16="http://schemas.microsoft.com/office/drawing/2014/main" id="{432499DF-9117-D615-82CC-93904EA6F734}"/>
                  </a:ext>
                </a:extLst>
              </p:cNvPr>
              <p:cNvGrpSpPr/>
              <p:nvPr/>
            </p:nvGrpSpPr>
            <p:grpSpPr>
              <a:xfrm>
                <a:off x="646069" y="5802457"/>
                <a:ext cx="2294019" cy="310182"/>
                <a:chOff x="655595" y="5802457"/>
                <a:chExt cx="2294019" cy="310182"/>
              </a:xfrm>
            </p:grpSpPr>
            <p:sp>
              <p:nvSpPr>
                <p:cNvPr id="123" name="사각형: 둥근 모서리 122">
                  <a:extLst>
                    <a:ext uri="{FF2B5EF4-FFF2-40B4-BE49-F238E27FC236}">
                      <a16:creationId xmlns:a16="http://schemas.microsoft.com/office/drawing/2014/main" id="{69978F07-58E9-FD7D-6F50-E0443362E4A7}"/>
                    </a:ext>
                  </a:extLst>
                </p:cNvPr>
                <p:cNvSpPr/>
                <p:nvPr/>
              </p:nvSpPr>
              <p:spPr>
                <a:xfrm>
                  <a:off x="655595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  <p:sp>
              <p:nvSpPr>
                <p:cNvPr id="124" name="사각형: 둥근 모서리 123">
                  <a:extLst>
                    <a:ext uri="{FF2B5EF4-FFF2-40B4-BE49-F238E27FC236}">
                      <a16:creationId xmlns:a16="http://schemas.microsoft.com/office/drawing/2014/main" id="{04EF1EA1-778C-ACD9-9F5D-A3FD663096EA}"/>
                    </a:ext>
                  </a:extLst>
                </p:cNvPr>
                <p:cNvSpPr/>
                <p:nvPr/>
              </p:nvSpPr>
              <p:spPr>
                <a:xfrm>
                  <a:off x="1848143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</p:grpSp>
          <p:pic>
            <p:nvPicPr>
              <p:cNvPr id="120" name="그림 119">
                <a:extLst>
                  <a:ext uri="{FF2B5EF4-FFF2-40B4-BE49-F238E27FC236}">
                    <a16:creationId xmlns:a16="http://schemas.microsoft.com/office/drawing/2014/main" id="{77E81196-CF9B-B47D-643F-E0FE59CB4FD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biLevel thresh="50000"/>
              </a:blip>
              <a:stretch>
                <a:fillRect/>
              </a:stretch>
            </p:blipFill>
            <p:spPr>
              <a:xfrm>
                <a:off x="1108855" y="5880754"/>
                <a:ext cx="153589" cy="153589"/>
              </a:xfrm>
              <a:prstGeom prst="rect">
                <a:avLst/>
              </a:prstGeom>
            </p:spPr>
          </p:pic>
          <p:pic>
            <p:nvPicPr>
              <p:cNvPr id="121" name="그림 120">
                <a:extLst>
                  <a:ext uri="{FF2B5EF4-FFF2-40B4-BE49-F238E27FC236}">
                    <a16:creationId xmlns:a16="http://schemas.microsoft.com/office/drawing/2014/main" id="{24492C19-846B-3657-95D9-AA7778B3CC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biLevel thresh="75000"/>
              </a:blip>
              <a:stretch>
                <a:fillRect/>
              </a:stretch>
            </p:blipFill>
            <p:spPr>
              <a:xfrm>
                <a:off x="2222354" y="5869660"/>
                <a:ext cx="175780" cy="175778"/>
              </a:xfrm>
              <a:prstGeom prst="rect">
                <a:avLst/>
              </a:prstGeom>
            </p:spPr>
          </p:pic>
          <p:pic>
            <p:nvPicPr>
              <p:cNvPr id="122" name="그림 121">
                <a:extLst>
                  <a:ext uri="{FF2B5EF4-FFF2-40B4-BE49-F238E27FC236}">
                    <a16:creationId xmlns:a16="http://schemas.microsoft.com/office/drawing/2014/main" id="{47E54E3C-F6D7-95EC-4BDC-7746F3FFBF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biLevel thresh="75000"/>
              </a:blip>
              <a:stretch>
                <a:fillRect/>
              </a:stretch>
            </p:blipFill>
            <p:spPr>
              <a:xfrm>
                <a:off x="2444223" y="5868710"/>
                <a:ext cx="138036" cy="177676"/>
              </a:xfrm>
              <a:prstGeom prst="rect">
                <a:avLst/>
              </a:prstGeom>
            </p:spPr>
          </p:pic>
        </p:grpSp>
        <p:sp>
          <p:nvSpPr>
            <p:cNvPr id="118" name="타원 117">
              <a:extLst>
                <a:ext uri="{FF2B5EF4-FFF2-40B4-BE49-F238E27FC236}">
                  <a16:creationId xmlns:a16="http://schemas.microsoft.com/office/drawing/2014/main" id="{F33744AD-C101-4C7C-0B38-E71D2A1575A1}"/>
                </a:ext>
              </a:extLst>
            </p:cNvPr>
            <p:cNvSpPr/>
            <p:nvPr/>
          </p:nvSpPr>
          <p:spPr>
            <a:xfrm>
              <a:off x="1305059" y="6590429"/>
              <a:ext cx="153854" cy="153854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23</a:t>
              </a:r>
              <a:endParaRPr lang="ko-KR" altLang="en-US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638F1A7-13D4-9E28-214F-13A893E77985}"/>
              </a:ext>
            </a:extLst>
          </p:cNvPr>
          <p:cNvGrpSpPr/>
          <p:nvPr/>
        </p:nvGrpSpPr>
        <p:grpSpPr>
          <a:xfrm>
            <a:off x="3573566" y="5773122"/>
            <a:ext cx="2507456" cy="413366"/>
            <a:chOff x="540805" y="6488673"/>
            <a:chExt cx="2486119" cy="413366"/>
          </a:xfrm>
        </p:grpSpPr>
        <p:sp>
          <p:nvSpPr>
            <p:cNvPr id="126" name="사각형: 둥근 모서리 125">
              <a:extLst>
                <a:ext uri="{FF2B5EF4-FFF2-40B4-BE49-F238E27FC236}">
                  <a16:creationId xmlns:a16="http://schemas.microsoft.com/office/drawing/2014/main" id="{5EFCA1DC-9A41-2D03-1737-649D458DA974}"/>
                </a:ext>
              </a:extLst>
            </p:cNvPr>
            <p:cNvSpPr/>
            <p:nvPr/>
          </p:nvSpPr>
          <p:spPr bwMode="auto">
            <a:xfrm>
              <a:off x="540805" y="6488673"/>
              <a:ext cx="2486119" cy="413366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27" name="그룹 126">
              <a:extLst>
                <a:ext uri="{FF2B5EF4-FFF2-40B4-BE49-F238E27FC236}">
                  <a16:creationId xmlns:a16="http://schemas.microsoft.com/office/drawing/2014/main" id="{3B1D0C05-5EC2-3B0A-D309-BC8009CDC11B}"/>
                </a:ext>
              </a:extLst>
            </p:cNvPr>
            <p:cNvGrpSpPr/>
            <p:nvPr/>
          </p:nvGrpSpPr>
          <p:grpSpPr>
            <a:xfrm>
              <a:off x="646069" y="6557675"/>
              <a:ext cx="2294019" cy="310182"/>
              <a:chOff x="646069" y="5802457"/>
              <a:chExt cx="2294019" cy="310182"/>
            </a:xfrm>
          </p:grpSpPr>
          <p:grpSp>
            <p:nvGrpSpPr>
              <p:cNvPr id="129" name="그룹 128">
                <a:extLst>
                  <a:ext uri="{FF2B5EF4-FFF2-40B4-BE49-F238E27FC236}">
                    <a16:creationId xmlns:a16="http://schemas.microsoft.com/office/drawing/2014/main" id="{179B5CCE-1DDA-FD79-DD6F-56F0C664C95F}"/>
                  </a:ext>
                </a:extLst>
              </p:cNvPr>
              <p:cNvGrpSpPr/>
              <p:nvPr/>
            </p:nvGrpSpPr>
            <p:grpSpPr>
              <a:xfrm>
                <a:off x="646069" y="5802457"/>
                <a:ext cx="2294019" cy="310182"/>
                <a:chOff x="655595" y="5802457"/>
                <a:chExt cx="2294019" cy="310182"/>
              </a:xfrm>
            </p:grpSpPr>
            <p:sp>
              <p:nvSpPr>
                <p:cNvPr id="133" name="사각형: 둥근 모서리 132">
                  <a:extLst>
                    <a:ext uri="{FF2B5EF4-FFF2-40B4-BE49-F238E27FC236}">
                      <a16:creationId xmlns:a16="http://schemas.microsoft.com/office/drawing/2014/main" id="{949EF5CA-41F1-456A-0B7F-70BAA08AE082}"/>
                    </a:ext>
                  </a:extLst>
                </p:cNvPr>
                <p:cNvSpPr/>
                <p:nvPr/>
              </p:nvSpPr>
              <p:spPr>
                <a:xfrm>
                  <a:off x="655595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  <p:sp>
              <p:nvSpPr>
                <p:cNvPr id="134" name="사각형: 둥근 모서리 133">
                  <a:extLst>
                    <a:ext uri="{FF2B5EF4-FFF2-40B4-BE49-F238E27FC236}">
                      <a16:creationId xmlns:a16="http://schemas.microsoft.com/office/drawing/2014/main" id="{76971BD8-1E79-C685-8C5E-6B813E9F925D}"/>
                    </a:ext>
                  </a:extLst>
                </p:cNvPr>
                <p:cNvSpPr/>
                <p:nvPr/>
              </p:nvSpPr>
              <p:spPr>
                <a:xfrm>
                  <a:off x="1848143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</p:grpSp>
          <p:pic>
            <p:nvPicPr>
              <p:cNvPr id="130" name="그림 129">
                <a:extLst>
                  <a:ext uri="{FF2B5EF4-FFF2-40B4-BE49-F238E27FC236}">
                    <a16:creationId xmlns:a16="http://schemas.microsoft.com/office/drawing/2014/main" id="{457C6781-65BD-3557-9151-C4729E122BC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biLevel thresh="50000"/>
              </a:blip>
              <a:stretch>
                <a:fillRect/>
              </a:stretch>
            </p:blipFill>
            <p:spPr>
              <a:xfrm>
                <a:off x="1108855" y="5880754"/>
                <a:ext cx="153589" cy="153589"/>
              </a:xfrm>
              <a:prstGeom prst="rect">
                <a:avLst/>
              </a:prstGeom>
            </p:spPr>
          </p:pic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ECCB4F2C-1DF9-989D-0A04-58525B28AE7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biLevel thresh="75000"/>
              </a:blip>
              <a:stretch>
                <a:fillRect/>
              </a:stretch>
            </p:blipFill>
            <p:spPr>
              <a:xfrm>
                <a:off x="2222354" y="5869660"/>
                <a:ext cx="175780" cy="175778"/>
              </a:xfrm>
              <a:prstGeom prst="rect">
                <a:avLst/>
              </a:prstGeom>
            </p:spPr>
          </p:pic>
          <p:pic>
            <p:nvPicPr>
              <p:cNvPr id="132" name="그림 131">
                <a:extLst>
                  <a:ext uri="{FF2B5EF4-FFF2-40B4-BE49-F238E27FC236}">
                    <a16:creationId xmlns:a16="http://schemas.microsoft.com/office/drawing/2014/main" id="{07B51125-8ECA-6E69-B04C-041D0820DC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biLevel thresh="75000"/>
              </a:blip>
              <a:stretch>
                <a:fillRect/>
              </a:stretch>
            </p:blipFill>
            <p:spPr>
              <a:xfrm>
                <a:off x="2444223" y="5868710"/>
                <a:ext cx="138036" cy="177676"/>
              </a:xfrm>
              <a:prstGeom prst="rect">
                <a:avLst/>
              </a:prstGeom>
            </p:spPr>
          </p:pic>
        </p:grpSp>
        <p:sp>
          <p:nvSpPr>
            <p:cNvPr id="128" name="타원 127">
              <a:extLst>
                <a:ext uri="{FF2B5EF4-FFF2-40B4-BE49-F238E27FC236}">
                  <a16:creationId xmlns:a16="http://schemas.microsoft.com/office/drawing/2014/main" id="{2215F619-20D0-6B14-84B2-F568E9F9F9C0}"/>
                </a:ext>
              </a:extLst>
            </p:cNvPr>
            <p:cNvSpPr/>
            <p:nvPr/>
          </p:nvSpPr>
          <p:spPr>
            <a:xfrm>
              <a:off x="1305059" y="6590429"/>
              <a:ext cx="153854" cy="153854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23</a:t>
              </a:r>
              <a:endParaRPr lang="ko-KR" altLang="en-US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145" name="TextBox 144">
            <a:extLst>
              <a:ext uri="{FF2B5EF4-FFF2-40B4-BE49-F238E27FC236}">
                <a16:creationId xmlns:a16="http://schemas.microsoft.com/office/drawing/2014/main" id="{3523BB50-D07D-5D29-0B9C-DBC9BC5376DE}"/>
              </a:ext>
            </a:extLst>
          </p:cNvPr>
          <p:cNvSpPr txBox="1"/>
          <p:nvPr/>
        </p:nvSpPr>
        <p:spPr>
          <a:xfrm>
            <a:off x="3705576" y="5082027"/>
            <a:ext cx="2241014" cy="560361"/>
          </a:xfrm>
          <a:prstGeom prst="roundRect">
            <a:avLst>
              <a:gd name="adj" fmla="val 9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lIns="36000" tIns="36000" rIns="36000" bIns="36000" anchor="ctr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검색 결과가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건이</a:t>
            </a:r>
            <a:r>
              <a:rPr lang="en-US" altLang="ko-KR" sz="9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초과되었습니다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0" marR="0" lvl="0" indent="0" algn="ctr" defTabSz="914400" rtl="0" eaLnBrk="1" fontAlgn="base" latinLnBrk="1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※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최근 순으로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건 까지만 검색 결과를 보실 수 있습니다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037FB1F8-D4C7-1A51-11D8-903B3E4D4BE6}"/>
              </a:ext>
            </a:extLst>
          </p:cNvPr>
          <p:cNvSpPr/>
          <p:nvPr/>
        </p:nvSpPr>
        <p:spPr>
          <a:xfrm>
            <a:off x="3596911" y="5151630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61105947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Google Shape;1197;p27">
            <a:extLst>
              <a:ext uri="{FF2B5EF4-FFF2-40B4-BE49-F238E27FC236}">
                <a16:creationId xmlns:a16="http://schemas.microsoft.com/office/drawing/2014/main" id="{442195C7-A996-0B3C-42C1-7641EECE9688}"/>
              </a:ext>
            </a:extLst>
          </p:cNvPr>
          <p:cNvSpPr/>
          <p:nvPr/>
        </p:nvSpPr>
        <p:spPr>
          <a:xfrm>
            <a:off x="3542783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endParaRPr kumimoji="0" sz="856" b="1" kern="0" dirty="0">
              <a:solidFill>
                <a:prstClr val="white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465" name="그림 464">
            <a:extLst>
              <a:ext uri="{FF2B5EF4-FFF2-40B4-BE49-F238E27FC236}">
                <a16:creationId xmlns:a16="http://schemas.microsoft.com/office/drawing/2014/main" id="{23F469E4-BBA5-66BF-9052-5D0072C9DEF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618" r="1299"/>
          <a:stretch>
            <a:fillRect/>
          </a:stretch>
        </p:blipFill>
        <p:spPr>
          <a:xfrm>
            <a:off x="3581192" y="1786467"/>
            <a:ext cx="2497204" cy="4440582"/>
          </a:xfrm>
          <a:prstGeom prst="rect">
            <a:avLst/>
          </a:prstGeom>
        </p:spPr>
      </p:pic>
      <p:sp>
        <p:nvSpPr>
          <p:cNvPr id="73" name="Google Shape;1197;p27">
            <a:extLst>
              <a:ext uri="{FF2B5EF4-FFF2-40B4-BE49-F238E27FC236}">
                <a16:creationId xmlns:a16="http://schemas.microsoft.com/office/drawing/2014/main" id="{650E102D-A9E7-5ABF-C0EE-D0EDDA908320}"/>
              </a:ext>
            </a:extLst>
          </p:cNvPr>
          <p:cNvSpPr/>
          <p:nvPr/>
        </p:nvSpPr>
        <p:spPr>
          <a:xfrm>
            <a:off x="512116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BD555EA8-F737-968C-94D3-B7011AA4B51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/>
              <a:t>설정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F9A3FF62-FDD8-0245-6CE3-BA2CBD94DF0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모바일 웹 리모컨</a:t>
            </a:r>
            <a:r>
              <a:rPr lang="en-US" altLang="ko-KR" dirty="0"/>
              <a:t> &gt; </a:t>
            </a:r>
            <a:r>
              <a:rPr lang="ko-KR" altLang="en-US" dirty="0"/>
              <a:t>메뉴 </a:t>
            </a:r>
            <a:r>
              <a:rPr lang="en-US" altLang="ko-KR" dirty="0"/>
              <a:t>&gt; </a:t>
            </a:r>
            <a:r>
              <a:rPr lang="ko-KR" altLang="en-US" dirty="0"/>
              <a:t>설정</a:t>
            </a:r>
          </a:p>
        </p:txBody>
      </p:sp>
      <p:sp>
        <p:nvSpPr>
          <p:cNvPr id="14" name="Google Shape;1198;p27">
            <a:extLst>
              <a:ext uri="{FF2B5EF4-FFF2-40B4-BE49-F238E27FC236}">
                <a16:creationId xmlns:a16="http://schemas.microsoft.com/office/drawing/2014/main" id="{70F1909E-2B35-6BD8-FC99-E97AC321ED94}"/>
              </a:ext>
            </a:extLst>
          </p:cNvPr>
          <p:cNvSpPr/>
          <p:nvPr/>
        </p:nvSpPr>
        <p:spPr>
          <a:xfrm>
            <a:off x="567170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F5AFC9D-8877-DF49-FD53-D375EBFBF890}"/>
              </a:ext>
            </a:extLst>
          </p:cNvPr>
          <p:cNvSpPr txBox="1"/>
          <p:nvPr/>
        </p:nvSpPr>
        <p:spPr>
          <a:xfrm>
            <a:off x="571257" y="1899958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B8339BD-E596-BB02-4321-8F09E2E3219D}"/>
              </a:ext>
            </a:extLst>
          </p:cNvPr>
          <p:cNvSpPr txBox="1"/>
          <p:nvPr/>
        </p:nvSpPr>
        <p:spPr>
          <a:xfrm>
            <a:off x="1847717" y="1899958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B6520892-CEE9-8681-1AD0-6576009A36AD}"/>
              </a:ext>
            </a:extLst>
          </p:cNvPr>
          <p:cNvCxnSpPr>
            <a:cxnSpLocks/>
          </p:cNvCxnSpPr>
          <p:nvPr/>
        </p:nvCxnSpPr>
        <p:spPr>
          <a:xfrm>
            <a:off x="668972" y="2164482"/>
            <a:ext cx="526203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C1F11456-3788-9CF5-E451-851BC576C5CA}"/>
              </a:ext>
            </a:extLst>
          </p:cNvPr>
          <p:cNvSpPr txBox="1"/>
          <p:nvPr/>
        </p:nvSpPr>
        <p:spPr>
          <a:xfrm>
            <a:off x="1353186" y="1899958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8632F06-A96F-4ED2-3EDD-AD0D342FCAD2}"/>
              </a:ext>
            </a:extLst>
          </p:cNvPr>
          <p:cNvSpPr/>
          <p:nvPr/>
        </p:nvSpPr>
        <p:spPr>
          <a:xfrm>
            <a:off x="600348" y="2171949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0" name="Picture 6" descr="필터 - 무료 ui개 아이콘">
            <a:extLst>
              <a:ext uri="{FF2B5EF4-FFF2-40B4-BE49-F238E27FC236}">
                <a16:creationId xmlns:a16="http://schemas.microsoft.com/office/drawing/2014/main" id="{4D79633C-E0DC-DA34-9D04-C49F82A03A6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6361" y="2207669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" name="직사각형 20">
            <a:extLst>
              <a:ext uri="{FF2B5EF4-FFF2-40B4-BE49-F238E27FC236}">
                <a16:creationId xmlns:a16="http://schemas.microsoft.com/office/drawing/2014/main" id="{BBDE5D19-B3E2-53A7-7119-3DB20E6344EC}"/>
              </a:ext>
            </a:extLst>
          </p:cNvPr>
          <p:cNvSpPr/>
          <p:nvPr/>
        </p:nvSpPr>
        <p:spPr>
          <a:xfrm>
            <a:off x="600348" y="3029828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2" name="그래픽 21">
            <a:extLst>
              <a:ext uri="{FF2B5EF4-FFF2-40B4-BE49-F238E27FC236}">
                <a16:creationId xmlns:a16="http://schemas.microsoft.com/office/drawing/2014/main" id="{68ACFCBE-ADD0-FD14-3A12-AC953CAD2DE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47760" y="3208375"/>
            <a:ext cx="263454" cy="263454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14CA472D-FE37-3975-B4BF-824065A27428}"/>
              </a:ext>
            </a:extLst>
          </p:cNvPr>
          <p:cNvSpPr txBox="1"/>
          <p:nvPr/>
        </p:nvSpPr>
        <p:spPr>
          <a:xfrm>
            <a:off x="909748" y="3056116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05E83BF-5500-0782-1920-85F81B7A2F4E}"/>
              </a:ext>
            </a:extLst>
          </p:cNvPr>
          <p:cNvSpPr txBox="1"/>
          <p:nvPr/>
        </p:nvSpPr>
        <p:spPr>
          <a:xfrm>
            <a:off x="910517" y="3423578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spcBef>
                <a:spcPct val="20000"/>
              </a:spcBef>
              <a:defRPr/>
            </a:pPr>
            <a:r>
              <a:rPr kumimoji="0"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[</a:t>
            </a:r>
            <a:r>
              <a:rPr kumimoji="0" lang="en-US" altLang="ko-KR" sz="800" dirty="0" err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Youtube</a:t>
            </a:r>
            <a:r>
              <a:rPr kumimoji="0"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 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유튜브 제목</a:t>
            </a:r>
            <a:r>
              <a:rPr kumimoji="0"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lang="en-US" altLang="ko-KR" sz="80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A9CB33C7-EF62-A4C3-EC6C-301E7F9C6E74}"/>
              </a:ext>
            </a:extLst>
          </p:cNvPr>
          <p:cNvSpPr/>
          <p:nvPr/>
        </p:nvSpPr>
        <p:spPr>
          <a:xfrm>
            <a:off x="2289111" y="3179747"/>
            <a:ext cx="320711" cy="320711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67EB5AE-F32B-7FB0-50FA-746696A9D58E}"/>
              </a:ext>
            </a:extLst>
          </p:cNvPr>
          <p:cNvSpPr txBox="1"/>
          <p:nvPr/>
        </p:nvSpPr>
        <p:spPr>
          <a:xfrm>
            <a:off x="2562709" y="3129982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3,000</a:t>
            </a:r>
            <a:endParaRPr lang="ko-KR" altLang="en-US" sz="1050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D6945A4B-FFF7-5ADE-1EE3-B278C7EAC2BA}"/>
              </a:ext>
            </a:extLst>
          </p:cNvPr>
          <p:cNvSpPr txBox="1"/>
          <p:nvPr/>
        </p:nvSpPr>
        <p:spPr>
          <a:xfrm>
            <a:off x="2687960" y="3423578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7E4F7345-E806-06C8-1C97-1AD252157E64}"/>
              </a:ext>
            </a:extLst>
          </p:cNvPr>
          <p:cNvSpPr/>
          <p:nvPr/>
        </p:nvSpPr>
        <p:spPr>
          <a:xfrm>
            <a:off x="600348" y="2404266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9" name="그래픽 28">
            <a:extLst>
              <a:ext uri="{FF2B5EF4-FFF2-40B4-BE49-F238E27FC236}">
                <a16:creationId xmlns:a16="http://schemas.microsoft.com/office/drawing/2014/main" id="{12C11E2E-56D5-05C2-7BF0-BCF16DC2157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47760" y="2582813"/>
            <a:ext cx="263454" cy="263454"/>
          </a:xfrm>
          <a:prstGeom prst="rect">
            <a:avLst/>
          </a:pr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59DBAD8E-814C-55A4-5EAA-AC50C14E4824}"/>
              </a:ext>
            </a:extLst>
          </p:cNvPr>
          <p:cNvSpPr txBox="1"/>
          <p:nvPr/>
        </p:nvSpPr>
        <p:spPr>
          <a:xfrm>
            <a:off x="909748" y="2430554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1EE2DFF4-36E6-B8D2-70CB-8E26ED8E3929}"/>
              </a:ext>
            </a:extLst>
          </p:cNvPr>
          <p:cNvSpPr txBox="1"/>
          <p:nvPr/>
        </p:nvSpPr>
        <p:spPr>
          <a:xfrm>
            <a:off x="910517" y="2798016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174B47A-AC47-7B03-D366-DBF6B44831EC}"/>
              </a:ext>
            </a:extLst>
          </p:cNvPr>
          <p:cNvSpPr txBox="1"/>
          <p:nvPr/>
        </p:nvSpPr>
        <p:spPr>
          <a:xfrm>
            <a:off x="2562709" y="2504420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4257B2-99D4-D7F2-3A01-0C6C741437E8}"/>
              </a:ext>
            </a:extLst>
          </p:cNvPr>
          <p:cNvSpPr txBox="1"/>
          <p:nvPr/>
        </p:nvSpPr>
        <p:spPr>
          <a:xfrm>
            <a:off x="2687960" y="2798016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34" name="그래픽 33">
            <a:extLst>
              <a:ext uri="{FF2B5EF4-FFF2-40B4-BE49-F238E27FC236}">
                <a16:creationId xmlns:a16="http://schemas.microsoft.com/office/drawing/2014/main" id="{CE19EBB4-4E3E-90DB-91B3-4A14F96D6F3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50141" y="2582955"/>
            <a:ext cx="261988" cy="261988"/>
          </a:xfrm>
          <a:prstGeom prst="rect">
            <a:avLst/>
          </a:prstGeom>
        </p:spPr>
      </p:pic>
      <p:sp>
        <p:nvSpPr>
          <p:cNvPr id="35" name="직사각형 34">
            <a:extLst>
              <a:ext uri="{FF2B5EF4-FFF2-40B4-BE49-F238E27FC236}">
                <a16:creationId xmlns:a16="http://schemas.microsoft.com/office/drawing/2014/main" id="{E253A3F4-EA14-F729-4513-0C2DDAF2595E}"/>
              </a:ext>
            </a:extLst>
          </p:cNvPr>
          <p:cNvSpPr/>
          <p:nvPr/>
        </p:nvSpPr>
        <p:spPr>
          <a:xfrm>
            <a:off x="600348" y="3655944"/>
            <a:ext cx="2417540" cy="6852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63609BBD-668F-67A6-D577-F4CA3988E72E}"/>
              </a:ext>
            </a:extLst>
          </p:cNvPr>
          <p:cNvSpPr txBox="1"/>
          <p:nvPr/>
        </p:nvSpPr>
        <p:spPr>
          <a:xfrm>
            <a:off x="909748" y="3682232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390D8950-8119-C37C-47CE-4098E9B26995}"/>
              </a:ext>
            </a:extLst>
          </p:cNvPr>
          <p:cNvSpPr txBox="1"/>
          <p:nvPr/>
        </p:nvSpPr>
        <p:spPr>
          <a:xfrm>
            <a:off x="910517" y="4015141"/>
            <a:ext cx="1652192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 텍스트내용 텍스트 내용 텍스트 내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C6A43C3B-E721-94F3-7C68-9555D7D18394}"/>
              </a:ext>
            </a:extLst>
          </p:cNvPr>
          <p:cNvSpPr txBox="1"/>
          <p:nvPr/>
        </p:nvSpPr>
        <p:spPr>
          <a:xfrm>
            <a:off x="2562709" y="3756098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sz="1050" dirty="0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BF97BAEA-A24B-E06D-063C-9419C369A6D8}"/>
              </a:ext>
            </a:extLst>
          </p:cNvPr>
          <p:cNvSpPr txBox="1"/>
          <p:nvPr/>
        </p:nvSpPr>
        <p:spPr>
          <a:xfrm>
            <a:off x="2687960" y="4049694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0" name="그래픽 39">
            <a:extLst>
              <a:ext uri="{FF2B5EF4-FFF2-40B4-BE49-F238E27FC236}">
                <a16:creationId xmlns:a16="http://schemas.microsoft.com/office/drawing/2014/main" id="{71956A7A-0F1A-D2B0-5E9F-999D74CF7F13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47058" y="3846495"/>
            <a:ext cx="263454" cy="263454"/>
          </a:xfrm>
          <a:prstGeom prst="rect">
            <a:avLst/>
          </a:prstGeom>
        </p:spPr>
      </p:pic>
      <p:sp>
        <p:nvSpPr>
          <p:cNvPr id="41" name="직사각형 40">
            <a:extLst>
              <a:ext uri="{FF2B5EF4-FFF2-40B4-BE49-F238E27FC236}">
                <a16:creationId xmlns:a16="http://schemas.microsoft.com/office/drawing/2014/main" id="{1859CEA7-30E2-1F77-FA04-8A6483BBA690}"/>
              </a:ext>
            </a:extLst>
          </p:cNvPr>
          <p:cNvSpPr/>
          <p:nvPr/>
        </p:nvSpPr>
        <p:spPr>
          <a:xfrm>
            <a:off x="600348" y="4339177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5B351785-030B-9955-C562-85BCDD6BC704}"/>
              </a:ext>
            </a:extLst>
          </p:cNvPr>
          <p:cNvSpPr txBox="1"/>
          <p:nvPr/>
        </p:nvSpPr>
        <p:spPr>
          <a:xfrm>
            <a:off x="909748" y="4365465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C8ECA62B-894B-4DDD-EC1B-FF6A0196ABD9}"/>
              </a:ext>
            </a:extLst>
          </p:cNvPr>
          <p:cNvSpPr txBox="1"/>
          <p:nvPr/>
        </p:nvSpPr>
        <p:spPr>
          <a:xfrm>
            <a:off x="910516" y="4732927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룰렛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제목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꽝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or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당첨 항목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9EB61AF-432E-BB2A-6457-DCF41B6BB92A}"/>
              </a:ext>
            </a:extLst>
          </p:cNvPr>
          <p:cNvSpPr txBox="1"/>
          <p:nvPr/>
        </p:nvSpPr>
        <p:spPr>
          <a:xfrm>
            <a:off x="2562709" y="4439331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8287D25E-49E5-5F45-32B9-1FA5914EBEED}"/>
              </a:ext>
            </a:extLst>
          </p:cNvPr>
          <p:cNvSpPr txBox="1"/>
          <p:nvPr/>
        </p:nvSpPr>
        <p:spPr>
          <a:xfrm>
            <a:off x="2687960" y="4732927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6" name="그래픽 45">
            <a:extLst>
              <a:ext uri="{FF2B5EF4-FFF2-40B4-BE49-F238E27FC236}">
                <a16:creationId xmlns:a16="http://schemas.microsoft.com/office/drawing/2014/main" id="{10DDD4E2-E5CE-71AA-0B84-0D1630D70C5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650835" y="4530473"/>
            <a:ext cx="258115" cy="258115"/>
          </a:xfrm>
          <a:prstGeom prst="rect">
            <a:avLst/>
          </a:prstGeom>
        </p:spPr>
      </p:pic>
      <p:sp>
        <p:nvSpPr>
          <p:cNvPr id="47" name="직사각형 46">
            <a:extLst>
              <a:ext uri="{FF2B5EF4-FFF2-40B4-BE49-F238E27FC236}">
                <a16:creationId xmlns:a16="http://schemas.microsoft.com/office/drawing/2014/main" id="{373C2FDD-E19C-1ABF-3290-9DA44C6B1821}"/>
              </a:ext>
            </a:extLst>
          </p:cNvPr>
          <p:cNvSpPr/>
          <p:nvPr/>
        </p:nvSpPr>
        <p:spPr>
          <a:xfrm>
            <a:off x="600348" y="4955985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E883A763-3D4A-F950-6F03-D0E9208C0D68}"/>
              </a:ext>
            </a:extLst>
          </p:cNvPr>
          <p:cNvSpPr txBox="1"/>
          <p:nvPr/>
        </p:nvSpPr>
        <p:spPr>
          <a:xfrm>
            <a:off x="909748" y="4982273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703DD4BD-048D-7314-ACFD-216265D20333}"/>
              </a:ext>
            </a:extLst>
          </p:cNvPr>
          <p:cNvSpPr txBox="1"/>
          <p:nvPr/>
        </p:nvSpPr>
        <p:spPr>
          <a:xfrm>
            <a:off x="910516" y="5349735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럭키박스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시간초과 환불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3AD038B-DF9D-6DCE-7653-9CCF454E32D2}"/>
              </a:ext>
            </a:extLst>
          </p:cNvPr>
          <p:cNvSpPr txBox="1"/>
          <p:nvPr/>
        </p:nvSpPr>
        <p:spPr>
          <a:xfrm>
            <a:off x="2562709" y="5056139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A77DE33F-5C1F-D96C-ED8C-C2F301B42D10}"/>
              </a:ext>
            </a:extLst>
          </p:cNvPr>
          <p:cNvSpPr txBox="1"/>
          <p:nvPr/>
        </p:nvSpPr>
        <p:spPr>
          <a:xfrm>
            <a:off x="2687960" y="5349735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52" name="그래픽 51">
            <a:extLst>
              <a:ext uri="{FF2B5EF4-FFF2-40B4-BE49-F238E27FC236}">
                <a16:creationId xmlns:a16="http://schemas.microsoft.com/office/drawing/2014/main" id="{6D558D01-AB0B-7FD9-15FB-4D1B882F21AD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651119" y="5147281"/>
            <a:ext cx="257831" cy="257831"/>
          </a:xfrm>
          <a:prstGeom prst="rect">
            <a:avLst/>
          </a:prstGeom>
        </p:spPr>
      </p:pic>
      <p:pic>
        <p:nvPicPr>
          <p:cNvPr id="53" name="그림 52">
            <a:extLst>
              <a:ext uri="{FF2B5EF4-FFF2-40B4-BE49-F238E27FC236}">
                <a16:creationId xmlns:a16="http://schemas.microsoft.com/office/drawing/2014/main" id="{84DA47BA-4828-3332-6F37-74F94474B7E1}"/>
              </a:ext>
            </a:extLst>
          </p:cNvPr>
          <p:cNvPicPr>
            <a:picLocks noChangeAspect="1"/>
          </p:cNvPicPr>
          <p:nvPr/>
        </p:nvPicPr>
        <p:blipFill>
          <a:blip r:embed="rId14"/>
          <a:srcRect b="28836"/>
          <a:stretch>
            <a:fillRect/>
          </a:stretch>
        </p:blipFill>
        <p:spPr>
          <a:xfrm>
            <a:off x="595005" y="5575717"/>
            <a:ext cx="2479066" cy="450807"/>
          </a:xfrm>
          <a:prstGeom prst="rect">
            <a:avLst/>
          </a:prstGeom>
        </p:spPr>
      </p:pic>
      <p:pic>
        <p:nvPicPr>
          <p:cNvPr id="59" name="그림 58">
            <a:extLst>
              <a:ext uri="{FF2B5EF4-FFF2-40B4-BE49-F238E27FC236}">
                <a16:creationId xmlns:a16="http://schemas.microsoft.com/office/drawing/2014/main" id="{FBA3C2FE-FE8D-0692-62FF-750729F516D7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810247" y="2198961"/>
            <a:ext cx="187790" cy="192370"/>
          </a:xfrm>
          <a:prstGeom prst="rect">
            <a:avLst/>
          </a:prstGeom>
        </p:spPr>
      </p:pic>
      <p:grpSp>
        <p:nvGrpSpPr>
          <p:cNvPr id="72" name="그룹 71">
            <a:extLst>
              <a:ext uri="{FF2B5EF4-FFF2-40B4-BE49-F238E27FC236}">
                <a16:creationId xmlns:a16="http://schemas.microsoft.com/office/drawing/2014/main" id="{C8294037-415A-3055-4D11-70B2B935E294}"/>
              </a:ext>
            </a:extLst>
          </p:cNvPr>
          <p:cNvGrpSpPr/>
          <p:nvPr/>
        </p:nvGrpSpPr>
        <p:grpSpPr>
          <a:xfrm>
            <a:off x="581025" y="1742002"/>
            <a:ext cx="2447925" cy="174091"/>
            <a:chOff x="4030330" y="4982273"/>
            <a:chExt cx="2447925" cy="1740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D4841A08-48FC-1C75-3494-0CEE0032ED14}"/>
                </a:ext>
              </a:extLst>
            </p:cNvPr>
            <p:cNvSpPr/>
            <p:nvPr/>
          </p:nvSpPr>
          <p:spPr>
            <a:xfrm>
              <a:off x="4030330" y="4982273"/>
              <a:ext cx="2447925" cy="1740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sym typeface="Webdings" panose="05030102010509060703" pitchFamily="18" charset="2"/>
                </a:rPr>
                <a:t>      </a:t>
              </a:r>
              <a:r>
                <a:rPr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[</a:t>
              </a:r>
              <a:r>
                <a:rPr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이벤트 수상</a:t>
              </a:r>
              <a:r>
                <a:rPr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] 2025 </a:t>
              </a:r>
              <a:r>
                <a:rPr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투네이션 어워드 수상</a:t>
              </a:r>
              <a:r>
                <a:rPr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…</a:t>
              </a:r>
              <a:endPara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pic>
          <p:nvPicPr>
            <p:cNvPr id="71" name="그래픽 70">
              <a:extLst>
                <a:ext uri="{FF2B5EF4-FFF2-40B4-BE49-F238E27FC236}">
                  <a16:creationId xmlns:a16="http://schemas.microsoft.com/office/drawing/2014/main" id="{C99A5FFA-D7D7-F7C9-0DB0-C86176899385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056529" y="4988794"/>
              <a:ext cx="159090" cy="159090"/>
            </a:xfrm>
            <a:prstGeom prst="rect">
              <a:avLst/>
            </a:prstGeom>
          </p:spPr>
        </p:pic>
      </p:grpSp>
      <p:sp>
        <p:nvSpPr>
          <p:cNvPr id="407" name="Google Shape;1197;p27">
            <a:extLst>
              <a:ext uri="{FF2B5EF4-FFF2-40B4-BE49-F238E27FC236}">
                <a16:creationId xmlns:a16="http://schemas.microsoft.com/office/drawing/2014/main" id="{F9F6ADEE-9AD8-69DF-A5E6-23B3852C1935}"/>
              </a:ext>
            </a:extLst>
          </p:cNvPr>
          <p:cNvSpPr/>
          <p:nvPr/>
        </p:nvSpPr>
        <p:spPr>
          <a:xfrm>
            <a:off x="6589784" y="1232756"/>
            <a:ext cx="2566556" cy="5004561"/>
          </a:xfrm>
          <a:prstGeom prst="roundRect">
            <a:avLst>
              <a:gd name="adj" fmla="val 3549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8" name="Google Shape;1198;p27">
            <a:extLst>
              <a:ext uri="{FF2B5EF4-FFF2-40B4-BE49-F238E27FC236}">
                <a16:creationId xmlns:a16="http://schemas.microsoft.com/office/drawing/2014/main" id="{2A4DA91B-F356-DE18-AE84-73144E25A974}"/>
              </a:ext>
            </a:extLst>
          </p:cNvPr>
          <p:cNvSpPr/>
          <p:nvPr/>
        </p:nvSpPr>
        <p:spPr>
          <a:xfrm>
            <a:off x="6639976" y="1437445"/>
            <a:ext cx="2470586" cy="4739032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r>
              <a:rPr lang="ko-KR" altLang="en-US" sz="1200" b="1" dirty="0">
                <a:solidFill>
                  <a:srgbClr val="262626"/>
                </a:solidFill>
                <a:latin typeface="+mn-ea"/>
                <a:ea typeface="+mn-ea"/>
                <a:cs typeface="Calibri"/>
                <a:sym typeface="Calibri"/>
              </a:rPr>
              <a:t>설정</a:t>
            </a:r>
            <a:endParaRPr sz="1200" b="1" dirty="0">
              <a:solidFill>
                <a:srgbClr val="262626"/>
              </a:solidFill>
              <a:latin typeface="+mn-ea"/>
              <a:ea typeface="+mn-ea"/>
              <a:cs typeface="Calibri"/>
              <a:sym typeface="Calibri"/>
            </a:endParaRPr>
          </a:p>
        </p:txBody>
      </p:sp>
      <p:pic>
        <p:nvPicPr>
          <p:cNvPr id="409" name="그래픽 408">
            <a:extLst>
              <a:ext uri="{FF2B5EF4-FFF2-40B4-BE49-F238E27FC236}">
                <a16:creationId xmlns:a16="http://schemas.microsoft.com/office/drawing/2014/main" id="{4CB71635-D7B3-E1AD-8EA1-C51C06CC7B43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6644993" y="1511910"/>
            <a:ext cx="274858" cy="274858"/>
          </a:xfrm>
          <a:prstGeom prst="rect">
            <a:avLst/>
          </a:prstGeom>
        </p:spPr>
      </p:pic>
      <p:cxnSp>
        <p:nvCxnSpPr>
          <p:cNvPr id="410" name="직선 연결선 409">
            <a:extLst>
              <a:ext uri="{FF2B5EF4-FFF2-40B4-BE49-F238E27FC236}">
                <a16:creationId xmlns:a16="http://schemas.microsoft.com/office/drawing/2014/main" id="{C35FED89-718A-8654-AA4E-6582A93AD1EB}"/>
              </a:ext>
            </a:extLst>
          </p:cNvPr>
          <p:cNvCxnSpPr>
            <a:cxnSpLocks/>
          </p:cNvCxnSpPr>
          <p:nvPr/>
        </p:nvCxnSpPr>
        <p:spPr>
          <a:xfrm>
            <a:off x="6679960" y="1833298"/>
            <a:ext cx="2397519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11" name="Group 323">
            <a:extLst>
              <a:ext uri="{FF2B5EF4-FFF2-40B4-BE49-F238E27FC236}">
                <a16:creationId xmlns:a16="http://schemas.microsoft.com/office/drawing/2014/main" id="{4C76080E-8DE8-54F3-31C5-73969DC4D3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6182669"/>
              </p:ext>
            </p:extLst>
          </p:nvPr>
        </p:nvGraphicFramePr>
        <p:xfrm>
          <a:off x="6762164" y="1899076"/>
          <a:ext cx="2243286" cy="1325004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18385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47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2451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기본</a:t>
                      </a: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anchor="ctr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024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단축키</a:t>
                      </a: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anchor="ctr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024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정보</a:t>
                      </a: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412" name="그래픽 411">
            <a:extLst>
              <a:ext uri="{FF2B5EF4-FFF2-40B4-BE49-F238E27FC236}">
                <a16:creationId xmlns:a16="http://schemas.microsoft.com/office/drawing/2014/main" id="{5AAA7C3A-DCE8-FF1E-430E-1CA4AA4A6BF8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8768121" y="1995044"/>
            <a:ext cx="228600" cy="228600"/>
          </a:xfrm>
          <a:prstGeom prst="rect">
            <a:avLst/>
          </a:prstGeom>
        </p:spPr>
      </p:pic>
      <p:pic>
        <p:nvPicPr>
          <p:cNvPr id="413" name="그래픽 412">
            <a:extLst>
              <a:ext uri="{FF2B5EF4-FFF2-40B4-BE49-F238E27FC236}">
                <a16:creationId xmlns:a16="http://schemas.microsoft.com/office/drawing/2014/main" id="{1C3B796A-8692-EABE-1297-AF734F0DBC07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8768121" y="2428145"/>
            <a:ext cx="228600" cy="228600"/>
          </a:xfrm>
          <a:prstGeom prst="rect">
            <a:avLst/>
          </a:prstGeom>
        </p:spPr>
      </p:pic>
      <p:pic>
        <p:nvPicPr>
          <p:cNvPr id="414" name="그래픽 413">
            <a:extLst>
              <a:ext uri="{FF2B5EF4-FFF2-40B4-BE49-F238E27FC236}">
                <a16:creationId xmlns:a16="http://schemas.microsoft.com/office/drawing/2014/main" id="{F6E7EC71-E02D-DA8D-034B-51ECE8309D0C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8757226" y="2882204"/>
            <a:ext cx="228600" cy="228600"/>
          </a:xfrm>
          <a:prstGeom prst="rect">
            <a:avLst/>
          </a:prstGeom>
        </p:spPr>
      </p:pic>
      <p:sp>
        <p:nvSpPr>
          <p:cNvPr id="415" name="사각형: 둥근 모서리 414">
            <a:extLst>
              <a:ext uri="{FF2B5EF4-FFF2-40B4-BE49-F238E27FC236}">
                <a16:creationId xmlns:a16="http://schemas.microsoft.com/office/drawing/2014/main" id="{2AD5BA8F-7E18-C240-D46C-12EB565D0118}"/>
              </a:ext>
            </a:extLst>
          </p:cNvPr>
          <p:cNvSpPr/>
          <p:nvPr/>
        </p:nvSpPr>
        <p:spPr>
          <a:xfrm>
            <a:off x="6762164" y="5685751"/>
            <a:ext cx="2194155" cy="36742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b="1" dirty="0">
                <a:solidFill>
                  <a:schemeClr val="tx1"/>
                </a:solidFill>
              </a:rPr>
              <a:t> 로그아웃</a:t>
            </a:r>
          </a:p>
        </p:txBody>
      </p:sp>
      <p:cxnSp>
        <p:nvCxnSpPr>
          <p:cNvPr id="422" name="연결선: 꺾임 421">
            <a:extLst>
              <a:ext uri="{FF2B5EF4-FFF2-40B4-BE49-F238E27FC236}">
                <a16:creationId xmlns:a16="http://schemas.microsoft.com/office/drawing/2014/main" id="{220778BE-51C4-754A-FF09-0AD683FFA72F}"/>
              </a:ext>
            </a:extLst>
          </p:cNvPr>
          <p:cNvCxnSpPr>
            <a:cxnSpLocks/>
            <a:endCxn id="5" idx="2"/>
          </p:cNvCxnSpPr>
          <p:nvPr/>
        </p:nvCxnSpPr>
        <p:spPr>
          <a:xfrm flipV="1">
            <a:off x="7461092" y="5531323"/>
            <a:ext cx="473837" cy="336077"/>
          </a:xfrm>
          <a:prstGeom prst="bentConnector2">
            <a:avLst/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5" name="그룹 434">
            <a:extLst>
              <a:ext uri="{FF2B5EF4-FFF2-40B4-BE49-F238E27FC236}">
                <a16:creationId xmlns:a16="http://schemas.microsoft.com/office/drawing/2014/main" id="{60491ADA-5EE3-C424-943D-25B42F5135D6}"/>
              </a:ext>
            </a:extLst>
          </p:cNvPr>
          <p:cNvGrpSpPr/>
          <p:nvPr/>
        </p:nvGrpSpPr>
        <p:grpSpPr>
          <a:xfrm>
            <a:off x="547688" y="5773122"/>
            <a:ext cx="2507456" cy="413366"/>
            <a:chOff x="540805" y="6488673"/>
            <a:chExt cx="2486119" cy="413366"/>
          </a:xfrm>
        </p:grpSpPr>
        <p:sp>
          <p:nvSpPr>
            <p:cNvPr id="436" name="사각형: 둥근 모서리 435">
              <a:extLst>
                <a:ext uri="{FF2B5EF4-FFF2-40B4-BE49-F238E27FC236}">
                  <a16:creationId xmlns:a16="http://schemas.microsoft.com/office/drawing/2014/main" id="{F5578C3F-B80F-25B5-D9EC-F654FDBBAC05}"/>
                </a:ext>
              </a:extLst>
            </p:cNvPr>
            <p:cNvSpPr/>
            <p:nvPr/>
          </p:nvSpPr>
          <p:spPr bwMode="auto">
            <a:xfrm>
              <a:off x="540805" y="6488673"/>
              <a:ext cx="2486119" cy="413366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437" name="그룹 436">
              <a:extLst>
                <a:ext uri="{FF2B5EF4-FFF2-40B4-BE49-F238E27FC236}">
                  <a16:creationId xmlns:a16="http://schemas.microsoft.com/office/drawing/2014/main" id="{35169E52-9000-0740-A619-99B220A5B557}"/>
                </a:ext>
              </a:extLst>
            </p:cNvPr>
            <p:cNvGrpSpPr/>
            <p:nvPr/>
          </p:nvGrpSpPr>
          <p:grpSpPr>
            <a:xfrm>
              <a:off x="646069" y="6557675"/>
              <a:ext cx="2294019" cy="310182"/>
              <a:chOff x="646069" y="5802457"/>
              <a:chExt cx="2294019" cy="310182"/>
            </a:xfrm>
          </p:grpSpPr>
          <p:grpSp>
            <p:nvGrpSpPr>
              <p:cNvPr id="439" name="그룹 438">
                <a:extLst>
                  <a:ext uri="{FF2B5EF4-FFF2-40B4-BE49-F238E27FC236}">
                    <a16:creationId xmlns:a16="http://schemas.microsoft.com/office/drawing/2014/main" id="{902879F6-3C99-BBDD-10DA-3C72FF7A4CC2}"/>
                  </a:ext>
                </a:extLst>
              </p:cNvPr>
              <p:cNvGrpSpPr/>
              <p:nvPr/>
            </p:nvGrpSpPr>
            <p:grpSpPr>
              <a:xfrm>
                <a:off x="646069" y="5802457"/>
                <a:ext cx="2294019" cy="310182"/>
                <a:chOff x="655595" y="5802457"/>
                <a:chExt cx="2294019" cy="310182"/>
              </a:xfrm>
            </p:grpSpPr>
            <p:sp>
              <p:nvSpPr>
                <p:cNvPr id="443" name="사각형: 둥근 모서리 442">
                  <a:extLst>
                    <a:ext uri="{FF2B5EF4-FFF2-40B4-BE49-F238E27FC236}">
                      <a16:creationId xmlns:a16="http://schemas.microsoft.com/office/drawing/2014/main" id="{B6CBC2F5-FFB3-1A73-3FCD-A266051FEBFF}"/>
                    </a:ext>
                  </a:extLst>
                </p:cNvPr>
                <p:cNvSpPr/>
                <p:nvPr/>
              </p:nvSpPr>
              <p:spPr>
                <a:xfrm>
                  <a:off x="655595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  <p:sp>
              <p:nvSpPr>
                <p:cNvPr id="444" name="사각형: 둥근 모서리 443">
                  <a:extLst>
                    <a:ext uri="{FF2B5EF4-FFF2-40B4-BE49-F238E27FC236}">
                      <a16:creationId xmlns:a16="http://schemas.microsoft.com/office/drawing/2014/main" id="{A0992709-9409-6E39-F742-98C92480969C}"/>
                    </a:ext>
                  </a:extLst>
                </p:cNvPr>
                <p:cNvSpPr/>
                <p:nvPr/>
              </p:nvSpPr>
              <p:spPr>
                <a:xfrm>
                  <a:off x="1848143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</p:grpSp>
          <p:pic>
            <p:nvPicPr>
              <p:cNvPr id="440" name="그림 439">
                <a:extLst>
                  <a:ext uri="{FF2B5EF4-FFF2-40B4-BE49-F238E27FC236}">
                    <a16:creationId xmlns:a16="http://schemas.microsoft.com/office/drawing/2014/main" id="{3AE2562B-B31B-0385-9669-DDB435EBF4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biLevel thresh="50000"/>
              </a:blip>
              <a:stretch>
                <a:fillRect/>
              </a:stretch>
            </p:blipFill>
            <p:spPr>
              <a:xfrm>
                <a:off x="1108855" y="5880754"/>
                <a:ext cx="153589" cy="153589"/>
              </a:xfrm>
              <a:prstGeom prst="rect">
                <a:avLst/>
              </a:prstGeom>
            </p:spPr>
          </p:pic>
          <p:pic>
            <p:nvPicPr>
              <p:cNvPr id="441" name="그림 440">
                <a:extLst>
                  <a:ext uri="{FF2B5EF4-FFF2-40B4-BE49-F238E27FC236}">
                    <a16:creationId xmlns:a16="http://schemas.microsoft.com/office/drawing/2014/main" id="{5D0B9220-396A-C75C-5A8A-08DD82D7DF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biLevel thresh="75000"/>
              </a:blip>
              <a:stretch>
                <a:fillRect/>
              </a:stretch>
            </p:blipFill>
            <p:spPr>
              <a:xfrm>
                <a:off x="2222354" y="5869660"/>
                <a:ext cx="175780" cy="175778"/>
              </a:xfrm>
              <a:prstGeom prst="rect">
                <a:avLst/>
              </a:prstGeom>
            </p:spPr>
          </p:pic>
          <p:pic>
            <p:nvPicPr>
              <p:cNvPr id="442" name="그림 441">
                <a:extLst>
                  <a:ext uri="{FF2B5EF4-FFF2-40B4-BE49-F238E27FC236}">
                    <a16:creationId xmlns:a16="http://schemas.microsoft.com/office/drawing/2014/main" id="{6BECEC65-3ED6-1D3B-595E-37158A497A4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biLevel thresh="75000"/>
              </a:blip>
              <a:stretch>
                <a:fillRect/>
              </a:stretch>
            </p:blipFill>
            <p:spPr>
              <a:xfrm>
                <a:off x="2444223" y="5868710"/>
                <a:ext cx="138036" cy="177676"/>
              </a:xfrm>
              <a:prstGeom prst="rect">
                <a:avLst/>
              </a:prstGeom>
            </p:spPr>
          </p:pic>
        </p:grpSp>
        <p:sp>
          <p:nvSpPr>
            <p:cNvPr id="438" name="타원 437">
              <a:extLst>
                <a:ext uri="{FF2B5EF4-FFF2-40B4-BE49-F238E27FC236}">
                  <a16:creationId xmlns:a16="http://schemas.microsoft.com/office/drawing/2014/main" id="{3FFA9FD1-77A6-0CF4-87DE-3EB3C9CAD6D1}"/>
                </a:ext>
              </a:extLst>
            </p:cNvPr>
            <p:cNvSpPr/>
            <p:nvPr/>
          </p:nvSpPr>
          <p:spPr>
            <a:xfrm>
              <a:off x="1305059" y="6590429"/>
              <a:ext cx="153854" cy="153854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23</a:t>
              </a:r>
              <a:endParaRPr lang="ko-KR" altLang="en-US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aphicFrame>
        <p:nvGraphicFramePr>
          <p:cNvPr id="467" name="Group 323">
            <a:extLst>
              <a:ext uri="{FF2B5EF4-FFF2-40B4-BE49-F238E27FC236}">
                <a16:creationId xmlns:a16="http://schemas.microsoft.com/office/drawing/2014/main" id="{3BAA672D-D960-6D1B-1116-201906730E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2922759"/>
              </p:ext>
            </p:extLst>
          </p:nvPr>
        </p:nvGraphicFramePr>
        <p:xfrm>
          <a:off x="9625013" y="575703"/>
          <a:ext cx="2519969" cy="1532083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벽지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벽지 창 새 창으로 오픈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E228B867-3BBD-DD91-6A6D-B5D53511F55C}"/>
              </a:ext>
            </a:extLst>
          </p:cNvPr>
          <p:cNvGrpSpPr/>
          <p:nvPr/>
        </p:nvGrpSpPr>
        <p:grpSpPr>
          <a:xfrm>
            <a:off x="7070229" y="4673392"/>
            <a:ext cx="1729400" cy="857931"/>
            <a:chOff x="4025166" y="5098036"/>
            <a:chExt cx="1729400" cy="857931"/>
          </a:xfrm>
        </p:grpSpPr>
        <p:sp>
          <p:nvSpPr>
            <p:cNvPr id="5" name="사각형: 둥근 모서리 4">
              <a:extLst>
                <a:ext uri="{FF2B5EF4-FFF2-40B4-BE49-F238E27FC236}">
                  <a16:creationId xmlns:a16="http://schemas.microsoft.com/office/drawing/2014/main" id="{42BFF55D-5865-3FF6-B328-81F0CFE07D3A}"/>
                </a:ext>
              </a:extLst>
            </p:cNvPr>
            <p:cNvSpPr/>
            <p:nvPr/>
          </p:nvSpPr>
          <p:spPr bwMode="auto">
            <a:xfrm>
              <a:off x="4025166" y="5098036"/>
              <a:ext cx="1729400" cy="85793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tIns="72000" rtlCol="0" anchor="t"/>
            <a:lstStyle/>
            <a:p>
              <a:endPara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" name="Button">
              <a:extLst>
                <a:ext uri="{FF2B5EF4-FFF2-40B4-BE49-F238E27FC236}">
                  <a16:creationId xmlns:a16="http://schemas.microsoft.com/office/drawing/2014/main" id="{BE33E452-84EC-7D69-E802-EF6E3E622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318" y="5614934"/>
              <a:ext cx="582810" cy="213228"/>
            </a:xfrm>
            <a:prstGeom prst="roundRect">
              <a:avLst>
                <a:gd name="adj" fmla="val 15416"/>
              </a:avLst>
            </a:prstGeom>
            <a:solidFill>
              <a:schemeClr val="tx1"/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rIns="36000"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확인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734F1E9-407B-4DAC-2AEE-A8F7A577961D}"/>
                </a:ext>
              </a:extLst>
            </p:cNvPr>
            <p:cNvSpPr txBox="1"/>
            <p:nvPr/>
          </p:nvSpPr>
          <p:spPr>
            <a:xfrm>
              <a:off x="4048996" y="5253713"/>
              <a:ext cx="1674586" cy="25321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로그아웃 하시겠습니까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?</a:t>
              </a:r>
            </a:p>
          </p:txBody>
        </p:sp>
        <p:sp>
          <p:nvSpPr>
            <p:cNvPr id="9" name="Button">
              <a:extLst>
                <a:ext uri="{FF2B5EF4-FFF2-40B4-BE49-F238E27FC236}">
                  <a16:creationId xmlns:a16="http://schemas.microsoft.com/office/drawing/2014/main" id="{BB39E214-206A-A092-003A-5BEBA930A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500" y="5614934"/>
              <a:ext cx="582810" cy="213228"/>
            </a:xfrm>
            <a:prstGeom prst="roundRect">
              <a:avLst>
                <a:gd name="adj" fmla="val 15416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rIns="36000"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341313" indent="115888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682625" indent="2317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025525" indent="346075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366838" indent="461963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취소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pic>
        <p:nvPicPr>
          <p:cNvPr id="449" name="그림 448">
            <a:extLst>
              <a:ext uri="{FF2B5EF4-FFF2-40B4-BE49-F238E27FC236}">
                <a16:creationId xmlns:a16="http://schemas.microsoft.com/office/drawing/2014/main" id="{24855C10-E9CD-2D46-91C0-ACB3F9CE9197}"/>
              </a:ext>
            </a:extLst>
          </p:cNvPr>
          <p:cNvPicPr>
            <a:picLocks noChangeAspect="1"/>
          </p:cNvPicPr>
          <p:nvPr/>
        </p:nvPicPr>
        <p:blipFill>
          <a:blip r:embed="rId25">
            <a:biLevel thresh="75000"/>
            <a:extLst>
              <a:ext uri="{BEBA8EAE-BF5A-486C-A8C5-ECC9F3942E4B}">
                <a14:imgProps xmlns:a14="http://schemas.microsoft.com/office/drawing/2010/main">
                  <a14:imgLayer r:embed="rId26">
                    <a14:imgEffect>
                      <a14:backgroundRemoval t="10000" b="90000" l="10000" r="90000">
                        <a14:foregroundMark x1="50000" y1="74000" x2="50000" y2="74000"/>
                      </a14:backgroundRemoval>
                    </a14:imgEffect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</a:extLst>
          </a:blip>
          <a:srcRect l="22466" t="21148" r="24851" b="19009"/>
          <a:stretch>
            <a:fillRect/>
          </a:stretch>
        </p:blipFill>
        <p:spPr>
          <a:xfrm>
            <a:off x="2583143" y="1502867"/>
            <a:ext cx="181812" cy="206522"/>
          </a:xfrm>
          <a:prstGeom prst="rect">
            <a:avLst/>
          </a:prstGeom>
        </p:spPr>
      </p:pic>
      <p:pic>
        <p:nvPicPr>
          <p:cNvPr id="451" name="그림 450">
            <a:extLst>
              <a:ext uri="{FF2B5EF4-FFF2-40B4-BE49-F238E27FC236}">
                <a16:creationId xmlns:a16="http://schemas.microsoft.com/office/drawing/2014/main" id="{6F18F1F4-B3A4-DED9-69F9-26342562D948}"/>
              </a:ext>
            </a:extLst>
          </p:cNvPr>
          <p:cNvPicPr>
            <a:picLocks noChangeAspect="1"/>
          </p:cNvPicPr>
          <p:nvPr/>
        </p:nvPicPr>
        <p:blipFill rotWithShape="1">
          <a:blip r:embed="rId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660760" y="1531122"/>
            <a:ext cx="338206" cy="138583"/>
          </a:xfrm>
          <a:prstGeom prst="rect">
            <a:avLst/>
          </a:prstGeom>
        </p:spPr>
      </p:pic>
      <p:pic>
        <p:nvPicPr>
          <p:cNvPr id="453" name="그림 452">
            <a:extLst>
              <a:ext uri="{FF2B5EF4-FFF2-40B4-BE49-F238E27FC236}">
                <a16:creationId xmlns:a16="http://schemas.microsoft.com/office/drawing/2014/main" id="{4377E3E0-97B6-5412-9306-641CCACAF847}"/>
              </a:ext>
            </a:extLst>
          </p:cNvPr>
          <p:cNvPicPr>
            <a:picLocks noChangeAspect="1"/>
          </p:cNvPicPr>
          <p:nvPr/>
        </p:nvPicPr>
        <p:blipFill>
          <a:blip r:embed="rId28">
            <a:biLevel thresh="75000"/>
            <a:extLst>
              <a:ext uri="{BEBA8EAE-BF5A-486C-A8C5-ECC9F3942E4B}">
                <a14:imgProps xmlns:a14="http://schemas.microsoft.com/office/drawing/2010/main">
                  <a14:imgLayer r:embed="rId29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805755" y="1507585"/>
            <a:ext cx="193901" cy="193903"/>
          </a:xfrm>
          <a:prstGeom prst="rect">
            <a:avLst/>
          </a:prstGeom>
        </p:spPr>
      </p:pic>
      <p:grpSp>
        <p:nvGrpSpPr>
          <p:cNvPr id="454" name="그룹 453">
            <a:extLst>
              <a:ext uri="{FF2B5EF4-FFF2-40B4-BE49-F238E27FC236}">
                <a16:creationId xmlns:a16="http://schemas.microsoft.com/office/drawing/2014/main" id="{9E8A901A-753D-541C-6067-3C2D6F99CBD3}"/>
              </a:ext>
            </a:extLst>
          </p:cNvPr>
          <p:cNvGrpSpPr/>
          <p:nvPr/>
        </p:nvGrpSpPr>
        <p:grpSpPr>
          <a:xfrm>
            <a:off x="2315580" y="1502001"/>
            <a:ext cx="194773" cy="194773"/>
            <a:chOff x="6601555" y="4882678"/>
            <a:chExt cx="216000" cy="216000"/>
          </a:xfrm>
        </p:grpSpPr>
        <p:sp>
          <p:nvSpPr>
            <p:cNvPr id="455" name="사각형: 둥근 모서리 454">
              <a:extLst>
                <a:ext uri="{FF2B5EF4-FFF2-40B4-BE49-F238E27FC236}">
                  <a16:creationId xmlns:a16="http://schemas.microsoft.com/office/drawing/2014/main" id="{8A152DAB-E9DD-7FA1-4756-A49ABA9FC24D}"/>
                </a:ext>
              </a:extLst>
            </p:cNvPr>
            <p:cNvSpPr/>
            <p:nvPr/>
          </p:nvSpPr>
          <p:spPr bwMode="auto">
            <a:xfrm>
              <a:off x="6601555" y="4882678"/>
              <a:ext cx="216000" cy="216000"/>
            </a:xfrm>
            <a:prstGeom prst="roundRect">
              <a:avLst/>
            </a:prstGeom>
            <a:solidFill>
              <a:sysClr val="windowText" lastClr="00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+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456" name="그림 455">
              <a:extLst>
                <a:ext uri="{FF2B5EF4-FFF2-40B4-BE49-F238E27FC236}">
                  <a16:creationId xmlns:a16="http://schemas.microsoft.com/office/drawing/2014/main" id="{FCF14A30-A416-0D61-72A9-D5D532FCDA0C}"/>
                </a:ext>
              </a:extLst>
            </p:cNvPr>
            <p:cNvPicPr>
              <a:picLocks noChangeAspect="1"/>
            </p:cNvPicPr>
            <p:nvPr/>
          </p:nvPicPr>
          <p:blipFill>
            <a:blip r:embed="rId30">
              <a:extLst>
                <a:ext uri="{BEBA8EAE-BF5A-486C-A8C5-ECC9F3942E4B}">
                  <a14:imgProps xmlns:a14="http://schemas.microsoft.com/office/drawing/2010/main">
                    <a14:imgLayer r:embed="rId31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627165" y="4911088"/>
              <a:ext cx="164692" cy="164692"/>
            </a:xfrm>
            <a:prstGeom prst="rect">
              <a:avLst/>
            </a:prstGeom>
          </p:spPr>
        </p:pic>
      </p:grpSp>
      <p:pic>
        <p:nvPicPr>
          <p:cNvPr id="469" name="그림 468">
            <a:extLst>
              <a:ext uri="{FF2B5EF4-FFF2-40B4-BE49-F238E27FC236}">
                <a16:creationId xmlns:a16="http://schemas.microsoft.com/office/drawing/2014/main" id="{F40BAB7F-25A0-B7A6-B343-FDF604AE3AF5}"/>
              </a:ext>
            </a:extLst>
          </p:cNvPr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3589013" y="1468701"/>
            <a:ext cx="2468357" cy="312771"/>
          </a:xfrm>
          <a:prstGeom prst="rect">
            <a:avLst/>
          </a:prstGeom>
        </p:spPr>
      </p:pic>
      <p:cxnSp>
        <p:nvCxnSpPr>
          <p:cNvPr id="470" name="연결선: 꺾임 469">
            <a:extLst>
              <a:ext uri="{FF2B5EF4-FFF2-40B4-BE49-F238E27FC236}">
                <a16:creationId xmlns:a16="http://schemas.microsoft.com/office/drawing/2014/main" id="{2CB67611-2BA4-089F-1BBD-FC0665E31B04}"/>
              </a:ext>
            </a:extLst>
          </p:cNvPr>
          <p:cNvCxnSpPr>
            <a:cxnSpLocks/>
          </p:cNvCxnSpPr>
          <p:nvPr/>
        </p:nvCxnSpPr>
        <p:spPr>
          <a:xfrm>
            <a:off x="6017050" y="1633605"/>
            <a:ext cx="622926" cy="2173356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solid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1" name="타원 470">
            <a:extLst>
              <a:ext uri="{FF2B5EF4-FFF2-40B4-BE49-F238E27FC236}">
                <a16:creationId xmlns:a16="http://schemas.microsoft.com/office/drawing/2014/main" id="{2196F6D9-55B5-59E9-CAA8-790CD8EDAAB7}"/>
              </a:ext>
            </a:extLst>
          </p:cNvPr>
          <p:cNvSpPr/>
          <p:nvPr/>
        </p:nvSpPr>
        <p:spPr>
          <a:xfrm>
            <a:off x="2130186" y="1426061"/>
            <a:ext cx="148999" cy="148999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72" name="TextBox 471">
            <a:extLst>
              <a:ext uri="{FF2B5EF4-FFF2-40B4-BE49-F238E27FC236}">
                <a16:creationId xmlns:a16="http://schemas.microsoft.com/office/drawing/2014/main" id="{5DF2A6E9-A496-1A06-4F12-026E9D4C09EF}"/>
              </a:ext>
            </a:extLst>
          </p:cNvPr>
          <p:cNvSpPr txBox="1"/>
          <p:nvPr/>
        </p:nvSpPr>
        <p:spPr>
          <a:xfrm>
            <a:off x="10769748" y="7058"/>
            <a:ext cx="1412566" cy="215444"/>
          </a:xfrm>
          <a:prstGeom prst="rect">
            <a:avLst/>
          </a:prstGeom>
          <a:solidFill>
            <a:srgbClr val="00B050"/>
          </a:solidFill>
        </p:spPr>
        <p:txBody>
          <a:bodyPr wrap="none" rtlCol="0">
            <a:spAutoFit/>
          </a:bodyPr>
          <a:lstStyle/>
          <a:p>
            <a:pPr algn="r"/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v0.21 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벽지 버튼 위치 변경</a:t>
            </a:r>
          </a:p>
        </p:txBody>
      </p:sp>
    </p:spTree>
    <p:extLst>
      <p:ext uri="{BB962C8B-B14F-4D97-AF65-F5344CB8AC3E}">
        <p14:creationId xmlns:p14="http://schemas.microsoft.com/office/powerpoint/2010/main" val="2098065584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75913EC2-B352-FC70-361E-E5D9653E0080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설정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BE2928CF-599D-E381-0A73-CE79833C3C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모바일 웹 리모컨</a:t>
            </a:r>
            <a:r>
              <a:rPr lang="en-US" altLang="ko-KR" dirty="0"/>
              <a:t> &gt; </a:t>
            </a:r>
            <a:r>
              <a:rPr lang="ko-KR" altLang="en-US" dirty="0"/>
              <a:t>메뉴 </a:t>
            </a:r>
            <a:r>
              <a:rPr lang="en-US" altLang="ko-KR" dirty="0"/>
              <a:t>&gt; </a:t>
            </a:r>
            <a:r>
              <a:rPr lang="ko-KR" altLang="en-US" dirty="0"/>
              <a:t>설정</a:t>
            </a:r>
          </a:p>
        </p:txBody>
      </p:sp>
      <p:sp>
        <p:nvSpPr>
          <p:cNvPr id="4" name="Google Shape;1197;p27">
            <a:extLst>
              <a:ext uri="{FF2B5EF4-FFF2-40B4-BE49-F238E27FC236}">
                <a16:creationId xmlns:a16="http://schemas.microsoft.com/office/drawing/2014/main" id="{72557934-BC6F-5AB6-3D0C-E982EEDF65D7}"/>
              </a:ext>
            </a:extLst>
          </p:cNvPr>
          <p:cNvSpPr/>
          <p:nvPr/>
        </p:nvSpPr>
        <p:spPr>
          <a:xfrm>
            <a:off x="512116" y="1232755"/>
            <a:ext cx="2566556" cy="5596670"/>
          </a:xfrm>
          <a:prstGeom prst="roundRect">
            <a:avLst>
              <a:gd name="adj" fmla="val 2064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" name="Google Shape;1197;p27">
            <a:extLst>
              <a:ext uri="{FF2B5EF4-FFF2-40B4-BE49-F238E27FC236}">
                <a16:creationId xmlns:a16="http://schemas.microsoft.com/office/drawing/2014/main" id="{1F401C78-D649-E892-D7C8-57448E4302EE}"/>
              </a:ext>
            </a:extLst>
          </p:cNvPr>
          <p:cNvSpPr/>
          <p:nvPr/>
        </p:nvSpPr>
        <p:spPr>
          <a:xfrm>
            <a:off x="3542783" y="1232755"/>
            <a:ext cx="2566556" cy="5004561"/>
          </a:xfrm>
          <a:prstGeom prst="roundRect">
            <a:avLst>
              <a:gd name="adj" fmla="val 2064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endParaRPr kumimoji="0" sz="856" b="1" kern="0" dirty="0">
              <a:solidFill>
                <a:prstClr val="white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" name="Google Shape;1197;p27">
            <a:extLst>
              <a:ext uri="{FF2B5EF4-FFF2-40B4-BE49-F238E27FC236}">
                <a16:creationId xmlns:a16="http://schemas.microsoft.com/office/drawing/2014/main" id="{C6A46312-4B90-37C1-DED9-C9FF5B797C79}"/>
              </a:ext>
            </a:extLst>
          </p:cNvPr>
          <p:cNvSpPr/>
          <p:nvPr/>
        </p:nvSpPr>
        <p:spPr>
          <a:xfrm>
            <a:off x="6589784" y="1232756"/>
            <a:ext cx="2566556" cy="5004561"/>
          </a:xfrm>
          <a:prstGeom prst="roundRect">
            <a:avLst>
              <a:gd name="adj" fmla="val 1322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" name="Google Shape;1198;p27">
            <a:extLst>
              <a:ext uri="{FF2B5EF4-FFF2-40B4-BE49-F238E27FC236}">
                <a16:creationId xmlns:a16="http://schemas.microsoft.com/office/drawing/2014/main" id="{0940F6D3-3474-CDC6-2FCF-5031A096EC43}"/>
              </a:ext>
            </a:extLst>
          </p:cNvPr>
          <p:cNvSpPr/>
          <p:nvPr/>
        </p:nvSpPr>
        <p:spPr>
          <a:xfrm>
            <a:off x="565074" y="1437444"/>
            <a:ext cx="2470586" cy="5329115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r>
              <a:rPr lang="ko-KR" altLang="en-US" sz="1200" b="1">
                <a:solidFill>
                  <a:srgbClr val="262626"/>
                </a:solidFill>
                <a:latin typeface="+mn-ea"/>
                <a:ea typeface="+mn-ea"/>
                <a:cs typeface="Calibri"/>
                <a:sym typeface="Calibri"/>
              </a:rPr>
              <a:t>기본</a:t>
            </a:r>
            <a:endParaRPr sz="1200" b="1" dirty="0">
              <a:solidFill>
                <a:srgbClr val="262626"/>
              </a:solidFill>
              <a:latin typeface="+mn-ea"/>
              <a:ea typeface="+mn-ea"/>
              <a:cs typeface="Calibri"/>
              <a:sym typeface="Calibri"/>
            </a:endParaRPr>
          </a:p>
        </p:txBody>
      </p:sp>
      <p:pic>
        <p:nvPicPr>
          <p:cNvPr id="23" name="그래픽 22">
            <a:extLst>
              <a:ext uri="{FF2B5EF4-FFF2-40B4-BE49-F238E27FC236}">
                <a16:creationId xmlns:a16="http://schemas.microsoft.com/office/drawing/2014/main" id="{A03C5D89-C099-0C98-CAF7-9F94F4C5D2B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71980" y="1511910"/>
            <a:ext cx="274858" cy="274858"/>
          </a:xfrm>
          <a:prstGeom prst="rect">
            <a:avLst/>
          </a:prstGeom>
        </p:spPr>
      </p:pic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67A42829-0CC9-A5A7-5085-2899D95C836E}"/>
              </a:ext>
            </a:extLst>
          </p:cNvPr>
          <p:cNvCxnSpPr>
            <a:cxnSpLocks/>
          </p:cNvCxnSpPr>
          <p:nvPr/>
        </p:nvCxnSpPr>
        <p:spPr>
          <a:xfrm>
            <a:off x="606947" y="1833298"/>
            <a:ext cx="2397519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5" name="Group 323">
            <a:extLst>
              <a:ext uri="{FF2B5EF4-FFF2-40B4-BE49-F238E27FC236}">
                <a16:creationId xmlns:a16="http://schemas.microsoft.com/office/drawing/2014/main" id="{986DD0FD-8267-34FF-9599-F5310549A8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4791423"/>
              </p:ext>
            </p:extLst>
          </p:nvPr>
        </p:nvGraphicFramePr>
        <p:xfrm>
          <a:off x="699375" y="2148724"/>
          <a:ext cx="2243286" cy="874761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18385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47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2451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다크</a:t>
                      </a: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모드</a:t>
                      </a: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anchor="ctr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024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라이트 모드</a:t>
                      </a: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anchor="ctr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DEC52770-3DD5-8521-1456-0071C04B20D8}"/>
              </a:ext>
            </a:extLst>
          </p:cNvPr>
          <p:cNvSpPr txBox="1"/>
          <p:nvPr/>
        </p:nvSpPr>
        <p:spPr>
          <a:xfrm>
            <a:off x="700484" y="191683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테마</a:t>
            </a:r>
          </a:p>
        </p:txBody>
      </p:sp>
      <p:graphicFrame>
        <p:nvGraphicFramePr>
          <p:cNvPr id="27" name="Group 323">
            <a:extLst>
              <a:ext uri="{FF2B5EF4-FFF2-40B4-BE49-F238E27FC236}">
                <a16:creationId xmlns:a16="http://schemas.microsoft.com/office/drawing/2014/main" id="{1A8CE8F7-E04A-9EB7-4A29-C70AAA7344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7283850"/>
              </p:ext>
            </p:extLst>
          </p:nvPr>
        </p:nvGraphicFramePr>
        <p:xfrm>
          <a:off x="699375" y="3359373"/>
          <a:ext cx="2243286" cy="1325004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18385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47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2451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100%</a:t>
                      </a:r>
                    </a:p>
                  </a:txBody>
                  <a:tcPr anchor="ctr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anchor="ctr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024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125%</a:t>
                      </a:r>
                    </a:p>
                  </a:txBody>
                  <a:tcPr anchor="ctr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anchor="ctr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024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150%</a:t>
                      </a:r>
                    </a:p>
                  </a:txBody>
                  <a:tcPr anchor="ctr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8" name="TextBox 27">
            <a:extLst>
              <a:ext uri="{FF2B5EF4-FFF2-40B4-BE49-F238E27FC236}">
                <a16:creationId xmlns:a16="http://schemas.microsoft.com/office/drawing/2014/main" id="{2ADC2650-1D38-81B8-12E7-B58B5CFD8D6C}"/>
              </a:ext>
            </a:extLst>
          </p:cNvPr>
          <p:cNvSpPr txBox="1"/>
          <p:nvPr/>
        </p:nvSpPr>
        <p:spPr>
          <a:xfrm>
            <a:off x="700484" y="3132344"/>
            <a:ext cx="7344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텍스트 크기</a:t>
            </a:r>
          </a:p>
        </p:txBody>
      </p:sp>
      <p:pic>
        <p:nvPicPr>
          <p:cNvPr id="29" name="그래픽 28">
            <a:extLst>
              <a:ext uri="{FF2B5EF4-FFF2-40B4-BE49-F238E27FC236}">
                <a16:creationId xmlns:a16="http://schemas.microsoft.com/office/drawing/2014/main" id="{8741660A-AB1E-5327-9833-39F56C71190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620313" y="2262071"/>
            <a:ext cx="228600" cy="228600"/>
          </a:xfrm>
          <a:prstGeom prst="rect">
            <a:avLst/>
          </a:prstGeom>
        </p:spPr>
      </p:pic>
      <p:pic>
        <p:nvPicPr>
          <p:cNvPr id="30" name="그래픽 29">
            <a:extLst>
              <a:ext uri="{FF2B5EF4-FFF2-40B4-BE49-F238E27FC236}">
                <a16:creationId xmlns:a16="http://schemas.microsoft.com/office/drawing/2014/main" id="{02246694-2910-6851-5CEA-0597B3B8A52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2620313" y="2696715"/>
            <a:ext cx="228600" cy="238125"/>
          </a:xfrm>
          <a:prstGeom prst="rect">
            <a:avLst/>
          </a:prstGeom>
        </p:spPr>
      </p:pic>
      <p:pic>
        <p:nvPicPr>
          <p:cNvPr id="31" name="그래픽 30">
            <a:extLst>
              <a:ext uri="{FF2B5EF4-FFF2-40B4-BE49-F238E27FC236}">
                <a16:creationId xmlns:a16="http://schemas.microsoft.com/office/drawing/2014/main" id="{EEC1F9A2-3285-E88F-DB1E-A8CD5A2EC87A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2620313" y="3454194"/>
            <a:ext cx="228600" cy="238125"/>
          </a:xfrm>
          <a:prstGeom prst="rect">
            <a:avLst/>
          </a:prstGeom>
        </p:spPr>
      </p:pic>
      <p:pic>
        <p:nvPicPr>
          <p:cNvPr id="32" name="그래픽 31">
            <a:extLst>
              <a:ext uri="{FF2B5EF4-FFF2-40B4-BE49-F238E27FC236}">
                <a16:creationId xmlns:a16="http://schemas.microsoft.com/office/drawing/2014/main" id="{3948F6F1-2C24-1D99-D0DD-CF9F1135279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620313" y="3905458"/>
            <a:ext cx="228600" cy="228600"/>
          </a:xfrm>
          <a:prstGeom prst="rect">
            <a:avLst/>
          </a:prstGeom>
        </p:spPr>
      </p:pic>
      <p:pic>
        <p:nvPicPr>
          <p:cNvPr id="33" name="그래픽 32">
            <a:extLst>
              <a:ext uri="{FF2B5EF4-FFF2-40B4-BE49-F238E27FC236}">
                <a16:creationId xmlns:a16="http://schemas.microsoft.com/office/drawing/2014/main" id="{F99823BB-493B-C4F6-A2D1-6C7C0E0730D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620313" y="4347197"/>
            <a:ext cx="228600" cy="228600"/>
          </a:xfrm>
          <a:prstGeom prst="rect">
            <a:avLst/>
          </a:prstGeom>
        </p:spPr>
      </p:pic>
      <p:graphicFrame>
        <p:nvGraphicFramePr>
          <p:cNvPr id="34" name="Group 323">
            <a:extLst>
              <a:ext uri="{FF2B5EF4-FFF2-40B4-BE49-F238E27FC236}">
                <a16:creationId xmlns:a16="http://schemas.microsoft.com/office/drawing/2014/main" id="{06C333C7-F2EB-3F70-C13D-EF7EB55CEB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8544048"/>
              </p:ext>
            </p:extLst>
          </p:nvPr>
        </p:nvGraphicFramePr>
        <p:xfrm>
          <a:off x="699375" y="5055582"/>
          <a:ext cx="2243286" cy="874761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18385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47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2451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차단 버튼 표시</a:t>
                      </a: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anchor="ctr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024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후원 차단 시 허용</a:t>
                      </a: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거절하지</a:t>
                      </a:r>
                      <a:b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않은 영상 후원 상태 유지</a:t>
                      </a: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anchor="ctr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5" name="TextBox 34">
            <a:extLst>
              <a:ext uri="{FF2B5EF4-FFF2-40B4-BE49-F238E27FC236}">
                <a16:creationId xmlns:a16="http://schemas.microsoft.com/office/drawing/2014/main" id="{6468F010-515C-BA1F-1188-B8129B8E32AF}"/>
              </a:ext>
            </a:extLst>
          </p:cNvPr>
          <p:cNvSpPr txBox="1"/>
          <p:nvPr/>
        </p:nvSpPr>
        <p:spPr>
          <a:xfrm>
            <a:off x="700484" y="4823690"/>
            <a:ext cx="87395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후원 차단 설정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C68A6065-AE5D-3946-32C6-C41FDA391547}"/>
              </a:ext>
            </a:extLst>
          </p:cNvPr>
          <p:cNvSpPr txBox="1"/>
          <p:nvPr/>
        </p:nvSpPr>
        <p:spPr>
          <a:xfrm>
            <a:off x="700484" y="6071094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b="1">
                <a:latin typeface="맑은 고딕" panose="020B0503020000020004" pitchFamily="50" charset="-127"/>
                <a:ea typeface="맑은 고딕" panose="020B0503020000020004" pitchFamily="50" charset="-127"/>
              </a:rPr>
              <a:t>언어</a:t>
            </a:r>
            <a:endParaRPr lang="ko-KR" altLang="en-US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1821565D-C196-5EBE-6DF7-74A1A65893BE}"/>
              </a:ext>
            </a:extLst>
          </p:cNvPr>
          <p:cNvGrpSpPr/>
          <p:nvPr/>
        </p:nvGrpSpPr>
        <p:grpSpPr>
          <a:xfrm>
            <a:off x="2485935" y="5170872"/>
            <a:ext cx="404897" cy="210428"/>
            <a:chOff x="2951148" y="2098954"/>
            <a:chExt cx="263900" cy="137151"/>
          </a:xfrm>
        </p:grpSpPr>
        <p:sp>
          <p:nvSpPr>
            <p:cNvPr id="38" name="사각형: 둥근 모서리 37">
              <a:extLst>
                <a:ext uri="{FF2B5EF4-FFF2-40B4-BE49-F238E27FC236}">
                  <a16:creationId xmlns:a16="http://schemas.microsoft.com/office/drawing/2014/main" id="{500EA52D-8E4F-7567-C5C0-34234EA29AD0}"/>
                </a:ext>
              </a:extLst>
            </p:cNvPr>
            <p:cNvSpPr/>
            <p:nvPr/>
          </p:nvSpPr>
          <p:spPr>
            <a:xfrm>
              <a:off x="2951148" y="2098954"/>
              <a:ext cx="246686" cy="13715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7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7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" name="타원 38">
              <a:extLst>
                <a:ext uri="{FF2B5EF4-FFF2-40B4-BE49-F238E27FC236}">
                  <a16:creationId xmlns:a16="http://schemas.microsoft.com/office/drawing/2014/main" id="{0C296A7B-3A86-653C-E047-B627FA64B247}"/>
                </a:ext>
              </a:extLst>
            </p:cNvPr>
            <p:cNvSpPr/>
            <p:nvPr/>
          </p:nvSpPr>
          <p:spPr>
            <a:xfrm>
              <a:off x="3077898" y="2098955"/>
              <a:ext cx="137150" cy="13715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97E50B78-56FF-7934-CEDF-D16C4CB28D29}"/>
              </a:ext>
            </a:extLst>
          </p:cNvPr>
          <p:cNvGrpSpPr/>
          <p:nvPr/>
        </p:nvGrpSpPr>
        <p:grpSpPr>
          <a:xfrm>
            <a:off x="2485935" y="5603573"/>
            <a:ext cx="404897" cy="210428"/>
            <a:chOff x="2951148" y="2098954"/>
            <a:chExt cx="263900" cy="137151"/>
          </a:xfrm>
        </p:grpSpPr>
        <p:sp>
          <p:nvSpPr>
            <p:cNvPr id="41" name="사각형: 둥근 모서리 40">
              <a:extLst>
                <a:ext uri="{FF2B5EF4-FFF2-40B4-BE49-F238E27FC236}">
                  <a16:creationId xmlns:a16="http://schemas.microsoft.com/office/drawing/2014/main" id="{81727C23-E5E9-9864-1A7B-18063495C314}"/>
                </a:ext>
              </a:extLst>
            </p:cNvPr>
            <p:cNvSpPr/>
            <p:nvPr/>
          </p:nvSpPr>
          <p:spPr>
            <a:xfrm>
              <a:off x="2951148" y="2098954"/>
              <a:ext cx="246686" cy="13715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7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7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2" name="타원 41">
              <a:extLst>
                <a:ext uri="{FF2B5EF4-FFF2-40B4-BE49-F238E27FC236}">
                  <a16:creationId xmlns:a16="http://schemas.microsoft.com/office/drawing/2014/main" id="{3EDFD452-DA40-1343-61A6-0A121AF69AED}"/>
                </a:ext>
              </a:extLst>
            </p:cNvPr>
            <p:cNvSpPr/>
            <p:nvPr/>
          </p:nvSpPr>
          <p:spPr>
            <a:xfrm>
              <a:off x="3077898" y="2098955"/>
              <a:ext cx="137150" cy="13715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8A6F363C-5557-2A5B-3179-BA2A705AA39F}"/>
              </a:ext>
            </a:extLst>
          </p:cNvPr>
          <p:cNvSpPr/>
          <p:nvPr/>
        </p:nvSpPr>
        <p:spPr>
          <a:xfrm>
            <a:off x="699375" y="6301934"/>
            <a:ext cx="2194155" cy="36742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b="1">
                <a:solidFill>
                  <a:schemeClr val="tx1"/>
                </a:solidFill>
              </a:rPr>
              <a:t>한국어</a:t>
            </a:r>
            <a:endParaRPr lang="ko-KR" altLang="en-US" b="1" dirty="0">
              <a:solidFill>
                <a:schemeClr val="tx1"/>
              </a:solidFill>
            </a:endParaRPr>
          </a:p>
        </p:txBody>
      </p:sp>
      <p:pic>
        <p:nvPicPr>
          <p:cNvPr id="44" name="그래픽 43">
            <a:extLst>
              <a:ext uri="{FF2B5EF4-FFF2-40B4-BE49-F238E27FC236}">
                <a16:creationId xmlns:a16="http://schemas.microsoft.com/office/drawing/2014/main" id="{5E012E73-6A91-2B7D-5E8D-40A4E24BAA2A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rot="5400000">
            <a:off x="2577573" y="6375060"/>
            <a:ext cx="228600" cy="228600"/>
          </a:xfrm>
          <a:prstGeom prst="rect">
            <a:avLst/>
          </a:prstGeom>
        </p:spPr>
      </p:pic>
      <p:sp>
        <p:nvSpPr>
          <p:cNvPr id="45" name="Google Shape;1198;p27">
            <a:extLst>
              <a:ext uri="{FF2B5EF4-FFF2-40B4-BE49-F238E27FC236}">
                <a16:creationId xmlns:a16="http://schemas.microsoft.com/office/drawing/2014/main" id="{BE600C0B-3E90-492C-3938-D0FD432D9CB3}"/>
              </a:ext>
            </a:extLst>
          </p:cNvPr>
          <p:cNvSpPr/>
          <p:nvPr/>
        </p:nvSpPr>
        <p:spPr>
          <a:xfrm>
            <a:off x="3588250" y="1437445"/>
            <a:ext cx="2470586" cy="4739032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r>
              <a:rPr lang="ko-KR" altLang="en-US" sz="1200" b="1">
                <a:solidFill>
                  <a:srgbClr val="262626"/>
                </a:solidFill>
                <a:latin typeface="+mn-ea"/>
                <a:ea typeface="+mn-ea"/>
                <a:cs typeface="Calibri"/>
                <a:sym typeface="Calibri"/>
              </a:rPr>
              <a:t>단축키</a:t>
            </a:r>
            <a:endParaRPr sz="1200" b="1" dirty="0">
              <a:solidFill>
                <a:srgbClr val="262626"/>
              </a:solidFill>
              <a:latin typeface="+mn-ea"/>
              <a:ea typeface="+mn-ea"/>
              <a:cs typeface="Calibri"/>
              <a:sym typeface="Calibri"/>
            </a:endParaRPr>
          </a:p>
        </p:txBody>
      </p:sp>
      <p:pic>
        <p:nvPicPr>
          <p:cNvPr id="46" name="그래픽 45">
            <a:extLst>
              <a:ext uri="{FF2B5EF4-FFF2-40B4-BE49-F238E27FC236}">
                <a16:creationId xmlns:a16="http://schemas.microsoft.com/office/drawing/2014/main" id="{2E5759FE-955C-50C4-8C72-09AEAD53D9B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593259" y="1511910"/>
            <a:ext cx="274858" cy="274858"/>
          </a:xfrm>
          <a:prstGeom prst="rect">
            <a:avLst/>
          </a:prstGeom>
        </p:spPr>
      </p:pic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CD9527BE-880F-2B24-C395-0F1DFCCD39E4}"/>
              </a:ext>
            </a:extLst>
          </p:cNvPr>
          <p:cNvCxnSpPr>
            <a:cxnSpLocks/>
          </p:cNvCxnSpPr>
          <p:nvPr/>
        </p:nvCxnSpPr>
        <p:spPr>
          <a:xfrm>
            <a:off x="3628226" y="1833298"/>
            <a:ext cx="2397519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52EDA80D-56EC-1E0A-D559-98BB465E5CA9}"/>
              </a:ext>
            </a:extLst>
          </p:cNvPr>
          <p:cNvSpPr txBox="1"/>
          <p:nvPr/>
        </p:nvSpPr>
        <p:spPr>
          <a:xfrm>
            <a:off x="3695100" y="3245967"/>
            <a:ext cx="2256884" cy="659491"/>
          </a:xfrm>
          <a:prstGeom prst="roundRect">
            <a:avLst>
              <a:gd name="adj" fmla="val 11304"/>
            </a:avLst>
          </a:prstGeom>
          <a:solidFill>
            <a:schemeClr val="bg1">
              <a:lumMod val="95000"/>
            </a:schemeClr>
          </a:solidFill>
        </p:spPr>
        <p:txBody>
          <a:bodyPr wrap="none" anchor="ctr">
            <a:noAutofit/>
          </a:bodyPr>
          <a:lstStyle/>
          <a:p>
            <a:pPr algn="ctr">
              <a:lnSpc>
                <a:spcPts val="1080"/>
              </a:lnSpc>
            </a:pPr>
            <a:r>
              <a:rPr lang="en-US" altLang="ko-KR" sz="90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+mn-ea"/>
                <a:ea typeface="+mn-ea"/>
              </a:rPr>
              <a:t>PC </a:t>
            </a:r>
            <a:r>
              <a:rPr lang="ko-KR" altLang="en-US" sz="90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+mn-ea"/>
                <a:ea typeface="+mn-ea"/>
              </a:rPr>
              <a:t>버전에서만 이용할 수 있습니다</a:t>
            </a:r>
            <a:r>
              <a:rPr lang="en-US" altLang="ko-KR" sz="90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+mn-ea"/>
                <a:ea typeface="+mn-ea"/>
              </a:rPr>
              <a:t>.</a:t>
            </a:r>
          </a:p>
        </p:txBody>
      </p:sp>
      <p:sp>
        <p:nvSpPr>
          <p:cNvPr id="61" name="Google Shape;1198;p27">
            <a:extLst>
              <a:ext uri="{FF2B5EF4-FFF2-40B4-BE49-F238E27FC236}">
                <a16:creationId xmlns:a16="http://schemas.microsoft.com/office/drawing/2014/main" id="{8A25A55B-0503-12A9-C5F8-02CD1D0EA513}"/>
              </a:ext>
            </a:extLst>
          </p:cNvPr>
          <p:cNvSpPr/>
          <p:nvPr/>
        </p:nvSpPr>
        <p:spPr>
          <a:xfrm>
            <a:off x="6638355" y="1437445"/>
            <a:ext cx="2470586" cy="4739032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r>
              <a:rPr lang="ko-KR" altLang="en-US" sz="1200" b="1">
                <a:solidFill>
                  <a:srgbClr val="262626"/>
                </a:solidFill>
                <a:latin typeface="+mn-ea"/>
                <a:ea typeface="+mn-ea"/>
                <a:cs typeface="Calibri"/>
                <a:sym typeface="Calibri"/>
              </a:rPr>
              <a:t>정보</a:t>
            </a:r>
            <a:endParaRPr sz="1200" b="1" dirty="0">
              <a:solidFill>
                <a:srgbClr val="262626"/>
              </a:solidFill>
              <a:latin typeface="+mn-ea"/>
              <a:ea typeface="+mn-ea"/>
              <a:cs typeface="Calibri"/>
              <a:sym typeface="Calibri"/>
            </a:endParaRPr>
          </a:p>
        </p:txBody>
      </p:sp>
      <p:pic>
        <p:nvPicPr>
          <p:cNvPr id="62" name="그래픽 61">
            <a:extLst>
              <a:ext uri="{FF2B5EF4-FFF2-40B4-BE49-F238E27FC236}">
                <a16:creationId xmlns:a16="http://schemas.microsoft.com/office/drawing/2014/main" id="{EDBAAB2F-1187-5CDD-CB23-2D607CAA7BA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643372" y="1511910"/>
            <a:ext cx="274858" cy="274858"/>
          </a:xfrm>
          <a:prstGeom prst="rect">
            <a:avLst/>
          </a:prstGeom>
        </p:spPr>
      </p:pic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06EEFDCE-7FA6-401B-AA3A-7736E779F00A}"/>
              </a:ext>
            </a:extLst>
          </p:cNvPr>
          <p:cNvCxnSpPr>
            <a:cxnSpLocks/>
          </p:cNvCxnSpPr>
          <p:nvPr/>
        </p:nvCxnSpPr>
        <p:spPr>
          <a:xfrm>
            <a:off x="6678339" y="1833298"/>
            <a:ext cx="2397519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4" name="그림 63">
            <a:extLst>
              <a:ext uri="{FF2B5EF4-FFF2-40B4-BE49-F238E27FC236}">
                <a16:creationId xmlns:a16="http://schemas.microsoft.com/office/drawing/2014/main" id="{E7F50F19-9A5A-9369-14D7-EA13CAB62875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42454" y="2119543"/>
            <a:ext cx="862388" cy="317704"/>
          </a:xfrm>
          <a:prstGeom prst="rect">
            <a:avLst/>
          </a:prstGeom>
        </p:spPr>
      </p:pic>
      <p:sp>
        <p:nvSpPr>
          <p:cNvPr id="65" name="TextBox 64">
            <a:extLst>
              <a:ext uri="{FF2B5EF4-FFF2-40B4-BE49-F238E27FC236}">
                <a16:creationId xmlns:a16="http://schemas.microsoft.com/office/drawing/2014/main" id="{7B93F6BA-EBEF-01CF-544C-B1A89FD7A1EA}"/>
              </a:ext>
            </a:extLst>
          </p:cNvPr>
          <p:cNvSpPr txBox="1"/>
          <p:nvPr/>
        </p:nvSpPr>
        <p:spPr>
          <a:xfrm>
            <a:off x="7128892" y="2478088"/>
            <a:ext cx="148951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투네이션 크리에이터 리모컨</a:t>
            </a:r>
          </a:p>
        </p:txBody>
      </p:sp>
      <p:graphicFrame>
        <p:nvGraphicFramePr>
          <p:cNvPr id="66" name="Group 323">
            <a:extLst>
              <a:ext uri="{FF2B5EF4-FFF2-40B4-BE49-F238E27FC236}">
                <a16:creationId xmlns:a16="http://schemas.microsoft.com/office/drawing/2014/main" id="{5F0B46BB-54BF-0BE6-74E8-24EF221A29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0210831"/>
              </p:ext>
            </p:extLst>
          </p:nvPr>
        </p:nvGraphicFramePr>
        <p:xfrm>
          <a:off x="6714492" y="2957013"/>
          <a:ext cx="2361365" cy="1325004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193528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60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2451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리모컨 버전</a:t>
                      </a: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anchor="ctr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024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 방법</a:t>
                      </a: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anchor="ctr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024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공식 홈페이지</a:t>
                      </a: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67" name="TextBox 66">
            <a:extLst>
              <a:ext uri="{FF2B5EF4-FFF2-40B4-BE49-F238E27FC236}">
                <a16:creationId xmlns:a16="http://schemas.microsoft.com/office/drawing/2014/main" id="{7E9EFF3D-8967-C089-D689-43231F3530C8}"/>
              </a:ext>
            </a:extLst>
          </p:cNvPr>
          <p:cNvSpPr txBox="1"/>
          <p:nvPr/>
        </p:nvSpPr>
        <p:spPr>
          <a:xfrm>
            <a:off x="7786994" y="2816932"/>
            <a:ext cx="1225330" cy="1389868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r">
              <a:lnSpc>
                <a:spcPct val="290000"/>
              </a:lnSpc>
            </a:pPr>
            <a:r>
              <a:rPr lang="en-US" altLang="ko-KR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rPr>
              <a:t>0.0.0</a:t>
            </a:r>
          </a:p>
          <a:p>
            <a:pPr algn="r">
              <a:lnSpc>
                <a:spcPct val="290000"/>
              </a:lnSpc>
            </a:pPr>
            <a:r>
              <a:rPr lang="ko-KR" altLang="en-US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+mn-ea"/>
                <a:ea typeface="+mn-ea"/>
              </a:rPr>
              <a:t>통합 로그인</a:t>
            </a:r>
            <a:endParaRPr lang="en-US" altLang="ko-KR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+mn-ea"/>
              <a:ea typeface="+mn-ea"/>
            </a:endParaRPr>
          </a:p>
          <a:p>
            <a:pPr marL="0" marR="0" lvl="0" indent="0" algn="r" defTabSz="914400" rtl="0" eaLnBrk="1" fontAlgn="base" latinLnBrk="1" hangingPunct="1">
              <a:lnSpc>
                <a:spcPct val="2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b="0" i="0" u="sng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https://toon.at</a:t>
            </a:r>
          </a:p>
        </p:txBody>
      </p:sp>
    </p:spTree>
    <p:extLst>
      <p:ext uri="{BB962C8B-B14F-4D97-AF65-F5344CB8AC3E}">
        <p14:creationId xmlns:p14="http://schemas.microsoft.com/office/powerpoint/2010/main" val="657625910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Google Shape;1197;p27">
            <a:extLst>
              <a:ext uri="{FF2B5EF4-FFF2-40B4-BE49-F238E27FC236}">
                <a16:creationId xmlns:a16="http://schemas.microsoft.com/office/drawing/2014/main" id="{A651B9FE-ECC5-FBA7-35D1-5DD26642B156}"/>
              </a:ext>
            </a:extLst>
          </p:cNvPr>
          <p:cNvSpPr/>
          <p:nvPr/>
        </p:nvSpPr>
        <p:spPr>
          <a:xfrm>
            <a:off x="512116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" name="Google Shape;1197;p27">
            <a:extLst>
              <a:ext uri="{FF2B5EF4-FFF2-40B4-BE49-F238E27FC236}">
                <a16:creationId xmlns:a16="http://schemas.microsoft.com/office/drawing/2014/main" id="{EC36BD20-C7E4-3976-FC80-2499228641FD}"/>
              </a:ext>
            </a:extLst>
          </p:cNvPr>
          <p:cNvSpPr/>
          <p:nvPr/>
        </p:nvSpPr>
        <p:spPr>
          <a:xfrm>
            <a:off x="3542783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endParaRPr kumimoji="0" sz="856" b="1" kern="0" dirty="0">
              <a:solidFill>
                <a:prstClr val="white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" name="Google Shape;1197;p27">
            <a:extLst>
              <a:ext uri="{FF2B5EF4-FFF2-40B4-BE49-F238E27FC236}">
                <a16:creationId xmlns:a16="http://schemas.microsoft.com/office/drawing/2014/main" id="{F3398718-3AEB-853A-8084-16083A747E3B}"/>
              </a:ext>
            </a:extLst>
          </p:cNvPr>
          <p:cNvSpPr/>
          <p:nvPr/>
        </p:nvSpPr>
        <p:spPr>
          <a:xfrm>
            <a:off x="6589784" y="1232756"/>
            <a:ext cx="2566556" cy="5004561"/>
          </a:xfrm>
          <a:prstGeom prst="roundRect">
            <a:avLst>
              <a:gd name="adj" fmla="val 3549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06EADB37-9EEF-2AA8-C551-DBBDAE13AF9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5340" y="411980"/>
            <a:ext cx="9436335" cy="424732"/>
          </a:xfrm>
        </p:spPr>
        <p:txBody>
          <a:bodyPr/>
          <a:lstStyle/>
          <a:p>
            <a:r>
              <a:rPr lang="ko-KR" altLang="en-US" dirty="0"/>
              <a:t>알림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5434B1C3-1EEC-21E3-1C19-3F6C4DA0A76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모바일 웹 리모컨</a:t>
            </a:r>
            <a:r>
              <a:rPr lang="en-US" altLang="ko-KR" dirty="0"/>
              <a:t> &gt; </a:t>
            </a:r>
            <a:r>
              <a:rPr lang="ko-KR" altLang="en-US" dirty="0"/>
              <a:t>알림</a:t>
            </a:r>
          </a:p>
        </p:txBody>
      </p:sp>
      <p:sp>
        <p:nvSpPr>
          <p:cNvPr id="35" name="Google Shape;1198;p27">
            <a:extLst>
              <a:ext uri="{FF2B5EF4-FFF2-40B4-BE49-F238E27FC236}">
                <a16:creationId xmlns:a16="http://schemas.microsoft.com/office/drawing/2014/main" id="{238CF54F-5CD3-DD72-D1D4-E365326FE0A7}"/>
              </a:ext>
            </a:extLst>
          </p:cNvPr>
          <p:cNvSpPr/>
          <p:nvPr/>
        </p:nvSpPr>
        <p:spPr>
          <a:xfrm>
            <a:off x="3593112" y="1437445"/>
            <a:ext cx="2470586" cy="4739032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r>
              <a:rPr lang="ko-KR" altLang="en-US" sz="1200" b="1" dirty="0">
                <a:solidFill>
                  <a:srgbClr val="262626"/>
                </a:solidFill>
                <a:latin typeface="+mn-ea"/>
                <a:ea typeface="+mn-ea"/>
                <a:cs typeface="Calibri"/>
                <a:sym typeface="Calibri"/>
              </a:rPr>
              <a:t>알림</a:t>
            </a:r>
            <a:endParaRPr sz="1200" b="1" dirty="0">
              <a:solidFill>
                <a:srgbClr val="262626"/>
              </a:solidFill>
              <a:latin typeface="+mn-ea"/>
              <a:ea typeface="+mn-ea"/>
              <a:cs typeface="Calibri"/>
              <a:sym typeface="Calibri"/>
            </a:endParaRPr>
          </a:p>
        </p:txBody>
      </p:sp>
      <p:pic>
        <p:nvPicPr>
          <p:cNvPr id="36" name="그래픽 35">
            <a:extLst>
              <a:ext uri="{FF2B5EF4-FFF2-40B4-BE49-F238E27FC236}">
                <a16:creationId xmlns:a16="http://schemas.microsoft.com/office/drawing/2014/main" id="{F9E5D165-F6B3-1547-9C26-2B4427D666A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598121" y="1511910"/>
            <a:ext cx="274858" cy="274858"/>
          </a:xfrm>
          <a:prstGeom prst="rect">
            <a:avLst/>
          </a:prstGeom>
        </p:spPr>
      </p:pic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F219FC3-557C-5E61-FA5D-F518C9A2DEBA}"/>
              </a:ext>
            </a:extLst>
          </p:cNvPr>
          <p:cNvCxnSpPr>
            <a:cxnSpLocks/>
          </p:cNvCxnSpPr>
          <p:nvPr/>
        </p:nvCxnSpPr>
        <p:spPr>
          <a:xfrm>
            <a:off x="3633088" y="1833298"/>
            <a:ext cx="2397519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Google Shape;1198;p27">
            <a:extLst>
              <a:ext uri="{FF2B5EF4-FFF2-40B4-BE49-F238E27FC236}">
                <a16:creationId xmlns:a16="http://schemas.microsoft.com/office/drawing/2014/main" id="{C771D1D7-9D4D-351E-C775-3236EA60EE9D}"/>
              </a:ext>
            </a:extLst>
          </p:cNvPr>
          <p:cNvSpPr/>
          <p:nvPr/>
        </p:nvSpPr>
        <p:spPr>
          <a:xfrm>
            <a:off x="567170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708CE6C2-02BB-28FA-CD5C-C04EFC45BB37}"/>
              </a:ext>
            </a:extLst>
          </p:cNvPr>
          <p:cNvSpPr txBox="1"/>
          <p:nvPr/>
        </p:nvSpPr>
        <p:spPr>
          <a:xfrm>
            <a:off x="561732" y="1948231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655B15D-58E5-A096-3EB5-8926D66A3CCC}"/>
              </a:ext>
            </a:extLst>
          </p:cNvPr>
          <p:cNvSpPr txBox="1"/>
          <p:nvPr/>
        </p:nvSpPr>
        <p:spPr>
          <a:xfrm>
            <a:off x="1838192" y="1948231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02BDD4A8-7689-D082-3DE2-BF821EE6EF78}"/>
              </a:ext>
            </a:extLst>
          </p:cNvPr>
          <p:cNvCxnSpPr>
            <a:cxnSpLocks/>
          </p:cNvCxnSpPr>
          <p:nvPr/>
        </p:nvCxnSpPr>
        <p:spPr>
          <a:xfrm>
            <a:off x="659447" y="2212755"/>
            <a:ext cx="526203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7A32650E-FD96-6757-D109-233E64D23487}"/>
              </a:ext>
            </a:extLst>
          </p:cNvPr>
          <p:cNvSpPr txBox="1"/>
          <p:nvPr/>
        </p:nvSpPr>
        <p:spPr>
          <a:xfrm>
            <a:off x="1343661" y="1948231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B8BFB6D9-43D4-62AC-2FD1-4BA533296A45}"/>
              </a:ext>
            </a:extLst>
          </p:cNvPr>
          <p:cNvSpPr/>
          <p:nvPr/>
        </p:nvSpPr>
        <p:spPr>
          <a:xfrm>
            <a:off x="590823" y="2220222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4" name="Picture 6" descr="필터 - 무료 ui개 아이콘">
            <a:extLst>
              <a:ext uri="{FF2B5EF4-FFF2-40B4-BE49-F238E27FC236}">
                <a16:creationId xmlns:a16="http://schemas.microsoft.com/office/drawing/2014/main" id="{AD86996E-3674-D070-2AAA-4CA6648C79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6836" y="2255942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" name="직사각형 44">
            <a:extLst>
              <a:ext uri="{FF2B5EF4-FFF2-40B4-BE49-F238E27FC236}">
                <a16:creationId xmlns:a16="http://schemas.microsoft.com/office/drawing/2014/main" id="{0D01F834-19C2-1850-72AB-A577E8217DEF}"/>
              </a:ext>
            </a:extLst>
          </p:cNvPr>
          <p:cNvSpPr/>
          <p:nvPr/>
        </p:nvSpPr>
        <p:spPr>
          <a:xfrm>
            <a:off x="590823" y="3078101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6" name="그래픽 45">
            <a:extLst>
              <a:ext uri="{FF2B5EF4-FFF2-40B4-BE49-F238E27FC236}">
                <a16:creationId xmlns:a16="http://schemas.microsoft.com/office/drawing/2014/main" id="{C1054CFD-47AD-16A9-C9BA-6AFBED2785C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38235" y="3256648"/>
            <a:ext cx="263454" cy="263454"/>
          </a:xfrm>
          <a:prstGeom prst="rect">
            <a:avLst/>
          </a:prstGeom>
        </p:spPr>
      </p:pic>
      <p:sp>
        <p:nvSpPr>
          <p:cNvPr id="47" name="TextBox 46">
            <a:extLst>
              <a:ext uri="{FF2B5EF4-FFF2-40B4-BE49-F238E27FC236}">
                <a16:creationId xmlns:a16="http://schemas.microsoft.com/office/drawing/2014/main" id="{55DE4074-1E73-5F30-36C3-DCEAF29B85DC}"/>
              </a:ext>
            </a:extLst>
          </p:cNvPr>
          <p:cNvSpPr txBox="1"/>
          <p:nvPr/>
        </p:nvSpPr>
        <p:spPr>
          <a:xfrm>
            <a:off x="900223" y="3104389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E955A6BD-0E4B-7C07-93E2-73E965F019D0}"/>
              </a:ext>
            </a:extLst>
          </p:cNvPr>
          <p:cNvSpPr txBox="1"/>
          <p:nvPr/>
        </p:nvSpPr>
        <p:spPr>
          <a:xfrm>
            <a:off x="900992" y="3471851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spcBef>
                <a:spcPct val="20000"/>
              </a:spcBef>
              <a:defRPr/>
            </a:pPr>
            <a:r>
              <a:rPr kumimoji="0"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[</a:t>
            </a:r>
            <a:r>
              <a:rPr kumimoji="0" lang="en-US" altLang="ko-KR" sz="800" dirty="0" err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Youtube</a:t>
            </a:r>
            <a:r>
              <a:rPr kumimoji="0"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 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유튜브 제목</a:t>
            </a:r>
            <a:r>
              <a:rPr kumimoji="0"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lang="en-US" altLang="ko-KR" sz="80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BD07559E-D501-13F5-19DD-FD427EFA597F}"/>
              </a:ext>
            </a:extLst>
          </p:cNvPr>
          <p:cNvSpPr/>
          <p:nvPr/>
        </p:nvSpPr>
        <p:spPr>
          <a:xfrm>
            <a:off x="2279586" y="3228020"/>
            <a:ext cx="320711" cy="320711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A4D41DE5-B59E-0270-9E09-BD32E260E88E}"/>
              </a:ext>
            </a:extLst>
          </p:cNvPr>
          <p:cNvSpPr txBox="1"/>
          <p:nvPr/>
        </p:nvSpPr>
        <p:spPr>
          <a:xfrm>
            <a:off x="2553184" y="3178255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3,000</a:t>
            </a:r>
            <a:endParaRPr lang="ko-KR" altLang="en-US" sz="1050" dirty="0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765D96A4-5AF1-FF59-88BA-829F30399F75}"/>
              </a:ext>
            </a:extLst>
          </p:cNvPr>
          <p:cNvSpPr txBox="1"/>
          <p:nvPr/>
        </p:nvSpPr>
        <p:spPr>
          <a:xfrm>
            <a:off x="2651956" y="3471851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00901C94-7C88-EAEC-8694-8EF2D4EB451F}"/>
              </a:ext>
            </a:extLst>
          </p:cNvPr>
          <p:cNvSpPr/>
          <p:nvPr/>
        </p:nvSpPr>
        <p:spPr>
          <a:xfrm>
            <a:off x="590823" y="2452539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4" name="그래픽 53">
            <a:extLst>
              <a:ext uri="{FF2B5EF4-FFF2-40B4-BE49-F238E27FC236}">
                <a16:creationId xmlns:a16="http://schemas.microsoft.com/office/drawing/2014/main" id="{1ED06BE6-1359-7286-0C7D-2486FE71FE8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38235" y="2631086"/>
            <a:ext cx="263454" cy="263454"/>
          </a:xfrm>
          <a:prstGeom prst="rect">
            <a:avLst/>
          </a:prstGeom>
        </p:spPr>
      </p:pic>
      <p:sp>
        <p:nvSpPr>
          <p:cNvPr id="55" name="TextBox 54">
            <a:extLst>
              <a:ext uri="{FF2B5EF4-FFF2-40B4-BE49-F238E27FC236}">
                <a16:creationId xmlns:a16="http://schemas.microsoft.com/office/drawing/2014/main" id="{D7CC9A5B-2B32-C14F-B94A-92B0583D5219}"/>
              </a:ext>
            </a:extLst>
          </p:cNvPr>
          <p:cNvSpPr txBox="1"/>
          <p:nvPr/>
        </p:nvSpPr>
        <p:spPr>
          <a:xfrm>
            <a:off x="900223" y="2478827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587D2132-55E6-3EBB-3FF4-B07D02DA44B3}"/>
              </a:ext>
            </a:extLst>
          </p:cNvPr>
          <p:cNvSpPr txBox="1"/>
          <p:nvPr/>
        </p:nvSpPr>
        <p:spPr>
          <a:xfrm>
            <a:off x="900992" y="2846289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B2AA178C-9CD6-0D9A-B879-999E776BD763}"/>
              </a:ext>
            </a:extLst>
          </p:cNvPr>
          <p:cNvSpPr txBox="1"/>
          <p:nvPr/>
        </p:nvSpPr>
        <p:spPr>
          <a:xfrm>
            <a:off x="2553184" y="2552693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C4CFFDB-465C-824E-6A7D-1DD8D34074A3}"/>
              </a:ext>
            </a:extLst>
          </p:cNvPr>
          <p:cNvSpPr txBox="1"/>
          <p:nvPr/>
        </p:nvSpPr>
        <p:spPr>
          <a:xfrm>
            <a:off x="2651956" y="2846289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60" name="그래픽 59">
            <a:extLst>
              <a:ext uri="{FF2B5EF4-FFF2-40B4-BE49-F238E27FC236}">
                <a16:creationId xmlns:a16="http://schemas.microsoft.com/office/drawing/2014/main" id="{DA3D7FCE-B8D0-10E2-396E-36BB87DDDA4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40616" y="2631228"/>
            <a:ext cx="261988" cy="261988"/>
          </a:xfrm>
          <a:prstGeom prst="rect">
            <a:avLst/>
          </a:prstGeom>
        </p:spPr>
      </p:pic>
      <p:sp>
        <p:nvSpPr>
          <p:cNvPr id="61" name="직사각형 60">
            <a:extLst>
              <a:ext uri="{FF2B5EF4-FFF2-40B4-BE49-F238E27FC236}">
                <a16:creationId xmlns:a16="http://schemas.microsoft.com/office/drawing/2014/main" id="{5F4661CB-DDA3-69F4-BC5A-8173D46F96B9}"/>
              </a:ext>
            </a:extLst>
          </p:cNvPr>
          <p:cNvSpPr/>
          <p:nvPr/>
        </p:nvSpPr>
        <p:spPr>
          <a:xfrm>
            <a:off x="590823" y="3704217"/>
            <a:ext cx="2417540" cy="6852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A98C4DFA-8D30-B89C-7DAE-708BF6FAD41F}"/>
              </a:ext>
            </a:extLst>
          </p:cNvPr>
          <p:cNvSpPr txBox="1"/>
          <p:nvPr/>
        </p:nvSpPr>
        <p:spPr>
          <a:xfrm>
            <a:off x="900223" y="3730505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584EA9BD-B7C6-DF27-16C4-3EE6E1893A15}"/>
              </a:ext>
            </a:extLst>
          </p:cNvPr>
          <p:cNvSpPr txBox="1"/>
          <p:nvPr/>
        </p:nvSpPr>
        <p:spPr>
          <a:xfrm>
            <a:off x="900992" y="4063414"/>
            <a:ext cx="1652192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 텍스트내용 텍스트 내용 텍스트 내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3C6DB46A-F308-B37B-0D36-E53E6D890C70}"/>
              </a:ext>
            </a:extLst>
          </p:cNvPr>
          <p:cNvSpPr txBox="1"/>
          <p:nvPr/>
        </p:nvSpPr>
        <p:spPr>
          <a:xfrm>
            <a:off x="2553184" y="3804371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sz="1050" dirty="0"/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E4065A5-4274-BB16-ED63-5FB945F09C52}"/>
              </a:ext>
            </a:extLst>
          </p:cNvPr>
          <p:cNvSpPr txBox="1"/>
          <p:nvPr/>
        </p:nvSpPr>
        <p:spPr>
          <a:xfrm>
            <a:off x="2651956" y="4097967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67" name="그래픽 66">
            <a:extLst>
              <a:ext uri="{FF2B5EF4-FFF2-40B4-BE49-F238E27FC236}">
                <a16:creationId xmlns:a16="http://schemas.microsoft.com/office/drawing/2014/main" id="{30940515-583B-2318-4D44-8D4FB617E293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37533" y="3894768"/>
            <a:ext cx="263454" cy="263454"/>
          </a:xfrm>
          <a:prstGeom prst="rect">
            <a:avLst/>
          </a:prstGeom>
        </p:spPr>
      </p:pic>
      <p:sp>
        <p:nvSpPr>
          <p:cNvPr id="68" name="직사각형 67">
            <a:extLst>
              <a:ext uri="{FF2B5EF4-FFF2-40B4-BE49-F238E27FC236}">
                <a16:creationId xmlns:a16="http://schemas.microsoft.com/office/drawing/2014/main" id="{0861B265-B3DE-AEF5-9C9B-EAB7E14E991A}"/>
              </a:ext>
            </a:extLst>
          </p:cNvPr>
          <p:cNvSpPr/>
          <p:nvPr/>
        </p:nvSpPr>
        <p:spPr>
          <a:xfrm>
            <a:off x="590823" y="4387450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236EC4DC-AF17-22B1-14BD-83F1C1CE52BA}"/>
              </a:ext>
            </a:extLst>
          </p:cNvPr>
          <p:cNvSpPr txBox="1"/>
          <p:nvPr/>
        </p:nvSpPr>
        <p:spPr>
          <a:xfrm>
            <a:off x="900223" y="441373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A8DF6DE4-BCF7-B7B1-7245-C37D96D06C8B}"/>
              </a:ext>
            </a:extLst>
          </p:cNvPr>
          <p:cNvSpPr txBox="1"/>
          <p:nvPr/>
        </p:nvSpPr>
        <p:spPr>
          <a:xfrm>
            <a:off x="900991" y="4781200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룰렛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제목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꽝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or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당첨 항목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1E12114C-8E5C-B22B-891B-F3EE617468AC}"/>
              </a:ext>
            </a:extLst>
          </p:cNvPr>
          <p:cNvSpPr txBox="1"/>
          <p:nvPr/>
        </p:nvSpPr>
        <p:spPr>
          <a:xfrm>
            <a:off x="2553184" y="4487604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E9307879-7CCD-2CE2-DDEB-CB3564F729E0}"/>
              </a:ext>
            </a:extLst>
          </p:cNvPr>
          <p:cNvSpPr txBox="1"/>
          <p:nvPr/>
        </p:nvSpPr>
        <p:spPr>
          <a:xfrm>
            <a:off x="2651956" y="478120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74" name="그래픽 73">
            <a:extLst>
              <a:ext uri="{FF2B5EF4-FFF2-40B4-BE49-F238E27FC236}">
                <a16:creationId xmlns:a16="http://schemas.microsoft.com/office/drawing/2014/main" id="{70EB587A-9EA3-5C4B-6596-401DDC4818AE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641310" y="4578746"/>
            <a:ext cx="258115" cy="258115"/>
          </a:xfrm>
          <a:prstGeom prst="rect">
            <a:avLst/>
          </a:prstGeom>
        </p:spPr>
      </p:pic>
      <p:sp>
        <p:nvSpPr>
          <p:cNvPr id="75" name="직사각형 74">
            <a:extLst>
              <a:ext uri="{FF2B5EF4-FFF2-40B4-BE49-F238E27FC236}">
                <a16:creationId xmlns:a16="http://schemas.microsoft.com/office/drawing/2014/main" id="{DD595B1C-E689-817A-BC32-A4BF28EF030A}"/>
              </a:ext>
            </a:extLst>
          </p:cNvPr>
          <p:cNvSpPr/>
          <p:nvPr/>
        </p:nvSpPr>
        <p:spPr>
          <a:xfrm>
            <a:off x="590823" y="5004258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1D8660AE-2F86-F902-F91F-2211CB52ADF5}"/>
              </a:ext>
            </a:extLst>
          </p:cNvPr>
          <p:cNvSpPr txBox="1"/>
          <p:nvPr/>
        </p:nvSpPr>
        <p:spPr>
          <a:xfrm>
            <a:off x="900223" y="5030546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48D3DA17-24DE-4D3D-C902-652849084255}"/>
              </a:ext>
            </a:extLst>
          </p:cNvPr>
          <p:cNvSpPr txBox="1"/>
          <p:nvPr/>
        </p:nvSpPr>
        <p:spPr>
          <a:xfrm>
            <a:off x="900991" y="5398008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럭키박스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시간초과 환불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8E17BEF8-565B-A8B6-272B-FBC1CC973B6E}"/>
              </a:ext>
            </a:extLst>
          </p:cNvPr>
          <p:cNvSpPr txBox="1"/>
          <p:nvPr/>
        </p:nvSpPr>
        <p:spPr>
          <a:xfrm>
            <a:off x="2553184" y="5104412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665145FE-0648-3586-617C-62BCD33102DA}"/>
              </a:ext>
            </a:extLst>
          </p:cNvPr>
          <p:cNvSpPr txBox="1"/>
          <p:nvPr/>
        </p:nvSpPr>
        <p:spPr>
          <a:xfrm>
            <a:off x="2651956" y="5398008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81" name="그래픽 80">
            <a:extLst>
              <a:ext uri="{FF2B5EF4-FFF2-40B4-BE49-F238E27FC236}">
                <a16:creationId xmlns:a16="http://schemas.microsoft.com/office/drawing/2014/main" id="{B61AC5AB-EF00-43CB-9827-4595411F9354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641594" y="5195554"/>
            <a:ext cx="257831" cy="257831"/>
          </a:xfrm>
          <a:prstGeom prst="rect">
            <a:avLst/>
          </a:prstGeom>
        </p:spPr>
      </p:pic>
      <p:pic>
        <p:nvPicPr>
          <p:cNvPr id="82" name="그림 81">
            <a:extLst>
              <a:ext uri="{FF2B5EF4-FFF2-40B4-BE49-F238E27FC236}">
                <a16:creationId xmlns:a16="http://schemas.microsoft.com/office/drawing/2014/main" id="{784BE8FB-629D-C590-FD08-6AFC8831CC16}"/>
              </a:ext>
            </a:extLst>
          </p:cNvPr>
          <p:cNvPicPr>
            <a:picLocks noChangeAspect="1"/>
          </p:cNvPicPr>
          <p:nvPr/>
        </p:nvPicPr>
        <p:blipFill>
          <a:blip r:embed="rId15"/>
          <a:srcRect b="27208"/>
          <a:stretch>
            <a:fillRect/>
          </a:stretch>
        </p:blipFill>
        <p:spPr>
          <a:xfrm>
            <a:off x="585480" y="5623990"/>
            <a:ext cx="2479066" cy="461115"/>
          </a:xfrm>
          <a:prstGeom prst="rect">
            <a:avLst/>
          </a:prstGeom>
        </p:spPr>
      </p:pic>
      <p:pic>
        <p:nvPicPr>
          <p:cNvPr id="92" name="그림 91">
            <a:extLst>
              <a:ext uri="{FF2B5EF4-FFF2-40B4-BE49-F238E27FC236}">
                <a16:creationId xmlns:a16="http://schemas.microsoft.com/office/drawing/2014/main" id="{2DCD3CB3-3839-0E06-C04A-E0A6F124B935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800722" y="2247234"/>
            <a:ext cx="187790" cy="192370"/>
          </a:xfrm>
          <a:prstGeom prst="rect">
            <a:avLst/>
          </a:prstGeom>
        </p:spPr>
      </p:pic>
      <p:pic>
        <p:nvPicPr>
          <p:cNvPr id="94" name="그림 93">
            <a:extLst>
              <a:ext uri="{FF2B5EF4-FFF2-40B4-BE49-F238E27FC236}">
                <a16:creationId xmlns:a16="http://schemas.microsoft.com/office/drawing/2014/main" id="{B7F8BA57-D007-AC6A-9E57-4446D79345AB}"/>
              </a:ext>
            </a:extLst>
          </p:cNvPr>
          <p:cNvPicPr>
            <a:picLocks noChangeAspect="1"/>
          </p:cNvPicPr>
          <p:nvPr/>
        </p:nvPicPr>
        <p:blipFill rotWithShape="1">
          <a:blip r:embed="rId17"/>
          <a:srcRect l="3090" r="6159" b="24044"/>
          <a:stretch/>
        </p:blipFill>
        <p:spPr>
          <a:xfrm>
            <a:off x="3631692" y="1894171"/>
            <a:ext cx="2421251" cy="2728011"/>
          </a:xfrm>
          <a:prstGeom prst="rect">
            <a:avLst/>
          </a:prstGeom>
        </p:spPr>
      </p:pic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51CE60A3-0B46-B758-B222-A8E01EC8D9FA}"/>
              </a:ext>
            </a:extLst>
          </p:cNvPr>
          <p:cNvSpPr/>
          <p:nvPr/>
        </p:nvSpPr>
        <p:spPr bwMode="auto">
          <a:xfrm>
            <a:off x="3713731" y="5786652"/>
            <a:ext cx="2257146" cy="354674"/>
          </a:xfrm>
          <a:prstGeom prst="roundRect">
            <a:avLst/>
          </a:prstGeom>
          <a:solidFill>
            <a:schemeClr val="tx1"/>
          </a:solidFill>
          <a:ln w="12700">
            <a:noFill/>
            <a:prstDash val="dash"/>
            <a:miter lim="800000"/>
            <a:headEnd/>
            <a:tailEnd/>
          </a:ln>
        </p:spPr>
        <p:txBody>
          <a:bodyPr wrap="none" rtlCol="0" anchor="ctr"/>
          <a:lstStyle/>
          <a:p>
            <a:pPr algn="ctr"/>
            <a:r>
              <a: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알림 모두 보기</a:t>
            </a:r>
          </a:p>
        </p:txBody>
      </p:sp>
      <p:sp>
        <p:nvSpPr>
          <p:cNvPr id="96" name="Google Shape;1198;p27">
            <a:extLst>
              <a:ext uri="{FF2B5EF4-FFF2-40B4-BE49-F238E27FC236}">
                <a16:creationId xmlns:a16="http://schemas.microsoft.com/office/drawing/2014/main" id="{2306AAC4-D1D2-70CD-BF34-DF33B9A6CE93}"/>
              </a:ext>
            </a:extLst>
          </p:cNvPr>
          <p:cNvSpPr/>
          <p:nvPr/>
        </p:nvSpPr>
        <p:spPr>
          <a:xfrm>
            <a:off x="6629275" y="1437445"/>
            <a:ext cx="2470586" cy="4739032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r>
              <a:rPr lang="ko-KR" altLang="en-US" sz="1200" b="1" dirty="0">
                <a:solidFill>
                  <a:srgbClr val="262626"/>
                </a:solidFill>
                <a:latin typeface="+mn-ea"/>
                <a:ea typeface="+mn-ea"/>
                <a:cs typeface="Calibri"/>
                <a:sym typeface="Calibri"/>
              </a:rPr>
              <a:t>알림</a:t>
            </a:r>
            <a:endParaRPr sz="1200" b="1" dirty="0">
              <a:solidFill>
                <a:srgbClr val="262626"/>
              </a:solidFill>
              <a:latin typeface="+mn-ea"/>
              <a:ea typeface="+mn-ea"/>
              <a:cs typeface="Calibri"/>
              <a:sym typeface="Calibri"/>
            </a:endParaRPr>
          </a:p>
        </p:txBody>
      </p:sp>
      <p:pic>
        <p:nvPicPr>
          <p:cNvPr id="97" name="그래픽 96">
            <a:extLst>
              <a:ext uri="{FF2B5EF4-FFF2-40B4-BE49-F238E27FC236}">
                <a16:creationId xmlns:a16="http://schemas.microsoft.com/office/drawing/2014/main" id="{B1B9D42A-ED85-C06F-3703-CB73FAE16F1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634284" y="1511910"/>
            <a:ext cx="274858" cy="274858"/>
          </a:xfrm>
          <a:prstGeom prst="rect">
            <a:avLst/>
          </a:prstGeom>
        </p:spPr>
      </p:pic>
      <p:cxnSp>
        <p:nvCxnSpPr>
          <p:cNvPr id="98" name="직선 연결선 97">
            <a:extLst>
              <a:ext uri="{FF2B5EF4-FFF2-40B4-BE49-F238E27FC236}">
                <a16:creationId xmlns:a16="http://schemas.microsoft.com/office/drawing/2014/main" id="{3810D59F-1ECC-0EC6-A723-B0E550304235}"/>
              </a:ext>
            </a:extLst>
          </p:cNvPr>
          <p:cNvCxnSpPr>
            <a:cxnSpLocks/>
          </p:cNvCxnSpPr>
          <p:nvPr/>
        </p:nvCxnSpPr>
        <p:spPr>
          <a:xfrm>
            <a:off x="6669251" y="1833298"/>
            <a:ext cx="2397519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1E980282-EFA4-6179-21E8-C707FD3023FB}"/>
              </a:ext>
            </a:extLst>
          </p:cNvPr>
          <p:cNvSpPr/>
          <p:nvPr/>
        </p:nvSpPr>
        <p:spPr bwMode="auto">
          <a:xfrm>
            <a:off x="6793069" y="1957619"/>
            <a:ext cx="1666641" cy="24622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</p:spPr>
        <p:txBody>
          <a:bodyPr wrap="none" rtlCol="0" anchor="ctr"/>
          <a:lstStyle/>
          <a:p>
            <a:r>
              <a:rPr lang="ko-KR" altLang="en-US" sz="80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제목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</a:t>
            </a:r>
          </a:p>
        </p:txBody>
      </p:sp>
      <p:pic>
        <p:nvPicPr>
          <p:cNvPr id="100" name="그래픽 99">
            <a:extLst>
              <a:ext uri="{FF2B5EF4-FFF2-40B4-BE49-F238E27FC236}">
                <a16:creationId xmlns:a16="http://schemas.microsoft.com/office/drawing/2014/main" id="{2BEB1C64-3CFF-E2E0-F88F-34B3BC86C817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8276577" y="2007152"/>
            <a:ext cx="146303" cy="146303"/>
          </a:xfrm>
          <a:prstGeom prst="rect">
            <a:avLst/>
          </a:prstGeom>
        </p:spPr>
      </p:pic>
      <p:sp>
        <p:nvSpPr>
          <p:cNvPr id="101" name="TextBox 100">
            <a:extLst>
              <a:ext uri="{FF2B5EF4-FFF2-40B4-BE49-F238E27FC236}">
                <a16:creationId xmlns:a16="http://schemas.microsoft.com/office/drawing/2014/main" id="{C722B636-9E2F-830E-D8AF-273784AE815D}"/>
              </a:ext>
            </a:extLst>
          </p:cNvPr>
          <p:cNvSpPr txBox="1"/>
          <p:nvPr/>
        </p:nvSpPr>
        <p:spPr>
          <a:xfrm>
            <a:off x="8439874" y="1967409"/>
            <a:ext cx="6319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b="1" u="sng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모두 읽음</a:t>
            </a:r>
          </a:p>
        </p:txBody>
      </p:sp>
      <p:pic>
        <p:nvPicPr>
          <p:cNvPr id="102" name="그림 101">
            <a:extLst>
              <a:ext uri="{FF2B5EF4-FFF2-40B4-BE49-F238E27FC236}">
                <a16:creationId xmlns:a16="http://schemas.microsoft.com/office/drawing/2014/main" id="{AC29D56C-4C4F-B003-475C-A419C334E5D0}"/>
              </a:ext>
            </a:extLst>
          </p:cNvPr>
          <p:cNvPicPr>
            <a:picLocks noChangeAspect="1"/>
          </p:cNvPicPr>
          <p:nvPr/>
        </p:nvPicPr>
        <p:blipFill rotWithShape="1">
          <a:blip r:embed="rId17"/>
          <a:srcRect l="3090" r="6159" b="24044"/>
          <a:stretch/>
        </p:blipFill>
        <p:spPr>
          <a:xfrm>
            <a:off x="6663501" y="2292128"/>
            <a:ext cx="2421251" cy="2728011"/>
          </a:xfrm>
          <a:prstGeom prst="rect">
            <a:avLst/>
          </a:prstGeom>
        </p:spPr>
      </p:pic>
      <p:cxnSp>
        <p:nvCxnSpPr>
          <p:cNvPr id="103" name="연결선: 꺾임 102">
            <a:extLst>
              <a:ext uri="{FF2B5EF4-FFF2-40B4-BE49-F238E27FC236}">
                <a16:creationId xmlns:a16="http://schemas.microsoft.com/office/drawing/2014/main" id="{2FBDCCFD-EB23-6FB6-49C4-EC1BA211C96C}"/>
              </a:ext>
            </a:extLst>
          </p:cNvPr>
          <p:cNvCxnSpPr>
            <a:cxnSpLocks/>
            <a:stCxn id="4" idx="0"/>
            <a:endCxn id="107" idx="0"/>
          </p:cNvCxnSpPr>
          <p:nvPr/>
        </p:nvCxnSpPr>
        <p:spPr>
          <a:xfrm rot="5400000" flipH="1" flipV="1">
            <a:off x="5138500" y="-1231694"/>
            <a:ext cx="270111" cy="5199013"/>
          </a:xfrm>
          <a:prstGeom prst="bentConnector3">
            <a:avLst>
              <a:gd name="adj1" fmla="val 184632"/>
            </a:avLst>
          </a:prstGeom>
          <a:ln>
            <a:solidFill>
              <a:srgbClr val="FF0000"/>
            </a:solidFill>
            <a:prstDash val="solid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8" name="그룹 107">
            <a:extLst>
              <a:ext uri="{FF2B5EF4-FFF2-40B4-BE49-F238E27FC236}">
                <a16:creationId xmlns:a16="http://schemas.microsoft.com/office/drawing/2014/main" id="{5F67742C-9CFA-806B-E557-DE44CF1929A9}"/>
              </a:ext>
            </a:extLst>
          </p:cNvPr>
          <p:cNvGrpSpPr/>
          <p:nvPr/>
        </p:nvGrpSpPr>
        <p:grpSpPr>
          <a:xfrm>
            <a:off x="547688" y="5773122"/>
            <a:ext cx="2507456" cy="413366"/>
            <a:chOff x="540805" y="6488673"/>
            <a:chExt cx="2486119" cy="413366"/>
          </a:xfrm>
        </p:grpSpPr>
        <p:sp>
          <p:nvSpPr>
            <p:cNvPr id="109" name="사각형: 둥근 모서리 108">
              <a:extLst>
                <a:ext uri="{FF2B5EF4-FFF2-40B4-BE49-F238E27FC236}">
                  <a16:creationId xmlns:a16="http://schemas.microsoft.com/office/drawing/2014/main" id="{E24A0EC8-6515-AEE6-42F6-78ACCFCC7132}"/>
                </a:ext>
              </a:extLst>
            </p:cNvPr>
            <p:cNvSpPr/>
            <p:nvPr/>
          </p:nvSpPr>
          <p:spPr bwMode="auto">
            <a:xfrm>
              <a:off x="540805" y="6488673"/>
              <a:ext cx="2486119" cy="413366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10" name="그룹 109">
              <a:extLst>
                <a:ext uri="{FF2B5EF4-FFF2-40B4-BE49-F238E27FC236}">
                  <a16:creationId xmlns:a16="http://schemas.microsoft.com/office/drawing/2014/main" id="{92164B3A-8D8C-FE1A-508A-DA4DC05A400D}"/>
                </a:ext>
              </a:extLst>
            </p:cNvPr>
            <p:cNvGrpSpPr/>
            <p:nvPr/>
          </p:nvGrpSpPr>
          <p:grpSpPr>
            <a:xfrm>
              <a:off x="646069" y="6557675"/>
              <a:ext cx="2294019" cy="310182"/>
              <a:chOff x="646069" y="5802457"/>
              <a:chExt cx="2294019" cy="310182"/>
            </a:xfrm>
          </p:grpSpPr>
          <p:grpSp>
            <p:nvGrpSpPr>
              <p:cNvPr id="112" name="그룹 111">
                <a:extLst>
                  <a:ext uri="{FF2B5EF4-FFF2-40B4-BE49-F238E27FC236}">
                    <a16:creationId xmlns:a16="http://schemas.microsoft.com/office/drawing/2014/main" id="{8B08E837-4329-CB83-6ED2-0E247889796C}"/>
                  </a:ext>
                </a:extLst>
              </p:cNvPr>
              <p:cNvGrpSpPr/>
              <p:nvPr/>
            </p:nvGrpSpPr>
            <p:grpSpPr>
              <a:xfrm>
                <a:off x="646069" y="5802457"/>
                <a:ext cx="2294019" cy="310182"/>
                <a:chOff x="655595" y="5802457"/>
                <a:chExt cx="2294019" cy="310182"/>
              </a:xfrm>
            </p:grpSpPr>
            <p:sp>
              <p:nvSpPr>
                <p:cNvPr id="116" name="사각형: 둥근 모서리 115">
                  <a:extLst>
                    <a:ext uri="{FF2B5EF4-FFF2-40B4-BE49-F238E27FC236}">
                      <a16:creationId xmlns:a16="http://schemas.microsoft.com/office/drawing/2014/main" id="{6FFAB652-1DC7-A6AB-4A45-2D8B99A342E0}"/>
                    </a:ext>
                  </a:extLst>
                </p:cNvPr>
                <p:cNvSpPr/>
                <p:nvPr/>
              </p:nvSpPr>
              <p:spPr>
                <a:xfrm>
                  <a:off x="655595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  <p:sp>
              <p:nvSpPr>
                <p:cNvPr id="117" name="사각형: 둥근 모서리 116">
                  <a:extLst>
                    <a:ext uri="{FF2B5EF4-FFF2-40B4-BE49-F238E27FC236}">
                      <a16:creationId xmlns:a16="http://schemas.microsoft.com/office/drawing/2014/main" id="{C1EDF8FF-7618-40DB-734F-32098018265E}"/>
                    </a:ext>
                  </a:extLst>
                </p:cNvPr>
                <p:cNvSpPr/>
                <p:nvPr/>
              </p:nvSpPr>
              <p:spPr>
                <a:xfrm>
                  <a:off x="1848143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</p:grpSp>
          <p:pic>
            <p:nvPicPr>
              <p:cNvPr id="113" name="그림 112">
                <a:extLst>
                  <a:ext uri="{FF2B5EF4-FFF2-40B4-BE49-F238E27FC236}">
                    <a16:creationId xmlns:a16="http://schemas.microsoft.com/office/drawing/2014/main" id="{7763C256-5209-7EA6-001C-07CFF936112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biLevel thresh="50000"/>
              </a:blip>
              <a:stretch>
                <a:fillRect/>
              </a:stretch>
            </p:blipFill>
            <p:spPr>
              <a:xfrm>
                <a:off x="1108855" y="5880754"/>
                <a:ext cx="153589" cy="153589"/>
              </a:xfrm>
              <a:prstGeom prst="rect">
                <a:avLst/>
              </a:prstGeom>
            </p:spPr>
          </p:pic>
          <p:pic>
            <p:nvPicPr>
              <p:cNvPr id="114" name="그림 113">
                <a:extLst>
                  <a:ext uri="{FF2B5EF4-FFF2-40B4-BE49-F238E27FC236}">
                    <a16:creationId xmlns:a16="http://schemas.microsoft.com/office/drawing/2014/main" id="{2A817B94-364A-D3C6-F6E2-8941DC43F2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biLevel thresh="75000"/>
              </a:blip>
              <a:stretch>
                <a:fillRect/>
              </a:stretch>
            </p:blipFill>
            <p:spPr>
              <a:xfrm>
                <a:off x="2222354" y="5869660"/>
                <a:ext cx="175780" cy="175778"/>
              </a:xfrm>
              <a:prstGeom prst="rect">
                <a:avLst/>
              </a:prstGeom>
            </p:spPr>
          </p:pic>
          <p:pic>
            <p:nvPicPr>
              <p:cNvPr id="115" name="그림 114">
                <a:extLst>
                  <a:ext uri="{FF2B5EF4-FFF2-40B4-BE49-F238E27FC236}">
                    <a16:creationId xmlns:a16="http://schemas.microsoft.com/office/drawing/2014/main" id="{83E78835-32C4-402A-7D61-BC8049D051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biLevel thresh="75000"/>
              </a:blip>
              <a:stretch>
                <a:fillRect/>
              </a:stretch>
            </p:blipFill>
            <p:spPr>
              <a:xfrm>
                <a:off x="2444223" y="5868710"/>
                <a:ext cx="138036" cy="177676"/>
              </a:xfrm>
              <a:prstGeom prst="rect">
                <a:avLst/>
              </a:prstGeom>
            </p:spPr>
          </p:pic>
        </p:grpSp>
        <p:sp>
          <p:nvSpPr>
            <p:cNvPr id="111" name="타원 110">
              <a:extLst>
                <a:ext uri="{FF2B5EF4-FFF2-40B4-BE49-F238E27FC236}">
                  <a16:creationId xmlns:a16="http://schemas.microsoft.com/office/drawing/2014/main" id="{18FF89BF-4A4F-6259-F8B5-B00C2E624771}"/>
                </a:ext>
              </a:extLst>
            </p:cNvPr>
            <p:cNvSpPr/>
            <p:nvPr/>
          </p:nvSpPr>
          <p:spPr>
            <a:xfrm>
              <a:off x="1305059" y="6590429"/>
              <a:ext cx="153854" cy="153854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23</a:t>
              </a:r>
              <a:endParaRPr lang="ko-KR" altLang="en-US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aphicFrame>
        <p:nvGraphicFramePr>
          <p:cNvPr id="138" name="Group 323">
            <a:extLst>
              <a:ext uri="{FF2B5EF4-FFF2-40B4-BE49-F238E27FC236}">
                <a16:creationId xmlns:a16="http://schemas.microsoft.com/office/drawing/2014/main" id="{0F0A9D3F-1E92-4B23-B7FA-939DC80F93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9841492"/>
              </p:ext>
            </p:extLst>
          </p:nvPr>
        </p:nvGraphicFramePr>
        <p:xfrm>
          <a:off x="9625013" y="575703"/>
          <a:ext cx="2519969" cy="1482995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고객 센터로 새 창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035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40" name="타원 139">
            <a:extLst>
              <a:ext uri="{FF2B5EF4-FFF2-40B4-BE49-F238E27FC236}">
                <a16:creationId xmlns:a16="http://schemas.microsoft.com/office/drawing/2014/main" id="{B823C540-C9A3-2155-EB54-F18AF20F64A2}"/>
              </a:ext>
            </a:extLst>
          </p:cNvPr>
          <p:cNvSpPr/>
          <p:nvPr/>
        </p:nvSpPr>
        <p:spPr>
          <a:xfrm>
            <a:off x="3631692" y="1959873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1" name="타원 140">
            <a:extLst>
              <a:ext uri="{FF2B5EF4-FFF2-40B4-BE49-F238E27FC236}">
                <a16:creationId xmlns:a16="http://schemas.microsoft.com/office/drawing/2014/main" id="{706E1285-2185-B685-7DF3-9D80BEC2B172}"/>
              </a:ext>
            </a:extLst>
          </p:cNvPr>
          <p:cNvSpPr/>
          <p:nvPr/>
        </p:nvSpPr>
        <p:spPr>
          <a:xfrm>
            <a:off x="6663501" y="2373927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1E536058-7517-D0C2-96FC-137F423EB961}"/>
              </a:ext>
            </a:extLst>
          </p:cNvPr>
          <p:cNvPicPr>
            <a:picLocks noChangeAspect="1"/>
          </p:cNvPicPr>
          <p:nvPr/>
        </p:nvPicPr>
        <p:blipFill>
          <a:blip r:embed="rId23">
            <a:biLevel thresh="75000"/>
            <a:extLst>
              <a:ext uri="{BEBA8EAE-BF5A-486C-A8C5-ECC9F3942E4B}">
                <a14:imgProps xmlns:a14="http://schemas.microsoft.com/office/drawing/2010/main">
                  <a14:imgLayer r:embed="rId24">
                    <a14:imgEffect>
                      <a14:backgroundRemoval t="10000" b="90000" l="10000" r="90000">
                        <a14:foregroundMark x1="50000" y1="74000" x2="50000" y2="74000"/>
                      </a14:backgroundRemoval>
                    </a14:imgEffect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</a:extLst>
          </a:blip>
          <a:srcRect l="22466" t="21148" r="24851" b="19009"/>
          <a:stretch>
            <a:fillRect/>
          </a:stretch>
        </p:blipFill>
        <p:spPr>
          <a:xfrm>
            <a:off x="2583143" y="1502867"/>
            <a:ext cx="181812" cy="206522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5812A350-568B-ACEB-2F39-6FAA56BD88AD}"/>
              </a:ext>
            </a:extLst>
          </p:cNvPr>
          <p:cNvPicPr>
            <a:picLocks noChangeAspect="1"/>
          </p:cNvPicPr>
          <p:nvPr/>
        </p:nvPicPr>
        <p:blipFill>
          <a:blip r:embed="rId25">
            <a:biLevel thresh="75000"/>
            <a:extLst>
              <a:ext uri="{BEBA8EAE-BF5A-486C-A8C5-ECC9F3942E4B}">
                <a14:imgProps xmlns:a14="http://schemas.microsoft.com/office/drawing/2010/main">
                  <a14:imgLayer r:embed="rId26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805755" y="1507585"/>
            <a:ext cx="193901" cy="193903"/>
          </a:xfrm>
          <a:prstGeom prst="rect">
            <a:avLst/>
          </a:prstGeom>
        </p:spPr>
      </p:pic>
      <p:sp>
        <p:nvSpPr>
          <p:cNvPr id="8" name="타원 7">
            <a:extLst>
              <a:ext uri="{FF2B5EF4-FFF2-40B4-BE49-F238E27FC236}">
                <a16:creationId xmlns:a16="http://schemas.microsoft.com/office/drawing/2014/main" id="{97F17BA8-056B-1944-37D4-1ED276389A71}"/>
              </a:ext>
            </a:extLst>
          </p:cNvPr>
          <p:cNvSpPr/>
          <p:nvPr/>
        </p:nvSpPr>
        <p:spPr>
          <a:xfrm>
            <a:off x="2670574" y="1474832"/>
            <a:ext cx="153854" cy="153854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</a:t>
            </a:r>
            <a:endParaRPr lang="ko-KR" altLang="en-US" sz="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E72CEBE8-A682-4D3A-736C-94302AE94A64}"/>
              </a:ext>
            </a:extLst>
          </p:cNvPr>
          <p:cNvGrpSpPr/>
          <p:nvPr/>
        </p:nvGrpSpPr>
        <p:grpSpPr>
          <a:xfrm>
            <a:off x="581025" y="1742002"/>
            <a:ext cx="2447925" cy="174091"/>
            <a:chOff x="4030330" y="4982273"/>
            <a:chExt cx="2447925" cy="1740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94A0F954-EE60-34FC-3628-754802DF66F4}"/>
                </a:ext>
              </a:extLst>
            </p:cNvPr>
            <p:cNvSpPr/>
            <p:nvPr/>
          </p:nvSpPr>
          <p:spPr>
            <a:xfrm>
              <a:off x="4030330" y="4982273"/>
              <a:ext cx="2447925" cy="1740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sym typeface="Webdings" panose="05030102010509060703" pitchFamily="18" charset="2"/>
                </a:rPr>
                <a:t>      </a:t>
              </a:r>
              <a:r>
                <a:rPr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[</a:t>
              </a:r>
              <a:r>
                <a:rPr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이벤트 수상</a:t>
              </a:r>
              <a:r>
                <a:rPr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] 2025 </a:t>
              </a:r>
              <a:r>
                <a:rPr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투네이션 어워드 수상</a:t>
              </a:r>
              <a:r>
                <a:rPr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…</a:t>
              </a:r>
              <a:endPara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pic>
          <p:nvPicPr>
            <p:cNvPr id="11" name="그래픽 10">
              <a:extLst>
                <a:ext uri="{FF2B5EF4-FFF2-40B4-BE49-F238E27FC236}">
                  <a16:creationId xmlns:a16="http://schemas.microsoft.com/office/drawing/2014/main" id="{444641D3-58CA-D355-2244-5F773F275D93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>
              <a:extLst>
                <a:ext uri="{96DAC541-7B7A-43D3-8B79-37D633B846F1}">
                  <asvg:svgBlip xmlns:asvg="http://schemas.microsoft.com/office/drawing/2016/SVG/main" r:embed="rId28"/>
                </a:ext>
              </a:extLst>
            </a:blip>
            <a:stretch>
              <a:fillRect/>
            </a:stretch>
          </p:blipFill>
          <p:spPr>
            <a:xfrm>
              <a:off x="4056529" y="4988794"/>
              <a:ext cx="159090" cy="159090"/>
            </a:xfrm>
            <a:prstGeom prst="rect">
              <a:avLst/>
            </a:prstGeom>
          </p:spPr>
        </p:pic>
      </p:grpSp>
      <p:pic>
        <p:nvPicPr>
          <p:cNvPr id="6" name="그림 5">
            <a:extLst>
              <a:ext uri="{FF2B5EF4-FFF2-40B4-BE49-F238E27FC236}">
                <a16:creationId xmlns:a16="http://schemas.microsoft.com/office/drawing/2014/main" id="{C2110929-EB1E-F52F-5A10-AB057EE76A3B}"/>
              </a:ext>
            </a:extLst>
          </p:cNvPr>
          <p:cNvPicPr>
            <a:picLocks noChangeAspect="1"/>
          </p:cNvPicPr>
          <p:nvPr/>
        </p:nvPicPr>
        <p:blipFill rotWithShape="1">
          <a:blip r:embed="rId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660760" y="1531122"/>
            <a:ext cx="338206" cy="138583"/>
          </a:xfrm>
          <a:prstGeom prst="rect">
            <a:avLst/>
          </a:prstGeom>
        </p:spPr>
      </p:pic>
      <p:grpSp>
        <p:nvGrpSpPr>
          <p:cNvPr id="7" name="그룹 6">
            <a:extLst>
              <a:ext uri="{FF2B5EF4-FFF2-40B4-BE49-F238E27FC236}">
                <a16:creationId xmlns:a16="http://schemas.microsoft.com/office/drawing/2014/main" id="{A905C6D8-676C-13A1-3D7A-7557B8FB3DDF}"/>
              </a:ext>
            </a:extLst>
          </p:cNvPr>
          <p:cNvGrpSpPr/>
          <p:nvPr/>
        </p:nvGrpSpPr>
        <p:grpSpPr>
          <a:xfrm>
            <a:off x="2315580" y="1502001"/>
            <a:ext cx="194773" cy="194773"/>
            <a:chOff x="6601555" y="4882678"/>
            <a:chExt cx="216000" cy="216000"/>
          </a:xfrm>
        </p:grpSpPr>
        <p:sp>
          <p:nvSpPr>
            <p:cNvPr id="12" name="사각형: 둥근 모서리 11">
              <a:extLst>
                <a:ext uri="{FF2B5EF4-FFF2-40B4-BE49-F238E27FC236}">
                  <a16:creationId xmlns:a16="http://schemas.microsoft.com/office/drawing/2014/main" id="{15497667-886A-D43E-AC55-6D1C7A1C85DD}"/>
                </a:ext>
              </a:extLst>
            </p:cNvPr>
            <p:cNvSpPr/>
            <p:nvPr/>
          </p:nvSpPr>
          <p:spPr bwMode="auto">
            <a:xfrm>
              <a:off x="6601555" y="4882678"/>
              <a:ext cx="216000" cy="216000"/>
            </a:xfrm>
            <a:prstGeom prst="roundRect">
              <a:avLst/>
            </a:prstGeom>
            <a:solidFill>
              <a:sysClr val="windowText" lastClr="00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+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3" name="그림 12">
              <a:extLst>
                <a:ext uri="{FF2B5EF4-FFF2-40B4-BE49-F238E27FC236}">
                  <a16:creationId xmlns:a16="http://schemas.microsoft.com/office/drawing/2014/main" id="{B774586D-1E74-4BE8-66B3-902DBF638FA1}"/>
                </a:ext>
              </a:extLst>
            </p:cNvPr>
            <p:cNvPicPr>
              <a:picLocks noChangeAspect="1"/>
            </p:cNvPicPr>
            <p:nvPr/>
          </p:nvPicPr>
          <p:blipFill>
            <a:blip r:embed="rId30">
              <a:extLst>
                <a:ext uri="{BEBA8EAE-BF5A-486C-A8C5-ECC9F3942E4B}">
                  <a14:imgProps xmlns:a14="http://schemas.microsoft.com/office/drawing/2010/main">
                    <a14:imgLayer r:embed="rId31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627165" y="4911088"/>
              <a:ext cx="164692" cy="164692"/>
            </a:xfrm>
            <a:prstGeom prst="rect">
              <a:avLst/>
            </a:prstGeom>
          </p:spPr>
        </p:pic>
      </p:grp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A2036D8-3DEC-5BD0-9C58-1C916DD2CF78}"/>
              </a:ext>
            </a:extLst>
          </p:cNvPr>
          <p:cNvSpPr/>
          <p:nvPr/>
        </p:nvSpPr>
        <p:spPr>
          <a:xfrm>
            <a:off x="3508915" y="1124744"/>
            <a:ext cx="2697150" cy="5259123"/>
          </a:xfrm>
          <a:prstGeom prst="rect">
            <a:avLst/>
          </a:prstGeom>
          <a:solidFill>
            <a:schemeClr val="tx1">
              <a:lumMod val="50000"/>
              <a:lumOff val="50000"/>
              <a:alpha val="8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b="1"/>
              <a:t>삭제</a:t>
            </a:r>
            <a:endParaRPr lang="ko-KR" altLang="en-US" sz="1100" b="1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EAC7D32-D961-CF7E-D186-08E8BCDE58E0}"/>
              </a:ext>
            </a:extLst>
          </p:cNvPr>
          <p:cNvSpPr txBox="1"/>
          <p:nvPr/>
        </p:nvSpPr>
        <p:spPr>
          <a:xfrm>
            <a:off x="10769748" y="7058"/>
            <a:ext cx="1412566" cy="215444"/>
          </a:xfrm>
          <a:prstGeom prst="rect">
            <a:avLst/>
          </a:prstGeom>
          <a:solidFill>
            <a:srgbClr val="00B050"/>
          </a:solidFill>
        </p:spPr>
        <p:txBody>
          <a:bodyPr wrap="none" rtlCol="0">
            <a:spAutoFit/>
          </a:bodyPr>
          <a:lstStyle/>
          <a:p>
            <a:pPr algn="r"/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v0.21 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알림 모두 보기 삭제</a:t>
            </a:r>
          </a:p>
        </p:txBody>
      </p:sp>
    </p:spTree>
    <p:extLst>
      <p:ext uri="{BB962C8B-B14F-4D97-AF65-F5344CB8AC3E}">
        <p14:creationId xmlns:p14="http://schemas.microsoft.com/office/powerpoint/2010/main" val="2368365942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1197;p27">
            <a:extLst>
              <a:ext uri="{FF2B5EF4-FFF2-40B4-BE49-F238E27FC236}">
                <a16:creationId xmlns:a16="http://schemas.microsoft.com/office/drawing/2014/main" id="{2F4AECD6-AA08-F3A9-32DD-42122DA12F88}"/>
              </a:ext>
            </a:extLst>
          </p:cNvPr>
          <p:cNvSpPr/>
          <p:nvPr/>
        </p:nvSpPr>
        <p:spPr>
          <a:xfrm>
            <a:off x="512116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" name="Google Shape;1197;p27">
            <a:extLst>
              <a:ext uri="{FF2B5EF4-FFF2-40B4-BE49-F238E27FC236}">
                <a16:creationId xmlns:a16="http://schemas.microsoft.com/office/drawing/2014/main" id="{7C435950-2A97-7AFE-F9E8-EFAAF9874BCB}"/>
              </a:ext>
            </a:extLst>
          </p:cNvPr>
          <p:cNvSpPr/>
          <p:nvPr/>
        </p:nvSpPr>
        <p:spPr>
          <a:xfrm>
            <a:off x="3542783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endParaRPr kumimoji="0" sz="856" b="1" kern="0" dirty="0">
              <a:solidFill>
                <a:prstClr val="white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FB98DFD9-5A5B-C459-413D-C56F3ED16D9F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기능 버튼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0598718D-D0DC-6DF9-74D6-CBD068AAC0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모바일 웹 리모컨</a:t>
            </a:r>
            <a:r>
              <a:rPr lang="en-US" altLang="ko-KR" dirty="0"/>
              <a:t> &gt; </a:t>
            </a:r>
            <a:r>
              <a:rPr lang="ko-KR" altLang="en-US" dirty="0"/>
              <a:t>기능 버튼</a:t>
            </a:r>
          </a:p>
        </p:txBody>
      </p:sp>
      <p:pic>
        <p:nvPicPr>
          <p:cNvPr id="64" name="그림 63">
            <a:extLst>
              <a:ext uri="{FF2B5EF4-FFF2-40B4-BE49-F238E27FC236}">
                <a16:creationId xmlns:a16="http://schemas.microsoft.com/office/drawing/2014/main" id="{D61EEFB5-F079-7D26-A582-5F035FCF51C3}"/>
              </a:ext>
            </a:extLst>
          </p:cNvPr>
          <p:cNvPicPr>
            <a:picLocks noChangeAspect="1"/>
          </p:cNvPicPr>
          <p:nvPr/>
        </p:nvPicPr>
        <p:blipFill>
          <a:blip r:embed="rId2">
            <a:grayscl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-65000"/>
                    </a14:imgEffect>
                  </a14:imgLayer>
                </a14:imgProps>
              </a:ext>
            </a:extLst>
          </a:blip>
          <a:srcRect r="1548" b="287"/>
          <a:stretch>
            <a:fillRect/>
          </a:stretch>
        </p:blipFill>
        <p:spPr>
          <a:xfrm>
            <a:off x="3583856" y="1430046"/>
            <a:ext cx="2478902" cy="4753830"/>
          </a:xfrm>
          <a:prstGeom prst="rect">
            <a:avLst/>
          </a:prstGeom>
        </p:spPr>
      </p:pic>
      <p:sp>
        <p:nvSpPr>
          <p:cNvPr id="82" name="Google Shape;1198;p27">
            <a:extLst>
              <a:ext uri="{FF2B5EF4-FFF2-40B4-BE49-F238E27FC236}">
                <a16:creationId xmlns:a16="http://schemas.microsoft.com/office/drawing/2014/main" id="{CBED08EB-0765-B250-04BD-742540C0A3B8}"/>
              </a:ext>
            </a:extLst>
          </p:cNvPr>
          <p:cNvSpPr/>
          <p:nvPr/>
        </p:nvSpPr>
        <p:spPr>
          <a:xfrm>
            <a:off x="567170" y="1437445"/>
            <a:ext cx="2470586" cy="4739032"/>
          </a:xfrm>
          <a:prstGeom prst="rect">
            <a:avLst/>
          </a:prstGeom>
          <a:solidFill>
            <a:sysClr val="window" lastClr="FFFFFF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71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438CB1E6-CF5B-960A-1586-14711181576E}"/>
              </a:ext>
            </a:extLst>
          </p:cNvPr>
          <p:cNvSpPr txBox="1"/>
          <p:nvPr/>
        </p:nvSpPr>
        <p:spPr>
          <a:xfrm>
            <a:off x="561732" y="1935962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b="1" dirty="0">
                <a:solidFill>
                  <a:srgbClr val="529EF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DA8554F4-1D1D-B466-FE33-D446BF5FB27F}"/>
              </a:ext>
            </a:extLst>
          </p:cNvPr>
          <p:cNvSpPr txBox="1"/>
          <p:nvPr/>
        </p:nvSpPr>
        <p:spPr>
          <a:xfrm>
            <a:off x="1838192" y="1935962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616372A6-8239-4EB2-A989-FFDF8170CFDA}"/>
              </a:ext>
            </a:extLst>
          </p:cNvPr>
          <p:cNvCxnSpPr>
            <a:cxnSpLocks/>
          </p:cNvCxnSpPr>
          <p:nvPr/>
        </p:nvCxnSpPr>
        <p:spPr>
          <a:xfrm>
            <a:off x="659447" y="2200486"/>
            <a:ext cx="526203" cy="0"/>
          </a:xfrm>
          <a:prstGeom prst="line">
            <a:avLst/>
          </a:prstGeom>
          <a:noFill/>
          <a:ln w="28575" cap="flat" cmpd="sng" algn="ctr">
            <a:solidFill>
              <a:srgbClr val="4285F4"/>
            </a:solidFill>
            <a:prstDash val="solid"/>
            <a:miter lim="800000"/>
          </a:ln>
          <a:effectLst/>
        </p:spPr>
      </p:cxnSp>
      <p:sp>
        <p:nvSpPr>
          <p:cNvPr id="86" name="TextBox 85">
            <a:extLst>
              <a:ext uri="{FF2B5EF4-FFF2-40B4-BE49-F238E27FC236}">
                <a16:creationId xmlns:a16="http://schemas.microsoft.com/office/drawing/2014/main" id="{8E4CDACF-30C3-9383-40D8-5AF13AFDBAC5}"/>
              </a:ext>
            </a:extLst>
          </p:cNvPr>
          <p:cNvSpPr txBox="1"/>
          <p:nvPr/>
        </p:nvSpPr>
        <p:spPr>
          <a:xfrm>
            <a:off x="1343661" y="1935962"/>
            <a:ext cx="44114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B37D4068-D0E2-E8DF-4998-B18311833727}"/>
              </a:ext>
            </a:extLst>
          </p:cNvPr>
          <p:cNvSpPr/>
          <p:nvPr/>
        </p:nvSpPr>
        <p:spPr>
          <a:xfrm>
            <a:off x="590823" y="2207953"/>
            <a:ext cx="2417540" cy="2400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88" name="Picture 6" descr="필터 - 무료 ui개 아이콘">
            <a:extLst>
              <a:ext uri="{FF2B5EF4-FFF2-40B4-BE49-F238E27FC236}">
                <a16:creationId xmlns:a16="http://schemas.microsoft.com/office/drawing/2014/main" id="{855EB032-5BEA-09DE-7BE9-43D87B529F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6836" y="2243673"/>
            <a:ext cx="167650" cy="16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9" name="직사각형 88">
            <a:extLst>
              <a:ext uri="{FF2B5EF4-FFF2-40B4-BE49-F238E27FC236}">
                <a16:creationId xmlns:a16="http://schemas.microsoft.com/office/drawing/2014/main" id="{B39AC0B2-F891-6D49-0E37-9EA504A7F281}"/>
              </a:ext>
            </a:extLst>
          </p:cNvPr>
          <p:cNvSpPr/>
          <p:nvPr/>
        </p:nvSpPr>
        <p:spPr>
          <a:xfrm>
            <a:off x="590823" y="3065832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90" name="그래픽 89">
            <a:extLst>
              <a:ext uri="{FF2B5EF4-FFF2-40B4-BE49-F238E27FC236}">
                <a16:creationId xmlns:a16="http://schemas.microsoft.com/office/drawing/2014/main" id="{72929988-33E6-8C80-F173-427A7330D83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38235" y="3244379"/>
            <a:ext cx="263454" cy="263454"/>
          </a:xfrm>
          <a:prstGeom prst="rect">
            <a:avLst/>
          </a:prstGeom>
        </p:spPr>
      </p:pic>
      <p:sp>
        <p:nvSpPr>
          <p:cNvPr id="91" name="TextBox 90">
            <a:extLst>
              <a:ext uri="{FF2B5EF4-FFF2-40B4-BE49-F238E27FC236}">
                <a16:creationId xmlns:a16="http://schemas.microsoft.com/office/drawing/2014/main" id="{3ED40F5B-59C4-07B9-352A-016010EA6C8B}"/>
              </a:ext>
            </a:extLst>
          </p:cNvPr>
          <p:cNvSpPr txBox="1"/>
          <p:nvPr/>
        </p:nvSpPr>
        <p:spPr>
          <a:xfrm>
            <a:off x="900223" y="3092120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E7E0C34-8FF7-3756-42EC-969219131EB6}"/>
              </a:ext>
            </a:extLst>
          </p:cNvPr>
          <p:cNvSpPr txBox="1"/>
          <p:nvPr/>
        </p:nvSpPr>
        <p:spPr>
          <a:xfrm>
            <a:off x="900992" y="3459582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spcBef>
                <a:spcPct val="20000"/>
              </a:spcBef>
              <a:defRPr/>
            </a:pPr>
            <a:r>
              <a:rPr kumimoji="0"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[</a:t>
            </a:r>
            <a:r>
              <a:rPr kumimoji="0" lang="en-US" altLang="ko-KR" sz="800" dirty="0" err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Youtube</a:t>
            </a:r>
            <a:r>
              <a:rPr kumimoji="0"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 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유튜브 제목</a:t>
            </a:r>
            <a:r>
              <a:rPr kumimoji="0"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lang="en-US" altLang="ko-KR" sz="80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7D7AC55B-1502-3E5B-2B93-B1125C2F637C}"/>
              </a:ext>
            </a:extLst>
          </p:cNvPr>
          <p:cNvSpPr/>
          <p:nvPr/>
        </p:nvSpPr>
        <p:spPr>
          <a:xfrm>
            <a:off x="2279586" y="3215751"/>
            <a:ext cx="320711" cy="320711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2B0B3671-61F4-AE96-7319-73CC2EAC45E3}"/>
              </a:ext>
            </a:extLst>
          </p:cNvPr>
          <p:cNvSpPr txBox="1"/>
          <p:nvPr/>
        </p:nvSpPr>
        <p:spPr>
          <a:xfrm>
            <a:off x="2553184" y="3165986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3,000</a:t>
            </a:r>
            <a:endParaRPr lang="ko-KR" altLang="en-US" sz="1050" dirty="0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2CF33C8F-BD25-4122-C819-4E324D94C5EC}"/>
              </a:ext>
            </a:extLst>
          </p:cNvPr>
          <p:cNvSpPr txBox="1"/>
          <p:nvPr/>
        </p:nvSpPr>
        <p:spPr>
          <a:xfrm>
            <a:off x="2651956" y="3459582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0AC2419B-6BDC-C197-8E8A-AA4F2D2DEC9A}"/>
              </a:ext>
            </a:extLst>
          </p:cNvPr>
          <p:cNvSpPr/>
          <p:nvPr/>
        </p:nvSpPr>
        <p:spPr>
          <a:xfrm>
            <a:off x="590823" y="2440270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97" name="그래픽 96">
            <a:extLst>
              <a:ext uri="{FF2B5EF4-FFF2-40B4-BE49-F238E27FC236}">
                <a16:creationId xmlns:a16="http://schemas.microsoft.com/office/drawing/2014/main" id="{331A20F5-8E79-3185-4C7F-6B2B0F20D3D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38235" y="2618817"/>
            <a:ext cx="263454" cy="263454"/>
          </a:xfrm>
          <a:prstGeom prst="rect">
            <a:avLst/>
          </a:prstGeom>
        </p:spPr>
      </p:pic>
      <p:sp>
        <p:nvSpPr>
          <p:cNvPr id="98" name="TextBox 97">
            <a:extLst>
              <a:ext uri="{FF2B5EF4-FFF2-40B4-BE49-F238E27FC236}">
                <a16:creationId xmlns:a16="http://schemas.microsoft.com/office/drawing/2014/main" id="{9193DC93-4C17-94AF-1840-330B754C570A}"/>
              </a:ext>
            </a:extLst>
          </p:cNvPr>
          <p:cNvSpPr txBox="1"/>
          <p:nvPr/>
        </p:nvSpPr>
        <p:spPr>
          <a:xfrm>
            <a:off x="900223" y="2466558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8BDED01D-BEC3-0C75-DAF8-FDEECD9714D0}"/>
              </a:ext>
            </a:extLst>
          </p:cNvPr>
          <p:cNvSpPr txBox="1"/>
          <p:nvPr/>
        </p:nvSpPr>
        <p:spPr>
          <a:xfrm>
            <a:off x="900992" y="2834020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5F52796D-59B9-CFF1-3FA3-473900931CB1}"/>
              </a:ext>
            </a:extLst>
          </p:cNvPr>
          <p:cNvSpPr txBox="1"/>
          <p:nvPr/>
        </p:nvSpPr>
        <p:spPr>
          <a:xfrm>
            <a:off x="2553184" y="2540424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79B7114C-14DE-B1F8-7247-B845FF07BAA6}"/>
              </a:ext>
            </a:extLst>
          </p:cNvPr>
          <p:cNvSpPr txBox="1"/>
          <p:nvPr/>
        </p:nvSpPr>
        <p:spPr>
          <a:xfrm>
            <a:off x="2651956" y="2834020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02" name="그래픽 101">
            <a:extLst>
              <a:ext uri="{FF2B5EF4-FFF2-40B4-BE49-F238E27FC236}">
                <a16:creationId xmlns:a16="http://schemas.microsoft.com/office/drawing/2014/main" id="{BCFA9AF7-043D-D027-278A-AA03B666551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40616" y="2618959"/>
            <a:ext cx="261988" cy="261988"/>
          </a:xfrm>
          <a:prstGeom prst="rect">
            <a:avLst/>
          </a:prstGeom>
        </p:spPr>
      </p:pic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942CF55D-E22B-FF56-2383-3175009B4690}"/>
              </a:ext>
            </a:extLst>
          </p:cNvPr>
          <p:cNvSpPr/>
          <p:nvPr/>
        </p:nvSpPr>
        <p:spPr>
          <a:xfrm>
            <a:off x="590823" y="3691948"/>
            <a:ext cx="2417540" cy="6852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63ED6BE0-9A58-D593-714C-7414E1D2E807}"/>
              </a:ext>
            </a:extLst>
          </p:cNvPr>
          <p:cNvSpPr txBox="1"/>
          <p:nvPr/>
        </p:nvSpPr>
        <p:spPr>
          <a:xfrm>
            <a:off x="900223" y="3718236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DC107FAC-35FD-84AF-15D0-27E25AAE1B60}"/>
              </a:ext>
            </a:extLst>
          </p:cNvPr>
          <p:cNvSpPr txBox="1"/>
          <p:nvPr/>
        </p:nvSpPr>
        <p:spPr>
          <a:xfrm>
            <a:off x="900992" y="4051145"/>
            <a:ext cx="1652192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내용 텍스트 내용 텍스트내용 텍스트 내용 텍스트 내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9679F6CD-6491-A9AF-7838-30B12170D306}"/>
              </a:ext>
            </a:extLst>
          </p:cNvPr>
          <p:cNvSpPr txBox="1"/>
          <p:nvPr/>
        </p:nvSpPr>
        <p:spPr>
          <a:xfrm>
            <a:off x="2553184" y="3792102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500</a:t>
            </a:r>
            <a:endParaRPr lang="ko-KR" altLang="en-US" sz="1050" dirty="0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03F163FF-2922-766C-B966-CD873407A0D7}"/>
              </a:ext>
            </a:extLst>
          </p:cNvPr>
          <p:cNvSpPr txBox="1"/>
          <p:nvPr/>
        </p:nvSpPr>
        <p:spPr>
          <a:xfrm>
            <a:off x="2651956" y="4085698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08" name="그래픽 107">
            <a:extLst>
              <a:ext uri="{FF2B5EF4-FFF2-40B4-BE49-F238E27FC236}">
                <a16:creationId xmlns:a16="http://schemas.microsoft.com/office/drawing/2014/main" id="{074E37F8-1276-1018-132C-89460E48A04E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37533" y="3882499"/>
            <a:ext cx="263454" cy="263454"/>
          </a:xfrm>
          <a:prstGeom prst="rect">
            <a:avLst/>
          </a:prstGeom>
        </p:spPr>
      </p:pic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A5FE3E91-DFAE-C692-12BD-E600DC9A1C2D}"/>
              </a:ext>
            </a:extLst>
          </p:cNvPr>
          <p:cNvSpPr/>
          <p:nvPr/>
        </p:nvSpPr>
        <p:spPr>
          <a:xfrm>
            <a:off x="590823" y="4375181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41EB3D7B-56B0-7992-4E7E-CD1351B49E9A}"/>
              </a:ext>
            </a:extLst>
          </p:cNvPr>
          <p:cNvSpPr txBox="1"/>
          <p:nvPr/>
        </p:nvSpPr>
        <p:spPr>
          <a:xfrm>
            <a:off x="900223" y="4401469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72441471-825B-87DD-13EC-5DC91E02E15B}"/>
              </a:ext>
            </a:extLst>
          </p:cNvPr>
          <p:cNvSpPr txBox="1"/>
          <p:nvPr/>
        </p:nvSpPr>
        <p:spPr>
          <a:xfrm>
            <a:off x="900991" y="4768931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룰렛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제목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꽝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or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당첨 항목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64DE42A1-9623-A486-DBB4-1E32EF7E08E3}"/>
              </a:ext>
            </a:extLst>
          </p:cNvPr>
          <p:cNvSpPr txBox="1"/>
          <p:nvPr/>
        </p:nvSpPr>
        <p:spPr>
          <a:xfrm>
            <a:off x="2553184" y="4475335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DC9FB7DE-66D5-39DF-7A8D-518697A2ED83}"/>
              </a:ext>
            </a:extLst>
          </p:cNvPr>
          <p:cNvSpPr txBox="1"/>
          <p:nvPr/>
        </p:nvSpPr>
        <p:spPr>
          <a:xfrm>
            <a:off x="2651956" y="4768931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14" name="그래픽 113">
            <a:extLst>
              <a:ext uri="{FF2B5EF4-FFF2-40B4-BE49-F238E27FC236}">
                <a16:creationId xmlns:a16="http://schemas.microsoft.com/office/drawing/2014/main" id="{D9FC936D-A017-F3C4-4E31-8235A44EC299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641310" y="4566477"/>
            <a:ext cx="258115" cy="258115"/>
          </a:xfrm>
          <a:prstGeom prst="rect">
            <a:avLst/>
          </a:prstGeom>
        </p:spPr>
      </p:pic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177725A8-E1AC-5F7C-E474-1A4F8CA34921}"/>
              </a:ext>
            </a:extLst>
          </p:cNvPr>
          <p:cNvSpPr/>
          <p:nvPr/>
        </p:nvSpPr>
        <p:spPr>
          <a:xfrm>
            <a:off x="590823" y="4991989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62852252-2A1B-BC5C-6864-ECFBD4014C75}"/>
              </a:ext>
            </a:extLst>
          </p:cNvPr>
          <p:cNvSpPr txBox="1"/>
          <p:nvPr/>
        </p:nvSpPr>
        <p:spPr>
          <a:xfrm>
            <a:off x="900223" y="5018277"/>
            <a:ext cx="1265908" cy="3785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후원닉네임후원닉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…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(00loo***@gmail.com)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C54AB475-A789-CCAD-CBE8-289D04A0804E}"/>
              </a:ext>
            </a:extLst>
          </p:cNvPr>
          <p:cNvSpPr txBox="1"/>
          <p:nvPr/>
        </p:nvSpPr>
        <p:spPr>
          <a:xfrm>
            <a:off x="900991" y="5385739"/>
            <a:ext cx="156693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럭키박스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–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시간초과 환불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6A8FE61E-DB82-74C5-2CDE-3A9781BDD349}"/>
              </a:ext>
            </a:extLst>
          </p:cNvPr>
          <p:cNvSpPr txBox="1"/>
          <p:nvPr/>
        </p:nvSpPr>
        <p:spPr>
          <a:xfrm>
            <a:off x="2553184" y="5092143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2,000</a:t>
            </a:r>
            <a:endParaRPr lang="ko-KR" altLang="en-US" sz="1050" dirty="0"/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ACED49DE-B43F-FC6A-07CA-EFEB3F3C9845}"/>
              </a:ext>
            </a:extLst>
          </p:cNvPr>
          <p:cNvSpPr txBox="1"/>
          <p:nvPr/>
        </p:nvSpPr>
        <p:spPr>
          <a:xfrm>
            <a:off x="2651956" y="5385739"/>
            <a:ext cx="3477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20" name="그래픽 119">
            <a:extLst>
              <a:ext uri="{FF2B5EF4-FFF2-40B4-BE49-F238E27FC236}">
                <a16:creationId xmlns:a16="http://schemas.microsoft.com/office/drawing/2014/main" id="{55EF1BB6-FB70-30A0-5971-C50BB7E62679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641594" y="5183285"/>
            <a:ext cx="257831" cy="257831"/>
          </a:xfrm>
          <a:prstGeom prst="rect">
            <a:avLst/>
          </a:prstGeom>
        </p:spPr>
      </p:pic>
      <p:pic>
        <p:nvPicPr>
          <p:cNvPr id="121" name="그림 120">
            <a:extLst>
              <a:ext uri="{FF2B5EF4-FFF2-40B4-BE49-F238E27FC236}">
                <a16:creationId xmlns:a16="http://schemas.microsoft.com/office/drawing/2014/main" id="{A95B3024-E367-F040-9D23-BEA87E1737FA}"/>
              </a:ext>
            </a:extLst>
          </p:cNvPr>
          <p:cNvPicPr>
            <a:picLocks noChangeAspect="1"/>
          </p:cNvPicPr>
          <p:nvPr/>
        </p:nvPicPr>
        <p:blipFill>
          <a:blip r:embed="rId15"/>
          <a:srcRect b="25464"/>
          <a:stretch>
            <a:fillRect/>
          </a:stretch>
        </p:blipFill>
        <p:spPr>
          <a:xfrm>
            <a:off x="585480" y="5611721"/>
            <a:ext cx="2479066" cy="472165"/>
          </a:xfrm>
          <a:prstGeom prst="rect">
            <a:avLst/>
          </a:prstGeom>
        </p:spPr>
      </p:pic>
      <p:pic>
        <p:nvPicPr>
          <p:cNvPr id="131" name="그림 130">
            <a:extLst>
              <a:ext uri="{FF2B5EF4-FFF2-40B4-BE49-F238E27FC236}">
                <a16:creationId xmlns:a16="http://schemas.microsoft.com/office/drawing/2014/main" id="{84D808CD-871A-E845-8BF3-6FC2FC79B363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800722" y="2234965"/>
            <a:ext cx="187790" cy="192370"/>
          </a:xfrm>
          <a:prstGeom prst="rect">
            <a:avLst/>
          </a:prstGeom>
        </p:spPr>
      </p:pic>
      <p:sp>
        <p:nvSpPr>
          <p:cNvPr id="134" name="사각형: 둥근 위쪽 모서리 133">
            <a:extLst>
              <a:ext uri="{FF2B5EF4-FFF2-40B4-BE49-F238E27FC236}">
                <a16:creationId xmlns:a16="http://schemas.microsoft.com/office/drawing/2014/main" id="{E05EC404-120E-C667-BE28-C98E69B883C4}"/>
              </a:ext>
            </a:extLst>
          </p:cNvPr>
          <p:cNvSpPr/>
          <p:nvPr/>
        </p:nvSpPr>
        <p:spPr>
          <a:xfrm>
            <a:off x="3596243" y="1622844"/>
            <a:ext cx="2448767" cy="4561032"/>
          </a:xfrm>
          <a:prstGeom prst="round2SameRect">
            <a:avLst>
              <a:gd name="adj1" fmla="val 4942"/>
              <a:gd name="adj2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리모컨 위젯</a:t>
            </a:r>
          </a:p>
        </p:txBody>
      </p:sp>
      <p:cxnSp>
        <p:nvCxnSpPr>
          <p:cNvPr id="135" name="직선 연결선 134">
            <a:extLst>
              <a:ext uri="{FF2B5EF4-FFF2-40B4-BE49-F238E27FC236}">
                <a16:creationId xmlns:a16="http://schemas.microsoft.com/office/drawing/2014/main" id="{589C9E77-5173-38EC-2B95-15CCA6E17D2D}"/>
              </a:ext>
            </a:extLst>
          </p:cNvPr>
          <p:cNvCxnSpPr>
            <a:cxnSpLocks/>
          </p:cNvCxnSpPr>
          <p:nvPr/>
        </p:nvCxnSpPr>
        <p:spPr>
          <a:xfrm>
            <a:off x="4652470" y="1682878"/>
            <a:ext cx="323824" cy="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36" name="그래픽 135">
            <a:extLst>
              <a:ext uri="{FF2B5EF4-FFF2-40B4-BE49-F238E27FC236}">
                <a16:creationId xmlns:a16="http://schemas.microsoft.com/office/drawing/2014/main" id="{B6190B5A-37AD-38BF-4E47-ACB5D6CBD443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5782688" y="1702157"/>
            <a:ext cx="228600" cy="228600"/>
          </a:xfrm>
          <a:prstGeom prst="rect">
            <a:avLst/>
          </a:prstGeom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694D5F83-345A-396A-A129-37655D00E828}"/>
              </a:ext>
            </a:extLst>
          </p:cNvPr>
          <p:cNvSpPr/>
          <p:nvPr/>
        </p:nvSpPr>
        <p:spPr>
          <a:xfrm>
            <a:off x="5569960" y="2096072"/>
            <a:ext cx="255051" cy="220481"/>
          </a:xfrm>
          <a:prstGeom prst="roundRect">
            <a:avLst>
              <a:gd name="adj" fmla="val 20774"/>
            </a:avLst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23</a:t>
            </a:r>
            <a:endParaRPr lang="ko-KR" altLang="en-US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45EA89F0-E1F2-050C-071E-4A3135B8C4E8}"/>
              </a:ext>
            </a:extLst>
          </p:cNvPr>
          <p:cNvGrpSpPr/>
          <p:nvPr/>
        </p:nvGrpSpPr>
        <p:grpSpPr>
          <a:xfrm>
            <a:off x="568182" y="5773420"/>
            <a:ext cx="2505889" cy="407978"/>
            <a:chOff x="568182" y="5773420"/>
            <a:chExt cx="2505889" cy="407978"/>
          </a:xfrm>
        </p:grpSpPr>
        <p:pic>
          <p:nvPicPr>
            <p:cNvPr id="125" name="그림 124">
              <a:extLst>
                <a:ext uri="{FF2B5EF4-FFF2-40B4-BE49-F238E27FC236}">
                  <a16:creationId xmlns:a16="http://schemas.microsoft.com/office/drawing/2014/main" id="{A039E20D-8A9E-7212-1ADF-2FBFDA26DF2F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rcRect b="85616"/>
            <a:stretch>
              <a:fillRect/>
            </a:stretch>
          </p:blipFill>
          <p:spPr>
            <a:xfrm>
              <a:off x="595005" y="6078789"/>
              <a:ext cx="2479066" cy="91120"/>
            </a:xfrm>
            <a:prstGeom prst="rect">
              <a:avLst/>
            </a:prstGeom>
          </p:spPr>
        </p:pic>
        <p:sp>
          <p:nvSpPr>
            <p:cNvPr id="18" name="사각형: 둥근 모서리 17">
              <a:extLst>
                <a:ext uri="{FF2B5EF4-FFF2-40B4-BE49-F238E27FC236}">
                  <a16:creationId xmlns:a16="http://schemas.microsoft.com/office/drawing/2014/main" id="{61C61DF4-6BB2-9823-D3A4-54E6E0914CD5}"/>
                </a:ext>
              </a:extLst>
            </p:cNvPr>
            <p:cNvSpPr/>
            <p:nvPr/>
          </p:nvSpPr>
          <p:spPr bwMode="auto">
            <a:xfrm>
              <a:off x="568182" y="5773420"/>
              <a:ext cx="2470586" cy="407978"/>
            </a:xfrm>
            <a:prstGeom prst="roundRect">
              <a:avLst>
                <a:gd name="adj" fmla="val 0"/>
              </a:avLst>
            </a:prstGeom>
            <a:solidFill>
              <a:schemeClr val="tx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202" name="그룹 201">
              <a:extLst>
                <a:ext uri="{FF2B5EF4-FFF2-40B4-BE49-F238E27FC236}">
                  <a16:creationId xmlns:a16="http://schemas.microsoft.com/office/drawing/2014/main" id="{0B2E3B0C-0E2F-F44B-1524-BA68C8709880}"/>
                </a:ext>
              </a:extLst>
            </p:cNvPr>
            <p:cNvGrpSpPr/>
            <p:nvPr/>
          </p:nvGrpSpPr>
          <p:grpSpPr>
            <a:xfrm>
              <a:off x="646069" y="5842422"/>
              <a:ext cx="2294019" cy="310182"/>
              <a:chOff x="646069" y="5802457"/>
              <a:chExt cx="2294019" cy="310182"/>
            </a:xfrm>
          </p:grpSpPr>
          <p:grpSp>
            <p:nvGrpSpPr>
              <p:cNvPr id="198" name="그룹 197">
                <a:extLst>
                  <a:ext uri="{FF2B5EF4-FFF2-40B4-BE49-F238E27FC236}">
                    <a16:creationId xmlns:a16="http://schemas.microsoft.com/office/drawing/2014/main" id="{F05EEAFE-E8F6-56B8-68BB-157960FD70A0}"/>
                  </a:ext>
                </a:extLst>
              </p:cNvPr>
              <p:cNvGrpSpPr/>
              <p:nvPr/>
            </p:nvGrpSpPr>
            <p:grpSpPr>
              <a:xfrm>
                <a:off x="646069" y="5802457"/>
                <a:ext cx="2294019" cy="310182"/>
                <a:chOff x="655595" y="5802457"/>
                <a:chExt cx="2294019" cy="310182"/>
              </a:xfrm>
            </p:grpSpPr>
            <p:sp>
              <p:nvSpPr>
                <p:cNvPr id="194" name="사각형: 둥근 모서리 193">
                  <a:extLst>
                    <a:ext uri="{FF2B5EF4-FFF2-40B4-BE49-F238E27FC236}">
                      <a16:creationId xmlns:a16="http://schemas.microsoft.com/office/drawing/2014/main" id="{27345FD7-9CF9-D5D3-A457-D50374B511F6}"/>
                    </a:ext>
                  </a:extLst>
                </p:cNvPr>
                <p:cNvSpPr/>
                <p:nvPr/>
              </p:nvSpPr>
              <p:spPr>
                <a:xfrm>
                  <a:off x="655595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  <p:sp>
              <p:nvSpPr>
                <p:cNvPr id="197" name="사각형: 둥근 모서리 196">
                  <a:extLst>
                    <a:ext uri="{FF2B5EF4-FFF2-40B4-BE49-F238E27FC236}">
                      <a16:creationId xmlns:a16="http://schemas.microsoft.com/office/drawing/2014/main" id="{4EADAE8D-4390-1395-AE0E-7CE883396F70}"/>
                    </a:ext>
                  </a:extLst>
                </p:cNvPr>
                <p:cNvSpPr/>
                <p:nvPr/>
              </p:nvSpPr>
              <p:spPr>
                <a:xfrm>
                  <a:off x="1848143" y="5802457"/>
                  <a:ext cx="1101471" cy="310182"/>
                </a:xfrm>
                <a:prstGeom prst="roundRect">
                  <a:avLst>
                    <a:gd name="adj" fmla="val 7455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 b="1" dirty="0"/>
                </a:p>
              </p:txBody>
            </p:sp>
          </p:grpSp>
          <p:pic>
            <p:nvPicPr>
              <p:cNvPr id="199" name="그림 198">
                <a:extLst>
                  <a:ext uri="{FF2B5EF4-FFF2-40B4-BE49-F238E27FC236}">
                    <a16:creationId xmlns:a16="http://schemas.microsoft.com/office/drawing/2014/main" id="{6388ADF9-12BC-A9B8-FC03-743FCBF62B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biLevel thresh="50000"/>
              </a:blip>
              <a:stretch>
                <a:fillRect/>
              </a:stretch>
            </p:blipFill>
            <p:spPr>
              <a:xfrm>
                <a:off x="1108855" y="5880754"/>
                <a:ext cx="153589" cy="153589"/>
              </a:xfrm>
              <a:prstGeom prst="rect">
                <a:avLst/>
              </a:prstGeom>
            </p:spPr>
          </p:pic>
          <p:pic>
            <p:nvPicPr>
              <p:cNvPr id="200" name="그림 199">
                <a:extLst>
                  <a:ext uri="{FF2B5EF4-FFF2-40B4-BE49-F238E27FC236}">
                    <a16:creationId xmlns:a16="http://schemas.microsoft.com/office/drawing/2014/main" id="{EB041DDA-D2AB-55A2-A2D3-4403DF33CCC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biLevel thresh="75000"/>
              </a:blip>
              <a:stretch>
                <a:fillRect/>
              </a:stretch>
            </p:blipFill>
            <p:spPr>
              <a:xfrm>
                <a:off x="2222354" y="5869660"/>
                <a:ext cx="175780" cy="175778"/>
              </a:xfrm>
              <a:prstGeom prst="rect">
                <a:avLst/>
              </a:prstGeom>
            </p:spPr>
          </p:pic>
          <p:pic>
            <p:nvPicPr>
              <p:cNvPr id="201" name="그림 200">
                <a:extLst>
                  <a:ext uri="{FF2B5EF4-FFF2-40B4-BE49-F238E27FC236}">
                    <a16:creationId xmlns:a16="http://schemas.microsoft.com/office/drawing/2014/main" id="{930D66DA-3F0F-27D7-EF67-6D96A7E566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biLevel thresh="75000"/>
              </a:blip>
              <a:stretch>
                <a:fillRect/>
              </a:stretch>
            </p:blipFill>
            <p:spPr>
              <a:xfrm>
                <a:off x="2444223" y="5868710"/>
                <a:ext cx="138036" cy="177676"/>
              </a:xfrm>
              <a:prstGeom prst="rect">
                <a:avLst/>
              </a:prstGeom>
            </p:spPr>
          </p:pic>
        </p:grpSp>
        <p:sp>
          <p:nvSpPr>
            <p:cNvPr id="203" name="타원 202">
              <a:extLst>
                <a:ext uri="{FF2B5EF4-FFF2-40B4-BE49-F238E27FC236}">
                  <a16:creationId xmlns:a16="http://schemas.microsoft.com/office/drawing/2014/main" id="{E968E567-6070-7B43-9523-ED9B3A83111E}"/>
                </a:ext>
              </a:extLst>
            </p:cNvPr>
            <p:cNvSpPr/>
            <p:nvPr/>
          </p:nvSpPr>
          <p:spPr>
            <a:xfrm>
              <a:off x="1305059" y="5875176"/>
              <a:ext cx="153854" cy="153854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ko-KR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23</a:t>
              </a:r>
              <a:endParaRPr lang="ko-KR" altLang="en-US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204" name="Google Shape;1197;p27">
            <a:extLst>
              <a:ext uri="{FF2B5EF4-FFF2-40B4-BE49-F238E27FC236}">
                <a16:creationId xmlns:a16="http://schemas.microsoft.com/office/drawing/2014/main" id="{D49D4B57-47BA-57E9-1357-F7792CDD3A46}"/>
              </a:ext>
            </a:extLst>
          </p:cNvPr>
          <p:cNvSpPr/>
          <p:nvPr/>
        </p:nvSpPr>
        <p:spPr>
          <a:xfrm>
            <a:off x="6589784" y="1232756"/>
            <a:ext cx="2566556" cy="5004561"/>
          </a:xfrm>
          <a:prstGeom prst="roundRect">
            <a:avLst>
              <a:gd name="adj" fmla="val 3549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205" name="그림 204">
            <a:extLst>
              <a:ext uri="{FF2B5EF4-FFF2-40B4-BE49-F238E27FC236}">
                <a16:creationId xmlns:a16="http://schemas.microsoft.com/office/drawing/2014/main" id="{CCA8818F-23A9-25AF-851E-E5762426D242}"/>
              </a:ext>
            </a:extLst>
          </p:cNvPr>
          <p:cNvPicPr>
            <a:picLocks noChangeAspect="1"/>
          </p:cNvPicPr>
          <p:nvPr/>
        </p:nvPicPr>
        <p:blipFill>
          <a:blip r:embed="rId2">
            <a:grayscl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-65000"/>
                    </a14:imgEffect>
                  </a14:imgLayer>
                </a14:imgProps>
              </a:ext>
            </a:extLst>
          </a:blip>
          <a:srcRect r="1548" b="287"/>
          <a:stretch>
            <a:fillRect/>
          </a:stretch>
        </p:blipFill>
        <p:spPr>
          <a:xfrm>
            <a:off x="6631856" y="1430046"/>
            <a:ext cx="2478902" cy="4753830"/>
          </a:xfrm>
          <a:prstGeom prst="rect">
            <a:avLst/>
          </a:prstGeom>
        </p:spPr>
      </p:pic>
      <p:cxnSp>
        <p:nvCxnSpPr>
          <p:cNvPr id="221" name="연결선: 꺾임 220">
            <a:extLst>
              <a:ext uri="{FF2B5EF4-FFF2-40B4-BE49-F238E27FC236}">
                <a16:creationId xmlns:a16="http://schemas.microsoft.com/office/drawing/2014/main" id="{02416B91-8CC1-B1D9-D398-5D61A142079A}"/>
              </a:ext>
            </a:extLst>
          </p:cNvPr>
          <p:cNvCxnSpPr>
            <a:cxnSpLocks/>
            <a:stCxn id="194" idx="2"/>
            <a:endCxn id="33" idx="2"/>
          </p:cNvCxnSpPr>
          <p:nvPr/>
        </p:nvCxnSpPr>
        <p:spPr>
          <a:xfrm rot="16200000" flipH="1">
            <a:off x="2969079" y="4380330"/>
            <a:ext cx="84708" cy="3629256"/>
          </a:xfrm>
          <a:prstGeom prst="bentConnector3">
            <a:avLst>
              <a:gd name="adj1" fmla="val 369868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4" name="연결선: 꺾임 223">
            <a:extLst>
              <a:ext uri="{FF2B5EF4-FFF2-40B4-BE49-F238E27FC236}">
                <a16:creationId xmlns:a16="http://schemas.microsoft.com/office/drawing/2014/main" id="{55AF6200-93C6-FDCF-D4E1-36CE6BBB0C56}"/>
              </a:ext>
            </a:extLst>
          </p:cNvPr>
          <p:cNvCxnSpPr>
            <a:cxnSpLocks/>
            <a:stCxn id="197" idx="2"/>
            <a:endCxn id="204" idx="2"/>
          </p:cNvCxnSpPr>
          <p:nvPr/>
        </p:nvCxnSpPr>
        <p:spPr>
          <a:xfrm rot="16200000" flipH="1">
            <a:off x="5088851" y="3453105"/>
            <a:ext cx="84713" cy="5483709"/>
          </a:xfrm>
          <a:prstGeom prst="bentConnector3">
            <a:avLst>
              <a:gd name="adj1" fmla="val 538510"/>
            </a:avLst>
          </a:prstGeom>
          <a:ln>
            <a:solidFill>
              <a:srgbClr val="FF0000"/>
            </a:solidFill>
            <a:prstDash val="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타원 230">
            <a:extLst>
              <a:ext uri="{FF2B5EF4-FFF2-40B4-BE49-F238E27FC236}">
                <a16:creationId xmlns:a16="http://schemas.microsoft.com/office/drawing/2014/main" id="{654289B8-7B24-A7D4-AE43-114A2494FB99}"/>
              </a:ext>
            </a:extLst>
          </p:cNvPr>
          <p:cNvSpPr/>
          <p:nvPr/>
        </p:nvSpPr>
        <p:spPr>
          <a:xfrm>
            <a:off x="1005710" y="6217356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232" name="Group 323">
            <a:extLst>
              <a:ext uri="{FF2B5EF4-FFF2-40B4-BE49-F238E27FC236}">
                <a16:creationId xmlns:a16="http://schemas.microsoft.com/office/drawing/2014/main" id="{17B20E0A-A746-B357-ADAB-1616688F46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2900552"/>
              </p:ext>
            </p:extLst>
          </p:nvPr>
        </p:nvGraphicFramePr>
        <p:xfrm>
          <a:off x="9625013" y="575703"/>
          <a:ext cx="2519969" cy="670560"/>
        </p:xfrm>
        <a:graphic>
          <a:graphicData uri="http://schemas.openxmlformats.org/drawingml/2006/table">
            <a:tbl>
              <a:tblPr/>
              <a:tblGrid>
                <a:gridCol w="280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9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리모컨 위젯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누르면 해당 창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퀵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제어 버튼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일시정지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/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스킵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버튼 노출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33" name="타원 232">
            <a:extLst>
              <a:ext uri="{FF2B5EF4-FFF2-40B4-BE49-F238E27FC236}">
                <a16:creationId xmlns:a16="http://schemas.microsoft.com/office/drawing/2014/main" id="{DDC898DA-BC21-E9D9-681C-11D1CE91DD0F}"/>
              </a:ext>
            </a:extLst>
          </p:cNvPr>
          <p:cNvSpPr/>
          <p:nvPr/>
        </p:nvSpPr>
        <p:spPr>
          <a:xfrm>
            <a:off x="2406568" y="6217356"/>
            <a:ext cx="148999" cy="148999"/>
          </a:xfrm>
          <a:prstGeom prst="ellipse">
            <a:avLst/>
          </a:prstGeom>
          <a:solidFill>
            <a:srgbClr val="FF0000"/>
          </a:solidFill>
          <a:ln w="12700" cap="flat" cmpd="sng" algn="ctr">
            <a:noFill/>
            <a:prstDash val="solid"/>
            <a:miter lim="800000"/>
          </a:ln>
          <a:effectLst>
            <a:glow rad="50800">
              <a:srgbClr val="FF0000">
                <a:alpha val="30000"/>
              </a:srgbClr>
            </a:glow>
            <a:softEdge rad="0"/>
          </a:effectLst>
        </p:spPr>
        <p:txBody>
          <a:bodyPr rtlCol="0" anchor="ctr"/>
          <a:lstStyle>
            <a:defPPr>
              <a:defRPr lang="ko-KR"/>
            </a:defPPr>
            <a:lvl1pPr marL="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5661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71323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6984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426464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83080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139696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96312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852928" algn="l" defTabSz="713232" rtl="0" eaLnBrk="1" latinLnBrk="1" hangingPunct="1">
              <a:defRPr sz="1404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1323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8" name="사각형: 둥근 모서리 137">
            <a:extLst>
              <a:ext uri="{FF2B5EF4-FFF2-40B4-BE49-F238E27FC236}">
                <a16:creationId xmlns:a16="http://schemas.microsoft.com/office/drawing/2014/main" id="{153CDD3E-EBDA-6C7F-ED4C-06B51D5D66FC}"/>
              </a:ext>
            </a:extLst>
          </p:cNvPr>
          <p:cNvSpPr/>
          <p:nvPr/>
        </p:nvSpPr>
        <p:spPr bwMode="auto">
          <a:xfrm>
            <a:off x="3653604" y="3389415"/>
            <a:ext cx="2325748" cy="431610"/>
          </a:xfrm>
          <a:prstGeom prst="roundRect">
            <a:avLst>
              <a:gd name="adj" fmla="val 713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wrap="none" lIns="540000" tIns="0" rIns="0" bIns="0" rtlCol="0" anchor="ctr"/>
          <a:lstStyle/>
          <a:p>
            <a:pPr marL="0" marR="0" lvl="0" indent="0" defTabSz="684154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Webdings" panose="05030102010509060703" pitchFamily="18" charset="2"/>
              </a:rPr>
              <a:t>후원 알림</a:t>
            </a:r>
            <a:endParaRPr kumimoji="0" lang="en-US" altLang="ko-KR" b="1" i="0" u="none" strike="noStrike" kern="0" cap="none" spc="0" normalizeH="0" baseline="0" noProof="0" dirty="0">
              <a:ln>
                <a:noFill/>
              </a:ln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sym typeface="Webdings" panose="05030102010509060703" pitchFamily="18" charset="2"/>
            </a:endParaRPr>
          </a:p>
          <a:p>
            <a:pPr marL="0" marR="0" lvl="0" indent="0" defTabSz="684154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각 기능 별 알림 </a:t>
            </a: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ON/OFF </a:t>
            </a:r>
            <a:r>
              <a:rPr kumimoji="0" lang="ko-KR" altLang="en-US" sz="800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설정</a:t>
            </a:r>
          </a:p>
        </p:txBody>
      </p:sp>
      <p:sp>
        <p:nvSpPr>
          <p:cNvPr id="139" name="사각형: 둥근 모서리 138">
            <a:extLst>
              <a:ext uri="{FF2B5EF4-FFF2-40B4-BE49-F238E27FC236}">
                <a16:creationId xmlns:a16="http://schemas.microsoft.com/office/drawing/2014/main" id="{B4C5BD06-1603-EAAB-482D-BAC99F6B9439}"/>
              </a:ext>
            </a:extLst>
          </p:cNvPr>
          <p:cNvSpPr/>
          <p:nvPr/>
        </p:nvSpPr>
        <p:spPr bwMode="auto">
          <a:xfrm>
            <a:off x="3653604" y="2923113"/>
            <a:ext cx="2325748" cy="431610"/>
          </a:xfrm>
          <a:prstGeom prst="roundRect">
            <a:avLst>
              <a:gd name="adj" fmla="val 5926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wrap="none" lIns="540000" tIns="0" rIns="0" bIns="0" rtlCol="0" anchor="ctr"/>
          <a:lstStyle/>
          <a:p>
            <a:pPr marL="0" marR="0" lvl="0" indent="0" defTabSz="684154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1" kern="0" dirty="0">
                <a:latin typeface="맑은 고딕" panose="020B0503020000020004" pitchFamily="50" charset="-127"/>
                <a:ea typeface="맑은 고딕" panose="020B0503020000020004" pitchFamily="50" charset="-127"/>
                <a:sym typeface="Webdings" panose="05030102010509060703" pitchFamily="18" charset="2"/>
              </a:rPr>
              <a:t>후원 사용</a:t>
            </a:r>
            <a:endParaRPr kumimoji="0" lang="en-US" altLang="ko-KR" b="1" kern="0" dirty="0">
              <a:latin typeface="맑은 고딕" panose="020B0503020000020004" pitchFamily="50" charset="-127"/>
              <a:ea typeface="맑은 고딕" panose="020B0503020000020004" pitchFamily="50" charset="-127"/>
              <a:sym typeface="Webdings" panose="05030102010509060703" pitchFamily="18" charset="2"/>
            </a:endParaRPr>
          </a:p>
          <a:p>
            <a:pPr marL="0" marR="0" lvl="0" indent="0" defTabSz="684154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각 기능 별 사용 </a:t>
            </a:r>
            <a:r>
              <a:rPr kumimoji="0" lang="en-US" altLang="ko-KR" sz="8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ON/OFF </a:t>
            </a:r>
            <a:r>
              <a:rPr kumimoji="0" lang="ko-KR" altLang="en-US" sz="8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설정</a:t>
            </a:r>
            <a:endParaRPr kumimoji="0" lang="ko-KR" altLang="en-US" sz="600" i="0" u="none" strike="noStrike" kern="0" cap="none" spc="0" normalizeH="0" baseline="0" noProof="0" dirty="0">
              <a:ln>
                <a:noFill/>
              </a:ln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0" name="사각형: 둥근 모서리 139">
            <a:extLst>
              <a:ext uri="{FF2B5EF4-FFF2-40B4-BE49-F238E27FC236}">
                <a16:creationId xmlns:a16="http://schemas.microsoft.com/office/drawing/2014/main" id="{A315F42D-4C31-3245-44AB-FE6499F296DC}"/>
              </a:ext>
            </a:extLst>
          </p:cNvPr>
          <p:cNvSpPr/>
          <p:nvPr/>
        </p:nvSpPr>
        <p:spPr bwMode="auto">
          <a:xfrm>
            <a:off x="3653604" y="2456810"/>
            <a:ext cx="2325748" cy="431610"/>
          </a:xfrm>
          <a:prstGeom prst="roundRect">
            <a:avLst>
              <a:gd name="adj" fmla="val 8334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wrap="none" lIns="540000" tIns="0" rIns="0" bIns="0" rtlCol="0" anchor="ctr"/>
          <a:lstStyle/>
          <a:p>
            <a:pPr marL="0" marR="0" lvl="0" indent="0" defTabSz="684154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1" kern="0" dirty="0">
                <a:latin typeface="맑은 고딕" panose="020B0503020000020004" pitchFamily="50" charset="-127"/>
                <a:ea typeface="맑은 고딕" panose="020B0503020000020004" pitchFamily="50" charset="-127"/>
                <a:sym typeface="Webdings" panose="05030102010509060703" pitchFamily="18" charset="2"/>
              </a:rPr>
              <a:t>볼륨 제어</a:t>
            </a:r>
            <a:endParaRPr kumimoji="0" lang="en-US" altLang="ko-KR" b="1" kern="0" dirty="0">
              <a:latin typeface="맑은 고딕" panose="020B0503020000020004" pitchFamily="50" charset="-127"/>
              <a:ea typeface="맑은 고딕" panose="020B0503020000020004" pitchFamily="50" charset="-127"/>
              <a:sym typeface="Webdings" panose="05030102010509060703" pitchFamily="18" charset="2"/>
            </a:endParaRPr>
          </a:p>
          <a:p>
            <a:pPr marL="0" marR="0" lvl="0" indent="0" defTabSz="684154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각 기능별 볼륨 조절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7C3E287F-F1CC-FC31-0EA9-DDE4CC773C56}"/>
              </a:ext>
            </a:extLst>
          </p:cNvPr>
          <p:cNvSpPr/>
          <p:nvPr/>
        </p:nvSpPr>
        <p:spPr bwMode="auto">
          <a:xfrm>
            <a:off x="3653604" y="1990507"/>
            <a:ext cx="2325748" cy="431610"/>
          </a:xfrm>
          <a:prstGeom prst="roundRect">
            <a:avLst>
              <a:gd name="adj" fmla="val 713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wrap="none" lIns="540000" tIns="0" rIns="0" bIns="0" rtlCol="0" anchor="ctr"/>
          <a:lstStyle/>
          <a:p>
            <a:pPr marL="0" marR="0" lvl="0" indent="0" defTabSz="684154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1" kern="0" dirty="0">
                <a:latin typeface="맑은 고딕" panose="020B0503020000020004" pitchFamily="50" charset="-127"/>
                <a:ea typeface="맑은 고딕" panose="020B0503020000020004" pitchFamily="50" charset="-127"/>
                <a:sym typeface="Webdings" panose="05030102010509060703" pitchFamily="18" charset="2"/>
              </a:rPr>
              <a:t>대기 중인 후원</a:t>
            </a:r>
            <a:endParaRPr kumimoji="0" lang="en-US" altLang="ko-KR" b="1" kern="0" dirty="0">
              <a:latin typeface="맑은 고딕" panose="020B0503020000020004" pitchFamily="50" charset="-127"/>
              <a:ea typeface="맑은 고딕" panose="020B0503020000020004" pitchFamily="50" charset="-127"/>
              <a:sym typeface="Webdings" panose="05030102010509060703" pitchFamily="18" charset="2"/>
            </a:endParaRPr>
          </a:p>
          <a:p>
            <a:pPr lvl="0" defTabSz="684154" fontAlgn="auto" latinLnBrk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kern="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소통을 기다리는 후원</a:t>
            </a: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0E96A84F-FE41-39C8-954D-8AC298B1F72A}"/>
              </a:ext>
            </a:extLst>
          </p:cNvPr>
          <p:cNvSpPr/>
          <p:nvPr/>
        </p:nvSpPr>
        <p:spPr bwMode="auto">
          <a:xfrm>
            <a:off x="3653604" y="4788322"/>
            <a:ext cx="2325748" cy="431610"/>
          </a:xfrm>
          <a:prstGeom prst="roundRect">
            <a:avLst>
              <a:gd name="adj" fmla="val 713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wrap="none" lIns="540000" tIns="0" rIns="0" bIns="0" rtlCol="0" anchor="ctr"/>
          <a:lstStyle/>
          <a:p>
            <a:pPr marL="0" marR="0" lvl="0" indent="0" defTabSz="684154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Webdings" panose="05030102010509060703" pitchFamily="18" charset="2"/>
              </a:rPr>
              <a:t>투표</a:t>
            </a:r>
            <a:endParaRPr kumimoji="0" lang="en-US" altLang="ko-KR" b="1" i="0" u="none" strike="noStrike" kern="0" cap="none" spc="0" normalizeH="0" baseline="0" noProof="0" dirty="0">
              <a:ln>
                <a:noFill/>
              </a:ln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sym typeface="Webdings" panose="05030102010509060703" pitchFamily="18" charset="2"/>
            </a:endParaRPr>
          </a:p>
          <a:p>
            <a:pPr marL="0" marR="0" lvl="0" indent="0" defTabSz="684154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투표 후원 </a:t>
            </a:r>
            <a:r>
              <a:rPr kumimoji="0" lang="ko-KR" altLang="en-US" sz="800" i="0" u="none" strike="noStrike" kern="0" cap="none" spc="0" normalizeH="0" baseline="0" noProof="0" dirty="0" err="1">
                <a:ln>
                  <a:noFill/>
                </a:ln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프리셋</a:t>
            </a:r>
            <a:r>
              <a:rPr kumimoji="0" lang="ko-KR" altLang="en-US" sz="800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설정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BDD47A65-1C16-D8EA-C808-9ADDF84D3F75}"/>
              </a:ext>
            </a:extLst>
          </p:cNvPr>
          <p:cNvSpPr/>
          <p:nvPr/>
        </p:nvSpPr>
        <p:spPr bwMode="auto">
          <a:xfrm>
            <a:off x="3653604" y="4322020"/>
            <a:ext cx="2325748" cy="431610"/>
          </a:xfrm>
          <a:prstGeom prst="roundRect">
            <a:avLst>
              <a:gd name="adj" fmla="val 5926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wrap="none" lIns="540000" tIns="0" rIns="0" bIns="0" rtlCol="0" anchor="ctr"/>
          <a:lstStyle/>
          <a:p>
            <a:pPr marL="0" marR="0" lvl="0" indent="0" defTabSz="684154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Webdings" panose="05030102010509060703" pitchFamily="18" charset="2"/>
              </a:rPr>
              <a:t>뽑기 잔여 수량</a:t>
            </a:r>
            <a:endParaRPr kumimoji="0" lang="en-US" altLang="ko-KR" b="1" i="0" u="none" strike="noStrike" kern="0" cap="none" spc="0" normalizeH="0" baseline="0" noProof="0" dirty="0">
              <a:ln>
                <a:noFill/>
              </a:ln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sym typeface="Webdings" panose="05030102010509060703" pitchFamily="18" charset="2"/>
            </a:endParaRPr>
          </a:p>
          <a:p>
            <a:pPr marL="0" marR="0" lvl="0" indent="0" defTabSz="684154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소진형 뽑기 수량 확인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DB17041A-5CE4-F0E3-6A8A-F7F65D492ACB}"/>
              </a:ext>
            </a:extLst>
          </p:cNvPr>
          <p:cNvSpPr/>
          <p:nvPr/>
        </p:nvSpPr>
        <p:spPr bwMode="auto">
          <a:xfrm>
            <a:off x="3653604" y="3855717"/>
            <a:ext cx="2325748" cy="431610"/>
          </a:xfrm>
          <a:prstGeom prst="roundRect">
            <a:avLst>
              <a:gd name="adj" fmla="val 8334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wrap="none" lIns="540000" tIns="0" rIns="0" bIns="0" rtlCol="0" anchor="ctr"/>
          <a:lstStyle/>
          <a:p>
            <a:pPr marL="0" marR="0" lvl="0" indent="0" defTabSz="684154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Webdings" panose="05030102010509060703" pitchFamily="18" charset="2"/>
              </a:rPr>
              <a:t>영상 후원 제어</a:t>
            </a:r>
            <a:endParaRPr kumimoji="0" lang="en-US" altLang="ko-KR" b="1" i="0" u="none" strike="noStrike" kern="0" cap="none" spc="0" normalizeH="0" baseline="0" noProof="0" dirty="0">
              <a:ln>
                <a:noFill/>
              </a:ln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sym typeface="Webdings" panose="05030102010509060703" pitchFamily="18" charset="2"/>
            </a:endParaRPr>
          </a:p>
          <a:p>
            <a:pPr marL="0" marR="0" lvl="0" indent="0" algn="l" defTabSz="684154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kern="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영상 후원 재생 기능 설정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FDF58E4F-3BB7-4F8D-180E-557FE414F559}"/>
              </a:ext>
            </a:extLst>
          </p:cNvPr>
          <p:cNvSpPr/>
          <p:nvPr/>
        </p:nvSpPr>
        <p:spPr bwMode="auto">
          <a:xfrm>
            <a:off x="3653604" y="5720987"/>
            <a:ext cx="2325748" cy="431610"/>
          </a:xfrm>
          <a:prstGeom prst="roundRect">
            <a:avLst>
              <a:gd name="adj" fmla="val 713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wrap="none" lIns="540000" tIns="0" rIns="0" bIns="0" rtlCol="0" anchor="ctr"/>
          <a:lstStyle/>
          <a:p>
            <a:pPr marL="0" marR="0" lvl="0" indent="0" defTabSz="684154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1" kern="0" dirty="0" err="1">
                <a:latin typeface="맑은 고딕" panose="020B0503020000020004" pitchFamily="50" charset="-127"/>
                <a:ea typeface="맑은 고딕" panose="020B0503020000020004" pitchFamily="50" charset="-127"/>
                <a:sym typeface="Webdings" panose="05030102010509060703" pitchFamily="18" charset="2"/>
              </a:rPr>
              <a:t>투네애드</a:t>
            </a:r>
            <a:endParaRPr kumimoji="0" lang="en-US" altLang="ko-KR" b="1" i="0" u="none" strike="noStrike" kern="0" cap="none" spc="0" normalizeH="0" baseline="0" noProof="0" dirty="0">
              <a:ln>
                <a:noFill/>
              </a:ln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sym typeface="Webdings" panose="05030102010509060703" pitchFamily="18" charset="2"/>
            </a:endParaRPr>
          </a:p>
          <a:p>
            <a:pPr marL="0" marR="0" lvl="0" indent="0" defTabSz="684154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0" cap="none" spc="0" normalizeH="0" baseline="0" noProof="0" dirty="0" err="1">
                <a:ln>
                  <a:noFill/>
                </a:ln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투네애드</a:t>
            </a:r>
            <a:r>
              <a:rPr kumimoji="0" lang="ko-KR" altLang="en-US" sz="800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광고 관리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E96D9F2B-EB56-14F5-6278-5528DD891061}"/>
              </a:ext>
            </a:extLst>
          </p:cNvPr>
          <p:cNvSpPr/>
          <p:nvPr/>
        </p:nvSpPr>
        <p:spPr bwMode="auto">
          <a:xfrm>
            <a:off x="3653604" y="5254685"/>
            <a:ext cx="2325748" cy="431610"/>
          </a:xfrm>
          <a:prstGeom prst="roundRect">
            <a:avLst>
              <a:gd name="adj" fmla="val 5926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wrap="none" lIns="540000" tIns="0" rIns="0" bIns="0" rtlCol="0" anchor="ctr"/>
          <a:lstStyle/>
          <a:p>
            <a:pPr marL="0" marR="0" lvl="0" indent="0" defTabSz="684154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Webdings" panose="05030102010509060703" pitchFamily="18" charset="2"/>
              </a:rPr>
              <a:t>크루 후원</a:t>
            </a:r>
            <a:endParaRPr kumimoji="0" lang="en-US" altLang="ko-KR" b="1" i="0" u="none" strike="noStrike" kern="0" cap="none" spc="0" normalizeH="0" baseline="0" noProof="0" dirty="0">
              <a:ln>
                <a:noFill/>
              </a:ln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sym typeface="Webdings" panose="05030102010509060703" pitchFamily="18" charset="2"/>
            </a:endParaRPr>
          </a:p>
          <a:p>
            <a:pPr marL="0" marR="0" lvl="0" indent="0" defTabSz="684154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크루 후원 방송 관리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F2C4D7CB-8BBD-CFE5-A449-06A79237C06E}"/>
              </a:ext>
            </a:extLst>
          </p:cNvPr>
          <p:cNvSpPr/>
          <p:nvPr/>
        </p:nvSpPr>
        <p:spPr>
          <a:xfrm>
            <a:off x="3759623" y="2046236"/>
            <a:ext cx="320153" cy="320153"/>
          </a:xfrm>
          <a:prstGeom prst="roundRect">
            <a:avLst>
              <a:gd name="adj" fmla="val 23361"/>
            </a:avLst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800" dirty="0"/>
              <a:t>Icon</a:t>
            </a: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07BF8AD-EA15-6959-F17B-32740BE71028}"/>
              </a:ext>
            </a:extLst>
          </p:cNvPr>
          <p:cNvSpPr/>
          <p:nvPr/>
        </p:nvSpPr>
        <p:spPr>
          <a:xfrm>
            <a:off x="3759623" y="2512546"/>
            <a:ext cx="320153" cy="320153"/>
          </a:xfrm>
          <a:prstGeom prst="roundRect">
            <a:avLst>
              <a:gd name="adj" fmla="val 23361"/>
            </a:avLst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800" dirty="0"/>
              <a:t>Icon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24207E7E-5759-5D63-FC75-4BE67FC6C6B8}"/>
              </a:ext>
            </a:extLst>
          </p:cNvPr>
          <p:cNvSpPr/>
          <p:nvPr/>
        </p:nvSpPr>
        <p:spPr>
          <a:xfrm>
            <a:off x="3759623" y="2978856"/>
            <a:ext cx="320153" cy="320153"/>
          </a:xfrm>
          <a:prstGeom prst="roundRect">
            <a:avLst>
              <a:gd name="adj" fmla="val 23361"/>
            </a:avLst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800" dirty="0"/>
              <a:t>Icon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D2D4335F-3CC6-0E56-2BE6-CAA5BB803AA1}"/>
              </a:ext>
            </a:extLst>
          </p:cNvPr>
          <p:cNvSpPr/>
          <p:nvPr/>
        </p:nvSpPr>
        <p:spPr>
          <a:xfrm>
            <a:off x="3759623" y="3445166"/>
            <a:ext cx="320153" cy="320153"/>
          </a:xfrm>
          <a:prstGeom prst="roundRect">
            <a:avLst>
              <a:gd name="adj" fmla="val 23361"/>
            </a:avLst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800" dirty="0"/>
              <a:t>Icon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C7A3481F-C40D-573A-B99A-23DE8FB79B96}"/>
              </a:ext>
            </a:extLst>
          </p:cNvPr>
          <p:cNvSpPr/>
          <p:nvPr/>
        </p:nvSpPr>
        <p:spPr>
          <a:xfrm>
            <a:off x="3759623" y="3911476"/>
            <a:ext cx="320153" cy="320153"/>
          </a:xfrm>
          <a:prstGeom prst="roundRect">
            <a:avLst>
              <a:gd name="adj" fmla="val 23361"/>
            </a:avLst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800" dirty="0"/>
              <a:t>Icon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B056EC68-2DD8-3916-92FF-7D341ED9D59C}"/>
              </a:ext>
            </a:extLst>
          </p:cNvPr>
          <p:cNvSpPr/>
          <p:nvPr/>
        </p:nvSpPr>
        <p:spPr>
          <a:xfrm>
            <a:off x="3759623" y="4377786"/>
            <a:ext cx="320153" cy="320153"/>
          </a:xfrm>
          <a:prstGeom prst="roundRect">
            <a:avLst>
              <a:gd name="adj" fmla="val 23361"/>
            </a:avLst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800" dirty="0"/>
              <a:t>Icon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FF680457-7886-240E-3A30-7029B2C05D03}"/>
              </a:ext>
            </a:extLst>
          </p:cNvPr>
          <p:cNvSpPr/>
          <p:nvPr/>
        </p:nvSpPr>
        <p:spPr>
          <a:xfrm>
            <a:off x="3759623" y="4844096"/>
            <a:ext cx="320153" cy="320153"/>
          </a:xfrm>
          <a:prstGeom prst="roundRect">
            <a:avLst>
              <a:gd name="adj" fmla="val 23361"/>
            </a:avLst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800" dirty="0"/>
              <a:t>Icon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0B51FF3B-28F9-1BB4-3798-2C65555CCD5E}"/>
              </a:ext>
            </a:extLst>
          </p:cNvPr>
          <p:cNvSpPr/>
          <p:nvPr/>
        </p:nvSpPr>
        <p:spPr>
          <a:xfrm>
            <a:off x="3759623" y="5310406"/>
            <a:ext cx="320153" cy="320153"/>
          </a:xfrm>
          <a:prstGeom prst="roundRect">
            <a:avLst>
              <a:gd name="adj" fmla="val 23361"/>
            </a:avLst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800" dirty="0"/>
              <a:t>Icon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97F258C2-3DB3-3F0F-3DAE-A8E1318E3066}"/>
              </a:ext>
            </a:extLst>
          </p:cNvPr>
          <p:cNvSpPr/>
          <p:nvPr/>
        </p:nvSpPr>
        <p:spPr>
          <a:xfrm>
            <a:off x="3759623" y="5776716"/>
            <a:ext cx="320153" cy="320153"/>
          </a:xfrm>
          <a:prstGeom prst="roundRect">
            <a:avLst>
              <a:gd name="adj" fmla="val 23361"/>
            </a:avLst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800" dirty="0"/>
              <a:t>Icon</a:t>
            </a:r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1536FBA6-FDE9-C593-308A-23EFBE8650D6}"/>
              </a:ext>
            </a:extLst>
          </p:cNvPr>
          <p:cNvPicPr>
            <a:picLocks noChangeAspect="1"/>
          </p:cNvPicPr>
          <p:nvPr/>
        </p:nvPicPr>
        <p:blipFill>
          <a:blip r:embed="rId22">
            <a:biLevel thresh="75000"/>
            <a:extLst>
              <a:ext uri="{BEBA8EAE-BF5A-486C-A8C5-ECC9F3942E4B}">
                <a14:imgProps xmlns:a14="http://schemas.microsoft.com/office/drawing/2010/main">
                  <a14:imgLayer r:embed="rId23">
                    <a14:imgEffect>
                      <a14:backgroundRemoval t="10000" b="90000" l="10000" r="90000">
                        <a14:foregroundMark x1="50000" y1="74000" x2="50000" y2="74000"/>
                      </a14:backgroundRemoval>
                    </a14:imgEffect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</a:extLst>
          </a:blip>
          <a:srcRect l="22466" t="21148" r="24851" b="19009"/>
          <a:stretch>
            <a:fillRect/>
          </a:stretch>
        </p:blipFill>
        <p:spPr>
          <a:xfrm>
            <a:off x="2583143" y="1502867"/>
            <a:ext cx="181812" cy="206522"/>
          </a:xfrm>
          <a:prstGeom prst="rect">
            <a:avLst/>
          </a:prstGeom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3FA79F99-0BF5-EF1F-81B0-2EC2897B6E8F}"/>
              </a:ext>
            </a:extLst>
          </p:cNvPr>
          <p:cNvPicPr>
            <a:picLocks noChangeAspect="1"/>
          </p:cNvPicPr>
          <p:nvPr/>
        </p:nvPicPr>
        <p:blipFill>
          <a:blip r:embed="rId24">
            <a:biLevel thresh="75000"/>
            <a:extLst>
              <a:ext uri="{BEBA8EAE-BF5A-486C-A8C5-ECC9F3942E4B}">
                <a14:imgProps xmlns:a14="http://schemas.microsoft.com/office/drawing/2010/main">
                  <a14:imgLayer r:embed="rId25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805755" y="1507585"/>
            <a:ext cx="193901" cy="193903"/>
          </a:xfrm>
          <a:prstGeom prst="rect">
            <a:avLst/>
          </a:prstGeom>
        </p:spPr>
      </p:pic>
      <p:sp>
        <p:nvSpPr>
          <p:cNvPr id="19" name="직사각형 18">
            <a:extLst>
              <a:ext uri="{FF2B5EF4-FFF2-40B4-BE49-F238E27FC236}">
                <a16:creationId xmlns:a16="http://schemas.microsoft.com/office/drawing/2014/main" id="{B2E44A4B-2D5C-FF25-EFC6-5E6167F43133}"/>
              </a:ext>
            </a:extLst>
          </p:cNvPr>
          <p:cNvSpPr/>
          <p:nvPr/>
        </p:nvSpPr>
        <p:spPr>
          <a:xfrm>
            <a:off x="8791575" y="1495425"/>
            <a:ext cx="285750" cy="219075"/>
          </a:xfrm>
          <a:prstGeom prst="rect">
            <a:avLst/>
          </a:prstGeom>
          <a:solidFill>
            <a:srgbClr val="59595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DEB3CF16-B162-18EB-1ED9-26EA0E34DBEC}"/>
              </a:ext>
            </a:extLst>
          </p:cNvPr>
          <p:cNvPicPr>
            <a:picLocks noChangeAspect="1"/>
          </p:cNvPicPr>
          <p:nvPr/>
        </p:nvPicPr>
        <p:blipFill>
          <a:blip r:embed="rId22">
            <a:biLevel thresh="75000"/>
            <a:extLst>
              <a:ext uri="{BEBA8EAE-BF5A-486C-A8C5-ECC9F3942E4B}">
                <a14:imgProps xmlns:a14="http://schemas.microsoft.com/office/drawing/2010/main">
                  <a14:imgLayer r:embed="rId23">
                    <a14:imgEffect>
                      <a14:backgroundRemoval t="10000" b="90000" l="10000" r="90000">
                        <a14:foregroundMark x1="50000" y1="74000" x2="50000" y2="74000"/>
                      </a14:backgroundRemoval>
                    </a14:imgEffect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</a:extLst>
          </a:blip>
          <a:srcRect l="22466" t="21148" r="24851" b="19009"/>
          <a:stretch>
            <a:fillRect/>
          </a:stretch>
        </p:blipFill>
        <p:spPr>
          <a:xfrm>
            <a:off x="8640493" y="1502867"/>
            <a:ext cx="181812" cy="206522"/>
          </a:xfrm>
          <a:prstGeom prst="rect">
            <a:avLst/>
          </a:prstGeom>
        </p:spPr>
      </p:pic>
      <p:pic>
        <p:nvPicPr>
          <p:cNvPr id="21" name="그림 20">
            <a:extLst>
              <a:ext uri="{FF2B5EF4-FFF2-40B4-BE49-F238E27FC236}">
                <a16:creationId xmlns:a16="http://schemas.microsoft.com/office/drawing/2014/main" id="{34FFC2E9-5FCC-1A9C-D0B6-524D78EE1C03}"/>
              </a:ext>
            </a:extLst>
          </p:cNvPr>
          <p:cNvPicPr>
            <a:picLocks noChangeAspect="1"/>
          </p:cNvPicPr>
          <p:nvPr/>
        </p:nvPicPr>
        <p:blipFill>
          <a:blip r:embed="rId24">
            <a:biLevel thresh="75000"/>
            <a:extLst>
              <a:ext uri="{BEBA8EAE-BF5A-486C-A8C5-ECC9F3942E4B}">
                <a14:imgProps xmlns:a14="http://schemas.microsoft.com/office/drawing/2010/main">
                  <a14:imgLayer r:embed="rId25">
                    <a14:imgEffect>
                      <a14:brightnessContrast brigh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8863105" y="1507585"/>
            <a:ext cx="193901" cy="193903"/>
          </a:xfrm>
          <a:prstGeom prst="rect">
            <a:avLst/>
          </a:prstGeom>
        </p:spPr>
      </p:pic>
      <p:grpSp>
        <p:nvGrpSpPr>
          <p:cNvPr id="24" name="그룹 23">
            <a:extLst>
              <a:ext uri="{FF2B5EF4-FFF2-40B4-BE49-F238E27FC236}">
                <a16:creationId xmlns:a16="http://schemas.microsoft.com/office/drawing/2014/main" id="{053CD66C-0D8B-EA3D-6B74-694F015CF7BD}"/>
              </a:ext>
            </a:extLst>
          </p:cNvPr>
          <p:cNvGrpSpPr/>
          <p:nvPr/>
        </p:nvGrpSpPr>
        <p:grpSpPr>
          <a:xfrm>
            <a:off x="581025" y="1742002"/>
            <a:ext cx="2447925" cy="174091"/>
            <a:chOff x="4030330" y="4982273"/>
            <a:chExt cx="2447925" cy="174091"/>
          </a:xfrm>
        </p:grpSpPr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6829E4D8-F12B-F719-9B64-AE1FAEC9A046}"/>
                </a:ext>
              </a:extLst>
            </p:cNvPr>
            <p:cNvSpPr/>
            <p:nvPr/>
          </p:nvSpPr>
          <p:spPr>
            <a:xfrm>
              <a:off x="4030330" y="4982273"/>
              <a:ext cx="2447925" cy="1740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sym typeface="Webdings" panose="05030102010509060703" pitchFamily="18" charset="2"/>
                </a:rPr>
                <a:t>      </a:t>
              </a:r>
              <a:r>
                <a:rPr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[</a:t>
              </a:r>
              <a:r>
                <a:rPr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이벤트 수상</a:t>
              </a:r>
              <a:r>
                <a:rPr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] 2025 </a:t>
              </a:r>
              <a:r>
                <a:rPr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투네이션 어워드 수상</a:t>
              </a:r>
              <a:r>
                <a:rPr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…</a:t>
              </a:r>
              <a:endPara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pic>
          <p:nvPicPr>
            <p:cNvPr id="26" name="그래픽 25">
              <a:extLst>
                <a:ext uri="{FF2B5EF4-FFF2-40B4-BE49-F238E27FC236}">
                  <a16:creationId xmlns:a16="http://schemas.microsoft.com/office/drawing/2014/main" id="{A173B8FA-12FA-2F2B-7631-0D2C952AF7DF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4056529" y="4988794"/>
              <a:ext cx="159090" cy="159090"/>
            </a:xfrm>
            <a:prstGeom prst="rect">
              <a:avLst/>
            </a:prstGeom>
          </p:spPr>
        </p:pic>
      </p:grpSp>
      <p:pic>
        <p:nvPicPr>
          <p:cNvPr id="193" name="그림 192">
            <a:extLst>
              <a:ext uri="{FF2B5EF4-FFF2-40B4-BE49-F238E27FC236}">
                <a16:creationId xmlns:a16="http://schemas.microsoft.com/office/drawing/2014/main" id="{222F146D-2E04-6E5C-CDB2-2D1DC8A36668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BEBA8EAE-BF5A-486C-A8C5-ECC9F3942E4B}">
                <a14:imgProps xmlns:a14="http://schemas.microsoft.com/office/drawing/2010/main">
                  <a14:imgLayer r:embed="rId29">
                    <a14:imgEffect>
                      <a14:brightnessContrast bright="-68000"/>
                    </a14:imgEffect>
                  </a14:imgLayer>
                </a14:imgProps>
              </a:ext>
            </a:extLst>
          </a:blip>
          <a:srcRect b="15740"/>
          <a:stretch>
            <a:fillRect/>
          </a:stretch>
        </p:blipFill>
        <p:spPr>
          <a:xfrm>
            <a:off x="6630084" y="1439411"/>
            <a:ext cx="2505673" cy="4001705"/>
          </a:xfrm>
          <a:prstGeom prst="rect">
            <a:avLst/>
          </a:prstGeom>
        </p:spPr>
      </p:pic>
      <p:sp>
        <p:nvSpPr>
          <p:cNvPr id="195" name="사각형: 둥근 위쪽 모서리 194">
            <a:extLst>
              <a:ext uri="{FF2B5EF4-FFF2-40B4-BE49-F238E27FC236}">
                <a16:creationId xmlns:a16="http://schemas.microsoft.com/office/drawing/2014/main" id="{40B42F6B-0E3D-D282-51CF-8480679B5F65}"/>
              </a:ext>
            </a:extLst>
          </p:cNvPr>
          <p:cNvSpPr/>
          <p:nvPr/>
        </p:nvSpPr>
        <p:spPr>
          <a:xfrm>
            <a:off x="6648085" y="4791075"/>
            <a:ext cx="2448767" cy="1383033"/>
          </a:xfrm>
          <a:prstGeom prst="round2SameRect">
            <a:avLst>
              <a:gd name="adj1" fmla="val 4942"/>
              <a:gd name="adj2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126000" rtlCol="0" anchor="t"/>
          <a:lstStyle/>
          <a:p>
            <a:pPr algn="ctr"/>
            <a:r>
              <a:rPr lang="ko-KR" altLang="en-US" b="1" dirty="0" err="1">
                <a:solidFill>
                  <a:schemeClr val="tx1"/>
                </a:solidFill>
              </a:rPr>
              <a:t>퀵</a:t>
            </a:r>
            <a:r>
              <a:rPr lang="ko-KR" altLang="en-US" b="1" dirty="0">
                <a:solidFill>
                  <a:schemeClr val="tx1"/>
                </a:solidFill>
              </a:rPr>
              <a:t> 제어</a:t>
            </a: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1ED4305D-98DE-0CB7-9C05-92619F9EE7A7}"/>
              </a:ext>
            </a:extLst>
          </p:cNvPr>
          <p:cNvCxnSpPr>
            <a:cxnSpLocks/>
          </p:cNvCxnSpPr>
          <p:nvPr/>
        </p:nvCxnSpPr>
        <p:spPr>
          <a:xfrm>
            <a:off x="7704312" y="4855203"/>
            <a:ext cx="323824" cy="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19" name="그래픽 218">
            <a:extLst>
              <a:ext uri="{FF2B5EF4-FFF2-40B4-BE49-F238E27FC236}">
                <a16:creationId xmlns:a16="http://schemas.microsoft.com/office/drawing/2014/main" id="{1B8FDD28-E31C-65F0-39E7-B3859EC16DA4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8834530" y="4864013"/>
            <a:ext cx="228600" cy="228600"/>
          </a:xfrm>
          <a:prstGeom prst="rect">
            <a:avLst/>
          </a:prstGeom>
        </p:spPr>
      </p:pic>
      <p:grpSp>
        <p:nvGrpSpPr>
          <p:cNvPr id="220" name="그룹 219">
            <a:extLst>
              <a:ext uri="{FF2B5EF4-FFF2-40B4-BE49-F238E27FC236}">
                <a16:creationId xmlns:a16="http://schemas.microsoft.com/office/drawing/2014/main" id="{342C9A1C-39E4-9C61-472A-1F8A4A11391D}"/>
              </a:ext>
            </a:extLst>
          </p:cNvPr>
          <p:cNvGrpSpPr/>
          <p:nvPr/>
        </p:nvGrpSpPr>
        <p:grpSpPr>
          <a:xfrm>
            <a:off x="6694411" y="5174194"/>
            <a:ext cx="2342909" cy="942948"/>
            <a:chOff x="6717271" y="5181814"/>
            <a:chExt cx="2264283" cy="942948"/>
          </a:xfrm>
        </p:grpSpPr>
        <p:sp>
          <p:nvSpPr>
            <p:cNvPr id="222" name="Google Shape;1303;p29">
              <a:extLst>
                <a:ext uri="{FF2B5EF4-FFF2-40B4-BE49-F238E27FC236}">
                  <a16:creationId xmlns:a16="http://schemas.microsoft.com/office/drawing/2014/main" id="{1D363096-8CFE-592E-D56D-CCAED0A16CCA}"/>
                </a:ext>
              </a:extLst>
            </p:cNvPr>
            <p:cNvSpPr/>
            <p:nvPr/>
          </p:nvSpPr>
          <p:spPr>
            <a:xfrm>
              <a:off x="6717271" y="5366813"/>
              <a:ext cx="2264283" cy="757949"/>
            </a:xfrm>
            <a:prstGeom prst="rect">
              <a:avLst/>
            </a:prstGeom>
            <a:solidFill>
              <a:schemeClr val="lt1"/>
            </a:solidFill>
            <a:ln w="9525" cap="flat" cmpd="sng">
              <a:solidFill>
                <a:srgbClr val="33333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6225" tIns="27725" rIns="46225" bIns="27725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771" dirty="0">
                <a:solidFill>
                  <a:srgbClr val="26262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223" name="Google Shape;814;p24">
              <a:extLst>
                <a:ext uri="{FF2B5EF4-FFF2-40B4-BE49-F238E27FC236}">
                  <a16:creationId xmlns:a16="http://schemas.microsoft.com/office/drawing/2014/main" id="{D2B1811C-9F04-E389-4E84-51AF6306491A}"/>
                </a:ext>
              </a:extLst>
            </p:cNvPr>
            <p:cNvGrpSpPr/>
            <p:nvPr/>
          </p:nvGrpSpPr>
          <p:grpSpPr>
            <a:xfrm>
              <a:off x="6717271" y="5181814"/>
              <a:ext cx="2264283" cy="191331"/>
              <a:chOff x="3198664" y="4941168"/>
              <a:chExt cx="2453456" cy="223418"/>
            </a:xfrm>
            <a:solidFill>
              <a:schemeClr val="bg1"/>
            </a:solidFill>
          </p:grpSpPr>
          <p:sp>
            <p:nvSpPr>
              <p:cNvPr id="228" name="Google Shape;815;p24">
                <a:extLst>
                  <a:ext uri="{FF2B5EF4-FFF2-40B4-BE49-F238E27FC236}">
                    <a16:creationId xmlns:a16="http://schemas.microsoft.com/office/drawing/2014/main" id="{2DA3595D-2CE9-3AD3-1590-258BC90483F6}"/>
                  </a:ext>
                </a:extLst>
              </p:cNvPr>
              <p:cNvSpPr/>
              <p:nvPr/>
            </p:nvSpPr>
            <p:spPr>
              <a:xfrm>
                <a:off x="3198664" y="4941168"/>
                <a:ext cx="792088" cy="216024"/>
              </a:xfrm>
              <a:prstGeom prst="round2SameRect">
                <a:avLst>
                  <a:gd name="adj1" fmla="val 16667"/>
                  <a:gd name="adj2" fmla="val 0"/>
                </a:avLst>
              </a:prstGeom>
              <a:solidFill>
                <a:schemeClr val="bg1"/>
              </a:solidFill>
              <a:ln w="9525" cap="flat" cmpd="sng">
                <a:solidFill>
                  <a:srgbClr val="333333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30825" tIns="27725" rIns="30825" bIns="27725" anchor="ctr" anchorCtr="0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333333"/>
                    </a:solidFill>
                    <a:effectLst/>
                    <a:uLnTx/>
                    <a:uFillTx/>
                    <a:latin typeface="Calibri"/>
                    <a:ea typeface="Calibri"/>
                    <a:cs typeface="Calibri"/>
                    <a:sym typeface="Calibri"/>
                  </a:rPr>
                  <a:t>알림</a:t>
                </a:r>
                <a:endParaRPr kumimoji="0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" name="Google Shape;816;p24">
                <a:extLst>
                  <a:ext uri="{FF2B5EF4-FFF2-40B4-BE49-F238E27FC236}">
                    <a16:creationId xmlns:a16="http://schemas.microsoft.com/office/drawing/2014/main" id="{6C4CA563-7C3F-4FF7-1993-ACE770F60088}"/>
                  </a:ext>
                </a:extLst>
              </p:cNvPr>
              <p:cNvSpPr/>
              <p:nvPr/>
            </p:nvSpPr>
            <p:spPr>
              <a:xfrm>
                <a:off x="4030710" y="4941168"/>
                <a:ext cx="792088" cy="216024"/>
              </a:xfrm>
              <a:prstGeom prst="round2SameRect">
                <a:avLst>
                  <a:gd name="adj1" fmla="val 16667"/>
                  <a:gd name="adj2" fmla="val 0"/>
                </a:avLst>
              </a:prstGeom>
              <a:solidFill>
                <a:schemeClr val="bg1">
                  <a:lumMod val="85000"/>
                </a:schemeClr>
              </a:solidFill>
              <a:ln w="9525" cap="flat" cmpd="sng">
                <a:solidFill>
                  <a:srgbClr val="333333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30825" tIns="27725" rIns="30825" bIns="27725" anchor="ctr" anchorCtr="0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kern="0" dirty="0">
                    <a:solidFill>
                      <a:srgbClr val="333333"/>
                    </a:solidFill>
                    <a:latin typeface="Calibri"/>
                    <a:ea typeface="Calibri"/>
                    <a:cs typeface="Calibri"/>
                    <a:sym typeface="Calibri"/>
                  </a:rPr>
                  <a:t>그림</a:t>
                </a:r>
                <a:endParaRPr kumimoji="0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" name="Google Shape;817;p24">
                <a:extLst>
                  <a:ext uri="{FF2B5EF4-FFF2-40B4-BE49-F238E27FC236}">
                    <a16:creationId xmlns:a16="http://schemas.microsoft.com/office/drawing/2014/main" id="{91CE6D1B-DB1C-E277-9537-74C1C59A49A4}"/>
                  </a:ext>
                </a:extLst>
              </p:cNvPr>
              <p:cNvSpPr/>
              <p:nvPr/>
            </p:nvSpPr>
            <p:spPr>
              <a:xfrm>
                <a:off x="4860032" y="4941168"/>
                <a:ext cx="792088" cy="216024"/>
              </a:xfrm>
              <a:prstGeom prst="round2SameRect">
                <a:avLst>
                  <a:gd name="adj1" fmla="val 16667"/>
                  <a:gd name="adj2" fmla="val 0"/>
                </a:avLst>
              </a:prstGeom>
              <a:solidFill>
                <a:schemeClr val="bg1">
                  <a:lumMod val="85000"/>
                </a:schemeClr>
              </a:solidFill>
              <a:ln w="9525" cap="flat" cmpd="sng">
                <a:solidFill>
                  <a:srgbClr val="333333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30825" tIns="27725" rIns="30825" bIns="27725" anchor="ctr" anchorCtr="0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333333"/>
                    </a:solidFill>
                    <a:effectLst/>
                    <a:uLnTx/>
                    <a:uFillTx/>
                    <a:latin typeface="Calibri"/>
                    <a:ea typeface="Calibri"/>
                    <a:cs typeface="Calibri"/>
                    <a:sym typeface="Calibri"/>
                  </a:rPr>
                  <a:t>뽑기</a:t>
                </a:r>
                <a:endParaRPr kumimoji="0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234" name="Google Shape;818;p24">
                <a:extLst>
                  <a:ext uri="{FF2B5EF4-FFF2-40B4-BE49-F238E27FC236}">
                    <a16:creationId xmlns:a16="http://schemas.microsoft.com/office/drawing/2014/main" id="{5511FA4D-D411-76F5-6F61-245ABF6652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28213" y="5151016"/>
                <a:ext cx="739905" cy="13570"/>
              </a:xfrm>
              <a:prstGeom prst="straightConnector1">
                <a:avLst/>
              </a:prstGeom>
              <a:grpFill/>
              <a:ln w="38100" cap="sq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</p:grpSp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1D5946AB-BAC2-401A-BEC9-C7045BE053E8}"/>
                </a:ext>
              </a:extLst>
            </p:cNvPr>
            <p:cNvGrpSpPr/>
            <p:nvPr/>
          </p:nvGrpSpPr>
          <p:grpSpPr>
            <a:xfrm>
              <a:off x="6790736" y="5465492"/>
              <a:ext cx="2116652" cy="593549"/>
              <a:chOff x="8673809" y="4130587"/>
              <a:chExt cx="1080696" cy="526728"/>
            </a:xfrm>
          </p:grpSpPr>
          <p:sp>
            <p:nvSpPr>
              <p:cNvPr id="226" name="사각형: 둥근 모서리 225">
                <a:extLst>
                  <a:ext uri="{FF2B5EF4-FFF2-40B4-BE49-F238E27FC236}">
                    <a16:creationId xmlns:a16="http://schemas.microsoft.com/office/drawing/2014/main" id="{01038295-FC88-13A0-8A9A-814271A2434E}"/>
                  </a:ext>
                </a:extLst>
              </p:cNvPr>
              <p:cNvSpPr/>
              <p:nvPr/>
            </p:nvSpPr>
            <p:spPr>
              <a:xfrm>
                <a:off x="8673809" y="4130587"/>
                <a:ext cx="526728" cy="526728"/>
              </a:xfrm>
              <a:prstGeom prst="roundRect">
                <a:avLst>
                  <a:gd name="adj" fmla="val 9434"/>
                </a:avLst>
              </a:prstGeom>
              <a:solidFill>
                <a:schemeClr val="tx1">
                  <a:lumMod val="75000"/>
                  <a:lumOff val="25000"/>
                </a:schemeClr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8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  <a:sym typeface="Webdings" panose="05030102010509060703" pitchFamily="18" charset="2"/>
                  </a:rPr>
                  <a:t> </a:t>
                </a:r>
                <a:r>
                  <a:rPr lang="ko-KR" altLang="en-US" sz="8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알림 일시 정지</a:t>
                </a:r>
              </a:p>
            </p:txBody>
          </p:sp>
          <p:sp>
            <p:nvSpPr>
              <p:cNvPr id="227" name="사각형: 둥근 모서리 226">
                <a:extLst>
                  <a:ext uri="{FF2B5EF4-FFF2-40B4-BE49-F238E27FC236}">
                    <a16:creationId xmlns:a16="http://schemas.microsoft.com/office/drawing/2014/main" id="{681CE6E5-1681-18D7-6E94-5047E9277EB2}"/>
                  </a:ext>
                </a:extLst>
              </p:cNvPr>
              <p:cNvSpPr/>
              <p:nvPr/>
            </p:nvSpPr>
            <p:spPr>
              <a:xfrm>
                <a:off x="9227777" y="4130587"/>
                <a:ext cx="526728" cy="526728"/>
              </a:xfrm>
              <a:prstGeom prst="roundRect">
                <a:avLst>
                  <a:gd name="adj" fmla="val 7625"/>
                </a:avLst>
              </a:prstGeom>
              <a:solidFill>
                <a:schemeClr val="tx1">
                  <a:lumMod val="75000"/>
                  <a:lumOff val="25000"/>
                </a:schemeClr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ko-KR" altLang="en-US" sz="8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  <a:sym typeface="Webdings" panose="05030102010509060703" pitchFamily="18" charset="2"/>
                  </a:rPr>
                  <a:t> 알림 </a:t>
                </a:r>
                <a:r>
                  <a:rPr lang="ko-KR" altLang="en-US" sz="800" b="1" dirty="0" err="1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스킵</a:t>
                </a:r>
                <a:endParaRPr lang="en-US" altLang="ko-KR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pic>
        <p:nvPicPr>
          <p:cNvPr id="6" name="그림 5">
            <a:extLst>
              <a:ext uri="{FF2B5EF4-FFF2-40B4-BE49-F238E27FC236}">
                <a16:creationId xmlns:a16="http://schemas.microsoft.com/office/drawing/2014/main" id="{1D7566AE-B3CE-7C67-A48B-4FA78A658FA7}"/>
              </a:ext>
            </a:extLst>
          </p:cNvPr>
          <p:cNvPicPr>
            <a:picLocks noChangeAspect="1"/>
          </p:cNvPicPr>
          <p:nvPr/>
        </p:nvPicPr>
        <p:blipFill rotWithShape="1">
          <a:blip r:embed="rId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8636"/>
          <a:stretch/>
        </p:blipFill>
        <p:spPr>
          <a:xfrm>
            <a:off x="660760" y="1531122"/>
            <a:ext cx="338206" cy="138583"/>
          </a:xfrm>
          <a:prstGeom prst="rect">
            <a:avLst/>
          </a:prstGeom>
        </p:spPr>
      </p:pic>
      <p:grpSp>
        <p:nvGrpSpPr>
          <p:cNvPr id="22" name="그룹 21">
            <a:extLst>
              <a:ext uri="{FF2B5EF4-FFF2-40B4-BE49-F238E27FC236}">
                <a16:creationId xmlns:a16="http://schemas.microsoft.com/office/drawing/2014/main" id="{2324575A-FCB2-1EA7-E407-82F1F081D31C}"/>
              </a:ext>
            </a:extLst>
          </p:cNvPr>
          <p:cNvGrpSpPr/>
          <p:nvPr/>
        </p:nvGrpSpPr>
        <p:grpSpPr>
          <a:xfrm>
            <a:off x="2315580" y="1502001"/>
            <a:ext cx="194773" cy="194773"/>
            <a:chOff x="6601555" y="4882678"/>
            <a:chExt cx="216000" cy="216000"/>
          </a:xfrm>
        </p:grpSpPr>
        <p:sp>
          <p:nvSpPr>
            <p:cNvPr id="27" name="사각형: 둥근 모서리 26">
              <a:extLst>
                <a:ext uri="{FF2B5EF4-FFF2-40B4-BE49-F238E27FC236}">
                  <a16:creationId xmlns:a16="http://schemas.microsoft.com/office/drawing/2014/main" id="{2F51F446-F2DB-A27C-4426-E419D60CCBF4}"/>
                </a:ext>
              </a:extLst>
            </p:cNvPr>
            <p:cNvSpPr/>
            <p:nvPr/>
          </p:nvSpPr>
          <p:spPr bwMode="auto">
            <a:xfrm>
              <a:off x="6601555" y="4882678"/>
              <a:ext cx="216000" cy="216000"/>
            </a:xfrm>
            <a:prstGeom prst="roundRect">
              <a:avLst/>
            </a:prstGeom>
            <a:solidFill>
              <a:sysClr val="windowText" lastClr="00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Webdings" panose="05030102010509060703" pitchFamily="18" charset="2"/>
                </a:rPr>
                <a:t>+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28" name="그림 27">
              <a:extLst>
                <a:ext uri="{FF2B5EF4-FFF2-40B4-BE49-F238E27FC236}">
                  <a16:creationId xmlns:a16="http://schemas.microsoft.com/office/drawing/2014/main" id="{6DFC3954-ADAC-A64D-BF61-49DEEE21E48A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>
              <a:extLst>
                <a:ext uri="{BEBA8EAE-BF5A-486C-A8C5-ECC9F3942E4B}">
                  <a14:imgProps xmlns:a14="http://schemas.microsoft.com/office/drawing/2010/main">
                    <a14:imgLayer r:embed="rId32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627165" y="4911088"/>
              <a:ext cx="164692" cy="16469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597304350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1D4430E7-223B-1B3E-903E-20852A26D2F7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리모컨 위젯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6E335D6C-7C74-422F-B9AE-91F83584C7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모바일 웹 리모컨</a:t>
            </a:r>
            <a:r>
              <a:rPr lang="en-US" altLang="ko-KR" dirty="0"/>
              <a:t> &gt; </a:t>
            </a:r>
            <a:r>
              <a:rPr lang="ko-KR" altLang="en-US" dirty="0"/>
              <a:t>기능 버튼 </a:t>
            </a:r>
            <a:r>
              <a:rPr lang="en-US" altLang="ko-KR" dirty="0"/>
              <a:t>&gt; </a:t>
            </a:r>
            <a:r>
              <a:rPr lang="ko-KR" altLang="en-US" dirty="0"/>
              <a:t>리모컨 위젯</a:t>
            </a:r>
          </a:p>
        </p:txBody>
      </p:sp>
      <p:sp>
        <p:nvSpPr>
          <p:cNvPr id="4" name="Google Shape;1197;p27">
            <a:extLst>
              <a:ext uri="{FF2B5EF4-FFF2-40B4-BE49-F238E27FC236}">
                <a16:creationId xmlns:a16="http://schemas.microsoft.com/office/drawing/2014/main" id="{00795848-A19E-019C-D882-D8F444D55D3B}"/>
              </a:ext>
            </a:extLst>
          </p:cNvPr>
          <p:cNvSpPr/>
          <p:nvPr/>
        </p:nvSpPr>
        <p:spPr>
          <a:xfrm>
            <a:off x="512116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" name="Google Shape;1197;p27">
            <a:extLst>
              <a:ext uri="{FF2B5EF4-FFF2-40B4-BE49-F238E27FC236}">
                <a16:creationId xmlns:a16="http://schemas.microsoft.com/office/drawing/2014/main" id="{337C7874-D701-F152-9659-C527D2F0BBC3}"/>
              </a:ext>
            </a:extLst>
          </p:cNvPr>
          <p:cNvSpPr/>
          <p:nvPr/>
        </p:nvSpPr>
        <p:spPr>
          <a:xfrm>
            <a:off x="3542783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endParaRPr kumimoji="0" sz="856" b="1" kern="0" dirty="0">
              <a:solidFill>
                <a:prstClr val="white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" name="Google Shape;1197;p27">
            <a:extLst>
              <a:ext uri="{FF2B5EF4-FFF2-40B4-BE49-F238E27FC236}">
                <a16:creationId xmlns:a16="http://schemas.microsoft.com/office/drawing/2014/main" id="{B74C1ED6-8106-0584-2238-55E136381207}"/>
              </a:ext>
            </a:extLst>
          </p:cNvPr>
          <p:cNvSpPr/>
          <p:nvPr/>
        </p:nvSpPr>
        <p:spPr>
          <a:xfrm>
            <a:off x="6589784" y="1232756"/>
            <a:ext cx="2566556" cy="5004561"/>
          </a:xfrm>
          <a:prstGeom prst="roundRect">
            <a:avLst>
              <a:gd name="adj" fmla="val 3549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" name="Google Shape;1198;p27">
            <a:extLst>
              <a:ext uri="{FF2B5EF4-FFF2-40B4-BE49-F238E27FC236}">
                <a16:creationId xmlns:a16="http://schemas.microsoft.com/office/drawing/2014/main" id="{6BE2B949-7BEF-18AC-C2D1-2AAFCB3A895C}"/>
              </a:ext>
            </a:extLst>
          </p:cNvPr>
          <p:cNvSpPr/>
          <p:nvPr/>
        </p:nvSpPr>
        <p:spPr>
          <a:xfrm>
            <a:off x="567170" y="1437445"/>
            <a:ext cx="2470586" cy="4739032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r>
              <a:rPr lang="ko-KR" altLang="en-US" sz="1200" b="1" dirty="0">
                <a:solidFill>
                  <a:srgbClr val="262626"/>
                </a:solidFill>
                <a:latin typeface="+mn-ea"/>
                <a:ea typeface="+mn-ea"/>
                <a:cs typeface="Calibri"/>
                <a:sym typeface="Calibri"/>
              </a:rPr>
              <a:t>대기 중인 후원</a:t>
            </a:r>
            <a:endParaRPr sz="1200" b="1" dirty="0">
              <a:solidFill>
                <a:srgbClr val="262626"/>
              </a:solidFill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1854A20-ED9A-CC7B-787C-89713F0729E7}"/>
              </a:ext>
            </a:extLst>
          </p:cNvPr>
          <p:cNvSpPr txBox="1"/>
          <p:nvPr/>
        </p:nvSpPr>
        <p:spPr>
          <a:xfrm>
            <a:off x="2709162" y="1499370"/>
            <a:ext cx="325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100" dirty="0">
                <a:sym typeface="Webdings" panose="05030102010509060703" pitchFamily="18" charset="2"/>
              </a:rPr>
              <a:t></a:t>
            </a:r>
            <a:endParaRPr lang="ko-KR" altLang="en-US" sz="1100" dirty="0"/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A929750F-C1F2-A3DB-FD12-0BE2C01AB715}"/>
              </a:ext>
            </a:extLst>
          </p:cNvPr>
          <p:cNvCxnSpPr>
            <a:cxnSpLocks/>
          </p:cNvCxnSpPr>
          <p:nvPr/>
        </p:nvCxnSpPr>
        <p:spPr>
          <a:xfrm>
            <a:off x="3011649" y="1873978"/>
            <a:ext cx="0" cy="2488471"/>
          </a:xfrm>
          <a:prstGeom prst="line">
            <a:avLst/>
          </a:prstGeom>
          <a:ln w="285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DAA2F154-FAC0-0BDA-48FC-9F3180CC6011}"/>
              </a:ext>
            </a:extLst>
          </p:cNvPr>
          <p:cNvCxnSpPr/>
          <p:nvPr/>
        </p:nvCxnSpPr>
        <p:spPr>
          <a:xfrm>
            <a:off x="612686" y="1816008"/>
            <a:ext cx="242220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Google Shape;1198;p27">
            <a:extLst>
              <a:ext uri="{FF2B5EF4-FFF2-40B4-BE49-F238E27FC236}">
                <a16:creationId xmlns:a16="http://schemas.microsoft.com/office/drawing/2014/main" id="{B4DB8FF2-B849-BA15-BEA7-F1537CDEEAAE}"/>
              </a:ext>
            </a:extLst>
          </p:cNvPr>
          <p:cNvSpPr/>
          <p:nvPr/>
        </p:nvSpPr>
        <p:spPr>
          <a:xfrm>
            <a:off x="3593112" y="1437445"/>
            <a:ext cx="2470586" cy="4739032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/>
            <a:r>
              <a:rPr lang="ko-KR" altLang="en-US" sz="12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볼륨 제어</a:t>
            </a:r>
          </a:p>
        </p:txBody>
      </p:sp>
      <p:sp>
        <p:nvSpPr>
          <p:cNvPr id="27" name="Google Shape;1198;p27">
            <a:extLst>
              <a:ext uri="{FF2B5EF4-FFF2-40B4-BE49-F238E27FC236}">
                <a16:creationId xmlns:a16="http://schemas.microsoft.com/office/drawing/2014/main" id="{80CCD046-524F-A8DC-B7C6-46D413ED0621}"/>
              </a:ext>
            </a:extLst>
          </p:cNvPr>
          <p:cNvSpPr/>
          <p:nvPr/>
        </p:nvSpPr>
        <p:spPr>
          <a:xfrm>
            <a:off x="6638800" y="1437445"/>
            <a:ext cx="2470586" cy="4739032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r>
              <a:rPr lang="ko-KR" altLang="en-US" sz="1200" b="1" dirty="0">
                <a:solidFill>
                  <a:srgbClr val="262626"/>
                </a:solidFill>
                <a:latin typeface="+mn-ea"/>
                <a:ea typeface="+mn-ea"/>
                <a:cs typeface="Calibri"/>
                <a:sym typeface="Calibri"/>
              </a:rPr>
              <a:t>후원 사용</a:t>
            </a:r>
            <a:endParaRPr sz="1200" b="1" dirty="0">
              <a:solidFill>
                <a:srgbClr val="262626"/>
              </a:solidFill>
              <a:latin typeface="+mn-ea"/>
              <a:ea typeface="+mn-ea"/>
              <a:cs typeface="Calibri"/>
              <a:sym typeface="Calibri"/>
            </a:endParaRP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0AEBC1D8-3F0F-82C1-A4EF-99FCD328243D}"/>
              </a:ext>
            </a:extLst>
          </p:cNvPr>
          <p:cNvCxnSpPr>
            <a:cxnSpLocks/>
          </p:cNvCxnSpPr>
          <p:nvPr/>
        </p:nvCxnSpPr>
        <p:spPr>
          <a:xfrm>
            <a:off x="3633088" y="1833298"/>
            <a:ext cx="2397519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A80633C5-70A0-6B44-ADB4-E285B561A92B}"/>
              </a:ext>
            </a:extLst>
          </p:cNvPr>
          <p:cNvCxnSpPr>
            <a:cxnSpLocks/>
          </p:cNvCxnSpPr>
          <p:nvPr/>
        </p:nvCxnSpPr>
        <p:spPr>
          <a:xfrm>
            <a:off x="6678339" y="1833298"/>
            <a:ext cx="2397519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3" name="그림 32">
            <a:extLst>
              <a:ext uri="{FF2B5EF4-FFF2-40B4-BE49-F238E27FC236}">
                <a16:creationId xmlns:a16="http://schemas.microsoft.com/office/drawing/2014/main" id="{F408CBEE-009D-9F6A-4B1B-6B205C7637A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992"/>
          <a:stretch>
            <a:fillRect/>
          </a:stretch>
        </p:blipFill>
        <p:spPr>
          <a:xfrm>
            <a:off x="3711922" y="1931128"/>
            <a:ext cx="2244613" cy="2253617"/>
          </a:xfrm>
          <a:prstGeom prst="rect">
            <a:avLst/>
          </a:prstGeom>
        </p:spPr>
      </p:pic>
      <p:sp>
        <p:nvSpPr>
          <p:cNvPr id="35" name="TextBox 34">
            <a:extLst>
              <a:ext uri="{FF2B5EF4-FFF2-40B4-BE49-F238E27FC236}">
                <a16:creationId xmlns:a16="http://schemas.microsoft.com/office/drawing/2014/main" id="{4B0D3E61-614D-7811-846F-5E378E1D5240}"/>
              </a:ext>
            </a:extLst>
          </p:cNvPr>
          <p:cNvSpPr txBox="1"/>
          <p:nvPr/>
        </p:nvSpPr>
        <p:spPr>
          <a:xfrm>
            <a:off x="5745747" y="1499370"/>
            <a:ext cx="325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100" dirty="0">
                <a:sym typeface="Webdings" panose="05030102010509060703" pitchFamily="18" charset="2"/>
              </a:rPr>
              <a:t></a:t>
            </a:r>
            <a:endParaRPr lang="ko-KR" altLang="en-US" sz="1100" dirty="0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7597F19-6AF0-D79D-6F09-6125F0522352}"/>
              </a:ext>
            </a:extLst>
          </p:cNvPr>
          <p:cNvSpPr txBox="1"/>
          <p:nvPr/>
        </p:nvSpPr>
        <p:spPr>
          <a:xfrm>
            <a:off x="8774131" y="1499370"/>
            <a:ext cx="325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100" dirty="0">
                <a:sym typeface="Webdings" panose="05030102010509060703" pitchFamily="18" charset="2"/>
              </a:rPr>
              <a:t></a:t>
            </a:r>
            <a:endParaRPr lang="ko-KR" altLang="en-US" sz="1100" dirty="0"/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BDB640C3-7C52-EA05-1BE4-79F38DE79D60}"/>
              </a:ext>
            </a:extLst>
          </p:cNvPr>
          <p:cNvSpPr/>
          <p:nvPr/>
        </p:nvSpPr>
        <p:spPr>
          <a:xfrm>
            <a:off x="6809984" y="2812547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텍스트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227E3411-829F-E1A6-24EA-A99E3470EE47}"/>
              </a:ext>
            </a:extLst>
          </p:cNvPr>
          <p:cNvGrpSpPr/>
          <p:nvPr/>
        </p:nvGrpSpPr>
        <p:grpSpPr>
          <a:xfrm>
            <a:off x="6941398" y="3149428"/>
            <a:ext cx="263900" cy="137151"/>
            <a:chOff x="-1" y="3923016"/>
            <a:chExt cx="415621" cy="216001"/>
          </a:xfrm>
        </p:grpSpPr>
        <p:sp>
          <p:nvSpPr>
            <p:cNvPr id="39" name="사각형: 둥근 모서리 38">
              <a:extLst>
                <a:ext uri="{FF2B5EF4-FFF2-40B4-BE49-F238E27FC236}">
                  <a16:creationId xmlns:a16="http://schemas.microsoft.com/office/drawing/2014/main" id="{CD6B332C-0A91-9DAD-87BA-B8B3E08E4776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" name="타원 39">
              <a:extLst>
                <a:ext uri="{FF2B5EF4-FFF2-40B4-BE49-F238E27FC236}">
                  <a16:creationId xmlns:a16="http://schemas.microsoft.com/office/drawing/2014/main" id="{F99D9884-37EA-D190-2CCB-8AB00FE60DCD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144B2EE1-C667-444E-9F59-4A024CF6ABB5}"/>
              </a:ext>
            </a:extLst>
          </p:cNvPr>
          <p:cNvSpPr/>
          <p:nvPr/>
        </p:nvSpPr>
        <p:spPr>
          <a:xfrm>
            <a:off x="7619909" y="2812547"/>
            <a:ext cx="526728" cy="526728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미니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EE1178A8-DFBA-5B09-AB4D-828177FB136F}"/>
              </a:ext>
            </a:extLst>
          </p:cNvPr>
          <p:cNvSpPr/>
          <p:nvPr/>
        </p:nvSpPr>
        <p:spPr>
          <a:xfrm>
            <a:off x="8413597" y="2812547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음성</a:t>
            </a:r>
          </a:p>
        </p:txBody>
      </p: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D1F4EF08-05D8-581B-F653-1D265E893D1E}"/>
              </a:ext>
            </a:extLst>
          </p:cNvPr>
          <p:cNvGrpSpPr/>
          <p:nvPr/>
        </p:nvGrpSpPr>
        <p:grpSpPr>
          <a:xfrm>
            <a:off x="8547363" y="3149428"/>
            <a:ext cx="263900" cy="137151"/>
            <a:chOff x="-1" y="3923016"/>
            <a:chExt cx="415621" cy="216001"/>
          </a:xfrm>
        </p:grpSpPr>
        <p:sp>
          <p:nvSpPr>
            <p:cNvPr id="44" name="사각형: 둥근 모서리 43">
              <a:extLst>
                <a:ext uri="{FF2B5EF4-FFF2-40B4-BE49-F238E27FC236}">
                  <a16:creationId xmlns:a16="http://schemas.microsoft.com/office/drawing/2014/main" id="{1C933E69-3213-FEDD-C312-CD133BD6B78C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" name="타원 44">
              <a:extLst>
                <a:ext uri="{FF2B5EF4-FFF2-40B4-BE49-F238E27FC236}">
                  <a16:creationId xmlns:a16="http://schemas.microsoft.com/office/drawing/2014/main" id="{F4065732-B7A4-EAFB-D0A7-CAAFDA5630D7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3833DFC5-CE2C-8EF7-8E52-73F50F6B62B0}"/>
              </a:ext>
            </a:extLst>
          </p:cNvPr>
          <p:cNvSpPr/>
          <p:nvPr/>
        </p:nvSpPr>
        <p:spPr>
          <a:xfrm>
            <a:off x="6814233" y="3451296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영상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7285D8E8-01B1-5199-02EC-34E4AD65FFE6}"/>
              </a:ext>
            </a:extLst>
          </p:cNvPr>
          <p:cNvGrpSpPr/>
          <p:nvPr/>
        </p:nvGrpSpPr>
        <p:grpSpPr>
          <a:xfrm>
            <a:off x="6947999" y="3788177"/>
            <a:ext cx="263900" cy="137151"/>
            <a:chOff x="-1" y="3923016"/>
            <a:chExt cx="415621" cy="216001"/>
          </a:xfrm>
        </p:grpSpPr>
        <p:sp>
          <p:nvSpPr>
            <p:cNvPr id="48" name="사각형: 둥근 모서리 47">
              <a:extLst>
                <a:ext uri="{FF2B5EF4-FFF2-40B4-BE49-F238E27FC236}">
                  <a16:creationId xmlns:a16="http://schemas.microsoft.com/office/drawing/2014/main" id="{5ED003D7-B311-E1A2-95BF-1F292F129052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4C84DC61-1C3E-D6C1-41BD-E0E9C7AC27BD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B37FE59B-8B24-08BB-40A6-089C7FE7935B}"/>
              </a:ext>
            </a:extLst>
          </p:cNvPr>
          <p:cNvSpPr/>
          <p:nvPr/>
        </p:nvSpPr>
        <p:spPr>
          <a:xfrm>
            <a:off x="7619908" y="3451296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룰렛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211719E4-4AC6-A034-1538-371A3A9BCBD8}"/>
              </a:ext>
            </a:extLst>
          </p:cNvPr>
          <p:cNvSpPr/>
          <p:nvPr/>
        </p:nvSpPr>
        <p:spPr>
          <a:xfrm>
            <a:off x="7751322" y="3788177"/>
            <a:ext cx="246686" cy="137151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r>
              <a:rPr lang="en-US" altLang="ko-KR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ON</a:t>
            </a:r>
            <a:endParaRPr lang="ko-KR" altLang="en-US" sz="5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5D7176DE-CF48-3CE2-F0EE-0461D9307255}"/>
              </a:ext>
            </a:extLst>
          </p:cNvPr>
          <p:cNvSpPr/>
          <p:nvPr/>
        </p:nvSpPr>
        <p:spPr>
          <a:xfrm>
            <a:off x="7878072" y="3788177"/>
            <a:ext cx="137150" cy="137150"/>
          </a:xfrm>
          <a:prstGeom prst="ellipse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pPr algn="ctr"/>
            <a:endParaRPr lang="ko-KR" altLang="en-US" sz="500" dirty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775813F4-3BEF-C6CD-E9EF-0B4BB17C60C7}"/>
              </a:ext>
            </a:extLst>
          </p:cNvPr>
          <p:cNvSpPr/>
          <p:nvPr/>
        </p:nvSpPr>
        <p:spPr>
          <a:xfrm>
            <a:off x="8413597" y="3451296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퀘스트</a:t>
            </a:r>
          </a:p>
        </p:txBody>
      </p: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B6C75434-508F-42C3-9D8B-0779197928EB}"/>
              </a:ext>
            </a:extLst>
          </p:cNvPr>
          <p:cNvGrpSpPr/>
          <p:nvPr/>
        </p:nvGrpSpPr>
        <p:grpSpPr>
          <a:xfrm>
            <a:off x="8547363" y="3788177"/>
            <a:ext cx="263900" cy="137151"/>
            <a:chOff x="-1" y="3923016"/>
            <a:chExt cx="415621" cy="216001"/>
          </a:xfrm>
        </p:grpSpPr>
        <p:sp>
          <p:nvSpPr>
            <p:cNvPr id="55" name="사각형: 둥근 모서리 54">
              <a:extLst>
                <a:ext uri="{FF2B5EF4-FFF2-40B4-BE49-F238E27FC236}">
                  <a16:creationId xmlns:a16="http://schemas.microsoft.com/office/drawing/2014/main" id="{9F852D85-9548-5112-6468-AB7A5AEB32F8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6" name="타원 55">
              <a:extLst>
                <a:ext uri="{FF2B5EF4-FFF2-40B4-BE49-F238E27FC236}">
                  <a16:creationId xmlns:a16="http://schemas.microsoft.com/office/drawing/2014/main" id="{AF9E178C-C623-E818-ED88-6E9A041F59D3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42CE4D6F-A37E-22C7-DCA5-203BEE8F046D}"/>
              </a:ext>
            </a:extLst>
          </p:cNvPr>
          <p:cNvSpPr/>
          <p:nvPr/>
        </p:nvSpPr>
        <p:spPr>
          <a:xfrm>
            <a:off x="6809984" y="4080597"/>
            <a:ext cx="526728" cy="526728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그림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2CC12191-902B-7D26-B9B2-99F178C8776C}"/>
              </a:ext>
            </a:extLst>
          </p:cNvPr>
          <p:cNvSpPr/>
          <p:nvPr/>
        </p:nvSpPr>
        <p:spPr>
          <a:xfrm>
            <a:off x="7619909" y="4080597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기프트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DBC8CFA7-45DA-624F-5C17-4B2CE103F498}"/>
              </a:ext>
            </a:extLst>
          </p:cNvPr>
          <p:cNvGrpSpPr/>
          <p:nvPr/>
        </p:nvGrpSpPr>
        <p:grpSpPr>
          <a:xfrm>
            <a:off x="7753675" y="4417478"/>
            <a:ext cx="263900" cy="137151"/>
            <a:chOff x="-1" y="3923016"/>
            <a:chExt cx="415621" cy="216001"/>
          </a:xfrm>
        </p:grpSpPr>
        <p:sp>
          <p:nvSpPr>
            <p:cNvPr id="60" name="사각형: 둥근 모서리 59">
              <a:extLst>
                <a:ext uri="{FF2B5EF4-FFF2-40B4-BE49-F238E27FC236}">
                  <a16:creationId xmlns:a16="http://schemas.microsoft.com/office/drawing/2014/main" id="{60F49D3C-06EF-26E8-F6F1-81341BB17A12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" name="타원 60">
              <a:extLst>
                <a:ext uri="{FF2B5EF4-FFF2-40B4-BE49-F238E27FC236}">
                  <a16:creationId xmlns:a16="http://schemas.microsoft.com/office/drawing/2014/main" id="{6AED50B8-3056-C44F-81C6-1693F618B768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132ACFA3-79A7-7840-72EB-CCE062417F11}"/>
              </a:ext>
            </a:extLst>
          </p:cNvPr>
          <p:cNvSpPr/>
          <p:nvPr/>
        </p:nvSpPr>
        <p:spPr>
          <a:xfrm>
            <a:off x="8413597" y="4080597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럭키박스</a:t>
            </a:r>
            <a:endParaRPr lang="ko-KR" altLang="en-US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161A182C-51B7-D07A-7EE4-EF37BD9F53E4}"/>
              </a:ext>
            </a:extLst>
          </p:cNvPr>
          <p:cNvGrpSpPr/>
          <p:nvPr/>
        </p:nvGrpSpPr>
        <p:grpSpPr>
          <a:xfrm>
            <a:off x="8547363" y="4417478"/>
            <a:ext cx="263900" cy="137151"/>
            <a:chOff x="-1" y="3923016"/>
            <a:chExt cx="415621" cy="216001"/>
          </a:xfrm>
        </p:grpSpPr>
        <p:sp>
          <p:nvSpPr>
            <p:cNvPr id="64" name="사각형: 둥근 모서리 63">
              <a:extLst>
                <a:ext uri="{FF2B5EF4-FFF2-40B4-BE49-F238E27FC236}">
                  <a16:creationId xmlns:a16="http://schemas.microsoft.com/office/drawing/2014/main" id="{223E0322-7010-1B62-83E5-4116B104FAF5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5BD5D911-CA9B-1D33-4E7A-BC3E2CDF9AF2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0B4C7A13-3764-F624-6B15-3E0588AB41BE}"/>
              </a:ext>
            </a:extLst>
          </p:cNvPr>
          <p:cNvSpPr/>
          <p:nvPr/>
        </p:nvSpPr>
        <p:spPr>
          <a:xfrm>
            <a:off x="6814233" y="4719346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플레이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802BD004-AC4C-3113-E63C-9659D5F3EC23}"/>
              </a:ext>
            </a:extLst>
          </p:cNvPr>
          <p:cNvGrpSpPr/>
          <p:nvPr/>
        </p:nvGrpSpPr>
        <p:grpSpPr>
          <a:xfrm>
            <a:off x="6947999" y="5056227"/>
            <a:ext cx="263900" cy="137151"/>
            <a:chOff x="-1" y="3923016"/>
            <a:chExt cx="415621" cy="216001"/>
          </a:xfrm>
        </p:grpSpPr>
        <p:sp>
          <p:nvSpPr>
            <p:cNvPr id="68" name="사각형: 둥근 모서리 67">
              <a:extLst>
                <a:ext uri="{FF2B5EF4-FFF2-40B4-BE49-F238E27FC236}">
                  <a16:creationId xmlns:a16="http://schemas.microsoft.com/office/drawing/2014/main" id="{8550F790-356F-3FB5-F7B5-13B62E46D5A6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9" name="타원 68">
              <a:extLst>
                <a:ext uri="{FF2B5EF4-FFF2-40B4-BE49-F238E27FC236}">
                  <a16:creationId xmlns:a16="http://schemas.microsoft.com/office/drawing/2014/main" id="{CC70E215-B20A-4D26-C3A4-A3F1AC681936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2D60B6DB-BB38-3AC4-8AD7-4DDB55D6616B}"/>
              </a:ext>
            </a:extLst>
          </p:cNvPr>
          <p:cNvSpPr/>
          <p:nvPr/>
        </p:nvSpPr>
        <p:spPr>
          <a:xfrm>
            <a:off x="7619908" y="4719346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E1A41009-E13C-DB16-5881-CB23289466B6}"/>
              </a:ext>
            </a:extLst>
          </p:cNvPr>
          <p:cNvSpPr/>
          <p:nvPr/>
        </p:nvSpPr>
        <p:spPr>
          <a:xfrm>
            <a:off x="7751322" y="5056227"/>
            <a:ext cx="246686" cy="137151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r>
              <a:rPr lang="en-US" altLang="ko-KR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ON</a:t>
            </a:r>
            <a:endParaRPr lang="ko-KR" altLang="en-US" sz="5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2" name="타원 71">
            <a:extLst>
              <a:ext uri="{FF2B5EF4-FFF2-40B4-BE49-F238E27FC236}">
                <a16:creationId xmlns:a16="http://schemas.microsoft.com/office/drawing/2014/main" id="{83313D4E-FD0A-A9B9-3685-C29C03C6B7A5}"/>
              </a:ext>
            </a:extLst>
          </p:cNvPr>
          <p:cNvSpPr/>
          <p:nvPr/>
        </p:nvSpPr>
        <p:spPr>
          <a:xfrm>
            <a:off x="7878072" y="5056227"/>
            <a:ext cx="137150" cy="137150"/>
          </a:xfrm>
          <a:prstGeom prst="ellipse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pPr algn="ctr"/>
            <a:endParaRPr lang="ko-KR" altLang="en-US" sz="500" dirty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932943BE-D239-24AB-6866-B569A0298DB2}"/>
              </a:ext>
            </a:extLst>
          </p:cNvPr>
          <p:cNvSpPr/>
          <p:nvPr/>
        </p:nvSpPr>
        <p:spPr>
          <a:xfrm>
            <a:off x="8413597" y="4719346"/>
            <a:ext cx="526728" cy="526728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시그니처</a:t>
            </a:r>
            <a:endParaRPr lang="ko-KR" altLang="en-US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9904FFD5-08DF-7BC4-CD2F-B956EA079F90}"/>
              </a:ext>
            </a:extLst>
          </p:cNvPr>
          <p:cNvGrpSpPr/>
          <p:nvPr/>
        </p:nvGrpSpPr>
        <p:grpSpPr>
          <a:xfrm>
            <a:off x="8547363" y="5056227"/>
            <a:ext cx="263900" cy="137151"/>
            <a:chOff x="-1" y="3923016"/>
            <a:chExt cx="415621" cy="216001"/>
          </a:xfrm>
        </p:grpSpPr>
        <p:sp>
          <p:nvSpPr>
            <p:cNvPr id="75" name="사각형: 둥근 모서리 74">
              <a:extLst>
                <a:ext uri="{FF2B5EF4-FFF2-40B4-BE49-F238E27FC236}">
                  <a16:creationId xmlns:a16="http://schemas.microsoft.com/office/drawing/2014/main" id="{E610B7A6-ECAC-5942-65A8-60BC25BB5BCE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6" name="타원 75">
              <a:extLst>
                <a:ext uri="{FF2B5EF4-FFF2-40B4-BE49-F238E27FC236}">
                  <a16:creationId xmlns:a16="http://schemas.microsoft.com/office/drawing/2014/main" id="{C6BDCB0E-2FB0-A244-341C-47ACB277FE3D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C47F8EF3-40A6-2FEB-D066-93EDB98BFBA5}"/>
              </a:ext>
            </a:extLst>
          </p:cNvPr>
          <p:cNvSpPr/>
          <p:nvPr/>
        </p:nvSpPr>
        <p:spPr>
          <a:xfrm>
            <a:off x="6814233" y="5350544"/>
            <a:ext cx="526728" cy="526728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게임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8" name="사각형: 둥근 모서리 77">
            <a:extLst>
              <a:ext uri="{FF2B5EF4-FFF2-40B4-BE49-F238E27FC236}">
                <a16:creationId xmlns:a16="http://schemas.microsoft.com/office/drawing/2014/main" id="{8CF5CA68-1691-AEEC-9E2C-A98CA4494624}"/>
              </a:ext>
            </a:extLst>
          </p:cNvPr>
          <p:cNvSpPr/>
          <p:nvPr/>
        </p:nvSpPr>
        <p:spPr>
          <a:xfrm>
            <a:off x="7619908" y="5350544"/>
            <a:ext cx="526728" cy="526728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108000" rIns="0" bIns="0" rtlCol="0" anchor="t"/>
          <a:lstStyle/>
          <a:p>
            <a:pPr algn="ctr"/>
            <a:r>
              <a:rPr lang="ko-KR" altLang="en-US" sz="8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크루</a:t>
            </a:r>
            <a:endParaRPr lang="ko-KR" altLang="en-US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178B4584-C7F4-FF9F-7768-95130553AECE}"/>
              </a:ext>
            </a:extLst>
          </p:cNvPr>
          <p:cNvSpPr/>
          <p:nvPr/>
        </p:nvSpPr>
        <p:spPr>
          <a:xfrm>
            <a:off x="6805808" y="1988840"/>
            <a:ext cx="2134508" cy="566335"/>
          </a:xfrm>
          <a:prstGeom prst="roundRect">
            <a:avLst>
              <a:gd name="adj" fmla="val 9294"/>
            </a:avLst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0" rIns="0" bIns="0" rtlCol="0" anchor="ctr" anchorCtr="0"/>
          <a:lstStyle/>
          <a:p>
            <a:pPr>
              <a:lnSpc>
                <a:spcPct val="120000"/>
              </a:lnSpc>
            </a:pPr>
            <a:r>
              <a:rPr lang="ko-KR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   후원 기능 사용 중</a:t>
            </a:r>
            <a:br>
              <a:rPr lang="en-US" altLang="ko-KR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en-US" altLang="ko-KR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   </a:t>
            </a: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</a:rPr>
              <a:t>사용 중인 후원 </a:t>
            </a:r>
            <a:r>
              <a:rPr lang="en-US" altLang="ko-KR" sz="800" dirty="0">
                <a:solidFill>
                  <a:schemeClr val="bg1"/>
                </a:solidFill>
                <a:latin typeface="맑은 고딕" panose="020B0503020000020004" pitchFamily="50" charset="-127"/>
              </a:rPr>
              <a:t>: 10</a:t>
            </a: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</a:rPr>
              <a:t>개</a:t>
            </a:r>
            <a:endParaRPr lang="ko-KR" altLang="en-US" dirty="0">
              <a:solidFill>
                <a:schemeClr val="bg1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F52877EC-8CA0-5288-DCBF-F02E5E32D5ED}"/>
              </a:ext>
            </a:extLst>
          </p:cNvPr>
          <p:cNvCxnSpPr>
            <a:cxnSpLocks/>
          </p:cNvCxnSpPr>
          <p:nvPr/>
        </p:nvCxnSpPr>
        <p:spPr>
          <a:xfrm>
            <a:off x="6814233" y="2674326"/>
            <a:ext cx="2126083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14D59188-0143-4A34-360A-598713A506DB}"/>
              </a:ext>
            </a:extLst>
          </p:cNvPr>
          <p:cNvGrpSpPr/>
          <p:nvPr/>
        </p:nvGrpSpPr>
        <p:grpSpPr>
          <a:xfrm>
            <a:off x="8472264" y="2181995"/>
            <a:ext cx="346390" cy="180024"/>
            <a:chOff x="-1" y="3923016"/>
            <a:chExt cx="415621" cy="216001"/>
          </a:xfrm>
        </p:grpSpPr>
        <p:sp>
          <p:nvSpPr>
            <p:cNvPr id="82" name="사각형: 둥근 모서리 81">
              <a:extLst>
                <a:ext uri="{FF2B5EF4-FFF2-40B4-BE49-F238E27FC236}">
                  <a16:creationId xmlns:a16="http://schemas.microsoft.com/office/drawing/2014/main" id="{221827DC-1F96-4C59-BF20-B68930E3A2B0}"/>
                </a:ext>
              </a:extLst>
            </p:cNvPr>
            <p:cNvSpPr/>
            <p:nvPr/>
          </p:nvSpPr>
          <p:spPr>
            <a:xfrm>
              <a:off x="-1" y="3923016"/>
              <a:ext cx="388510" cy="21600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8000" tIns="0" rIns="0" bIns="0" rtlCol="0" anchor="ctr"/>
            <a:lstStyle/>
            <a:p>
              <a:r>
                <a:rPr lang="en-US" altLang="ko-KR" sz="6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3" name="타원 82">
              <a:extLst>
                <a:ext uri="{FF2B5EF4-FFF2-40B4-BE49-F238E27FC236}">
                  <a16:creationId xmlns:a16="http://schemas.microsoft.com/office/drawing/2014/main" id="{DFDF1E6B-E4B5-D819-2F2F-DF2ACF6013B6}"/>
                </a:ext>
              </a:extLst>
            </p:cNvPr>
            <p:cNvSpPr/>
            <p:nvPr/>
          </p:nvSpPr>
          <p:spPr>
            <a:xfrm>
              <a:off x="199620" y="3923017"/>
              <a:ext cx="216000" cy="21600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4" name="그룹 83">
            <a:extLst>
              <a:ext uri="{FF2B5EF4-FFF2-40B4-BE49-F238E27FC236}">
                <a16:creationId xmlns:a16="http://schemas.microsoft.com/office/drawing/2014/main" id="{8457ED7F-570D-7085-1C9B-405AF1F0F3C7}"/>
              </a:ext>
            </a:extLst>
          </p:cNvPr>
          <p:cNvGrpSpPr/>
          <p:nvPr/>
        </p:nvGrpSpPr>
        <p:grpSpPr>
          <a:xfrm>
            <a:off x="6935161" y="4415847"/>
            <a:ext cx="271197" cy="137151"/>
            <a:chOff x="2942105" y="4256955"/>
            <a:chExt cx="271197" cy="137151"/>
          </a:xfrm>
        </p:grpSpPr>
        <p:sp>
          <p:nvSpPr>
            <p:cNvPr id="85" name="사각형: 둥근 모서리 84">
              <a:extLst>
                <a:ext uri="{FF2B5EF4-FFF2-40B4-BE49-F238E27FC236}">
                  <a16:creationId xmlns:a16="http://schemas.microsoft.com/office/drawing/2014/main" id="{E2D3CBFE-F917-B6F3-0281-4C1E9661BAF1}"/>
                </a:ext>
              </a:extLst>
            </p:cNvPr>
            <p:cNvSpPr/>
            <p:nvPr/>
          </p:nvSpPr>
          <p:spPr>
            <a:xfrm>
              <a:off x="2966617" y="4256955"/>
              <a:ext cx="246685" cy="13715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65000"/>
                <a:lumOff val="3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r"/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OFF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6" name="타원 85">
              <a:extLst>
                <a:ext uri="{FF2B5EF4-FFF2-40B4-BE49-F238E27FC236}">
                  <a16:creationId xmlns:a16="http://schemas.microsoft.com/office/drawing/2014/main" id="{B765544A-8C38-DD28-7A09-BD9CA701FACD}"/>
                </a:ext>
              </a:extLst>
            </p:cNvPr>
            <p:cNvSpPr/>
            <p:nvPr/>
          </p:nvSpPr>
          <p:spPr>
            <a:xfrm>
              <a:off x="2942105" y="4256956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FEB571B0-2B54-D32B-BCF9-72E5CD0CA635}"/>
              </a:ext>
            </a:extLst>
          </p:cNvPr>
          <p:cNvGrpSpPr/>
          <p:nvPr/>
        </p:nvGrpSpPr>
        <p:grpSpPr>
          <a:xfrm>
            <a:off x="7747673" y="3146066"/>
            <a:ext cx="271197" cy="137151"/>
            <a:chOff x="2942105" y="4256955"/>
            <a:chExt cx="271197" cy="137151"/>
          </a:xfrm>
        </p:grpSpPr>
        <p:sp>
          <p:nvSpPr>
            <p:cNvPr id="88" name="사각형: 둥근 모서리 87">
              <a:extLst>
                <a:ext uri="{FF2B5EF4-FFF2-40B4-BE49-F238E27FC236}">
                  <a16:creationId xmlns:a16="http://schemas.microsoft.com/office/drawing/2014/main" id="{1DCED815-B011-9B99-1783-C5009277C98E}"/>
                </a:ext>
              </a:extLst>
            </p:cNvPr>
            <p:cNvSpPr/>
            <p:nvPr/>
          </p:nvSpPr>
          <p:spPr>
            <a:xfrm>
              <a:off x="2966617" y="4256955"/>
              <a:ext cx="246685" cy="13715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65000"/>
                <a:lumOff val="3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r"/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OFF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9" name="타원 88">
              <a:extLst>
                <a:ext uri="{FF2B5EF4-FFF2-40B4-BE49-F238E27FC236}">
                  <a16:creationId xmlns:a16="http://schemas.microsoft.com/office/drawing/2014/main" id="{A07BB852-C4A0-C58E-4EC0-877404AA6A0F}"/>
                </a:ext>
              </a:extLst>
            </p:cNvPr>
            <p:cNvSpPr/>
            <p:nvPr/>
          </p:nvSpPr>
          <p:spPr>
            <a:xfrm>
              <a:off x="2942105" y="4256956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946A718D-BBDF-BB34-0733-A03BD1E8E52E}"/>
              </a:ext>
            </a:extLst>
          </p:cNvPr>
          <p:cNvGrpSpPr/>
          <p:nvPr/>
        </p:nvGrpSpPr>
        <p:grpSpPr>
          <a:xfrm>
            <a:off x="7747673" y="5684479"/>
            <a:ext cx="271197" cy="137151"/>
            <a:chOff x="2942105" y="4256955"/>
            <a:chExt cx="271197" cy="137151"/>
          </a:xfrm>
        </p:grpSpPr>
        <p:sp>
          <p:nvSpPr>
            <p:cNvPr id="91" name="사각형: 둥근 모서리 90">
              <a:extLst>
                <a:ext uri="{FF2B5EF4-FFF2-40B4-BE49-F238E27FC236}">
                  <a16:creationId xmlns:a16="http://schemas.microsoft.com/office/drawing/2014/main" id="{FB2173AF-4FE2-E2EE-403C-1CFEE6794CA9}"/>
                </a:ext>
              </a:extLst>
            </p:cNvPr>
            <p:cNvSpPr/>
            <p:nvPr/>
          </p:nvSpPr>
          <p:spPr>
            <a:xfrm>
              <a:off x="2966617" y="4256955"/>
              <a:ext cx="246685" cy="13715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65000"/>
                <a:lumOff val="3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r"/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OFF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7B33CA95-DA7F-2E32-79C3-0EC71AF1930C}"/>
                </a:ext>
              </a:extLst>
            </p:cNvPr>
            <p:cNvSpPr/>
            <p:nvPr/>
          </p:nvSpPr>
          <p:spPr>
            <a:xfrm>
              <a:off x="2942105" y="4256956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611A2F5B-77F2-6862-B12B-4D48CF533082}"/>
              </a:ext>
            </a:extLst>
          </p:cNvPr>
          <p:cNvGrpSpPr/>
          <p:nvPr/>
        </p:nvGrpSpPr>
        <p:grpSpPr>
          <a:xfrm>
            <a:off x="6948723" y="5684479"/>
            <a:ext cx="271197" cy="137151"/>
            <a:chOff x="2942105" y="4256955"/>
            <a:chExt cx="271197" cy="137151"/>
          </a:xfrm>
        </p:grpSpPr>
        <p:sp>
          <p:nvSpPr>
            <p:cNvPr id="94" name="사각형: 둥근 모서리 93">
              <a:extLst>
                <a:ext uri="{FF2B5EF4-FFF2-40B4-BE49-F238E27FC236}">
                  <a16:creationId xmlns:a16="http://schemas.microsoft.com/office/drawing/2014/main" id="{6CE25C3E-FABC-64F0-BC03-7FB4AE754623}"/>
                </a:ext>
              </a:extLst>
            </p:cNvPr>
            <p:cNvSpPr/>
            <p:nvPr/>
          </p:nvSpPr>
          <p:spPr>
            <a:xfrm>
              <a:off x="2966617" y="4256955"/>
              <a:ext cx="246685" cy="13715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65000"/>
                <a:lumOff val="3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r"/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OFF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5" name="타원 94">
              <a:extLst>
                <a:ext uri="{FF2B5EF4-FFF2-40B4-BE49-F238E27FC236}">
                  <a16:creationId xmlns:a16="http://schemas.microsoft.com/office/drawing/2014/main" id="{36B098D1-7601-5A8B-3894-563349869F67}"/>
                </a:ext>
              </a:extLst>
            </p:cNvPr>
            <p:cNvSpPr/>
            <p:nvPr/>
          </p:nvSpPr>
          <p:spPr>
            <a:xfrm>
              <a:off x="2942105" y="4256956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60" name="사각형: 둥근 모서리 159">
            <a:extLst>
              <a:ext uri="{FF2B5EF4-FFF2-40B4-BE49-F238E27FC236}">
                <a16:creationId xmlns:a16="http://schemas.microsoft.com/office/drawing/2014/main" id="{0C5241AB-7E48-8781-188F-5FDD2E5EAADE}"/>
              </a:ext>
            </a:extLst>
          </p:cNvPr>
          <p:cNvSpPr/>
          <p:nvPr/>
        </p:nvSpPr>
        <p:spPr>
          <a:xfrm>
            <a:off x="2368538" y="1520788"/>
            <a:ext cx="255051" cy="220481"/>
          </a:xfrm>
          <a:prstGeom prst="roundRect">
            <a:avLst>
              <a:gd name="adj" fmla="val 20774"/>
            </a:avLst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23</a:t>
            </a:r>
            <a:endParaRPr lang="ko-KR" altLang="en-US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209" name="그림 208">
            <a:extLst>
              <a:ext uri="{FF2B5EF4-FFF2-40B4-BE49-F238E27FC236}">
                <a16:creationId xmlns:a16="http://schemas.microsoft.com/office/drawing/2014/main" id="{67824589-5E1A-D1E8-5B66-DBEFE4D0DAA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b="35737"/>
          <a:stretch>
            <a:fillRect/>
          </a:stretch>
        </p:blipFill>
        <p:spPr>
          <a:xfrm>
            <a:off x="617089" y="1871037"/>
            <a:ext cx="2424274" cy="43054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59721204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3640331A-D8C0-3AAA-9D28-A3E2BA1F8C6E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리모컨 위젯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735238A6-4947-FDE8-101A-9DAA28BB2E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모바일 웹 리모컨</a:t>
            </a:r>
            <a:r>
              <a:rPr lang="en-US" altLang="ko-KR" dirty="0"/>
              <a:t> &gt; </a:t>
            </a:r>
            <a:r>
              <a:rPr lang="ko-KR" altLang="en-US" dirty="0"/>
              <a:t>기능 버튼 </a:t>
            </a:r>
            <a:r>
              <a:rPr lang="en-US" altLang="ko-KR" dirty="0"/>
              <a:t>&gt; </a:t>
            </a:r>
            <a:r>
              <a:rPr lang="ko-KR" altLang="en-US" dirty="0"/>
              <a:t>리모컨 위젯</a:t>
            </a:r>
          </a:p>
        </p:txBody>
      </p:sp>
      <p:sp>
        <p:nvSpPr>
          <p:cNvPr id="14" name="Google Shape;1197;p27">
            <a:extLst>
              <a:ext uri="{FF2B5EF4-FFF2-40B4-BE49-F238E27FC236}">
                <a16:creationId xmlns:a16="http://schemas.microsoft.com/office/drawing/2014/main" id="{B0A79DC3-D6F0-2C6B-91D7-CD0649888C37}"/>
              </a:ext>
            </a:extLst>
          </p:cNvPr>
          <p:cNvSpPr/>
          <p:nvPr/>
        </p:nvSpPr>
        <p:spPr>
          <a:xfrm>
            <a:off x="512116" y="1232755"/>
            <a:ext cx="2566556" cy="5292589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" name="Google Shape;1197;p27">
            <a:extLst>
              <a:ext uri="{FF2B5EF4-FFF2-40B4-BE49-F238E27FC236}">
                <a16:creationId xmlns:a16="http://schemas.microsoft.com/office/drawing/2014/main" id="{A25EB45E-60E1-690E-AC34-6FF41F1BFD9C}"/>
              </a:ext>
            </a:extLst>
          </p:cNvPr>
          <p:cNvSpPr/>
          <p:nvPr/>
        </p:nvSpPr>
        <p:spPr>
          <a:xfrm>
            <a:off x="3542783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endParaRPr kumimoji="0" sz="856" b="1" kern="0" dirty="0">
              <a:solidFill>
                <a:prstClr val="white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" name="Google Shape;1197;p27">
            <a:extLst>
              <a:ext uri="{FF2B5EF4-FFF2-40B4-BE49-F238E27FC236}">
                <a16:creationId xmlns:a16="http://schemas.microsoft.com/office/drawing/2014/main" id="{C58A317D-50D8-6DEA-E188-F76908EC77AB}"/>
              </a:ext>
            </a:extLst>
          </p:cNvPr>
          <p:cNvSpPr/>
          <p:nvPr/>
        </p:nvSpPr>
        <p:spPr>
          <a:xfrm>
            <a:off x="6589784" y="1232756"/>
            <a:ext cx="2566556" cy="5004561"/>
          </a:xfrm>
          <a:prstGeom prst="roundRect">
            <a:avLst>
              <a:gd name="adj" fmla="val 3549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" name="Google Shape;1198;p27">
            <a:extLst>
              <a:ext uri="{FF2B5EF4-FFF2-40B4-BE49-F238E27FC236}">
                <a16:creationId xmlns:a16="http://schemas.microsoft.com/office/drawing/2014/main" id="{8EA63BC3-B85E-F3D3-0411-FC1B0980B296}"/>
              </a:ext>
            </a:extLst>
          </p:cNvPr>
          <p:cNvSpPr/>
          <p:nvPr/>
        </p:nvSpPr>
        <p:spPr>
          <a:xfrm>
            <a:off x="567170" y="1437444"/>
            <a:ext cx="2470586" cy="5035783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r>
              <a:rPr lang="ko-KR" altLang="en-US" sz="1200" b="1" dirty="0">
                <a:solidFill>
                  <a:srgbClr val="262626"/>
                </a:solidFill>
                <a:latin typeface="+mn-ea"/>
                <a:ea typeface="+mn-ea"/>
                <a:cs typeface="Calibri"/>
                <a:sym typeface="Calibri"/>
              </a:rPr>
              <a:t>후원 알림</a:t>
            </a:r>
            <a:endParaRPr sz="1200" b="1" dirty="0">
              <a:solidFill>
                <a:srgbClr val="262626"/>
              </a:solidFill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B6263DF-6E1D-1F0A-45E7-066AE01A7ED2}"/>
              </a:ext>
            </a:extLst>
          </p:cNvPr>
          <p:cNvSpPr txBox="1"/>
          <p:nvPr/>
        </p:nvSpPr>
        <p:spPr>
          <a:xfrm>
            <a:off x="2709162" y="1499370"/>
            <a:ext cx="325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100" dirty="0">
                <a:sym typeface="Webdings" panose="05030102010509060703" pitchFamily="18" charset="2"/>
              </a:rPr>
              <a:t></a:t>
            </a:r>
            <a:endParaRPr lang="ko-KR" altLang="en-US" sz="1100" dirty="0"/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B9A74E5C-98EB-605F-6AFD-4E03247B3CD5}"/>
              </a:ext>
            </a:extLst>
          </p:cNvPr>
          <p:cNvCxnSpPr>
            <a:cxnSpLocks/>
          </p:cNvCxnSpPr>
          <p:nvPr/>
        </p:nvCxnSpPr>
        <p:spPr>
          <a:xfrm>
            <a:off x="3011649" y="1873978"/>
            <a:ext cx="0" cy="2488471"/>
          </a:xfrm>
          <a:prstGeom prst="line">
            <a:avLst/>
          </a:prstGeom>
          <a:ln w="285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3F160DB7-3977-CBCD-14AA-8CE225667DA3}"/>
              </a:ext>
            </a:extLst>
          </p:cNvPr>
          <p:cNvCxnSpPr/>
          <p:nvPr/>
        </p:nvCxnSpPr>
        <p:spPr>
          <a:xfrm>
            <a:off x="612686" y="1816008"/>
            <a:ext cx="242220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Google Shape;1198;p27">
            <a:extLst>
              <a:ext uri="{FF2B5EF4-FFF2-40B4-BE49-F238E27FC236}">
                <a16:creationId xmlns:a16="http://schemas.microsoft.com/office/drawing/2014/main" id="{F79E9E00-3CAF-D3D1-E250-E6066772B7EE}"/>
              </a:ext>
            </a:extLst>
          </p:cNvPr>
          <p:cNvSpPr/>
          <p:nvPr/>
        </p:nvSpPr>
        <p:spPr>
          <a:xfrm>
            <a:off x="3584059" y="1437445"/>
            <a:ext cx="2470586" cy="4739032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/>
            <a:r>
              <a:rPr lang="ko-KR" altLang="en-US" sz="12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영상 후원 제어</a:t>
            </a:r>
          </a:p>
        </p:txBody>
      </p:sp>
      <p:sp>
        <p:nvSpPr>
          <p:cNvPr id="25" name="Google Shape;1198;p27">
            <a:extLst>
              <a:ext uri="{FF2B5EF4-FFF2-40B4-BE49-F238E27FC236}">
                <a16:creationId xmlns:a16="http://schemas.microsoft.com/office/drawing/2014/main" id="{5ADA3F43-962C-5CA7-34EF-315A73739F98}"/>
              </a:ext>
            </a:extLst>
          </p:cNvPr>
          <p:cNvSpPr/>
          <p:nvPr/>
        </p:nvSpPr>
        <p:spPr>
          <a:xfrm>
            <a:off x="6638800" y="1437445"/>
            <a:ext cx="2470586" cy="4739032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r>
              <a:rPr lang="ko-KR" altLang="en-US" sz="1200" b="1" dirty="0">
                <a:solidFill>
                  <a:srgbClr val="262626"/>
                </a:solidFill>
                <a:latin typeface="+mn-ea"/>
                <a:ea typeface="+mn-ea"/>
                <a:cs typeface="Calibri"/>
                <a:sym typeface="Calibri"/>
              </a:rPr>
              <a:t>뽑기 잔여 수량</a:t>
            </a:r>
            <a:endParaRPr sz="1200" b="1" dirty="0">
              <a:solidFill>
                <a:srgbClr val="262626"/>
              </a:solidFill>
              <a:latin typeface="+mn-ea"/>
              <a:ea typeface="+mn-ea"/>
              <a:cs typeface="Calibri"/>
              <a:sym typeface="Calibri"/>
            </a:endParaRPr>
          </a:p>
        </p:txBody>
      </p:sp>
      <p:cxnSp>
        <p:nvCxnSpPr>
          <p:cNvPr id="26" name="직선 연결선 25">
            <a:extLst>
              <a:ext uri="{FF2B5EF4-FFF2-40B4-BE49-F238E27FC236}">
                <a16:creationId xmlns:a16="http://schemas.microsoft.com/office/drawing/2014/main" id="{2027AF68-5C46-5858-4F9B-E3A9099EDE50}"/>
              </a:ext>
            </a:extLst>
          </p:cNvPr>
          <p:cNvCxnSpPr>
            <a:cxnSpLocks/>
          </p:cNvCxnSpPr>
          <p:nvPr/>
        </p:nvCxnSpPr>
        <p:spPr>
          <a:xfrm>
            <a:off x="3633088" y="1833298"/>
            <a:ext cx="2397519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411E5C8A-9270-B56C-93F9-9AAC3CBEB52E}"/>
              </a:ext>
            </a:extLst>
          </p:cNvPr>
          <p:cNvCxnSpPr>
            <a:cxnSpLocks/>
          </p:cNvCxnSpPr>
          <p:nvPr/>
        </p:nvCxnSpPr>
        <p:spPr>
          <a:xfrm>
            <a:off x="6678339" y="1833298"/>
            <a:ext cx="2397519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2B8F9E92-4326-DAB8-8C79-CEE88B99B5CD}"/>
              </a:ext>
            </a:extLst>
          </p:cNvPr>
          <p:cNvSpPr txBox="1"/>
          <p:nvPr/>
        </p:nvSpPr>
        <p:spPr>
          <a:xfrm>
            <a:off x="5745747" y="1499370"/>
            <a:ext cx="325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100" dirty="0">
                <a:sym typeface="Webdings" panose="05030102010509060703" pitchFamily="18" charset="2"/>
              </a:rPr>
              <a:t></a:t>
            </a:r>
            <a:endParaRPr lang="ko-KR" altLang="en-US" sz="1100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D4D198EB-35EB-C2F0-C3B8-458ABC591655}"/>
              </a:ext>
            </a:extLst>
          </p:cNvPr>
          <p:cNvSpPr txBox="1"/>
          <p:nvPr/>
        </p:nvSpPr>
        <p:spPr>
          <a:xfrm>
            <a:off x="8774131" y="1499370"/>
            <a:ext cx="325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100" dirty="0">
                <a:sym typeface="Webdings" panose="05030102010509060703" pitchFamily="18" charset="2"/>
              </a:rPr>
              <a:t></a:t>
            </a:r>
            <a:endParaRPr lang="ko-KR" altLang="en-US" sz="1100" dirty="0"/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2C4101F7-850B-3121-8367-48E5593BDF60}"/>
              </a:ext>
            </a:extLst>
          </p:cNvPr>
          <p:cNvSpPr txBox="1"/>
          <p:nvPr/>
        </p:nvSpPr>
        <p:spPr>
          <a:xfrm>
            <a:off x="690871" y="5667499"/>
            <a:ext cx="96256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 </a:t>
            </a:r>
            <a:r>
              <a:rPr lang="ko-KR" altLang="en-US" sz="800" b="1" dirty="0" err="1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투네</a:t>
            </a:r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 </a:t>
            </a:r>
            <a:r>
              <a:rPr lang="ko-KR" altLang="en-US" sz="800" b="1" dirty="0" err="1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애드</a:t>
            </a:r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 알림</a:t>
            </a:r>
            <a:endParaRPr lang="en-US" altLang="ko-KR" sz="800" b="1" dirty="0">
              <a:solidFill>
                <a:schemeClr val="tx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6" name="사각형: 둥근 모서리 145">
            <a:extLst>
              <a:ext uri="{FF2B5EF4-FFF2-40B4-BE49-F238E27FC236}">
                <a16:creationId xmlns:a16="http://schemas.microsoft.com/office/drawing/2014/main" id="{2ACBFC29-DCF5-7ED3-4374-EC22746AA096}"/>
              </a:ext>
            </a:extLst>
          </p:cNvPr>
          <p:cNvSpPr/>
          <p:nvPr/>
        </p:nvSpPr>
        <p:spPr>
          <a:xfrm>
            <a:off x="789640" y="5882943"/>
            <a:ext cx="526728" cy="526729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t"/>
          <a:lstStyle/>
          <a:p>
            <a:pPr algn="ctr">
              <a:lnSpc>
                <a:spcPct val="150000"/>
              </a:lnSpc>
            </a:pPr>
            <a:r>
              <a:rPr lang="ko-KR" altLang="en-US" sz="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투네</a:t>
            </a:r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애드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47" name="그룹 146">
            <a:extLst>
              <a:ext uri="{FF2B5EF4-FFF2-40B4-BE49-F238E27FC236}">
                <a16:creationId xmlns:a16="http://schemas.microsoft.com/office/drawing/2014/main" id="{71C409C8-1282-0702-8C76-33C48BD369D4}"/>
              </a:ext>
            </a:extLst>
          </p:cNvPr>
          <p:cNvGrpSpPr/>
          <p:nvPr/>
        </p:nvGrpSpPr>
        <p:grpSpPr>
          <a:xfrm>
            <a:off x="918558" y="6221486"/>
            <a:ext cx="263900" cy="137151"/>
            <a:chOff x="5076600" y="4222384"/>
            <a:chExt cx="263900" cy="137151"/>
          </a:xfrm>
        </p:grpSpPr>
        <p:sp>
          <p:nvSpPr>
            <p:cNvPr id="148" name="사각형: 둥근 모서리 147">
              <a:extLst>
                <a:ext uri="{FF2B5EF4-FFF2-40B4-BE49-F238E27FC236}">
                  <a16:creationId xmlns:a16="http://schemas.microsoft.com/office/drawing/2014/main" id="{E2E5DE37-C472-6056-DF5A-1F4C25FC2583}"/>
                </a:ext>
              </a:extLst>
            </p:cNvPr>
            <p:cNvSpPr/>
            <p:nvPr/>
          </p:nvSpPr>
          <p:spPr>
            <a:xfrm>
              <a:off x="5076600" y="4222384"/>
              <a:ext cx="246686" cy="13715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9" name="타원 148">
              <a:extLst>
                <a:ext uri="{FF2B5EF4-FFF2-40B4-BE49-F238E27FC236}">
                  <a16:creationId xmlns:a16="http://schemas.microsoft.com/office/drawing/2014/main" id="{1D2FEE1A-E43B-6B1D-3954-61AE86D1FBD4}"/>
                </a:ext>
              </a:extLst>
            </p:cNvPr>
            <p:cNvSpPr/>
            <p:nvPr/>
          </p:nvSpPr>
          <p:spPr>
            <a:xfrm>
              <a:off x="5203350" y="4222385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50" name="TextBox 149">
            <a:extLst>
              <a:ext uri="{FF2B5EF4-FFF2-40B4-BE49-F238E27FC236}">
                <a16:creationId xmlns:a16="http://schemas.microsoft.com/office/drawing/2014/main" id="{E73FDED9-1315-793E-6D43-8EB08B3337BE}"/>
              </a:ext>
            </a:extLst>
          </p:cNvPr>
          <p:cNvSpPr txBox="1"/>
          <p:nvPr/>
        </p:nvSpPr>
        <p:spPr>
          <a:xfrm>
            <a:off x="691448" y="2674042"/>
            <a:ext cx="96256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 </a:t>
            </a:r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유튜브 알림</a:t>
            </a:r>
            <a:endParaRPr lang="en-US" altLang="ko-KR" sz="800" b="1" dirty="0">
              <a:solidFill>
                <a:schemeClr val="tx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99EA5602-C8E5-9BF1-E637-B01EFCAEDF27}"/>
              </a:ext>
            </a:extLst>
          </p:cNvPr>
          <p:cNvGrpSpPr/>
          <p:nvPr/>
        </p:nvGrpSpPr>
        <p:grpSpPr>
          <a:xfrm>
            <a:off x="800643" y="2883206"/>
            <a:ext cx="1158101" cy="526729"/>
            <a:chOff x="2664871" y="3229852"/>
            <a:chExt cx="1158101" cy="526729"/>
          </a:xfrm>
        </p:grpSpPr>
        <p:sp>
          <p:nvSpPr>
            <p:cNvPr id="152" name="사각형: 둥근 모서리 151">
              <a:extLst>
                <a:ext uri="{FF2B5EF4-FFF2-40B4-BE49-F238E27FC236}">
                  <a16:creationId xmlns:a16="http://schemas.microsoft.com/office/drawing/2014/main" id="{23EE434E-0DEA-3C8C-FC27-550BCA574B56}"/>
                </a:ext>
              </a:extLst>
            </p:cNvPr>
            <p:cNvSpPr/>
            <p:nvPr/>
          </p:nvSpPr>
          <p:spPr>
            <a:xfrm>
              <a:off x="2664871" y="3229852"/>
              <a:ext cx="526728" cy="526729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>
                <a:lnSpc>
                  <a:spcPct val="150000"/>
                </a:lnSpc>
              </a:pPr>
              <a:r>
                <a:rPr lang="ko-KR" altLang="en-US" sz="800" b="1" dirty="0" err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슈퍼쳇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53" name="그룹 152">
              <a:extLst>
                <a:ext uri="{FF2B5EF4-FFF2-40B4-BE49-F238E27FC236}">
                  <a16:creationId xmlns:a16="http://schemas.microsoft.com/office/drawing/2014/main" id="{6E4AE1AE-932D-63A6-FEF0-54D93F68F95E}"/>
                </a:ext>
              </a:extLst>
            </p:cNvPr>
            <p:cNvGrpSpPr/>
            <p:nvPr/>
          </p:nvGrpSpPr>
          <p:grpSpPr>
            <a:xfrm>
              <a:off x="2796284" y="3566733"/>
              <a:ext cx="263900" cy="137151"/>
              <a:chOff x="-1" y="3923016"/>
              <a:chExt cx="415621" cy="216001"/>
            </a:xfrm>
          </p:grpSpPr>
          <p:sp>
            <p:nvSpPr>
              <p:cNvPr id="158" name="사각형: 둥근 모서리 157">
                <a:extLst>
                  <a:ext uri="{FF2B5EF4-FFF2-40B4-BE49-F238E27FC236}">
                    <a16:creationId xmlns:a16="http://schemas.microsoft.com/office/drawing/2014/main" id="{58C42F20-A29A-0714-B4DF-A96B5F760E75}"/>
                  </a:ext>
                </a:extLst>
              </p:cNvPr>
              <p:cNvSpPr/>
              <p:nvPr/>
            </p:nvSpPr>
            <p:spPr>
              <a:xfrm>
                <a:off x="-1" y="3923016"/>
                <a:ext cx="388510" cy="21600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59" name="타원 158">
                <a:extLst>
                  <a:ext uri="{FF2B5EF4-FFF2-40B4-BE49-F238E27FC236}">
                    <a16:creationId xmlns:a16="http://schemas.microsoft.com/office/drawing/2014/main" id="{3220B81B-F9AF-1CE0-8C39-1B5EF38D23A0}"/>
                  </a:ext>
                </a:extLst>
              </p:cNvPr>
              <p:cNvSpPr/>
              <p:nvPr/>
            </p:nvSpPr>
            <p:spPr>
              <a:xfrm>
                <a:off x="199620" y="3923017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54" name="사각형: 둥근 모서리 153">
              <a:extLst>
                <a:ext uri="{FF2B5EF4-FFF2-40B4-BE49-F238E27FC236}">
                  <a16:creationId xmlns:a16="http://schemas.microsoft.com/office/drawing/2014/main" id="{64AC643C-A113-02DA-FB89-FF26F87E66ED}"/>
                </a:ext>
              </a:extLst>
            </p:cNvPr>
            <p:cNvSpPr/>
            <p:nvPr/>
          </p:nvSpPr>
          <p:spPr>
            <a:xfrm>
              <a:off x="3296244" y="3229852"/>
              <a:ext cx="526728" cy="526729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멤버십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55" name="그룹 154">
              <a:extLst>
                <a:ext uri="{FF2B5EF4-FFF2-40B4-BE49-F238E27FC236}">
                  <a16:creationId xmlns:a16="http://schemas.microsoft.com/office/drawing/2014/main" id="{259DAE28-A246-F4D2-1C0E-E7F4A4D894C0}"/>
                </a:ext>
              </a:extLst>
            </p:cNvPr>
            <p:cNvGrpSpPr/>
            <p:nvPr/>
          </p:nvGrpSpPr>
          <p:grpSpPr>
            <a:xfrm>
              <a:off x="3430010" y="3566733"/>
              <a:ext cx="263900" cy="137151"/>
              <a:chOff x="-1" y="3923016"/>
              <a:chExt cx="415621" cy="216001"/>
            </a:xfrm>
          </p:grpSpPr>
          <p:sp>
            <p:nvSpPr>
              <p:cNvPr id="156" name="사각형: 둥근 모서리 155">
                <a:extLst>
                  <a:ext uri="{FF2B5EF4-FFF2-40B4-BE49-F238E27FC236}">
                    <a16:creationId xmlns:a16="http://schemas.microsoft.com/office/drawing/2014/main" id="{6A304C6B-5D11-55AF-0743-045D646948C1}"/>
                  </a:ext>
                </a:extLst>
              </p:cNvPr>
              <p:cNvSpPr/>
              <p:nvPr/>
            </p:nvSpPr>
            <p:spPr>
              <a:xfrm>
                <a:off x="-1" y="3923016"/>
                <a:ext cx="388510" cy="21600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57" name="타원 156">
                <a:extLst>
                  <a:ext uri="{FF2B5EF4-FFF2-40B4-BE49-F238E27FC236}">
                    <a16:creationId xmlns:a16="http://schemas.microsoft.com/office/drawing/2014/main" id="{DFF314A3-202D-6408-56DF-81CA9C218C44}"/>
                  </a:ext>
                </a:extLst>
              </p:cNvPr>
              <p:cNvSpPr/>
              <p:nvPr/>
            </p:nvSpPr>
            <p:spPr>
              <a:xfrm>
                <a:off x="199620" y="3923017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160" name="TextBox 159">
            <a:extLst>
              <a:ext uri="{FF2B5EF4-FFF2-40B4-BE49-F238E27FC236}">
                <a16:creationId xmlns:a16="http://schemas.microsoft.com/office/drawing/2014/main" id="{E6F3634A-748C-A9BA-3204-9FF4D8840C3D}"/>
              </a:ext>
            </a:extLst>
          </p:cNvPr>
          <p:cNvSpPr txBox="1"/>
          <p:nvPr/>
        </p:nvSpPr>
        <p:spPr>
          <a:xfrm>
            <a:off x="691448" y="3465922"/>
            <a:ext cx="96256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 </a:t>
            </a:r>
            <a:r>
              <a:rPr lang="ko-KR" altLang="en-US" sz="800" b="1" dirty="0" err="1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치지직</a:t>
            </a:r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 알림</a:t>
            </a:r>
            <a:endParaRPr lang="en-US" altLang="ko-KR" sz="800" b="1" dirty="0">
              <a:solidFill>
                <a:schemeClr val="tx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1" name="그룹 160">
            <a:extLst>
              <a:ext uri="{FF2B5EF4-FFF2-40B4-BE49-F238E27FC236}">
                <a16:creationId xmlns:a16="http://schemas.microsoft.com/office/drawing/2014/main" id="{59621844-593F-F512-E1AB-759F705E5125}"/>
              </a:ext>
            </a:extLst>
          </p:cNvPr>
          <p:cNvGrpSpPr/>
          <p:nvPr/>
        </p:nvGrpSpPr>
        <p:grpSpPr>
          <a:xfrm>
            <a:off x="805842" y="3676346"/>
            <a:ext cx="526728" cy="526728"/>
            <a:chOff x="4828545" y="3236135"/>
            <a:chExt cx="526728" cy="526728"/>
          </a:xfrm>
        </p:grpSpPr>
        <p:sp>
          <p:nvSpPr>
            <p:cNvPr id="162" name="사각형: 둥근 모서리 161">
              <a:extLst>
                <a:ext uri="{FF2B5EF4-FFF2-40B4-BE49-F238E27FC236}">
                  <a16:creationId xmlns:a16="http://schemas.microsoft.com/office/drawing/2014/main" id="{F326C396-7BC9-2DDD-CE81-674A6718304A}"/>
                </a:ext>
              </a:extLst>
            </p:cNvPr>
            <p:cNvSpPr/>
            <p:nvPr/>
          </p:nvSpPr>
          <p:spPr>
            <a:xfrm>
              <a:off x="4828545" y="3236135"/>
              <a:ext cx="526728" cy="526728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치즈 후원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63" name="그룹 162">
              <a:extLst>
                <a:ext uri="{FF2B5EF4-FFF2-40B4-BE49-F238E27FC236}">
                  <a16:creationId xmlns:a16="http://schemas.microsoft.com/office/drawing/2014/main" id="{FEB12B85-89DE-F2B9-6749-C46E68CFF914}"/>
                </a:ext>
              </a:extLst>
            </p:cNvPr>
            <p:cNvGrpSpPr/>
            <p:nvPr/>
          </p:nvGrpSpPr>
          <p:grpSpPr>
            <a:xfrm>
              <a:off x="4962311" y="3573016"/>
              <a:ext cx="263900" cy="137151"/>
              <a:chOff x="-1" y="3923016"/>
              <a:chExt cx="415621" cy="216001"/>
            </a:xfrm>
          </p:grpSpPr>
          <p:sp>
            <p:nvSpPr>
              <p:cNvPr id="164" name="사각형: 둥근 모서리 163">
                <a:extLst>
                  <a:ext uri="{FF2B5EF4-FFF2-40B4-BE49-F238E27FC236}">
                    <a16:creationId xmlns:a16="http://schemas.microsoft.com/office/drawing/2014/main" id="{EF289E19-6057-9E02-F01B-8647BAF38F09}"/>
                  </a:ext>
                </a:extLst>
              </p:cNvPr>
              <p:cNvSpPr/>
              <p:nvPr/>
            </p:nvSpPr>
            <p:spPr>
              <a:xfrm>
                <a:off x="-1" y="3923016"/>
                <a:ext cx="388510" cy="21600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65" name="타원 164">
                <a:extLst>
                  <a:ext uri="{FF2B5EF4-FFF2-40B4-BE49-F238E27FC236}">
                    <a16:creationId xmlns:a16="http://schemas.microsoft.com/office/drawing/2014/main" id="{62E42EBA-D119-AB90-975E-ED74F987FAE5}"/>
                  </a:ext>
                </a:extLst>
              </p:cNvPr>
              <p:cNvSpPr/>
              <p:nvPr/>
            </p:nvSpPr>
            <p:spPr>
              <a:xfrm>
                <a:off x="199620" y="3923017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166" name="사각형: 둥근 모서리 165">
            <a:extLst>
              <a:ext uri="{FF2B5EF4-FFF2-40B4-BE49-F238E27FC236}">
                <a16:creationId xmlns:a16="http://schemas.microsoft.com/office/drawing/2014/main" id="{6A6D3FC5-96CB-6B71-A8A2-9713C404573D}"/>
              </a:ext>
            </a:extLst>
          </p:cNvPr>
          <p:cNvSpPr/>
          <p:nvPr/>
        </p:nvSpPr>
        <p:spPr>
          <a:xfrm>
            <a:off x="1434369" y="3671879"/>
            <a:ext cx="526728" cy="526729"/>
          </a:xfrm>
          <a:prstGeom prst="round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t"/>
          <a:lstStyle/>
          <a:p>
            <a:pPr algn="ctr"/>
            <a:r>
              <a:rPr lang="ko-KR" altLang="en-US" sz="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치지직</a:t>
            </a:r>
            <a:endParaRPr lang="en-US" altLang="ko-KR" sz="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ko-KR" altLang="en-US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구독</a:t>
            </a:r>
          </a:p>
        </p:txBody>
      </p:sp>
      <p:grpSp>
        <p:nvGrpSpPr>
          <p:cNvPr id="167" name="그룹 166">
            <a:extLst>
              <a:ext uri="{FF2B5EF4-FFF2-40B4-BE49-F238E27FC236}">
                <a16:creationId xmlns:a16="http://schemas.microsoft.com/office/drawing/2014/main" id="{7911C17C-19B2-5BF7-4864-21060CCA225B}"/>
              </a:ext>
            </a:extLst>
          </p:cNvPr>
          <p:cNvGrpSpPr/>
          <p:nvPr/>
        </p:nvGrpSpPr>
        <p:grpSpPr>
          <a:xfrm>
            <a:off x="1563287" y="4010422"/>
            <a:ext cx="263900" cy="137151"/>
            <a:chOff x="5076600" y="4222384"/>
            <a:chExt cx="263900" cy="137151"/>
          </a:xfrm>
        </p:grpSpPr>
        <p:sp>
          <p:nvSpPr>
            <p:cNvPr id="168" name="사각형: 둥근 모서리 167">
              <a:extLst>
                <a:ext uri="{FF2B5EF4-FFF2-40B4-BE49-F238E27FC236}">
                  <a16:creationId xmlns:a16="http://schemas.microsoft.com/office/drawing/2014/main" id="{01440A60-3173-60A6-4F41-355D2F7311FD}"/>
                </a:ext>
              </a:extLst>
            </p:cNvPr>
            <p:cNvSpPr/>
            <p:nvPr/>
          </p:nvSpPr>
          <p:spPr>
            <a:xfrm>
              <a:off x="5076600" y="4222384"/>
              <a:ext cx="246686" cy="13715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69" name="타원 168">
              <a:extLst>
                <a:ext uri="{FF2B5EF4-FFF2-40B4-BE49-F238E27FC236}">
                  <a16:creationId xmlns:a16="http://schemas.microsoft.com/office/drawing/2014/main" id="{31AFD4FD-08B4-D8AF-7C94-A9026021BD85}"/>
                </a:ext>
              </a:extLst>
            </p:cNvPr>
            <p:cNvSpPr/>
            <p:nvPr/>
          </p:nvSpPr>
          <p:spPr>
            <a:xfrm>
              <a:off x="5203350" y="4222385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2978D754-7DBD-58A6-7784-425C7F1F4C34}"/>
              </a:ext>
            </a:extLst>
          </p:cNvPr>
          <p:cNvGrpSpPr/>
          <p:nvPr/>
        </p:nvGrpSpPr>
        <p:grpSpPr>
          <a:xfrm>
            <a:off x="804892" y="4482671"/>
            <a:ext cx="526728" cy="526728"/>
            <a:chOff x="4828545" y="3236135"/>
            <a:chExt cx="526728" cy="526728"/>
          </a:xfrm>
        </p:grpSpPr>
        <p:sp>
          <p:nvSpPr>
            <p:cNvPr id="171" name="사각형: 둥근 모서리 170">
              <a:extLst>
                <a:ext uri="{FF2B5EF4-FFF2-40B4-BE49-F238E27FC236}">
                  <a16:creationId xmlns:a16="http://schemas.microsoft.com/office/drawing/2014/main" id="{801FFF03-6D1A-CEA3-CE71-B968168E2325}"/>
                </a:ext>
              </a:extLst>
            </p:cNvPr>
            <p:cNvSpPr/>
            <p:nvPr/>
          </p:nvSpPr>
          <p:spPr>
            <a:xfrm>
              <a:off x="4828545" y="3236135"/>
              <a:ext cx="526728" cy="526728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비트 후원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72" name="그룹 171">
              <a:extLst>
                <a:ext uri="{FF2B5EF4-FFF2-40B4-BE49-F238E27FC236}">
                  <a16:creationId xmlns:a16="http://schemas.microsoft.com/office/drawing/2014/main" id="{CED0314C-CBE4-2FDA-4852-2DAD06E36E02}"/>
                </a:ext>
              </a:extLst>
            </p:cNvPr>
            <p:cNvGrpSpPr/>
            <p:nvPr/>
          </p:nvGrpSpPr>
          <p:grpSpPr>
            <a:xfrm>
              <a:off x="4962311" y="3573016"/>
              <a:ext cx="263900" cy="137151"/>
              <a:chOff x="-1" y="3923016"/>
              <a:chExt cx="415621" cy="216001"/>
            </a:xfrm>
          </p:grpSpPr>
          <p:sp>
            <p:nvSpPr>
              <p:cNvPr id="173" name="사각형: 둥근 모서리 172">
                <a:extLst>
                  <a:ext uri="{FF2B5EF4-FFF2-40B4-BE49-F238E27FC236}">
                    <a16:creationId xmlns:a16="http://schemas.microsoft.com/office/drawing/2014/main" id="{45F63B5D-A3F4-EB55-6843-905F5E05E430}"/>
                  </a:ext>
                </a:extLst>
              </p:cNvPr>
              <p:cNvSpPr/>
              <p:nvPr/>
            </p:nvSpPr>
            <p:spPr>
              <a:xfrm>
                <a:off x="-1" y="3923016"/>
                <a:ext cx="388510" cy="21600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74" name="타원 173">
                <a:extLst>
                  <a:ext uri="{FF2B5EF4-FFF2-40B4-BE49-F238E27FC236}">
                    <a16:creationId xmlns:a16="http://schemas.microsoft.com/office/drawing/2014/main" id="{32703FD6-6198-7789-76A1-31518CD0242C}"/>
                  </a:ext>
                </a:extLst>
              </p:cNvPr>
              <p:cNvSpPr/>
              <p:nvPr/>
            </p:nvSpPr>
            <p:spPr>
              <a:xfrm>
                <a:off x="199620" y="3923017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C3D5F934-8E93-DC7D-94BA-B0B5D76E8EBC}"/>
              </a:ext>
            </a:extLst>
          </p:cNvPr>
          <p:cNvGrpSpPr/>
          <p:nvPr/>
        </p:nvGrpSpPr>
        <p:grpSpPr>
          <a:xfrm>
            <a:off x="1401391" y="4482671"/>
            <a:ext cx="526728" cy="526728"/>
            <a:chOff x="5425044" y="3236135"/>
            <a:chExt cx="526728" cy="526728"/>
          </a:xfrm>
        </p:grpSpPr>
        <p:sp>
          <p:nvSpPr>
            <p:cNvPr id="176" name="사각형: 둥근 모서리 175">
              <a:extLst>
                <a:ext uri="{FF2B5EF4-FFF2-40B4-BE49-F238E27FC236}">
                  <a16:creationId xmlns:a16="http://schemas.microsoft.com/office/drawing/2014/main" id="{F673515E-A8F3-0926-90BA-2703A5159945}"/>
                </a:ext>
              </a:extLst>
            </p:cNvPr>
            <p:cNvSpPr/>
            <p:nvPr/>
          </p:nvSpPr>
          <p:spPr>
            <a:xfrm>
              <a:off x="5425044" y="3236135"/>
              <a:ext cx="526728" cy="526728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/>
              <a:r>
                <a:rPr lang="ko-KR" altLang="en-US" sz="800" b="1" dirty="0" err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트위치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구독</a:t>
              </a:r>
            </a:p>
          </p:txBody>
        </p:sp>
        <p:sp>
          <p:nvSpPr>
            <p:cNvPr id="177" name="사각형: 둥근 모서리 176">
              <a:extLst>
                <a:ext uri="{FF2B5EF4-FFF2-40B4-BE49-F238E27FC236}">
                  <a16:creationId xmlns:a16="http://schemas.microsoft.com/office/drawing/2014/main" id="{9A192CB5-5F9A-380F-D14F-7DD4C38C8270}"/>
                </a:ext>
              </a:extLst>
            </p:cNvPr>
            <p:cNvSpPr/>
            <p:nvPr/>
          </p:nvSpPr>
          <p:spPr>
            <a:xfrm>
              <a:off x="5556458" y="3573016"/>
              <a:ext cx="246686" cy="13715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0DD0AC76-3FF4-68A6-6014-B52EE40D1BA3}"/>
                </a:ext>
              </a:extLst>
            </p:cNvPr>
            <p:cNvSpPr/>
            <p:nvPr/>
          </p:nvSpPr>
          <p:spPr>
            <a:xfrm>
              <a:off x="5683208" y="3573016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005E83EC-DB10-1302-E5EE-336A0AE14D31}"/>
              </a:ext>
            </a:extLst>
          </p:cNvPr>
          <p:cNvGrpSpPr/>
          <p:nvPr/>
        </p:nvGrpSpPr>
        <p:grpSpPr>
          <a:xfrm>
            <a:off x="2002140" y="4482671"/>
            <a:ext cx="526728" cy="526728"/>
            <a:chOff x="6025793" y="3236135"/>
            <a:chExt cx="526728" cy="526728"/>
          </a:xfrm>
        </p:grpSpPr>
        <p:sp>
          <p:nvSpPr>
            <p:cNvPr id="180" name="사각형: 둥근 모서리 179">
              <a:extLst>
                <a:ext uri="{FF2B5EF4-FFF2-40B4-BE49-F238E27FC236}">
                  <a16:creationId xmlns:a16="http://schemas.microsoft.com/office/drawing/2014/main" id="{A10F0326-87D8-1AE7-B573-4AE0B6C27D79}"/>
                </a:ext>
              </a:extLst>
            </p:cNvPr>
            <p:cNvSpPr/>
            <p:nvPr/>
          </p:nvSpPr>
          <p:spPr>
            <a:xfrm>
              <a:off x="6025793" y="3236135"/>
              <a:ext cx="526728" cy="526728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구독 선물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81" name="그룹 180">
              <a:extLst>
                <a:ext uri="{FF2B5EF4-FFF2-40B4-BE49-F238E27FC236}">
                  <a16:creationId xmlns:a16="http://schemas.microsoft.com/office/drawing/2014/main" id="{9D450F67-DFB4-42AC-7D1B-5E541016F0D9}"/>
                </a:ext>
              </a:extLst>
            </p:cNvPr>
            <p:cNvGrpSpPr/>
            <p:nvPr/>
          </p:nvGrpSpPr>
          <p:grpSpPr>
            <a:xfrm>
              <a:off x="6159559" y="3573016"/>
              <a:ext cx="263900" cy="137151"/>
              <a:chOff x="-1" y="3923016"/>
              <a:chExt cx="415621" cy="216001"/>
            </a:xfrm>
          </p:grpSpPr>
          <p:sp>
            <p:nvSpPr>
              <p:cNvPr id="182" name="사각형: 둥근 모서리 181">
                <a:extLst>
                  <a:ext uri="{FF2B5EF4-FFF2-40B4-BE49-F238E27FC236}">
                    <a16:creationId xmlns:a16="http://schemas.microsoft.com/office/drawing/2014/main" id="{C3D28508-0DF5-9598-8FB6-3DDB22ACC878}"/>
                  </a:ext>
                </a:extLst>
              </p:cNvPr>
              <p:cNvSpPr/>
              <p:nvPr/>
            </p:nvSpPr>
            <p:spPr>
              <a:xfrm>
                <a:off x="-1" y="3923016"/>
                <a:ext cx="388510" cy="21600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83" name="타원 182">
                <a:extLst>
                  <a:ext uri="{FF2B5EF4-FFF2-40B4-BE49-F238E27FC236}">
                    <a16:creationId xmlns:a16="http://schemas.microsoft.com/office/drawing/2014/main" id="{D99570A7-D8EC-D3AC-8084-D713C2FC2EF5}"/>
                  </a:ext>
                </a:extLst>
              </p:cNvPr>
              <p:cNvSpPr/>
              <p:nvPr/>
            </p:nvSpPr>
            <p:spPr>
              <a:xfrm>
                <a:off x="199620" y="3923017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184" name="TextBox 183">
            <a:extLst>
              <a:ext uri="{FF2B5EF4-FFF2-40B4-BE49-F238E27FC236}">
                <a16:creationId xmlns:a16="http://schemas.microsoft.com/office/drawing/2014/main" id="{E0889073-DF11-3B23-C9ED-04F4F5B62426}"/>
              </a:ext>
            </a:extLst>
          </p:cNvPr>
          <p:cNvSpPr txBox="1"/>
          <p:nvPr/>
        </p:nvSpPr>
        <p:spPr>
          <a:xfrm>
            <a:off x="691448" y="4267227"/>
            <a:ext cx="96256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 </a:t>
            </a:r>
            <a:r>
              <a:rPr lang="ko-KR" altLang="en-US" sz="800" b="1" dirty="0" err="1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트위치</a:t>
            </a:r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 알림</a:t>
            </a:r>
            <a:endParaRPr lang="en-US" altLang="ko-KR" sz="800" b="1" dirty="0">
              <a:solidFill>
                <a:schemeClr val="tx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85" name="그룹 184">
            <a:extLst>
              <a:ext uri="{FF2B5EF4-FFF2-40B4-BE49-F238E27FC236}">
                <a16:creationId xmlns:a16="http://schemas.microsoft.com/office/drawing/2014/main" id="{A24F297B-1995-845D-A2D3-2DC0A85643C3}"/>
              </a:ext>
            </a:extLst>
          </p:cNvPr>
          <p:cNvGrpSpPr/>
          <p:nvPr/>
        </p:nvGrpSpPr>
        <p:grpSpPr>
          <a:xfrm>
            <a:off x="804892" y="5087077"/>
            <a:ext cx="526728" cy="526728"/>
            <a:chOff x="4828545" y="3236135"/>
            <a:chExt cx="526728" cy="526728"/>
          </a:xfrm>
        </p:grpSpPr>
        <p:sp>
          <p:nvSpPr>
            <p:cNvPr id="186" name="사각형: 둥근 모서리 185">
              <a:extLst>
                <a:ext uri="{FF2B5EF4-FFF2-40B4-BE49-F238E27FC236}">
                  <a16:creationId xmlns:a16="http://schemas.microsoft.com/office/drawing/2014/main" id="{C6A249A7-6E09-7FA9-783A-18C6A0D3A0A7}"/>
                </a:ext>
              </a:extLst>
            </p:cNvPr>
            <p:cNvSpPr/>
            <p:nvPr/>
          </p:nvSpPr>
          <p:spPr>
            <a:xfrm>
              <a:off x="4828545" y="3236135"/>
              <a:ext cx="526728" cy="526728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구독 선물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개수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87" name="그룹 186">
              <a:extLst>
                <a:ext uri="{FF2B5EF4-FFF2-40B4-BE49-F238E27FC236}">
                  <a16:creationId xmlns:a16="http://schemas.microsoft.com/office/drawing/2014/main" id="{488569B9-89F4-FCCA-0D78-DC38F6B0FBF8}"/>
                </a:ext>
              </a:extLst>
            </p:cNvPr>
            <p:cNvGrpSpPr/>
            <p:nvPr/>
          </p:nvGrpSpPr>
          <p:grpSpPr>
            <a:xfrm>
              <a:off x="4962311" y="3573016"/>
              <a:ext cx="263900" cy="137151"/>
              <a:chOff x="-1" y="3923016"/>
              <a:chExt cx="415621" cy="216001"/>
            </a:xfrm>
          </p:grpSpPr>
          <p:sp>
            <p:nvSpPr>
              <p:cNvPr id="188" name="사각형: 둥근 모서리 187">
                <a:extLst>
                  <a:ext uri="{FF2B5EF4-FFF2-40B4-BE49-F238E27FC236}">
                    <a16:creationId xmlns:a16="http://schemas.microsoft.com/office/drawing/2014/main" id="{5DC55C05-FC14-2D01-F703-10E3235B7E6B}"/>
                  </a:ext>
                </a:extLst>
              </p:cNvPr>
              <p:cNvSpPr/>
              <p:nvPr/>
            </p:nvSpPr>
            <p:spPr>
              <a:xfrm>
                <a:off x="-1" y="3923016"/>
                <a:ext cx="388510" cy="21600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89" name="타원 188">
                <a:extLst>
                  <a:ext uri="{FF2B5EF4-FFF2-40B4-BE49-F238E27FC236}">
                    <a16:creationId xmlns:a16="http://schemas.microsoft.com/office/drawing/2014/main" id="{A3F119D0-4D06-B79F-8B1C-45AE22609C0F}"/>
                  </a:ext>
                </a:extLst>
              </p:cNvPr>
              <p:cNvSpPr/>
              <p:nvPr/>
            </p:nvSpPr>
            <p:spPr>
              <a:xfrm>
                <a:off x="199620" y="3923017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8970D806-E278-3476-C938-6C3EDC78E84F}"/>
              </a:ext>
            </a:extLst>
          </p:cNvPr>
          <p:cNvGrpSpPr/>
          <p:nvPr/>
        </p:nvGrpSpPr>
        <p:grpSpPr>
          <a:xfrm>
            <a:off x="1401391" y="5087077"/>
            <a:ext cx="526728" cy="526728"/>
            <a:chOff x="5425044" y="3236135"/>
            <a:chExt cx="526728" cy="526728"/>
          </a:xfrm>
        </p:grpSpPr>
        <p:sp>
          <p:nvSpPr>
            <p:cNvPr id="191" name="사각형: 둥근 모서리 190">
              <a:extLst>
                <a:ext uri="{FF2B5EF4-FFF2-40B4-BE49-F238E27FC236}">
                  <a16:creationId xmlns:a16="http://schemas.microsoft.com/office/drawing/2014/main" id="{93215E51-E6A6-1481-EB72-966050046DF1}"/>
                </a:ext>
              </a:extLst>
            </p:cNvPr>
            <p:cNvSpPr/>
            <p:nvPr/>
          </p:nvSpPr>
          <p:spPr>
            <a:xfrm>
              <a:off x="5425044" y="3236135"/>
              <a:ext cx="526728" cy="526728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레이드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2" name="사각형: 둥근 모서리 191">
              <a:extLst>
                <a:ext uri="{FF2B5EF4-FFF2-40B4-BE49-F238E27FC236}">
                  <a16:creationId xmlns:a16="http://schemas.microsoft.com/office/drawing/2014/main" id="{C0094F4A-086D-74BC-C796-5EFF12BF01A9}"/>
                </a:ext>
              </a:extLst>
            </p:cNvPr>
            <p:cNvSpPr/>
            <p:nvPr/>
          </p:nvSpPr>
          <p:spPr>
            <a:xfrm>
              <a:off x="5556458" y="3573016"/>
              <a:ext cx="246686" cy="137151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ON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3" name="타원 192">
              <a:extLst>
                <a:ext uri="{FF2B5EF4-FFF2-40B4-BE49-F238E27FC236}">
                  <a16:creationId xmlns:a16="http://schemas.microsoft.com/office/drawing/2014/main" id="{A0902F72-8484-193B-B36E-0700EC56F126}"/>
                </a:ext>
              </a:extLst>
            </p:cNvPr>
            <p:cNvSpPr/>
            <p:nvPr/>
          </p:nvSpPr>
          <p:spPr>
            <a:xfrm>
              <a:off x="5683208" y="3573016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94" name="TextBox 193">
            <a:extLst>
              <a:ext uri="{FF2B5EF4-FFF2-40B4-BE49-F238E27FC236}">
                <a16:creationId xmlns:a16="http://schemas.microsoft.com/office/drawing/2014/main" id="{4095307F-E5D2-00BB-A63B-B4A24F15946B}"/>
              </a:ext>
            </a:extLst>
          </p:cNvPr>
          <p:cNvSpPr txBox="1"/>
          <p:nvPr/>
        </p:nvSpPr>
        <p:spPr>
          <a:xfrm>
            <a:off x="691447" y="1865802"/>
            <a:ext cx="1444227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 투네이션 후원</a:t>
            </a:r>
            <a:r>
              <a:rPr lang="ko-KR" altLang="en-US" sz="800" b="1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 알림</a:t>
            </a:r>
            <a:endParaRPr lang="en-US" altLang="ko-KR" sz="800" b="1" dirty="0">
              <a:solidFill>
                <a:schemeClr val="tx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03BD9C66-0CAB-6E5F-88FB-6A85F17B009F}"/>
              </a:ext>
            </a:extLst>
          </p:cNvPr>
          <p:cNvGrpSpPr/>
          <p:nvPr/>
        </p:nvGrpSpPr>
        <p:grpSpPr>
          <a:xfrm>
            <a:off x="800643" y="2074966"/>
            <a:ext cx="526728" cy="526729"/>
            <a:chOff x="2664871" y="3229852"/>
            <a:chExt cx="526728" cy="526729"/>
          </a:xfrm>
        </p:grpSpPr>
        <p:sp>
          <p:nvSpPr>
            <p:cNvPr id="196" name="사각형: 둥근 모서리 195">
              <a:extLst>
                <a:ext uri="{FF2B5EF4-FFF2-40B4-BE49-F238E27FC236}">
                  <a16:creationId xmlns:a16="http://schemas.microsoft.com/office/drawing/2014/main" id="{62070237-30DB-7113-0440-F8F9D3CFE1AA}"/>
                </a:ext>
              </a:extLst>
            </p:cNvPr>
            <p:cNvSpPr/>
            <p:nvPr/>
          </p:nvSpPr>
          <p:spPr>
            <a:xfrm>
              <a:off x="2664871" y="3229852"/>
              <a:ext cx="526728" cy="526729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투네이션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후원</a:t>
              </a:r>
            </a:p>
          </p:txBody>
        </p:sp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5D2B18AA-B3D0-B98B-5B6C-D0A024488B08}"/>
                </a:ext>
              </a:extLst>
            </p:cNvPr>
            <p:cNvGrpSpPr/>
            <p:nvPr/>
          </p:nvGrpSpPr>
          <p:grpSpPr>
            <a:xfrm>
              <a:off x="2796284" y="3566733"/>
              <a:ext cx="263900" cy="137151"/>
              <a:chOff x="-1" y="3923016"/>
              <a:chExt cx="415621" cy="216001"/>
            </a:xfrm>
          </p:grpSpPr>
          <p:sp>
            <p:nvSpPr>
              <p:cNvPr id="198" name="사각형: 둥근 모서리 197">
                <a:extLst>
                  <a:ext uri="{FF2B5EF4-FFF2-40B4-BE49-F238E27FC236}">
                    <a16:creationId xmlns:a16="http://schemas.microsoft.com/office/drawing/2014/main" id="{EF9D51B2-A109-95A9-9901-C64E849372CC}"/>
                  </a:ext>
                </a:extLst>
              </p:cNvPr>
              <p:cNvSpPr/>
              <p:nvPr/>
            </p:nvSpPr>
            <p:spPr>
              <a:xfrm>
                <a:off x="-1" y="3923016"/>
                <a:ext cx="388510" cy="21600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99" name="타원 198">
                <a:extLst>
                  <a:ext uri="{FF2B5EF4-FFF2-40B4-BE49-F238E27FC236}">
                    <a16:creationId xmlns:a16="http://schemas.microsoft.com/office/drawing/2014/main" id="{E33EE4E2-CE71-1F24-9B77-4FD53401C49C}"/>
                  </a:ext>
                </a:extLst>
              </p:cNvPr>
              <p:cNvSpPr/>
              <p:nvPr/>
            </p:nvSpPr>
            <p:spPr>
              <a:xfrm>
                <a:off x="199620" y="3923017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200" name="그룹 199">
            <a:extLst>
              <a:ext uri="{FF2B5EF4-FFF2-40B4-BE49-F238E27FC236}">
                <a16:creationId xmlns:a16="http://schemas.microsoft.com/office/drawing/2014/main" id="{CDEE3999-C0D8-189F-E07D-F465E46514CF}"/>
              </a:ext>
            </a:extLst>
          </p:cNvPr>
          <p:cNvGrpSpPr/>
          <p:nvPr/>
        </p:nvGrpSpPr>
        <p:grpSpPr>
          <a:xfrm>
            <a:off x="3846543" y="2006390"/>
            <a:ext cx="1170862" cy="526728"/>
            <a:chOff x="1710789" y="4774480"/>
            <a:chExt cx="1170862" cy="526728"/>
          </a:xfrm>
        </p:grpSpPr>
        <p:grpSp>
          <p:nvGrpSpPr>
            <p:cNvPr id="201" name="그룹 200">
              <a:extLst>
                <a:ext uri="{FF2B5EF4-FFF2-40B4-BE49-F238E27FC236}">
                  <a16:creationId xmlns:a16="http://schemas.microsoft.com/office/drawing/2014/main" id="{47709C88-17ED-D6D6-9558-1FA03E2AE2B3}"/>
                </a:ext>
              </a:extLst>
            </p:cNvPr>
            <p:cNvGrpSpPr/>
            <p:nvPr/>
          </p:nvGrpSpPr>
          <p:grpSpPr>
            <a:xfrm>
              <a:off x="1710789" y="4774480"/>
              <a:ext cx="526728" cy="526728"/>
              <a:chOff x="3786892" y="1912105"/>
              <a:chExt cx="526728" cy="526728"/>
            </a:xfrm>
          </p:grpSpPr>
          <p:sp>
            <p:nvSpPr>
              <p:cNvPr id="203" name="사각형: 둥근 모서리 202">
                <a:extLst>
                  <a:ext uri="{FF2B5EF4-FFF2-40B4-BE49-F238E27FC236}">
                    <a16:creationId xmlns:a16="http://schemas.microsoft.com/office/drawing/2014/main" id="{6C0574A1-6ABD-E25A-1638-E556D70483C9}"/>
                  </a:ext>
                </a:extLst>
              </p:cNvPr>
              <p:cNvSpPr/>
              <p:nvPr/>
            </p:nvSpPr>
            <p:spPr>
              <a:xfrm>
                <a:off x="3786892" y="1912105"/>
                <a:ext cx="526728" cy="526728"/>
              </a:xfrm>
              <a:prstGeom prst="round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36000" rIns="0" bIns="0" rtlCol="0" anchor="t"/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8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자동 재생</a:t>
                </a:r>
              </a:p>
            </p:txBody>
          </p:sp>
          <p:grpSp>
            <p:nvGrpSpPr>
              <p:cNvPr id="204" name="그룹 203">
                <a:extLst>
                  <a:ext uri="{FF2B5EF4-FFF2-40B4-BE49-F238E27FC236}">
                    <a16:creationId xmlns:a16="http://schemas.microsoft.com/office/drawing/2014/main" id="{FE6BDD14-6BB3-8B48-A309-34399819824A}"/>
                  </a:ext>
                </a:extLst>
              </p:cNvPr>
              <p:cNvGrpSpPr/>
              <p:nvPr/>
            </p:nvGrpSpPr>
            <p:grpSpPr>
              <a:xfrm>
                <a:off x="3920658" y="2248986"/>
                <a:ext cx="263900" cy="137151"/>
                <a:chOff x="-1" y="3923016"/>
                <a:chExt cx="415621" cy="216001"/>
              </a:xfrm>
            </p:grpSpPr>
            <p:sp>
              <p:nvSpPr>
                <p:cNvPr id="205" name="사각형: 둥근 모서리 204">
                  <a:extLst>
                    <a:ext uri="{FF2B5EF4-FFF2-40B4-BE49-F238E27FC236}">
                      <a16:creationId xmlns:a16="http://schemas.microsoft.com/office/drawing/2014/main" id="{31428127-34E5-3AA1-C997-383FD30C7A33}"/>
                    </a:ext>
                  </a:extLst>
                </p:cNvPr>
                <p:cNvSpPr/>
                <p:nvPr/>
              </p:nvSpPr>
              <p:spPr>
                <a:xfrm>
                  <a:off x="-1" y="3923016"/>
                  <a:ext cx="388510" cy="216001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/>
                <a:lstStyle/>
                <a:p>
                  <a:r>
                    <a:rPr lang="en-US" altLang="ko-KR" sz="500" b="1" dirty="0">
                      <a:solidFill>
                        <a:schemeClr val="bg1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ON</a:t>
                  </a:r>
                  <a:endParaRPr lang="ko-KR" altLang="en-US" sz="5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06" name="타원 205">
                  <a:extLst>
                    <a:ext uri="{FF2B5EF4-FFF2-40B4-BE49-F238E27FC236}">
                      <a16:creationId xmlns:a16="http://schemas.microsoft.com/office/drawing/2014/main" id="{6DDE5CF9-7EAB-8530-9689-D23FDEA5B157}"/>
                    </a:ext>
                  </a:extLst>
                </p:cNvPr>
                <p:cNvSpPr/>
                <p:nvPr/>
              </p:nvSpPr>
              <p:spPr>
                <a:xfrm>
                  <a:off x="199620" y="3923017"/>
                  <a:ext cx="216000" cy="216000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rtlCol="0" anchor="ctr"/>
                <a:lstStyle/>
                <a:p>
                  <a:pPr algn="ctr"/>
                  <a:endParaRPr lang="ko-KR" altLang="en-US" sz="5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sp>
          <p:nvSpPr>
            <p:cNvPr id="202" name="사각형: 둥근 모서리 201">
              <a:extLst>
                <a:ext uri="{FF2B5EF4-FFF2-40B4-BE49-F238E27FC236}">
                  <a16:creationId xmlns:a16="http://schemas.microsoft.com/office/drawing/2014/main" id="{6200EA14-9BD9-5D06-4161-2880D9A7A7CB}"/>
                </a:ext>
              </a:extLst>
            </p:cNvPr>
            <p:cNvSpPr/>
            <p:nvPr/>
          </p:nvSpPr>
          <p:spPr>
            <a:xfrm>
              <a:off x="2354923" y="4774480"/>
              <a:ext cx="526728" cy="526728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36000" rIns="0" bIns="0" rtlCol="0" anchor="t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음성만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재생</a:t>
              </a:r>
              <a:endParaRPr lang="en-US" altLang="ko-KR" sz="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07" name="그룹 206">
            <a:extLst>
              <a:ext uri="{FF2B5EF4-FFF2-40B4-BE49-F238E27FC236}">
                <a16:creationId xmlns:a16="http://schemas.microsoft.com/office/drawing/2014/main" id="{A405E5C2-EA7B-A2AF-FAAE-EB67CB961C05}"/>
              </a:ext>
            </a:extLst>
          </p:cNvPr>
          <p:cNvGrpSpPr/>
          <p:nvPr/>
        </p:nvGrpSpPr>
        <p:grpSpPr>
          <a:xfrm>
            <a:off x="4622152" y="2343271"/>
            <a:ext cx="271197" cy="137151"/>
            <a:chOff x="2942105" y="4256955"/>
            <a:chExt cx="271197" cy="137151"/>
          </a:xfrm>
        </p:grpSpPr>
        <p:sp>
          <p:nvSpPr>
            <p:cNvPr id="208" name="사각형: 둥근 모서리 207">
              <a:extLst>
                <a:ext uri="{FF2B5EF4-FFF2-40B4-BE49-F238E27FC236}">
                  <a16:creationId xmlns:a16="http://schemas.microsoft.com/office/drawing/2014/main" id="{0AEA370D-F8E9-BF5C-8365-9DEB8A4AC0A8}"/>
                </a:ext>
              </a:extLst>
            </p:cNvPr>
            <p:cNvSpPr/>
            <p:nvPr/>
          </p:nvSpPr>
          <p:spPr>
            <a:xfrm>
              <a:off x="2966617" y="4256955"/>
              <a:ext cx="246685" cy="13715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r"/>
              <a:r>
                <a:rPr lang="en-US" altLang="ko-KR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OFF</a:t>
              </a:r>
              <a:endParaRPr lang="ko-KR" altLang="en-US" sz="5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09" name="타원 208">
              <a:extLst>
                <a:ext uri="{FF2B5EF4-FFF2-40B4-BE49-F238E27FC236}">
                  <a16:creationId xmlns:a16="http://schemas.microsoft.com/office/drawing/2014/main" id="{3EEA1421-FB42-2DE5-F7C1-54C02C8C0120}"/>
                </a:ext>
              </a:extLst>
            </p:cNvPr>
            <p:cNvSpPr/>
            <p:nvPr/>
          </p:nvSpPr>
          <p:spPr>
            <a:xfrm>
              <a:off x="2942105" y="4256956"/>
              <a:ext cx="137150" cy="137150"/>
            </a:xfrm>
            <a:prstGeom prst="ellipse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216" name="표 215">
            <a:extLst>
              <a:ext uri="{FF2B5EF4-FFF2-40B4-BE49-F238E27FC236}">
                <a16:creationId xmlns:a16="http://schemas.microsoft.com/office/drawing/2014/main" id="{75BCE2A8-BB73-0E18-50D6-8EF2A9C2DF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9332735"/>
              </p:ext>
            </p:extLst>
          </p:nvPr>
        </p:nvGraphicFramePr>
        <p:xfrm>
          <a:off x="6714719" y="1932776"/>
          <a:ext cx="2352086" cy="1965355"/>
        </p:xfrm>
        <a:graphic>
          <a:graphicData uri="http://schemas.openxmlformats.org/drawingml/2006/table">
            <a:tbl>
              <a:tblPr firstRow="1" bandRow="1">
                <a:tableStyleId>{9D7B26C5-4107-4FEC-AEDC-1716B250A1EF}</a:tableStyleId>
              </a:tblPr>
              <a:tblGrid>
                <a:gridCol w="1061307">
                  <a:extLst>
                    <a:ext uri="{9D8B030D-6E8A-4147-A177-3AD203B41FA5}">
                      <a16:colId xmlns:a16="http://schemas.microsoft.com/office/drawing/2014/main" val="1259411917"/>
                    </a:ext>
                  </a:extLst>
                </a:gridCol>
                <a:gridCol w="1290779">
                  <a:extLst>
                    <a:ext uri="{9D8B030D-6E8A-4147-A177-3AD203B41FA5}">
                      <a16:colId xmlns:a16="http://schemas.microsoft.com/office/drawing/2014/main" val="1288418010"/>
                    </a:ext>
                  </a:extLst>
                </a:gridCol>
              </a:tblGrid>
              <a:tr h="280765">
                <a:tc gridSpan="2"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2154936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상품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잔여 수량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9677896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빼빼로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1/10</a:t>
                      </a:r>
                      <a:endParaRPr lang="ko-KR" altLang="en-US" sz="8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5791620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초콜릿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1/10</a:t>
                      </a:r>
                      <a:endParaRPr lang="ko-KR" altLang="en-US" sz="8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2824745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리액션</a:t>
                      </a:r>
                      <a:endParaRPr lang="ko-KR" altLang="en-US" sz="8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65000"/>
                              <a:lumOff val="3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1/10</a:t>
                      </a:r>
                      <a:endParaRPr lang="ko-KR" altLang="en-US" sz="8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6546815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꽝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1/10</a:t>
                      </a:r>
                      <a:endParaRPr lang="ko-KR" altLang="en-US" sz="8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5860236"/>
                  </a:ext>
                </a:extLst>
              </a:tr>
              <a:tr h="280765"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 수량</a:t>
                      </a: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4154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 / 40</a:t>
                      </a:r>
                      <a:endParaRPr lang="ko-KR" altLang="en-US" sz="8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757880"/>
                  </a:ext>
                </a:extLst>
              </a:tr>
            </a:tbl>
          </a:graphicData>
        </a:graphic>
      </p:graphicFrame>
      <p:sp>
        <p:nvSpPr>
          <p:cNvPr id="217" name="Button">
            <a:extLst>
              <a:ext uri="{FF2B5EF4-FFF2-40B4-BE49-F238E27FC236}">
                <a16:creationId xmlns:a16="http://schemas.microsoft.com/office/drawing/2014/main" id="{66287189-30A8-D102-50F0-FFF77C19A31F}"/>
              </a:ext>
            </a:extLst>
          </p:cNvPr>
          <p:cNvSpPr>
            <a:spLocks/>
          </p:cNvSpPr>
          <p:nvPr/>
        </p:nvSpPr>
        <p:spPr bwMode="auto">
          <a:xfrm>
            <a:off x="6774384" y="1961983"/>
            <a:ext cx="2255265" cy="2160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1313" indent="115888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2625" indent="2317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5525" indent="346075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66838" indent="461963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크리스마스 </a:t>
            </a:r>
            <a:r>
              <a:rPr lang="ko-KR" altLang="en-US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뽑기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                                ▼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18" name="그룹 217">
            <a:extLst>
              <a:ext uri="{FF2B5EF4-FFF2-40B4-BE49-F238E27FC236}">
                <a16:creationId xmlns:a16="http://schemas.microsoft.com/office/drawing/2014/main" id="{CFB02208-0189-7459-1DB9-EC8034DE3273}"/>
              </a:ext>
            </a:extLst>
          </p:cNvPr>
          <p:cNvGrpSpPr/>
          <p:nvPr/>
        </p:nvGrpSpPr>
        <p:grpSpPr>
          <a:xfrm>
            <a:off x="9028705" y="2220577"/>
            <a:ext cx="19050" cy="1677554"/>
            <a:chOff x="7049058" y="1941302"/>
            <a:chExt cx="19050" cy="1677554"/>
          </a:xfrm>
        </p:grpSpPr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5B1E9BDC-F5CC-CBFC-7028-5ABD145542DD}"/>
                </a:ext>
              </a:extLst>
            </p:cNvPr>
            <p:cNvCxnSpPr>
              <a:cxnSpLocks/>
            </p:cNvCxnSpPr>
            <p:nvPr/>
          </p:nvCxnSpPr>
          <p:spPr>
            <a:xfrm>
              <a:off x="7068108" y="1944130"/>
              <a:ext cx="0" cy="1674726"/>
            </a:xfrm>
            <a:prstGeom prst="line">
              <a:avLst/>
            </a:prstGeom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29C13D7B-006A-0C8E-6528-B146A9F96ED7}"/>
                </a:ext>
              </a:extLst>
            </p:cNvPr>
            <p:cNvCxnSpPr>
              <a:cxnSpLocks/>
            </p:cNvCxnSpPr>
            <p:nvPr/>
          </p:nvCxnSpPr>
          <p:spPr>
            <a:xfrm>
              <a:off x="7049058" y="1941302"/>
              <a:ext cx="0" cy="595473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5" name="TextBox 224">
            <a:extLst>
              <a:ext uri="{FF2B5EF4-FFF2-40B4-BE49-F238E27FC236}">
                <a16:creationId xmlns:a16="http://schemas.microsoft.com/office/drawing/2014/main" id="{1FA6F6A1-ED9F-BA8E-DE1E-E2943C1ED9E2}"/>
              </a:ext>
            </a:extLst>
          </p:cNvPr>
          <p:cNvSpPr txBox="1"/>
          <p:nvPr/>
        </p:nvSpPr>
        <p:spPr>
          <a:xfrm>
            <a:off x="6969633" y="4691056"/>
            <a:ext cx="186476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rPr>
              <a:t>등록된 소진형 뽑기가 없습니다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rPr>
              <a:t>.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324825922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79A86BE4-5C58-508B-E822-298F39D5F38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리모컨 위젯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AEA72843-00DB-4817-015C-8B68F7BC56D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모바일 웹 리모컨</a:t>
            </a:r>
            <a:r>
              <a:rPr lang="en-US" altLang="ko-KR" dirty="0"/>
              <a:t> &gt; </a:t>
            </a:r>
            <a:r>
              <a:rPr lang="ko-KR" altLang="en-US" dirty="0"/>
              <a:t>기능 버튼 </a:t>
            </a:r>
            <a:r>
              <a:rPr lang="en-US" altLang="ko-KR" dirty="0"/>
              <a:t>&gt; </a:t>
            </a:r>
            <a:r>
              <a:rPr lang="ko-KR" altLang="en-US" dirty="0"/>
              <a:t>리모컨 위젯</a:t>
            </a:r>
          </a:p>
        </p:txBody>
      </p:sp>
      <p:sp>
        <p:nvSpPr>
          <p:cNvPr id="4" name="Google Shape;1197;p27">
            <a:extLst>
              <a:ext uri="{FF2B5EF4-FFF2-40B4-BE49-F238E27FC236}">
                <a16:creationId xmlns:a16="http://schemas.microsoft.com/office/drawing/2014/main" id="{12669A25-FD37-5805-7D32-D7B3EBD9109D}"/>
              </a:ext>
            </a:extLst>
          </p:cNvPr>
          <p:cNvSpPr/>
          <p:nvPr/>
        </p:nvSpPr>
        <p:spPr>
          <a:xfrm>
            <a:off x="512116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" name="Google Shape;1197;p27">
            <a:extLst>
              <a:ext uri="{FF2B5EF4-FFF2-40B4-BE49-F238E27FC236}">
                <a16:creationId xmlns:a16="http://schemas.microsoft.com/office/drawing/2014/main" id="{C5A1163B-B14B-1798-ED87-A6832B701E1F}"/>
              </a:ext>
            </a:extLst>
          </p:cNvPr>
          <p:cNvSpPr/>
          <p:nvPr/>
        </p:nvSpPr>
        <p:spPr>
          <a:xfrm>
            <a:off x="3542783" y="2091350"/>
            <a:ext cx="2566556" cy="4145962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endParaRPr kumimoji="0" sz="856" b="1" kern="0" dirty="0">
              <a:solidFill>
                <a:prstClr val="white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" name="Google Shape;1198;p27">
            <a:extLst>
              <a:ext uri="{FF2B5EF4-FFF2-40B4-BE49-F238E27FC236}">
                <a16:creationId xmlns:a16="http://schemas.microsoft.com/office/drawing/2014/main" id="{AEA747AF-9DB8-2C79-7EB0-FCCD713C65A1}"/>
              </a:ext>
            </a:extLst>
          </p:cNvPr>
          <p:cNvSpPr/>
          <p:nvPr/>
        </p:nvSpPr>
        <p:spPr>
          <a:xfrm>
            <a:off x="567170" y="1437445"/>
            <a:ext cx="2470586" cy="4739032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r>
              <a:rPr lang="ko-KR" altLang="en-US" sz="1200" b="1">
                <a:solidFill>
                  <a:srgbClr val="262626"/>
                </a:solidFill>
                <a:latin typeface="+mn-ea"/>
                <a:ea typeface="+mn-ea"/>
                <a:cs typeface="Calibri"/>
                <a:sym typeface="Calibri"/>
              </a:rPr>
              <a:t>투표</a:t>
            </a:r>
            <a:endParaRPr sz="1200" b="1" dirty="0">
              <a:solidFill>
                <a:srgbClr val="262626"/>
              </a:solidFill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EB8FFC3-514E-8FB0-257A-7ABD46452BA5}"/>
              </a:ext>
            </a:extLst>
          </p:cNvPr>
          <p:cNvSpPr txBox="1"/>
          <p:nvPr/>
        </p:nvSpPr>
        <p:spPr>
          <a:xfrm>
            <a:off x="2709162" y="1499370"/>
            <a:ext cx="325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100" dirty="0">
                <a:sym typeface="Webdings" panose="05030102010509060703" pitchFamily="18" charset="2"/>
              </a:rPr>
              <a:t></a:t>
            </a:r>
            <a:endParaRPr lang="ko-KR" altLang="en-US" sz="1100" dirty="0"/>
          </a:p>
        </p:txBody>
      </p: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0E7D9DD5-3A2A-46DA-2E9A-448EE290B41A}"/>
              </a:ext>
            </a:extLst>
          </p:cNvPr>
          <p:cNvCxnSpPr/>
          <p:nvPr/>
        </p:nvCxnSpPr>
        <p:spPr>
          <a:xfrm>
            <a:off x="612686" y="1816008"/>
            <a:ext cx="242220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Google Shape;1198;p27">
            <a:extLst>
              <a:ext uri="{FF2B5EF4-FFF2-40B4-BE49-F238E27FC236}">
                <a16:creationId xmlns:a16="http://schemas.microsoft.com/office/drawing/2014/main" id="{9B097965-5DDB-6CA7-589F-C9441F3A2938}"/>
              </a:ext>
            </a:extLst>
          </p:cNvPr>
          <p:cNvSpPr/>
          <p:nvPr/>
        </p:nvSpPr>
        <p:spPr>
          <a:xfrm>
            <a:off x="3593112" y="2154725"/>
            <a:ext cx="2470586" cy="4021752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/>
            <a:endParaRPr lang="ko-KR" altLang="en-US" sz="1200" b="1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3D8015BF-041F-188D-D792-B134A30488EC}"/>
              </a:ext>
            </a:extLst>
          </p:cNvPr>
          <p:cNvGrpSpPr/>
          <p:nvPr/>
        </p:nvGrpSpPr>
        <p:grpSpPr>
          <a:xfrm>
            <a:off x="644012" y="1920463"/>
            <a:ext cx="2325748" cy="274109"/>
            <a:chOff x="3667492" y="1532029"/>
            <a:chExt cx="2325748" cy="274109"/>
          </a:xfrm>
        </p:grpSpPr>
        <p:sp>
          <p:nvSpPr>
            <p:cNvPr id="82" name="사각형: 둥근 모서리 81">
              <a:extLst>
                <a:ext uri="{FF2B5EF4-FFF2-40B4-BE49-F238E27FC236}">
                  <a16:creationId xmlns:a16="http://schemas.microsoft.com/office/drawing/2014/main" id="{95715AB7-0302-0F84-BF96-85F1E2FC4123}"/>
                </a:ext>
              </a:extLst>
            </p:cNvPr>
            <p:cNvSpPr/>
            <p:nvPr/>
          </p:nvSpPr>
          <p:spPr>
            <a:xfrm>
              <a:off x="3667492" y="1532029"/>
              <a:ext cx="2325748" cy="274109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900" b="1" dirty="0">
                  <a:solidFill>
                    <a:schemeClr val="tx1"/>
                  </a:solidFill>
                </a:rPr>
                <a:t>투표 </a:t>
              </a:r>
              <a:r>
                <a:rPr lang="ko-KR" altLang="en-US" sz="900" b="1" dirty="0" err="1">
                  <a:solidFill>
                    <a:schemeClr val="tx1"/>
                  </a:solidFill>
                </a:rPr>
                <a:t>프리셋</a:t>
              </a:r>
              <a:r>
                <a:rPr lang="ko-KR" altLang="en-US" sz="900" b="1" dirty="0">
                  <a:solidFill>
                    <a:schemeClr val="tx1"/>
                  </a:solidFill>
                </a:rPr>
                <a:t> 설정</a:t>
              </a:r>
            </a:p>
          </p:txBody>
        </p:sp>
        <p:pic>
          <p:nvPicPr>
            <p:cNvPr id="83" name="그래픽 82">
              <a:extLst>
                <a:ext uri="{FF2B5EF4-FFF2-40B4-BE49-F238E27FC236}">
                  <a16:creationId xmlns:a16="http://schemas.microsoft.com/office/drawing/2014/main" id="{1F4FBBC4-1DFD-891A-7444-2045DE44A36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rot="5400000">
              <a:off x="5699956" y="1554783"/>
              <a:ext cx="228600" cy="228600"/>
            </a:xfrm>
            <a:prstGeom prst="rect">
              <a:avLst/>
            </a:prstGeom>
          </p:spPr>
        </p:pic>
      </p:grp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4EDC0D09-57F6-64B7-6DAA-4A70DD5EA995}"/>
              </a:ext>
            </a:extLst>
          </p:cNvPr>
          <p:cNvSpPr/>
          <p:nvPr/>
        </p:nvSpPr>
        <p:spPr>
          <a:xfrm>
            <a:off x="640721" y="2300042"/>
            <a:ext cx="2320726" cy="2688968"/>
          </a:xfrm>
          <a:prstGeom prst="roundRect">
            <a:avLst>
              <a:gd name="adj" fmla="val 2180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18E75718-6E48-F4E9-938C-ED26BA6CA9D7}"/>
              </a:ext>
            </a:extLst>
          </p:cNvPr>
          <p:cNvSpPr/>
          <p:nvPr/>
        </p:nvSpPr>
        <p:spPr>
          <a:xfrm>
            <a:off x="727272" y="2594295"/>
            <a:ext cx="2161724" cy="2850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bg1">
                    <a:lumMod val="65000"/>
                  </a:schemeClr>
                </a:solidFill>
              </a:rPr>
              <a:t>투표 이름을 입력해 주세요</a:t>
            </a:r>
            <a:r>
              <a:rPr lang="en-US" altLang="ko-KR" sz="800" b="1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800" b="1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F2974FD3-B8DF-FF47-1DF1-54EE70A089CD}"/>
              </a:ext>
            </a:extLst>
          </p:cNvPr>
          <p:cNvSpPr/>
          <p:nvPr/>
        </p:nvSpPr>
        <p:spPr>
          <a:xfrm>
            <a:off x="714157" y="3733312"/>
            <a:ext cx="2188361" cy="2850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900" b="1" dirty="0">
                <a:solidFill>
                  <a:schemeClr val="tx1"/>
                </a:solidFill>
              </a:rPr>
              <a:t>1000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A02E0969-C0E5-B33F-AF60-0659E809A949}"/>
              </a:ext>
            </a:extLst>
          </p:cNvPr>
          <p:cNvSpPr txBox="1"/>
          <p:nvPr/>
        </p:nvSpPr>
        <p:spPr>
          <a:xfrm>
            <a:off x="2550345" y="3767965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b="1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캐시</a:t>
            </a:r>
            <a:endParaRPr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4C322809-44C3-FCE0-308A-983379F08C32}"/>
              </a:ext>
            </a:extLst>
          </p:cNvPr>
          <p:cNvSpPr/>
          <p:nvPr/>
        </p:nvSpPr>
        <p:spPr>
          <a:xfrm>
            <a:off x="714157" y="4444840"/>
            <a:ext cx="2188361" cy="2850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900" b="1" dirty="0">
                <a:solidFill>
                  <a:schemeClr val="tx1"/>
                </a:solidFill>
              </a:rPr>
              <a:t>0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42FBFCD6-6D31-7461-4D29-066BEF887348}"/>
              </a:ext>
            </a:extLst>
          </p:cNvPr>
          <p:cNvSpPr txBox="1"/>
          <p:nvPr/>
        </p:nvSpPr>
        <p:spPr>
          <a:xfrm>
            <a:off x="666484" y="2941430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투표 시간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590F363F-3A95-A580-344C-16E1E8385738}"/>
              </a:ext>
            </a:extLst>
          </p:cNvPr>
          <p:cNvSpPr txBox="1"/>
          <p:nvPr/>
        </p:nvSpPr>
        <p:spPr>
          <a:xfrm>
            <a:off x="666483" y="4237916"/>
            <a:ext cx="794123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무료 투표권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807B1E3-A294-4514-7943-D53943CBE2C6}"/>
              </a:ext>
            </a:extLst>
          </p:cNvPr>
          <p:cNvSpPr txBox="1"/>
          <p:nvPr/>
        </p:nvSpPr>
        <p:spPr>
          <a:xfrm>
            <a:off x="666484" y="3522777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투표 </a:t>
            </a:r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금액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664D60FA-FA36-88EA-8D16-18B2F25137BF}"/>
              </a:ext>
            </a:extLst>
          </p:cNvPr>
          <p:cNvSpPr txBox="1"/>
          <p:nvPr/>
        </p:nvSpPr>
        <p:spPr>
          <a:xfrm>
            <a:off x="624248" y="3998838"/>
            <a:ext cx="2442495" cy="200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표 당 금액을 뜻합니다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(</a:t>
            </a: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최소 금액 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 </a:t>
            </a: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캐시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A5C7C873-1B8C-4597-4522-12773A1C9B0E}"/>
              </a:ext>
            </a:extLst>
          </p:cNvPr>
          <p:cNvSpPr txBox="1"/>
          <p:nvPr/>
        </p:nvSpPr>
        <p:spPr>
          <a:xfrm>
            <a:off x="624248" y="4714453"/>
            <a:ext cx="2442495" cy="200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700" i="0" u="none" strike="noStrike" kern="1200" cap="none" spc="0" normalizeH="0" baseline="0" noProof="0" dirty="0" err="1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도네이터에게</a:t>
            </a: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제공되는 무료 투표권의 개수를 뜻합니다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pSp>
        <p:nvGrpSpPr>
          <p:cNvPr id="94" name="그룹 93">
            <a:extLst>
              <a:ext uri="{FF2B5EF4-FFF2-40B4-BE49-F238E27FC236}">
                <a16:creationId xmlns:a16="http://schemas.microsoft.com/office/drawing/2014/main" id="{55E7CC86-F8AA-A7A7-1214-CE3EBC6F6D24}"/>
              </a:ext>
            </a:extLst>
          </p:cNvPr>
          <p:cNvGrpSpPr/>
          <p:nvPr/>
        </p:nvGrpSpPr>
        <p:grpSpPr>
          <a:xfrm>
            <a:off x="714158" y="3158576"/>
            <a:ext cx="2220247" cy="285064"/>
            <a:chOff x="3737638" y="3069740"/>
            <a:chExt cx="2220247" cy="285064"/>
          </a:xfrm>
        </p:grpSpPr>
        <p:grpSp>
          <p:nvGrpSpPr>
            <p:cNvPr id="95" name="그룹 94">
              <a:extLst>
                <a:ext uri="{FF2B5EF4-FFF2-40B4-BE49-F238E27FC236}">
                  <a16:creationId xmlns:a16="http://schemas.microsoft.com/office/drawing/2014/main" id="{8E9B886A-4945-715C-A86B-C08B9DC66373}"/>
                </a:ext>
              </a:extLst>
            </p:cNvPr>
            <p:cNvGrpSpPr/>
            <p:nvPr/>
          </p:nvGrpSpPr>
          <p:grpSpPr>
            <a:xfrm>
              <a:off x="3737638" y="3069740"/>
              <a:ext cx="2188360" cy="285064"/>
              <a:chOff x="3737638" y="3069740"/>
              <a:chExt cx="2232302" cy="285064"/>
            </a:xfrm>
          </p:grpSpPr>
          <p:sp>
            <p:nvSpPr>
              <p:cNvPr id="101" name="사각형: 둥근 모서리 100">
                <a:extLst>
                  <a:ext uri="{FF2B5EF4-FFF2-40B4-BE49-F238E27FC236}">
                    <a16:creationId xmlns:a16="http://schemas.microsoft.com/office/drawing/2014/main" id="{86E7A9CE-94AA-CE27-7378-98AB845C3EA1}"/>
                  </a:ext>
                </a:extLst>
              </p:cNvPr>
              <p:cNvSpPr/>
              <p:nvPr/>
            </p:nvSpPr>
            <p:spPr>
              <a:xfrm>
                <a:off x="3737638" y="3069740"/>
                <a:ext cx="669158" cy="285064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en-US" altLang="ko-KR" sz="900" b="1" dirty="0">
                    <a:solidFill>
                      <a:schemeClr val="tx1"/>
                    </a:solidFill>
                  </a:rPr>
                  <a:t>00</a:t>
                </a:r>
                <a:endParaRPr lang="ko-KR" altLang="en-US" sz="9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02" name="사각형: 둥근 모서리 101">
                <a:extLst>
                  <a:ext uri="{FF2B5EF4-FFF2-40B4-BE49-F238E27FC236}">
                    <a16:creationId xmlns:a16="http://schemas.microsoft.com/office/drawing/2014/main" id="{9325614C-1A3B-3C8A-3F55-BEF642E52235}"/>
                  </a:ext>
                </a:extLst>
              </p:cNvPr>
              <p:cNvSpPr/>
              <p:nvPr/>
            </p:nvSpPr>
            <p:spPr>
              <a:xfrm>
                <a:off x="4518360" y="3069740"/>
                <a:ext cx="669158" cy="285064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en-US" altLang="ko-KR" sz="900" b="1" dirty="0">
                    <a:solidFill>
                      <a:schemeClr val="tx1"/>
                    </a:solidFill>
                  </a:rPr>
                  <a:t>00</a:t>
                </a:r>
                <a:endParaRPr lang="ko-KR" altLang="en-US" sz="9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03" name="사각형: 둥근 모서리 102">
                <a:extLst>
                  <a:ext uri="{FF2B5EF4-FFF2-40B4-BE49-F238E27FC236}">
                    <a16:creationId xmlns:a16="http://schemas.microsoft.com/office/drawing/2014/main" id="{226B403A-E81B-F8B8-5FE8-38DF82C47312}"/>
                  </a:ext>
                </a:extLst>
              </p:cNvPr>
              <p:cNvSpPr/>
              <p:nvPr/>
            </p:nvSpPr>
            <p:spPr>
              <a:xfrm>
                <a:off x="5300782" y="3069740"/>
                <a:ext cx="669158" cy="285064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en-US" altLang="ko-KR" sz="900" b="1" dirty="0">
                    <a:solidFill>
                      <a:schemeClr val="tx1"/>
                    </a:solidFill>
                  </a:rPr>
                  <a:t>00</a:t>
                </a:r>
                <a:endParaRPr lang="ko-KR" altLang="en-US" sz="9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8A4E6520-2CE8-C3B2-D00A-C2B3249FC180}"/>
                </a:ext>
              </a:extLst>
            </p:cNvPr>
            <p:cNvSpPr txBox="1"/>
            <p:nvPr/>
          </p:nvSpPr>
          <p:spPr>
            <a:xfrm>
              <a:off x="4041676" y="3104550"/>
              <a:ext cx="389850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r"/>
              <a:r>
                <a:rPr lang="ko-KR" altLang="en-US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시간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3344066-2C97-1324-0EA3-0FF2893AF06D}"/>
                </a:ext>
              </a:extLst>
            </p:cNvPr>
            <p:cNvSpPr txBox="1"/>
            <p:nvPr/>
          </p:nvSpPr>
          <p:spPr>
            <a:xfrm>
              <a:off x="4926844" y="3104550"/>
              <a:ext cx="287258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r"/>
              <a:r>
                <a:rPr lang="ko-KR" altLang="en-US" sz="800" b="1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BACAF0A0-F5DC-7182-6F35-1DB3FDDC2118}"/>
                </a:ext>
              </a:extLst>
            </p:cNvPr>
            <p:cNvSpPr txBox="1"/>
            <p:nvPr/>
          </p:nvSpPr>
          <p:spPr>
            <a:xfrm>
              <a:off x="5670627" y="3104550"/>
              <a:ext cx="287258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r"/>
              <a:r>
                <a:rPr lang="ko-KR" altLang="en-US" sz="800" b="1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초</a:t>
              </a:r>
              <a:endPara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2A57696B-3B04-623A-4704-A6BFBD19FBD0}"/>
                </a:ext>
              </a:extLst>
            </p:cNvPr>
            <p:cNvSpPr txBox="1"/>
            <p:nvPr/>
          </p:nvSpPr>
          <p:spPr>
            <a:xfrm>
              <a:off x="4349606" y="3104550"/>
              <a:ext cx="211917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  <a:endPara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4DDB8D1B-5202-59AF-3C58-FA74B7112A6A}"/>
                </a:ext>
              </a:extLst>
            </p:cNvPr>
            <p:cNvSpPr txBox="1"/>
            <p:nvPr/>
          </p:nvSpPr>
          <p:spPr>
            <a:xfrm>
              <a:off x="5111186" y="3104550"/>
              <a:ext cx="211917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  <a:endPara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04" name="TextBox 103">
            <a:extLst>
              <a:ext uri="{FF2B5EF4-FFF2-40B4-BE49-F238E27FC236}">
                <a16:creationId xmlns:a16="http://schemas.microsoft.com/office/drawing/2014/main" id="{D95914A5-8420-2787-9DD9-5DD3D6789443}"/>
              </a:ext>
            </a:extLst>
          </p:cNvPr>
          <p:cNvSpPr txBox="1"/>
          <p:nvPr/>
        </p:nvSpPr>
        <p:spPr>
          <a:xfrm>
            <a:off x="666484" y="2370306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투표 </a:t>
            </a:r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이름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pic>
        <p:nvPicPr>
          <p:cNvPr id="132" name="그림 131">
            <a:extLst>
              <a:ext uri="{FF2B5EF4-FFF2-40B4-BE49-F238E27FC236}">
                <a16:creationId xmlns:a16="http://schemas.microsoft.com/office/drawing/2014/main" id="{6ECC8867-404A-F15F-8318-4FF0C720186B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b="26316"/>
          <a:stretch>
            <a:fillRect/>
          </a:stretch>
        </p:blipFill>
        <p:spPr>
          <a:xfrm>
            <a:off x="627909" y="5065661"/>
            <a:ext cx="2334970" cy="1100578"/>
          </a:xfrm>
          <a:prstGeom prst="rect">
            <a:avLst/>
          </a:prstGeom>
        </p:spPr>
      </p:pic>
      <p:pic>
        <p:nvPicPr>
          <p:cNvPr id="133" name="Picture 4" descr="C:\Users\btbprovd\Desktop\Untitled-3.png">
            <a:extLst>
              <a:ext uri="{FF2B5EF4-FFF2-40B4-BE49-F238E27FC236}">
                <a16:creationId xmlns:a16="http://schemas.microsoft.com/office/drawing/2014/main" id="{0FD6ABE7-C3AC-8644-FB63-B706E12BE6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12417" y="6051920"/>
            <a:ext cx="2591433" cy="206744"/>
          </a:xfrm>
          <a:prstGeom prst="rect">
            <a:avLst/>
          </a:prstGeom>
          <a:noFill/>
        </p:spPr>
      </p:pic>
      <p:pic>
        <p:nvPicPr>
          <p:cNvPr id="134" name="Picture 4" descr="C:\Users\btbprovd\Desktop\Untitled-3.png">
            <a:extLst>
              <a:ext uri="{FF2B5EF4-FFF2-40B4-BE49-F238E27FC236}">
                <a16:creationId xmlns:a16="http://schemas.microsoft.com/office/drawing/2014/main" id="{4095DEEC-18EA-62D0-2232-9AA7307267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 rot="10800000">
            <a:off x="3540945" y="2090661"/>
            <a:ext cx="2591433" cy="206744"/>
          </a:xfrm>
          <a:prstGeom prst="rect">
            <a:avLst/>
          </a:prstGeom>
          <a:noFill/>
        </p:spPr>
      </p:pic>
      <p:sp>
        <p:nvSpPr>
          <p:cNvPr id="135" name="사각형: 둥근 모서리 134">
            <a:extLst>
              <a:ext uri="{FF2B5EF4-FFF2-40B4-BE49-F238E27FC236}">
                <a16:creationId xmlns:a16="http://schemas.microsoft.com/office/drawing/2014/main" id="{6BAFD48F-5309-41E4-5F7B-2020DF5BA4B2}"/>
              </a:ext>
            </a:extLst>
          </p:cNvPr>
          <p:cNvSpPr/>
          <p:nvPr/>
        </p:nvSpPr>
        <p:spPr>
          <a:xfrm>
            <a:off x="3662757" y="2352292"/>
            <a:ext cx="2320726" cy="1469198"/>
          </a:xfrm>
          <a:prstGeom prst="roundRect">
            <a:avLst>
              <a:gd name="adj" fmla="val 2570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0F6EA79C-0FCB-7AC4-18C0-809814588FF9}"/>
              </a:ext>
            </a:extLst>
          </p:cNvPr>
          <p:cNvSpPr txBox="1"/>
          <p:nvPr/>
        </p:nvSpPr>
        <p:spPr>
          <a:xfrm>
            <a:off x="3688520" y="2422556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투표 항목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137" name="그룹 136">
            <a:extLst>
              <a:ext uri="{FF2B5EF4-FFF2-40B4-BE49-F238E27FC236}">
                <a16:creationId xmlns:a16="http://schemas.microsoft.com/office/drawing/2014/main" id="{B142E4A5-0D77-5544-C683-0B7B454C33BC}"/>
              </a:ext>
            </a:extLst>
          </p:cNvPr>
          <p:cNvGrpSpPr/>
          <p:nvPr/>
        </p:nvGrpSpPr>
        <p:grpSpPr>
          <a:xfrm>
            <a:off x="3772800" y="2668801"/>
            <a:ext cx="2086480" cy="928373"/>
            <a:chOff x="8295014" y="4217447"/>
            <a:chExt cx="2086480" cy="928373"/>
          </a:xfrm>
        </p:grpSpPr>
        <p:sp>
          <p:nvSpPr>
            <p:cNvPr id="138" name="사각형: 둥근 모서리 137">
              <a:extLst>
                <a:ext uri="{FF2B5EF4-FFF2-40B4-BE49-F238E27FC236}">
                  <a16:creationId xmlns:a16="http://schemas.microsoft.com/office/drawing/2014/main" id="{3A9877CE-79A5-3589-E43A-8B72CF5086CE}"/>
                </a:ext>
              </a:extLst>
            </p:cNvPr>
            <p:cNvSpPr/>
            <p:nvPr/>
          </p:nvSpPr>
          <p:spPr>
            <a:xfrm>
              <a:off x="8295014" y="4217447"/>
              <a:ext cx="2086480" cy="285064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</a:rPr>
                <a:t>        투표의 내용을 작성해 주세요</a:t>
              </a:r>
              <a:r>
                <a:rPr lang="en-US" altLang="ko-KR" sz="700" b="1" dirty="0">
                  <a:solidFill>
                    <a:schemeClr val="bg1">
                      <a:lumMod val="65000"/>
                    </a:schemeClr>
                  </a:solidFill>
                </a:rPr>
                <a:t>. (10</a:t>
              </a:r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</a:rPr>
                <a:t>자 이내</a:t>
              </a:r>
              <a:r>
                <a:rPr lang="en-US" altLang="ko-KR" sz="700" b="1" dirty="0">
                  <a:solidFill>
                    <a:schemeClr val="bg1">
                      <a:lumMod val="65000"/>
                    </a:schemeClr>
                  </a:solidFill>
                </a:rPr>
                <a:t>)</a:t>
              </a:r>
              <a:endParaRPr lang="ko-KR" altLang="en-US" sz="700" b="1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D0F440D7-4400-AF7A-A6EC-146DCC9CB961}"/>
                </a:ext>
              </a:extLst>
            </p:cNvPr>
            <p:cNvSpPr txBox="1"/>
            <p:nvPr/>
          </p:nvSpPr>
          <p:spPr>
            <a:xfrm>
              <a:off x="8328248" y="4255305"/>
              <a:ext cx="25304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ko-KR" sz="800" b="1" dirty="0">
                  <a:solidFill>
                    <a:srgbClr val="0070C0"/>
                  </a:solidFill>
                  <a:latin typeface="+mn-ea"/>
                  <a:ea typeface="+mn-ea"/>
                </a:rPr>
                <a:t>1</a:t>
              </a:r>
              <a:endParaRPr lang="ko-KR" altLang="en-US" sz="800" b="1" dirty="0">
                <a:solidFill>
                  <a:srgbClr val="0070C0"/>
                </a:solidFill>
                <a:latin typeface="+mn-ea"/>
                <a:ea typeface="+mn-ea"/>
              </a:endParaRPr>
            </a:p>
          </p:txBody>
        </p:sp>
        <p:sp>
          <p:nvSpPr>
            <p:cNvPr id="140" name="사각형: 둥근 모서리 139">
              <a:extLst>
                <a:ext uri="{FF2B5EF4-FFF2-40B4-BE49-F238E27FC236}">
                  <a16:creationId xmlns:a16="http://schemas.microsoft.com/office/drawing/2014/main" id="{D6E52B43-A558-18D9-5526-617AEFA0A794}"/>
                </a:ext>
              </a:extLst>
            </p:cNvPr>
            <p:cNvSpPr/>
            <p:nvPr/>
          </p:nvSpPr>
          <p:spPr>
            <a:xfrm>
              <a:off x="8295014" y="4539101"/>
              <a:ext cx="2086480" cy="285064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</a:rPr>
                <a:t>         투표의 내용을 작성해 주세요</a:t>
              </a:r>
              <a:r>
                <a:rPr lang="en-US" altLang="ko-KR" sz="700" b="1" dirty="0">
                  <a:solidFill>
                    <a:schemeClr val="bg1">
                      <a:lumMod val="65000"/>
                    </a:schemeClr>
                  </a:solidFill>
                </a:rPr>
                <a:t>. (10</a:t>
              </a:r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</a:rPr>
                <a:t>자 이내</a:t>
              </a:r>
              <a:r>
                <a:rPr lang="en-US" altLang="ko-KR" sz="700" b="1" dirty="0">
                  <a:solidFill>
                    <a:schemeClr val="bg1">
                      <a:lumMod val="65000"/>
                    </a:schemeClr>
                  </a:solidFill>
                </a:rPr>
                <a:t>)</a:t>
              </a:r>
              <a:endParaRPr lang="ko-KR" altLang="en-US" sz="700" b="1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A0E4E3C-B423-8BB5-2599-0C34A74F48BD}"/>
                </a:ext>
              </a:extLst>
            </p:cNvPr>
            <p:cNvSpPr txBox="1"/>
            <p:nvPr/>
          </p:nvSpPr>
          <p:spPr>
            <a:xfrm>
              <a:off x="8328248" y="4578353"/>
              <a:ext cx="25304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ko-KR" sz="800" b="1" dirty="0">
                  <a:solidFill>
                    <a:srgbClr val="0070C0"/>
                  </a:solidFill>
                  <a:latin typeface="+mn-ea"/>
                  <a:ea typeface="+mn-ea"/>
                </a:rPr>
                <a:t>2</a:t>
              </a:r>
              <a:endParaRPr lang="ko-KR" altLang="en-US" sz="800" b="1" dirty="0">
                <a:solidFill>
                  <a:srgbClr val="0070C0"/>
                </a:solidFill>
                <a:latin typeface="+mn-ea"/>
                <a:ea typeface="+mn-ea"/>
              </a:endParaRPr>
            </a:p>
          </p:txBody>
        </p:sp>
        <p:sp>
          <p:nvSpPr>
            <p:cNvPr id="142" name="사각형: 둥근 모서리 141">
              <a:extLst>
                <a:ext uri="{FF2B5EF4-FFF2-40B4-BE49-F238E27FC236}">
                  <a16:creationId xmlns:a16="http://schemas.microsoft.com/office/drawing/2014/main" id="{68B62941-EDA4-0013-B6FF-BD74900BC955}"/>
                </a:ext>
              </a:extLst>
            </p:cNvPr>
            <p:cNvSpPr/>
            <p:nvPr/>
          </p:nvSpPr>
          <p:spPr>
            <a:xfrm>
              <a:off x="8295014" y="4860756"/>
              <a:ext cx="2086480" cy="285064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</a:rPr>
                <a:t>         투표의 내용을 작성해 주세요</a:t>
              </a:r>
              <a:r>
                <a:rPr lang="en-US" altLang="ko-KR" sz="700" b="1" dirty="0">
                  <a:solidFill>
                    <a:schemeClr val="bg1">
                      <a:lumMod val="65000"/>
                    </a:schemeClr>
                  </a:solidFill>
                </a:rPr>
                <a:t>. (10</a:t>
              </a:r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</a:rPr>
                <a:t>자 이내</a:t>
              </a:r>
              <a:r>
                <a:rPr lang="en-US" altLang="ko-KR" sz="700" b="1" dirty="0">
                  <a:solidFill>
                    <a:schemeClr val="bg1">
                      <a:lumMod val="65000"/>
                    </a:schemeClr>
                  </a:solidFill>
                </a:rPr>
                <a:t>)</a:t>
              </a:r>
              <a:endParaRPr lang="ko-KR" altLang="en-US" sz="700" b="1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41092C03-C31C-62E6-E1D6-004FEAB43ECF}"/>
                </a:ext>
              </a:extLst>
            </p:cNvPr>
            <p:cNvSpPr txBox="1"/>
            <p:nvPr/>
          </p:nvSpPr>
          <p:spPr>
            <a:xfrm>
              <a:off x="8328248" y="4898614"/>
              <a:ext cx="253045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ko-KR" sz="800" b="1" dirty="0">
                  <a:solidFill>
                    <a:srgbClr val="0070C0"/>
                  </a:solidFill>
                  <a:latin typeface="+mn-ea"/>
                  <a:ea typeface="+mn-ea"/>
                </a:rPr>
                <a:t>3</a:t>
              </a:r>
              <a:endParaRPr lang="ko-KR" altLang="en-US" sz="800" b="1" dirty="0">
                <a:solidFill>
                  <a:srgbClr val="0070C0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146" name="Google Shape;1200;p27">
            <a:extLst>
              <a:ext uri="{FF2B5EF4-FFF2-40B4-BE49-F238E27FC236}">
                <a16:creationId xmlns:a16="http://schemas.microsoft.com/office/drawing/2014/main" id="{7FBB5C00-7DB1-DA16-9F77-622299FBF883}"/>
              </a:ext>
            </a:extLst>
          </p:cNvPr>
          <p:cNvSpPr/>
          <p:nvPr/>
        </p:nvSpPr>
        <p:spPr>
          <a:xfrm>
            <a:off x="5729727" y="3414517"/>
            <a:ext cx="87937" cy="93600"/>
          </a:xfrm>
          <a:custGeom>
            <a:avLst/>
            <a:gdLst/>
            <a:ahLst/>
            <a:cxnLst/>
            <a:rect l="l" t="t" r="r" b="b"/>
            <a:pathLst>
              <a:path w="246" h="241" extrusionOk="0">
                <a:moveTo>
                  <a:pt x="12" y="15"/>
                </a:moveTo>
                <a:cubicBezTo>
                  <a:pt x="0" y="26"/>
                  <a:pt x="0" y="45"/>
                  <a:pt x="12" y="56"/>
                </a:cubicBezTo>
                <a:lnTo>
                  <a:pt x="80" y="122"/>
                </a:lnTo>
                <a:lnTo>
                  <a:pt x="12" y="188"/>
                </a:lnTo>
                <a:cubicBezTo>
                  <a:pt x="0" y="199"/>
                  <a:pt x="0" y="218"/>
                  <a:pt x="12" y="229"/>
                </a:cubicBezTo>
                <a:cubicBezTo>
                  <a:pt x="24" y="241"/>
                  <a:pt x="44" y="241"/>
                  <a:pt x="56" y="229"/>
                </a:cubicBezTo>
                <a:lnTo>
                  <a:pt x="123" y="165"/>
                </a:lnTo>
                <a:lnTo>
                  <a:pt x="190" y="229"/>
                </a:lnTo>
                <a:cubicBezTo>
                  <a:pt x="202" y="241"/>
                  <a:pt x="222" y="241"/>
                  <a:pt x="234" y="229"/>
                </a:cubicBezTo>
                <a:cubicBezTo>
                  <a:pt x="246" y="218"/>
                  <a:pt x="246" y="199"/>
                  <a:pt x="234" y="188"/>
                </a:cubicBezTo>
                <a:lnTo>
                  <a:pt x="167" y="122"/>
                </a:lnTo>
                <a:lnTo>
                  <a:pt x="234" y="56"/>
                </a:lnTo>
                <a:cubicBezTo>
                  <a:pt x="246" y="45"/>
                  <a:pt x="246" y="26"/>
                  <a:pt x="234" y="15"/>
                </a:cubicBezTo>
                <a:cubicBezTo>
                  <a:pt x="222" y="3"/>
                  <a:pt x="202" y="3"/>
                  <a:pt x="190" y="15"/>
                </a:cubicBezTo>
                <a:lnTo>
                  <a:pt x="123" y="79"/>
                </a:lnTo>
                <a:lnTo>
                  <a:pt x="56" y="15"/>
                </a:lnTo>
                <a:cubicBezTo>
                  <a:pt x="41" y="0"/>
                  <a:pt x="26" y="3"/>
                  <a:pt x="12" y="15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78300" tIns="39150" rIns="78300" bIns="391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" name="사각형: 둥근 모서리 146">
            <a:extLst>
              <a:ext uri="{FF2B5EF4-FFF2-40B4-BE49-F238E27FC236}">
                <a16:creationId xmlns:a16="http://schemas.microsoft.com/office/drawing/2014/main" id="{3662566A-1EDC-8683-11B9-349D1FB5FFC2}"/>
              </a:ext>
            </a:extLst>
          </p:cNvPr>
          <p:cNvSpPr/>
          <p:nvPr/>
        </p:nvSpPr>
        <p:spPr>
          <a:xfrm>
            <a:off x="3668903" y="3924302"/>
            <a:ext cx="2320726" cy="960379"/>
          </a:xfrm>
          <a:prstGeom prst="roundRect">
            <a:avLst>
              <a:gd name="adj" fmla="val 3221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r>
              <a:rPr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투표 시작 예약</a:t>
            </a:r>
          </a:p>
        </p:txBody>
      </p: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4119FDE0-EF34-49F1-60BC-3B6F9503E1F7}"/>
              </a:ext>
            </a:extLst>
          </p:cNvPr>
          <p:cNvGrpSpPr/>
          <p:nvPr/>
        </p:nvGrpSpPr>
        <p:grpSpPr>
          <a:xfrm>
            <a:off x="5437275" y="4001903"/>
            <a:ext cx="358458" cy="167378"/>
            <a:chOff x="2904113" y="2098954"/>
            <a:chExt cx="293721" cy="137151"/>
          </a:xfrm>
        </p:grpSpPr>
        <p:sp>
          <p:nvSpPr>
            <p:cNvPr id="149" name="사각형: 둥근 모서리 148">
              <a:extLst>
                <a:ext uri="{FF2B5EF4-FFF2-40B4-BE49-F238E27FC236}">
                  <a16:creationId xmlns:a16="http://schemas.microsoft.com/office/drawing/2014/main" id="{6190CB73-D88D-F4DC-6EEE-31EF3F7EB821}"/>
                </a:ext>
              </a:extLst>
            </p:cNvPr>
            <p:cNvSpPr/>
            <p:nvPr/>
          </p:nvSpPr>
          <p:spPr>
            <a:xfrm>
              <a:off x="2916852" y="2098954"/>
              <a:ext cx="280982" cy="13715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r"/>
              <a:r>
                <a:rPr lang="en-US" altLang="ko-KR" sz="7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rPr>
                <a:t>OFF</a:t>
              </a:r>
              <a:endParaRPr lang="ko-KR" altLang="en-US" sz="7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0" name="타원 149">
              <a:extLst>
                <a:ext uri="{FF2B5EF4-FFF2-40B4-BE49-F238E27FC236}">
                  <a16:creationId xmlns:a16="http://schemas.microsoft.com/office/drawing/2014/main" id="{C3B71A9D-1F2D-2437-F5EA-4EFE6ADAA618}"/>
                </a:ext>
              </a:extLst>
            </p:cNvPr>
            <p:cNvSpPr/>
            <p:nvPr/>
          </p:nvSpPr>
          <p:spPr>
            <a:xfrm>
              <a:off x="2904113" y="2098955"/>
              <a:ext cx="137150" cy="13715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tlCol="0" anchor="ctr"/>
            <a:lstStyle/>
            <a:p>
              <a:pPr algn="ctr"/>
              <a:endPara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51" name="사각형: 둥근 모서리 150">
            <a:extLst>
              <a:ext uri="{FF2B5EF4-FFF2-40B4-BE49-F238E27FC236}">
                <a16:creationId xmlns:a16="http://schemas.microsoft.com/office/drawing/2014/main" id="{2CF8BCEF-6C81-2D64-3909-3EAB242ED8AF}"/>
              </a:ext>
            </a:extLst>
          </p:cNvPr>
          <p:cNvSpPr/>
          <p:nvPr/>
        </p:nvSpPr>
        <p:spPr>
          <a:xfrm>
            <a:off x="3735085" y="4277043"/>
            <a:ext cx="2188361" cy="285064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30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연도</a:t>
            </a:r>
            <a:r>
              <a:rPr kumimoji="1" lang="en-US" altLang="ko-KR" sz="800" b="1" i="0" u="none" strike="noStrike" kern="1200" cap="none" spc="30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-</a:t>
            </a:r>
            <a:r>
              <a:rPr kumimoji="1" lang="ko-KR" altLang="en-US" sz="800" b="1" i="0" u="none" strike="noStrike" kern="1200" cap="none" spc="30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월</a:t>
            </a:r>
            <a:r>
              <a:rPr kumimoji="1" lang="en-US" altLang="ko-KR" sz="800" b="1" i="0" u="none" strike="noStrike" kern="1200" cap="none" spc="30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-</a:t>
            </a:r>
            <a:r>
              <a:rPr kumimoji="1" lang="ko-KR" altLang="en-US" sz="800" b="1" i="0" u="none" strike="noStrike" kern="1200" cap="none" spc="30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일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16B0B6E3-A088-1A66-2FAC-84316522B963}"/>
              </a:ext>
            </a:extLst>
          </p:cNvPr>
          <p:cNvSpPr txBox="1"/>
          <p:nvPr/>
        </p:nvSpPr>
        <p:spPr>
          <a:xfrm>
            <a:off x="3702434" y="4555508"/>
            <a:ext cx="232723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투표 시작 예약을 하지 않고 투표 시작 버튼을 누르면 바로 투표가 시작됩니다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7E23512F-E9A6-A21F-B5F8-912FEEAEB9F3}"/>
              </a:ext>
            </a:extLst>
          </p:cNvPr>
          <p:cNvCxnSpPr/>
          <p:nvPr/>
        </p:nvCxnSpPr>
        <p:spPr>
          <a:xfrm>
            <a:off x="3655124" y="5023871"/>
            <a:ext cx="2325472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TextBox 153">
            <a:extLst>
              <a:ext uri="{FF2B5EF4-FFF2-40B4-BE49-F238E27FC236}">
                <a16:creationId xmlns:a16="http://schemas.microsoft.com/office/drawing/2014/main" id="{9A787C16-9D9E-BE55-B40D-8DCC79F6585E}"/>
              </a:ext>
            </a:extLst>
          </p:cNvPr>
          <p:cNvSpPr txBox="1"/>
          <p:nvPr/>
        </p:nvSpPr>
        <p:spPr>
          <a:xfrm>
            <a:off x="3631261" y="5071991"/>
            <a:ext cx="240245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투표사용하기가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OFF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인 경우 투표가 시작되지 않습니다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크리에이터 페이지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위젯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투표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sz="700" dirty="0" err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투표위젯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설정에서 투표 사용하기가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ON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상태이고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하단의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투표 시작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버튼을 누르면 투표가 시작됩니다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155" name="사각형: 둥근 모서리 154">
            <a:extLst>
              <a:ext uri="{FF2B5EF4-FFF2-40B4-BE49-F238E27FC236}">
                <a16:creationId xmlns:a16="http://schemas.microsoft.com/office/drawing/2014/main" id="{9DDC390D-2C31-BDAA-6AFE-131A9D0D94A0}"/>
              </a:ext>
            </a:extLst>
          </p:cNvPr>
          <p:cNvSpPr/>
          <p:nvPr/>
        </p:nvSpPr>
        <p:spPr bwMode="auto">
          <a:xfrm>
            <a:off x="3668903" y="5804600"/>
            <a:ext cx="2320725" cy="321146"/>
          </a:xfrm>
          <a:prstGeom prst="roundRect">
            <a:avLst>
              <a:gd name="adj" fmla="val 12712"/>
            </a:avLst>
          </a:prstGeom>
          <a:solidFill>
            <a:srgbClr val="529EFF"/>
          </a:solidFill>
          <a:ln w="12700">
            <a:noFill/>
            <a:prstDash val="dash"/>
            <a:miter lim="800000"/>
            <a:headEnd/>
            <a:tailEnd/>
          </a:ln>
        </p:spPr>
        <p:txBody>
          <a:bodyPr wrap="none" rtlCol="0" anchor="ctr"/>
          <a:lstStyle/>
          <a:p>
            <a:pPr algn="ctr"/>
            <a:r>
              <a:rPr lang="ko-KR" altLang="en-US" sz="9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투표 시작</a:t>
            </a:r>
            <a:endParaRPr lang="ko-KR" altLang="en-US" sz="9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A7ACFE2A-5EC6-A681-764E-F0885315D13D}"/>
              </a:ext>
            </a:extLst>
          </p:cNvPr>
          <p:cNvSpPr txBox="1"/>
          <p:nvPr/>
        </p:nvSpPr>
        <p:spPr>
          <a:xfrm>
            <a:off x="4754584" y="4318156"/>
            <a:ext cx="1171124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b="1" spc="3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--</a:t>
            </a:r>
            <a:r>
              <a:rPr lang="ko-KR" altLang="en-US" sz="800" b="1" spc="3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시</a:t>
            </a:r>
            <a:r>
              <a:rPr lang="en-US" altLang="ko-KR" sz="800" b="1" spc="3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--</a:t>
            </a:r>
            <a:r>
              <a:rPr lang="ko-KR" altLang="en-US" sz="800" b="1" spc="3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분</a:t>
            </a:r>
            <a:r>
              <a:rPr lang="en-US" altLang="ko-KR" sz="800" b="1" spc="3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--</a:t>
            </a:r>
            <a:r>
              <a:rPr lang="ko-KR" altLang="en-US" sz="800" b="1" spc="30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초</a:t>
            </a:r>
            <a:endParaRPr kumimoji="1" lang="ko-KR" altLang="en-US" sz="800" b="1" i="0" u="none" strike="noStrike" kern="1200" cap="none" spc="30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+mn-ea"/>
              <a:ea typeface="+mn-ea"/>
              <a:cs typeface="+mn-cs"/>
            </a:endParaRP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AD55F4DB-1F59-584E-C317-318AFC20A057}"/>
              </a:ext>
            </a:extLst>
          </p:cNvPr>
          <p:cNvSpPr txBox="1"/>
          <p:nvPr/>
        </p:nvSpPr>
        <p:spPr>
          <a:xfrm>
            <a:off x="4476859" y="3631974"/>
            <a:ext cx="673472" cy="161500"/>
          </a:xfrm>
          <a:prstGeom prst="roundRect">
            <a:avLst/>
          </a:prstGeom>
          <a:solidFill>
            <a:srgbClr val="529EFF"/>
          </a:solidFill>
          <a:ln>
            <a:noFill/>
          </a:ln>
        </p:spPr>
        <p:txBody>
          <a:bodyPr wrap="none" lIns="0" tIns="0" rIns="0" bIns="0" rtlCol="0" anchor="ctr" anchorCtr="0">
            <a:noAutofit/>
          </a:bodyPr>
          <a:lstStyle/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 2" panose="05020102010507070707" pitchFamily="18" charset="2"/>
              </a:rPr>
              <a:t>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항목 추가</a:t>
            </a:r>
          </a:p>
        </p:txBody>
      </p:sp>
    </p:spTree>
    <p:extLst>
      <p:ext uri="{BB962C8B-B14F-4D97-AF65-F5344CB8AC3E}">
        <p14:creationId xmlns:p14="http://schemas.microsoft.com/office/powerpoint/2010/main" val="876435635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텍스트 개체 틀 85">
            <a:extLst>
              <a:ext uri="{FF2B5EF4-FFF2-40B4-BE49-F238E27FC236}">
                <a16:creationId xmlns:a16="http://schemas.microsoft.com/office/drawing/2014/main" id="{2349450D-5429-BA79-7B85-C0FD29127B3A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5340" y="411980"/>
            <a:ext cx="9436335" cy="424732"/>
          </a:xfrm>
        </p:spPr>
        <p:txBody>
          <a:bodyPr/>
          <a:lstStyle/>
          <a:p>
            <a:pPr marL="0" indent="0">
              <a:buNone/>
            </a:pPr>
            <a:r>
              <a:rPr lang="ko-KR" altLang="en-US" dirty="0"/>
              <a:t>리모컨 위젯</a:t>
            </a:r>
          </a:p>
        </p:txBody>
      </p:sp>
      <p:sp>
        <p:nvSpPr>
          <p:cNvPr id="85" name="제목 84">
            <a:extLst>
              <a:ext uri="{FF2B5EF4-FFF2-40B4-BE49-F238E27FC236}">
                <a16:creationId xmlns:a16="http://schemas.microsoft.com/office/drawing/2014/main" id="{57007DBC-C93C-F713-0FC7-9C2C8AB631C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모바일 웹 리모컨</a:t>
            </a:r>
            <a:r>
              <a:rPr lang="en-US" altLang="ko-KR" dirty="0"/>
              <a:t> &gt; </a:t>
            </a:r>
            <a:r>
              <a:rPr lang="ko-KR" altLang="en-US" dirty="0"/>
              <a:t>기능 버튼 </a:t>
            </a:r>
            <a:r>
              <a:rPr lang="en-US" altLang="ko-KR" dirty="0"/>
              <a:t>&gt; </a:t>
            </a:r>
            <a:r>
              <a:rPr lang="ko-KR" altLang="en-US" dirty="0"/>
              <a:t>리모컨 위젯</a:t>
            </a:r>
          </a:p>
        </p:txBody>
      </p:sp>
      <p:sp>
        <p:nvSpPr>
          <p:cNvPr id="46" name="Google Shape;1197;p27">
            <a:extLst>
              <a:ext uri="{FF2B5EF4-FFF2-40B4-BE49-F238E27FC236}">
                <a16:creationId xmlns:a16="http://schemas.microsoft.com/office/drawing/2014/main" id="{F586013E-D273-1002-4AB4-B113FA0760E2}"/>
              </a:ext>
            </a:extLst>
          </p:cNvPr>
          <p:cNvSpPr/>
          <p:nvPr/>
        </p:nvSpPr>
        <p:spPr>
          <a:xfrm>
            <a:off x="263352" y="1232755"/>
            <a:ext cx="2566556" cy="5292589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" name="Google Shape;1198;p27">
            <a:extLst>
              <a:ext uri="{FF2B5EF4-FFF2-40B4-BE49-F238E27FC236}">
                <a16:creationId xmlns:a16="http://schemas.microsoft.com/office/drawing/2014/main" id="{241B21A9-4F2F-D03B-63BF-1B6C7E04E506}"/>
              </a:ext>
            </a:extLst>
          </p:cNvPr>
          <p:cNvSpPr/>
          <p:nvPr/>
        </p:nvSpPr>
        <p:spPr>
          <a:xfrm>
            <a:off x="318406" y="1437444"/>
            <a:ext cx="2470586" cy="5035783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r>
              <a:rPr lang="ko-KR" altLang="en-US" sz="1200" b="1" dirty="0">
                <a:solidFill>
                  <a:srgbClr val="262626"/>
                </a:solidFill>
                <a:latin typeface="+mn-ea"/>
                <a:ea typeface="+mn-ea"/>
                <a:cs typeface="Calibri"/>
                <a:sym typeface="Calibri"/>
              </a:rPr>
              <a:t>크루 후원</a:t>
            </a:r>
            <a:endParaRPr sz="1200" b="1" dirty="0">
              <a:solidFill>
                <a:srgbClr val="262626"/>
              </a:solidFill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536EBB0-078B-D5D0-BA03-7A501144CAF0}"/>
              </a:ext>
            </a:extLst>
          </p:cNvPr>
          <p:cNvSpPr txBox="1"/>
          <p:nvPr/>
        </p:nvSpPr>
        <p:spPr>
          <a:xfrm>
            <a:off x="2460398" y="1499370"/>
            <a:ext cx="325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100" dirty="0">
                <a:sym typeface="Webdings" panose="05030102010509060703" pitchFamily="18" charset="2"/>
              </a:rPr>
              <a:t></a:t>
            </a:r>
            <a:endParaRPr lang="ko-KR" altLang="en-US" sz="1100" dirty="0"/>
          </a:p>
        </p:txBody>
      </p: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E78B4DD4-3039-6F70-817E-AC6B607E9724}"/>
              </a:ext>
            </a:extLst>
          </p:cNvPr>
          <p:cNvCxnSpPr/>
          <p:nvPr/>
        </p:nvCxnSpPr>
        <p:spPr>
          <a:xfrm>
            <a:off x="363922" y="1816008"/>
            <a:ext cx="242220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F7CDBC99-5F2A-62A9-5A8B-41D5136B0120}"/>
              </a:ext>
            </a:extLst>
          </p:cNvPr>
          <p:cNvSpPr/>
          <p:nvPr/>
        </p:nvSpPr>
        <p:spPr>
          <a:xfrm>
            <a:off x="397662" y="1912419"/>
            <a:ext cx="2320726" cy="574210"/>
          </a:xfrm>
          <a:prstGeom prst="roundRect">
            <a:avLst>
              <a:gd name="adj" fmla="val 2180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2A54EA7C-527F-B0BA-5FB4-7E5B716880AD}"/>
              </a:ext>
            </a:extLst>
          </p:cNvPr>
          <p:cNvSpPr txBox="1"/>
          <p:nvPr/>
        </p:nvSpPr>
        <p:spPr>
          <a:xfrm>
            <a:off x="423425" y="1982683"/>
            <a:ext cx="14145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방송 설정이 필요합니다</a:t>
            </a:r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EC5260B7-23C3-B7AE-04DA-8476CAD287C5}"/>
              </a:ext>
            </a:extLst>
          </p:cNvPr>
          <p:cNvSpPr/>
          <p:nvPr/>
        </p:nvSpPr>
        <p:spPr>
          <a:xfrm>
            <a:off x="397662" y="2558637"/>
            <a:ext cx="2320726" cy="658504"/>
          </a:xfrm>
          <a:prstGeom prst="roundRect">
            <a:avLst>
              <a:gd name="adj" fmla="val 690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BDCE2691-22C4-07ED-1F8D-9AED60293F6D}"/>
              </a:ext>
            </a:extLst>
          </p:cNvPr>
          <p:cNvSpPr txBox="1"/>
          <p:nvPr/>
        </p:nvSpPr>
        <p:spPr>
          <a:xfrm>
            <a:off x="423425" y="2608617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시즌 명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B8AD1A75-2610-BAD1-8B99-77993657B0F5}"/>
              </a:ext>
            </a:extLst>
          </p:cNvPr>
          <p:cNvSpPr/>
          <p:nvPr/>
        </p:nvSpPr>
        <p:spPr>
          <a:xfrm>
            <a:off x="1916814" y="2030132"/>
            <a:ext cx="684076" cy="348485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/>
              <a:t>방송 시작</a:t>
            </a:r>
            <a:endParaRPr lang="ko-KR" altLang="en-US" sz="800" b="1" dirty="0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0899B0BC-5E30-90D7-47BC-1B8BCFFE5C09}"/>
              </a:ext>
            </a:extLst>
          </p:cNvPr>
          <p:cNvSpPr txBox="1"/>
          <p:nvPr/>
        </p:nvSpPr>
        <p:spPr>
          <a:xfrm>
            <a:off x="423425" y="2189077"/>
            <a:ext cx="14145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sng" strike="noStrike" kern="1200" cap="none" spc="0" normalizeH="0" baseline="0" noProof="0" dirty="0">
                <a:ln>
                  <a:noFill/>
                </a:ln>
                <a:solidFill>
                  <a:schemeClr val="tx2">
                    <a:lumMod val="60000"/>
                    <a:lumOff val="4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방송 설정 페이지 </a:t>
            </a:r>
            <a:r>
              <a:rPr kumimoji="0" lang="en-US" altLang="ko-KR" sz="900" b="1" i="0" u="sng" strike="noStrike" kern="1200" cap="none" spc="0" normalizeH="0" baseline="0" noProof="0" dirty="0">
                <a:ln>
                  <a:noFill/>
                </a:ln>
                <a:solidFill>
                  <a:schemeClr val="tx2">
                    <a:lumMod val="60000"/>
                    <a:lumOff val="4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endParaRPr lang="ko-KR" altLang="en-US" u="sng" dirty="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2730EBA1-0E8C-DC4C-AF82-89F2FD155A64}"/>
              </a:ext>
            </a:extLst>
          </p:cNvPr>
          <p:cNvSpPr/>
          <p:nvPr/>
        </p:nvSpPr>
        <p:spPr>
          <a:xfrm>
            <a:off x="463844" y="2834381"/>
            <a:ext cx="2188361" cy="2850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85BBC373-9AC5-1786-E600-DAD348ACC5B9}"/>
              </a:ext>
            </a:extLst>
          </p:cNvPr>
          <p:cNvSpPr/>
          <p:nvPr/>
        </p:nvSpPr>
        <p:spPr>
          <a:xfrm>
            <a:off x="397662" y="3295636"/>
            <a:ext cx="2320726" cy="658504"/>
          </a:xfrm>
          <a:prstGeom prst="roundRect">
            <a:avLst>
              <a:gd name="adj" fmla="val 5463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679F66E1-88FE-D98D-90C5-4FDB8D931E1E}"/>
              </a:ext>
            </a:extLst>
          </p:cNvPr>
          <p:cNvSpPr txBox="1"/>
          <p:nvPr/>
        </p:nvSpPr>
        <p:spPr>
          <a:xfrm>
            <a:off x="423425" y="3347973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방송 제목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8D81E817-60D2-F6A0-4E72-8C4BC66628BA}"/>
              </a:ext>
            </a:extLst>
          </p:cNvPr>
          <p:cNvSpPr/>
          <p:nvPr/>
        </p:nvSpPr>
        <p:spPr>
          <a:xfrm>
            <a:off x="463844" y="3573737"/>
            <a:ext cx="2188361" cy="2850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1D59E533-323A-EAB6-0D9F-73B11894339C}"/>
              </a:ext>
            </a:extLst>
          </p:cNvPr>
          <p:cNvSpPr/>
          <p:nvPr/>
        </p:nvSpPr>
        <p:spPr>
          <a:xfrm>
            <a:off x="397662" y="4024962"/>
            <a:ext cx="2320726" cy="2402732"/>
          </a:xfrm>
          <a:prstGeom prst="roundRect">
            <a:avLst>
              <a:gd name="adj" fmla="val 176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112CDF4D-D10B-120D-DAB7-5A3F5C3D8BA8}"/>
              </a:ext>
            </a:extLst>
          </p:cNvPr>
          <p:cNvSpPr txBox="1"/>
          <p:nvPr/>
        </p:nvSpPr>
        <p:spPr>
          <a:xfrm>
            <a:off x="423424" y="4069376"/>
            <a:ext cx="116116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방송 참여 크루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aphicFrame>
        <p:nvGraphicFramePr>
          <p:cNvPr id="62" name="Group 323">
            <a:extLst>
              <a:ext uri="{FF2B5EF4-FFF2-40B4-BE49-F238E27FC236}">
                <a16:creationId xmlns:a16="http://schemas.microsoft.com/office/drawing/2014/main" id="{D603676B-2135-6113-6B14-911BCFAB52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9388573"/>
              </p:ext>
            </p:extLst>
          </p:nvPr>
        </p:nvGraphicFramePr>
        <p:xfrm>
          <a:off x="433905" y="4339096"/>
          <a:ext cx="2251575" cy="2043775"/>
        </p:xfrm>
        <a:graphic>
          <a:graphicData uri="http://schemas.openxmlformats.org/drawingml/2006/table">
            <a:tbl>
              <a:tblPr/>
              <a:tblGrid>
                <a:gridCol w="4309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5109">
                  <a:extLst>
                    <a:ext uri="{9D8B030D-6E8A-4147-A177-3AD203B41FA5}">
                      <a16:colId xmlns:a16="http://schemas.microsoft.com/office/drawing/2014/main" val="3242348398"/>
                    </a:ext>
                  </a:extLst>
                </a:gridCol>
                <a:gridCol w="599343">
                  <a:extLst>
                    <a:ext uri="{9D8B030D-6E8A-4147-A177-3AD203B41FA5}">
                      <a16:colId xmlns:a16="http://schemas.microsoft.com/office/drawing/2014/main" val="2452715281"/>
                    </a:ext>
                  </a:extLst>
                </a:gridCol>
                <a:gridCol w="516141">
                  <a:extLst>
                    <a:ext uri="{9D8B030D-6E8A-4147-A177-3AD203B41FA5}">
                      <a16:colId xmlns:a16="http://schemas.microsoft.com/office/drawing/2014/main" val="2851972527"/>
                    </a:ext>
                  </a:extLst>
                </a:gridCol>
              </a:tblGrid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직급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크루 명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후원점수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기여도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9899">
                <a:tc gridSpan="4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등록된 </a:t>
                      </a: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크루원이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없습니다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크루원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설정을 통해 </a:t>
                      </a: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크루원을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추가해 주세요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63" name="Google Shape;1197;p27">
            <a:extLst>
              <a:ext uri="{FF2B5EF4-FFF2-40B4-BE49-F238E27FC236}">
                <a16:creationId xmlns:a16="http://schemas.microsoft.com/office/drawing/2014/main" id="{12697E6D-2A27-4C33-9D70-0D4FF2A34FF9}"/>
              </a:ext>
            </a:extLst>
          </p:cNvPr>
          <p:cNvSpPr/>
          <p:nvPr/>
        </p:nvSpPr>
        <p:spPr>
          <a:xfrm>
            <a:off x="3294019" y="1232755"/>
            <a:ext cx="2566556" cy="5292589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endParaRPr kumimoji="0" sz="856" b="1" kern="0" dirty="0">
              <a:solidFill>
                <a:prstClr val="white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" name="Google Shape;1197;p27">
            <a:extLst>
              <a:ext uri="{FF2B5EF4-FFF2-40B4-BE49-F238E27FC236}">
                <a16:creationId xmlns:a16="http://schemas.microsoft.com/office/drawing/2014/main" id="{86787080-DEBF-CEAF-7732-B022C5618C78}"/>
              </a:ext>
            </a:extLst>
          </p:cNvPr>
          <p:cNvSpPr/>
          <p:nvPr/>
        </p:nvSpPr>
        <p:spPr>
          <a:xfrm>
            <a:off x="6341020" y="1232756"/>
            <a:ext cx="2566556" cy="5292593"/>
          </a:xfrm>
          <a:prstGeom prst="roundRect">
            <a:avLst>
              <a:gd name="adj" fmla="val 3549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" name="Google Shape;1198;p27">
            <a:extLst>
              <a:ext uri="{FF2B5EF4-FFF2-40B4-BE49-F238E27FC236}">
                <a16:creationId xmlns:a16="http://schemas.microsoft.com/office/drawing/2014/main" id="{CD2AE831-6851-824F-91E8-7B7BA280C6BC}"/>
              </a:ext>
            </a:extLst>
          </p:cNvPr>
          <p:cNvSpPr/>
          <p:nvPr/>
        </p:nvSpPr>
        <p:spPr>
          <a:xfrm>
            <a:off x="3344348" y="1437445"/>
            <a:ext cx="2470586" cy="5035782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/>
            <a:r>
              <a:rPr lang="ko-KR" altLang="en-US" sz="12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크루 후원</a:t>
            </a:r>
          </a:p>
        </p:txBody>
      </p:sp>
      <p:sp>
        <p:nvSpPr>
          <p:cNvPr id="66" name="Google Shape;1198;p27">
            <a:extLst>
              <a:ext uri="{FF2B5EF4-FFF2-40B4-BE49-F238E27FC236}">
                <a16:creationId xmlns:a16="http://schemas.microsoft.com/office/drawing/2014/main" id="{9C527514-148A-5128-3B0E-1662E6683594}"/>
              </a:ext>
            </a:extLst>
          </p:cNvPr>
          <p:cNvSpPr/>
          <p:nvPr/>
        </p:nvSpPr>
        <p:spPr>
          <a:xfrm>
            <a:off x="6390036" y="1437445"/>
            <a:ext cx="2470586" cy="5035782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r>
              <a:rPr lang="ko-KR" altLang="en-US" sz="1200" b="1">
                <a:solidFill>
                  <a:srgbClr val="262626"/>
                </a:solidFill>
                <a:latin typeface="+mn-ea"/>
                <a:ea typeface="+mn-ea"/>
                <a:cs typeface="Calibri"/>
                <a:sym typeface="Calibri"/>
              </a:rPr>
              <a:t>크루 후원</a:t>
            </a:r>
            <a:endParaRPr sz="1200" b="1" dirty="0">
              <a:solidFill>
                <a:srgbClr val="262626"/>
              </a:solidFill>
              <a:latin typeface="+mn-ea"/>
              <a:ea typeface="+mn-ea"/>
              <a:cs typeface="Calibri"/>
              <a:sym typeface="Calibri"/>
            </a:endParaRPr>
          </a:p>
        </p:txBody>
      </p: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9B3A96B6-37E9-F7FF-3831-F8DFED7268E6}"/>
              </a:ext>
            </a:extLst>
          </p:cNvPr>
          <p:cNvCxnSpPr>
            <a:cxnSpLocks/>
          </p:cNvCxnSpPr>
          <p:nvPr/>
        </p:nvCxnSpPr>
        <p:spPr>
          <a:xfrm>
            <a:off x="3384324" y="1833298"/>
            <a:ext cx="2397519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403B3C8B-3941-6799-1072-3E06DB010685}"/>
              </a:ext>
            </a:extLst>
          </p:cNvPr>
          <p:cNvCxnSpPr>
            <a:cxnSpLocks/>
          </p:cNvCxnSpPr>
          <p:nvPr/>
        </p:nvCxnSpPr>
        <p:spPr>
          <a:xfrm>
            <a:off x="6429575" y="1833298"/>
            <a:ext cx="2397519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>
            <a:extLst>
              <a:ext uri="{FF2B5EF4-FFF2-40B4-BE49-F238E27FC236}">
                <a16:creationId xmlns:a16="http://schemas.microsoft.com/office/drawing/2014/main" id="{F32A9512-FF45-B4A8-7C00-59D6ABD5CA43}"/>
              </a:ext>
            </a:extLst>
          </p:cNvPr>
          <p:cNvSpPr txBox="1"/>
          <p:nvPr/>
        </p:nvSpPr>
        <p:spPr>
          <a:xfrm>
            <a:off x="5496983" y="1499370"/>
            <a:ext cx="325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100" dirty="0">
                <a:sym typeface="Webdings" panose="05030102010509060703" pitchFamily="18" charset="2"/>
              </a:rPr>
              <a:t></a:t>
            </a:r>
            <a:endParaRPr lang="ko-KR" altLang="en-US" sz="1100" dirty="0"/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9717F16-C84D-0E78-DD96-F572841EB80D}"/>
              </a:ext>
            </a:extLst>
          </p:cNvPr>
          <p:cNvSpPr txBox="1"/>
          <p:nvPr/>
        </p:nvSpPr>
        <p:spPr>
          <a:xfrm>
            <a:off x="8525367" y="1499370"/>
            <a:ext cx="325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100" dirty="0">
                <a:sym typeface="Webdings" panose="05030102010509060703" pitchFamily="18" charset="2"/>
              </a:rPr>
              <a:t></a:t>
            </a:r>
            <a:endParaRPr lang="ko-KR" altLang="en-US" sz="1100" dirty="0"/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296AFC9C-94C6-A85B-650E-3C8E5B7F4561}"/>
              </a:ext>
            </a:extLst>
          </p:cNvPr>
          <p:cNvSpPr/>
          <p:nvPr/>
        </p:nvSpPr>
        <p:spPr>
          <a:xfrm>
            <a:off x="3431196" y="1917210"/>
            <a:ext cx="2320726" cy="574210"/>
          </a:xfrm>
          <a:prstGeom prst="roundRect">
            <a:avLst>
              <a:gd name="adj" fmla="val 2180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051F9957-4BD0-E9C2-AA8A-64594B073CAC}"/>
              </a:ext>
            </a:extLst>
          </p:cNvPr>
          <p:cNvSpPr txBox="1"/>
          <p:nvPr/>
        </p:nvSpPr>
        <p:spPr>
          <a:xfrm>
            <a:off x="3456959" y="1915356"/>
            <a:ext cx="14145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      [</a:t>
            </a: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오프오프 시즌</a:t>
            </a:r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 </a:t>
            </a: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마지막 직급대전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7B9B4629-8203-05C4-1E4F-1DE180287339}"/>
              </a:ext>
            </a:extLst>
          </p:cNvPr>
          <p:cNvSpPr/>
          <p:nvPr/>
        </p:nvSpPr>
        <p:spPr>
          <a:xfrm>
            <a:off x="3431196" y="2563428"/>
            <a:ext cx="2320726" cy="658504"/>
          </a:xfrm>
          <a:prstGeom prst="roundRect">
            <a:avLst>
              <a:gd name="adj" fmla="val 690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7A1B1D85-29AC-8463-B173-64C6CD0A33F7}"/>
              </a:ext>
            </a:extLst>
          </p:cNvPr>
          <p:cNvSpPr txBox="1"/>
          <p:nvPr/>
        </p:nvSpPr>
        <p:spPr>
          <a:xfrm>
            <a:off x="3456959" y="2613408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시즌 명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5766B185-C07D-46C0-3152-35C90FB56406}"/>
              </a:ext>
            </a:extLst>
          </p:cNvPr>
          <p:cNvSpPr/>
          <p:nvPr/>
        </p:nvSpPr>
        <p:spPr>
          <a:xfrm>
            <a:off x="4950348" y="2034923"/>
            <a:ext cx="684076" cy="348485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/>
              <a:t>방송 시작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A09C4681-8797-D7A0-70E3-335DD45317CC}"/>
              </a:ext>
            </a:extLst>
          </p:cNvPr>
          <p:cNvSpPr txBox="1"/>
          <p:nvPr/>
        </p:nvSpPr>
        <p:spPr>
          <a:xfrm>
            <a:off x="3456959" y="2260588"/>
            <a:ext cx="14145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sng" strike="noStrike" kern="1200" cap="none" spc="0" normalizeH="0" baseline="0" noProof="0" dirty="0">
                <a:ln>
                  <a:noFill/>
                </a:ln>
                <a:solidFill>
                  <a:schemeClr val="tx2">
                    <a:lumMod val="60000"/>
                    <a:lumOff val="4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방송 설정 페이지 </a:t>
            </a:r>
            <a:r>
              <a:rPr kumimoji="0" lang="en-US" altLang="ko-KR" sz="900" b="1" i="0" u="sng" strike="noStrike" kern="1200" cap="none" spc="0" normalizeH="0" baseline="0" noProof="0" dirty="0">
                <a:ln>
                  <a:noFill/>
                </a:ln>
                <a:solidFill>
                  <a:schemeClr val="tx2">
                    <a:lumMod val="60000"/>
                    <a:lumOff val="4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endParaRPr lang="ko-KR" altLang="en-US" u="sng" dirty="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A396C646-F06B-381C-07A4-1756F9746565}"/>
              </a:ext>
            </a:extLst>
          </p:cNvPr>
          <p:cNvSpPr/>
          <p:nvPr/>
        </p:nvSpPr>
        <p:spPr>
          <a:xfrm>
            <a:off x="3497378" y="2839172"/>
            <a:ext cx="2188361" cy="285064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</a:rPr>
              <a:t>오프오프 시즌</a:t>
            </a:r>
          </a:p>
        </p:txBody>
      </p:sp>
      <p:sp>
        <p:nvSpPr>
          <p:cNvPr id="78" name="사각형: 둥근 모서리 77">
            <a:extLst>
              <a:ext uri="{FF2B5EF4-FFF2-40B4-BE49-F238E27FC236}">
                <a16:creationId xmlns:a16="http://schemas.microsoft.com/office/drawing/2014/main" id="{A3FAE575-20AC-6753-0CDF-E595FF0AD5AC}"/>
              </a:ext>
            </a:extLst>
          </p:cNvPr>
          <p:cNvSpPr/>
          <p:nvPr/>
        </p:nvSpPr>
        <p:spPr>
          <a:xfrm>
            <a:off x="3431196" y="3300427"/>
            <a:ext cx="2320726" cy="658504"/>
          </a:xfrm>
          <a:prstGeom prst="roundRect">
            <a:avLst>
              <a:gd name="adj" fmla="val 5463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3644F71E-818A-1C95-491F-09B0C3949126}"/>
              </a:ext>
            </a:extLst>
          </p:cNvPr>
          <p:cNvSpPr txBox="1"/>
          <p:nvPr/>
        </p:nvSpPr>
        <p:spPr>
          <a:xfrm>
            <a:off x="3456959" y="3352764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방송 제목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13A72F4E-262A-A2F7-34F5-5B7C5F47CEC6}"/>
              </a:ext>
            </a:extLst>
          </p:cNvPr>
          <p:cNvSpPr/>
          <p:nvPr/>
        </p:nvSpPr>
        <p:spPr>
          <a:xfrm>
            <a:off x="3497378" y="3578528"/>
            <a:ext cx="2188361" cy="285064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</a:rPr>
              <a:t>마지막 직급 대전</a:t>
            </a: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0A706918-B779-BA98-2817-3E01A989B847}"/>
              </a:ext>
            </a:extLst>
          </p:cNvPr>
          <p:cNvSpPr/>
          <p:nvPr/>
        </p:nvSpPr>
        <p:spPr>
          <a:xfrm>
            <a:off x="3431196" y="4029753"/>
            <a:ext cx="2320726" cy="2397941"/>
          </a:xfrm>
          <a:prstGeom prst="roundRect">
            <a:avLst>
              <a:gd name="adj" fmla="val 176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6CA784E2-0E60-47D0-0FFD-21002F410109}"/>
              </a:ext>
            </a:extLst>
          </p:cNvPr>
          <p:cNvSpPr txBox="1"/>
          <p:nvPr/>
        </p:nvSpPr>
        <p:spPr>
          <a:xfrm>
            <a:off x="3456958" y="4074167"/>
            <a:ext cx="116116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방송 참여 크루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aphicFrame>
        <p:nvGraphicFramePr>
          <p:cNvPr id="83" name="Group 323">
            <a:extLst>
              <a:ext uri="{FF2B5EF4-FFF2-40B4-BE49-F238E27FC236}">
                <a16:creationId xmlns:a16="http://schemas.microsoft.com/office/drawing/2014/main" id="{29D73A04-0DB0-DA52-9417-3CEC2E9A76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7422849"/>
              </p:ext>
            </p:extLst>
          </p:nvPr>
        </p:nvGraphicFramePr>
        <p:xfrm>
          <a:off x="3467439" y="4343887"/>
          <a:ext cx="2251575" cy="2031008"/>
        </p:xfrm>
        <a:graphic>
          <a:graphicData uri="http://schemas.openxmlformats.org/drawingml/2006/table">
            <a:tbl>
              <a:tblPr/>
              <a:tblGrid>
                <a:gridCol w="4309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5109">
                  <a:extLst>
                    <a:ext uri="{9D8B030D-6E8A-4147-A177-3AD203B41FA5}">
                      <a16:colId xmlns:a16="http://schemas.microsoft.com/office/drawing/2014/main" val="3242348398"/>
                    </a:ext>
                  </a:extLst>
                </a:gridCol>
                <a:gridCol w="599343">
                  <a:extLst>
                    <a:ext uri="{9D8B030D-6E8A-4147-A177-3AD203B41FA5}">
                      <a16:colId xmlns:a16="http://schemas.microsoft.com/office/drawing/2014/main" val="2452715281"/>
                    </a:ext>
                  </a:extLst>
                </a:gridCol>
                <a:gridCol w="516141">
                  <a:extLst>
                    <a:ext uri="{9D8B030D-6E8A-4147-A177-3AD203B41FA5}">
                      <a16:colId xmlns:a16="http://schemas.microsoft.com/office/drawing/2014/main" val="2851972527"/>
                    </a:ext>
                  </a:extLst>
                </a:gridCol>
              </a:tblGrid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직급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크루 명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후원점수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기여도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크루명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부장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차장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9048180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7430919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사원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7537706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사원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4704491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사원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489988"/>
                  </a:ext>
                </a:extLst>
              </a:tr>
            </a:tbl>
          </a:graphicData>
        </a:graphic>
      </p:graphicFrame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BD13ABBD-A65F-AC4E-ACBF-364D8EDAAE0B}"/>
              </a:ext>
            </a:extLst>
          </p:cNvPr>
          <p:cNvSpPr/>
          <p:nvPr/>
        </p:nvSpPr>
        <p:spPr>
          <a:xfrm>
            <a:off x="3552808" y="1967995"/>
            <a:ext cx="259346" cy="113407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800" b="1" dirty="0">
                <a:latin typeface="+mn-ea"/>
              </a:rPr>
              <a:t>LIVE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87" name="Google Shape;1197;p27">
            <a:extLst>
              <a:ext uri="{FF2B5EF4-FFF2-40B4-BE49-F238E27FC236}">
                <a16:creationId xmlns:a16="http://schemas.microsoft.com/office/drawing/2014/main" id="{8E58B9D4-F9F6-4F6E-5D21-7B608CC27B8A}"/>
              </a:ext>
            </a:extLst>
          </p:cNvPr>
          <p:cNvSpPr/>
          <p:nvPr/>
        </p:nvSpPr>
        <p:spPr>
          <a:xfrm>
            <a:off x="9371054" y="1232756"/>
            <a:ext cx="2566556" cy="5292593"/>
          </a:xfrm>
          <a:prstGeom prst="roundRect">
            <a:avLst>
              <a:gd name="adj" fmla="val 3549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" name="Google Shape;1198;p27">
            <a:extLst>
              <a:ext uri="{FF2B5EF4-FFF2-40B4-BE49-F238E27FC236}">
                <a16:creationId xmlns:a16="http://schemas.microsoft.com/office/drawing/2014/main" id="{01F3D337-D91F-D834-CFAC-E31D089E3141}"/>
              </a:ext>
            </a:extLst>
          </p:cNvPr>
          <p:cNvSpPr/>
          <p:nvPr/>
        </p:nvSpPr>
        <p:spPr>
          <a:xfrm>
            <a:off x="9420070" y="1437445"/>
            <a:ext cx="2470586" cy="5035782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r>
              <a:rPr lang="ko-KR" altLang="en-US" sz="1200" b="1">
                <a:solidFill>
                  <a:srgbClr val="262626"/>
                </a:solidFill>
                <a:latin typeface="+mn-ea"/>
                <a:ea typeface="+mn-ea"/>
                <a:cs typeface="Calibri"/>
                <a:sym typeface="Calibri"/>
              </a:rPr>
              <a:t>크루 후원</a:t>
            </a:r>
            <a:endParaRPr sz="1200" b="1" dirty="0">
              <a:solidFill>
                <a:srgbClr val="262626"/>
              </a:solidFill>
              <a:latin typeface="+mn-ea"/>
              <a:ea typeface="+mn-ea"/>
              <a:cs typeface="Calibri"/>
              <a:sym typeface="Calibri"/>
            </a:endParaRPr>
          </a:p>
        </p:txBody>
      </p:sp>
      <p:cxnSp>
        <p:nvCxnSpPr>
          <p:cNvPr id="89" name="직선 연결선 88">
            <a:extLst>
              <a:ext uri="{FF2B5EF4-FFF2-40B4-BE49-F238E27FC236}">
                <a16:creationId xmlns:a16="http://schemas.microsoft.com/office/drawing/2014/main" id="{0D87A6B7-C8F8-339B-B26F-4BB6E45EEB17}"/>
              </a:ext>
            </a:extLst>
          </p:cNvPr>
          <p:cNvCxnSpPr>
            <a:cxnSpLocks/>
          </p:cNvCxnSpPr>
          <p:nvPr/>
        </p:nvCxnSpPr>
        <p:spPr>
          <a:xfrm>
            <a:off x="9459609" y="1833298"/>
            <a:ext cx="2397519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TextBox 89">
            <a:extLst>
              <a:ext uri="{FF2B5EF4-FFF2-40B4-BE49-F238E27FC236}">
                <a16:creationId xmlns:a16="http://schemas.microsoft.com/office/drawing/2014/main" id="{00C540AB-459C-E398-9EF0-1B667D526C9E}"/>
              </a:ext>
            </a:extLst>
          </p:cNvPr>
          <p:cNvSpPr txBox="1"/>
          <p:nvPr/>
        </p:nvSpPr>
        <p:spPr>
          <a:xfrm>
            <a:off x="11555401" y="1499370"/>
            <a:ext cx="325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100" dirty="0">
                <a:sym typeface="Webdings" panose="05030102010509060703" pitchFamily="18" charset="2"/>
              </a:rPr>
              <a:t></a:t>
            </a:r>
            <a:endParaRPr lang="ko-KR" altLang="en-US" sz="1100" dirty="0"/>
          </a:p>
        </p:txBody>
      </p:sp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8EA6372E-7B8F-FE23-E223-830B069B876B}"/>
              </a:ext>
            </a:extLst>
          </p:cNvPr>
          <p:cNvSpPr/>
          <p:nvPr/>
        </p:nvSpPr>
        <p:spPr>
          <a:xfrm>
            <a:off x="6468765" y="1917243"/>
            <a:ext cx="2320726" cy="574210"/>
          </a:xfrm>
          <a:prstGeom prst="roundRect">
            <a:avLst>
              <a:gd name="adj" fmla="val 2180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80BC9A28-1922-CAAD-3214-3784FEFBC15E}"/>
              </a:ext>
            </a:extLst>
          </p:cNvPr>
          <p:cNvSpPr txBox="1"/>
          <p:nvPr/>
        </p:nvSpPr>
        <p:spPr>
          <a:xfrm>
            <a:off x="6494528" y="1915389"/>
            <a:ext cx="14145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      [</a:t>
            </a: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오프오프 시즌</a:t>
            </a:r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] </a:t>
            </a: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마지막 직급대전</a:t>
            </a:r>
            <a:endParaRPr lang="ko-KR" altLang="en-US" sz="9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278E09B4-46D4-6E22-EC08-944DB545EAE3}"/>
              </a:ext>
            </a:extLst>
          </p:cNvPr>
          <p:cNvSpPr/>
          <p:nvPr/>
        </p:nvSpPr>
        <p:spPr>
          <a:xfrm>
            <a:off x="6468765" y="2563461"/>
            <a:ext cx="2320726" cy="658504"/>
          </a:xfrm>
          <a:prstGeom prst="roundRect">
            <a:avLst>
              <a:gd name="adj" fmla="val 690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BDADD4AA-72D8-F5D0-95E1-1C9E6E7348B8}"/>
              </a:ext>
            </a:extLst>
          </p:cNvPr>
          <p:cNvSpPr txBox="1"/>
          <p:nvPr/>
        </p:nvSpPr>
        <p:spPr>
          <a:xfrm>
            <a:off x="6494528" y="2613441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시즌 명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A585D83D-B013-D105-98E7-8C22C2CBDECA}"/>
              </a:ext>
            </a:extLst>
          </p:cNvPr>
          <p:cNvSpPr/>
          <p:nvPr/>
        </p:nvSpPr>
        <p:spPr>
          <a:xfrm>
            <a:off x="7987917" y="2034956"/>
            <a:ext cx="684076" cy="348485"/>
          </a:xfrm>
          <a:prstGeom prst="round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/>
              <a:t>방송 종료</a:t>
            </a:r>
            <a:endParaRPr lang="ko-KR" altLang="en-US" sz="800" b="1" dirty="0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2CBFC9-E9A1-94B1-D9B0-ABD4291C558F}"/>
              </a:ext>
            </a:extLst>
          </p:cNvPr>
          <p:cNvSpPr txBox="1"/>
          <p:nvPr/>
        </p:nvSpPr>
        <p:spPr>
          <a:xfrm>
            <a:off x="6494528" y="2260621"/>
            <a:ext cx="14145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i="0" u="sng" strike="noStrike" kern="1200" cap="none" spc="0" normalizeH="0" baseline="0" noProof="0" dirty="0">
                <a:ln>
                  <a:noFill/>
                </a:ln>
                <a:solidFill>
                  <a:schemeClr val="tx2">
                    <a:lumMod val="60000"/>
                    <a:lumOff val="4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방송 설정 페이지 </a:t>
            </a:r>
            <a:r>
              <a:rPr kumimoji="0" lang="en-US" altLang="ko-KR" sz="900" b="1" i="0" u="sng" strike="noStrike" kern="1200" cap="none" spc="0" normalizeH="0" baseline="0" noProof="0" dirty="0">
                <a:ln>
                  <a:noFill/>
                </a:ln>
                <a:solidFill>
                  <a:schemeClr val="tx2">
                    <a:lumMod val="60000"/>
                    <a:lumOff val="4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&gt;</a:t>
            </a:r>
            <a:endParaRPr lang="ko-KR" altLang="en-US" u="sng" dirty="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97" name="사각형: 둥근 모서리 96">
            <a:extLst>
              <a:ext uri="{FF2B5EF4-FFF2-40B4-BE49-F238E27FC236}">
                <a16:creationId xmlns:a16="http://schemas.microsoft.com/office/drawing/2014/main" id="{2C7AEB0A-E49D-9BE7-348C-63B02D52C3D4}"/>
              </a:ext>
            </a:extLst>
          </p:cNvPr>
          <p:cNvSpPr/>
          <p:nvPr/>
        </p:nvSpPr>
        <p:spPr>
          <a:xfrm>
            <a:off x="6534947" y="2839205"/>
            <a:ext cx="2188361" cy="285064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</a:rPr>
              <a:t>오프오프 시즌</a:t>
            </a:r>
          </a:p>
        </p:txBody>
      </p:sp>
      <p:sp>
        <p:nvSpPr>
          <p:cNvPr id="98" name="사각형: 둥근 모서리 97">
            <a:extLst>
              <a:ext uri="{FF2B5EF4-FFF2-40B4-BE49-F238E27FC236}">
                <a16:creationId xmlns:a16="http://schemas.microsoft.com/office/drawing/2014/main" id="{2210D3C2-CF02-0E80-D138-BF0C593F20BD}"/>
              </a:ext>
            </a:extLst>
          </p:cNvPr>
          <p:cNvSpPr/>
          <p:nvPr/>
        </p:nvSpPr>
        <p:spPr>
          <a:xfrm>
            <a:off x="6468765" y="3300460"/>
            <a:ext cx="2320726" cy="658504"/>
          </a:xfrm>
          <a:prstGeom prst="roundRect">
            <a:avLst>
              <a:gd name="adj" fmla="val 5463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06F48919-2473-6022-E0DB-AC02612948F1}"/>
              </a:ext>
            </a:extLst>
          </p:cNvPr>
          <p:cNvSpPr txBox="1"/>
          <p:nvPr/>
        </p:nvSpPr>
        <p:spPr>
          <a:xfrm>
            <a:off x="6494528" y="3352797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방송 제목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799C445A-5926-B760-C677-4E23F1CA5B7E}"/>
              </a:ext>
            </a:extLst>
          </p:cNvPr>
          <p:cNvSpPr/>
          <p:nvPr/>
        </p:nvSpPr>
        <p:spPr>
          <a:xfrm>
            <a:off x="6534947" y="3578561"/>
            <a:ext cx="2188361" cy="285064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</a:rPr>
              <a:t>마지막 직급 대전</a:t>
            </a: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3DED1E43-D627-A236-A212-752D2AA12B26}"/>
              </a:ext>
            </a:extLst>
          </p:cNvPr>
          <p:cNvSpPr/>
          <p:nvPr/>
        </p:nvSpPr>
        <p:spPr>
          <a:xfrm>
            <a:off x="6581812" y="1968028"/>
            <a:ext cx="259346" cy="113407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800" b="1" dirty="0">
                <a:latin typeface="+mn-ea"/>
              </a:rPr>
              <a:t>LIVE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A36A8B92-A6FD-9FF1-13C6-3CD716A5AD6D}"/>
              </a:ext>
            </a:extLst>
          </p:cNvPr>
          <p:cNvSpPr/>
          <p:nvPr/>
        </p:nvSpPr>
        <p:spPr>
          <a:xfrm>
            <a:off x="6468765" y="4029753"/>
            <a:ext cx="2320726" cy="2397941"/>
          </a:xfrm>
          <a:prstGeom prst="roundRect">
            <a:avLst>
              <a:gd name="adj" fmla="val 176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D3644F28-5575-866A-E388-CCAEA573AC06}"/>
              </a:ext>
            </a:extLst>
          </p:cNvPr>
          <p:cNvSpPr txBox="1"/>
          <p:nvPr/>
        </p:nvSpPr>
        <p:spPr>
          <a:xfrm>
            <a:off x="6494527" y="4074167"/>
            <a:ext cx="116116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방송 참여 크루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aphicFrame>
        <p:nvGraphicFramePr>
          <p:cNvPr id="108" name="Group 323">
            <a:extLst>
              <a:ext uri="{FF2B5EF4-FFF2-40B4-BE49-F238E27FC236}">
                <a16:creationId xmlns:a16="http://schemas.microsoft.com/office/drawing/2014/main" id="{0C1D679F-A528-F38C-6344-BC6FD95808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7422849"/>
              </p:ext>
            </p:extLst>
          </p:nvPr>
        </p:nvGraphicFramePr>
        <p:xfrm>
          <a:off x="6505008" y="4343887"/>
          <a:ext cx="2251575" cy="2031008"/>
        </p:xfrm>
        <a:graphic>
          <a:graphicData uri="http://schemas.openxmlformats.org/drawingml/2006/table">
            <a:tbl>
              <a:tblPr/>
              <a:tblGrid>
                <a:gridCol w="4309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5109">
                  <a:extLst>
                    <a:ext uri="{9D8B030D-6E8A-4147-A177-3AD203B41FA5}">
                      <a16:colId xmlns:a16="http://schemas.microsoft.com/office/drawing/2014/main" val="3242348398"/>
                    </a:ext>
                  </a:extLst>
                </a:gridCol>
                <a:gridCol w="599343">
                  <a:extLst>
                    <a:ext uri="{9D8B030D-6E8A-4147-A177-3AD203B41FA5}">
                      <a16:colId xmlns:a16="http://schemas.microsoft.com/office/drawing/2014/main" val="2452715281"/>
                    </a:ext>
                  </a:extLst>
                </a:gridCol>
                <a:gridCol w="516141">
                  <a:extLst>
                    <a:ext uri="{9D8B030D-6E8A-4147-A177-3AD203B41FA5}">
                      <a16:colId xmlns:a16="http://schemas.microsoft.com/office/drawing/2014/main" val="2851972527"/>
                    </a:ext>
                  </a:extLst>
                </a:gridCol>
              </a:tblGrid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직급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크루 명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후원점수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기여도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크루명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부장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차장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9048180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7430919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사원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7537706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사원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4704491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사원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489988"/>
                  </a:ext>
                </a:extLst>
              </a:tr>
            </a:tbl>
          </a:graphicData>
        </a:graphic>
      </p:graphicFrame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CCB9C7EF-32C4-8274-A3D6-B8794C55D84D}"/>
              </a:ext>
            </a:extLst>
          </p:cNvPr>
          <p:cNvSpPr/>
          <p:nvPr/>
        </p:nvSpPr>
        <p:spPr>
          <a:xfrm>
            <a:off x="9505465" y="1912419"/>
            <a:ext cx="2320726" cy="574210"/>
          </a:xfrm>
          <a:prstGeom prst="roundRect">
            <a:avLst>
              <a:gd name="adj" fmla="val 2180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 algn="ctr">
              <a:lnSpc>
                <a:spcPct val="150000"/>
              </a:lnSpc>
            </a:pPr>
            <a:r>
              <a:rPr lang="ko-KR" altLang="en-US" sz="900" b="1" dirty="0">
                <a:solidFill>
                  <a:schemeClr val="tx1"/>
                </a:solidFill>
              </a:rPr>
              <a:t>방송이 </a:t>
            </a:r>
            <a:r>
              <a:rPr lang="ko-KR" altLang="en-US" sz="900" b="1" dirty="0">
                <a:solidFill>
                  <a:srgbClr val="FF0000"/>
                </a:solidFill>
              </a:rPr>
              <a:t>종료</a:t>
            </a:r>
            <a:r>
              <a:rPr lang="ko-KR" altLang="en-US" sz="900" b="1" dirty="0">
                <a:solidFill>
                  <a:schemeClr val="tx1"/>
                </a:solidFill>
              </a:rPr>
              <a:t> 되었습니다</a:t>
            </a:r>
            <a:r>
              <a:rPr lang="en-US" altLang="ko-KR" sz="900" b="1" dirty="0">
                <a:solidFill>
                  <a:schemeClr val="tx1"/>
                </a:solidFill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ko-KR" altLang="en-US" sz="900" dirty="0">
                <a:solidFill>
                  <a:schemeClr val="tx1"/>
                </a:solidFill>
              </a:rPr>
              <a:t>방송 결과를 확인해 보세요</a:t>
            </a:r>
            <a:r>
              <a:rPr lang="en-US" altLang="ko-KR" sz="900" dirty="0">
                <a:solidFill>
                  <a:schemeClr val="tx1"/>
                </a:solidFill>
              </a:rPr>
              <a:t>.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1B09D3DF-9F81-1CF4-4052-736A217C3AFC}"/>
              </a:ext>
            </a:extLst>
          </p:cNvPr>
          <p:cNvSpPr/>
          <p:nvPr/>
        </p:nvSpPr>
        <p:spPr>
          <a:xfrm>
            <a:off x="9505465" y="2558637"/>
            <a:ext cx="2320726" cy="658504"/>
          </a:xfrm>
          <a:prstGeom prst="roundRect">
            <a:avLst>
              <a:gd name="adj" fmla="val 690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30DB407-F4D7-E0F2-7228-5092559BB645}"/>
              </a:ext>
            </a:extLst>
          </p:cNvPr>
          <p:cNvSpPr txBox="1"/>
          <p:nvPr/>
        </p:nvSpPr>
        <p:spPr>
          <a:xfrm>
            <a:off x="9531228" y="2608617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방송명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12" name="사각형: 둥근 모서리 111">
            <a:extLst>
              <a:ext uri="{FF2B5EF4-FFF2-40B4-BE49-F238E27FC236}">
                <a16:creationId xmlns:a16="http://schemas.microsoft.com/office/drawing/2014/main" id="{F5AE9DFE-1C77-8D77-C28F-E0723996FE6B}"/>
              </a:ext>
            </a:extLst>
          </p:cNvPr>
          <p:cNvSpPr/>
          <p:nvPr/>
        </p:nvSpPr>
        <p:spPr>
          <a:xfrm>
            <a:off x="9571647" y="2834381"/>
            <a:ext cx="2188361" cy="285064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900" b="1" dirty="0">
                <a:solidFill>
                  <a:schemeClr val="tx1"/>
                </a:solidFill>
              </a:rPr>
              <a:t>[</a:t>
            </a:r>
            <a:r>
              <a:rPr lang="ko-KR" altLang="en-US" sz="900" b="1" dirty="0">
                <a:solidFill>
                  <a:schemeClr val="tx1"/>
                </a:solidFill>
              </a:rPr>
              <a:t>오프오프 시즌</a:t>
            </a:r>
            <a:r>
              <a:rPr lang="en-US" altLang="ko-KR" sz="900" b="1" dirty="0">
                <a:solidFill>
                  <a:schemeClr val="tx1"/>
                </a:solidFill>
              </a:rPr>
              <a:t>] </a:t>
            </a:r>
            <a:r>
              <a:rPr lang="ko-KR" altLang="en-US" sz="900" b="1" dirty="0">
                <a:solidFill>
                  <a:schemeClr val="tx1"/>
                </a:solidFill>
              </a:rPr>
              <a:t>마지막 직급 대전</a:t>
            </a:r>
          </a:p>
        </p:txBody>
      </p:sp>
      <p:sp>
        <p:nvSpPr>
          <p:cNvPr id="113" name="사각형: 둥근 모서리 112">
            <a:extLst>
              <a:ext uri="{FF2B5EF4-FFF2-40B4-BE49-F238E27FC236}">
                <a16:creationId xmlns:a16="http://schemas.microsoft.com/office/drawing/2014/main" id="{C0C88D09-F72D-D94C-39C0-F4602B8F002B}"/>
              </a:ext>
            </a:extLst>
          </p:cNvPr>
          <p:cNvSpPr/>
          <p:nvPr/>
        </p:nvSpPr>
        <p:spPr>
          <a:xfrm>
            <a:off x="9505465" y="3295636"/>
            <a:ext cx="2320726" cy="658504"/>
          </a:xfrm>
          <a:prstGeom prst="roundRect">
            <a:avLst>
              <a:gd name="adj" fmla="val 5463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243ABABF-296F-2A8E-CBCE-35FAEDA12F57}"/>
              </a:ext>
            </a:extLst>
          </p:cNvPr>
          <p:cNvSpPr txBox="1"/>
          <p:nvPr/>
        </p:nvSpPr>
        <p:spPr>
          <a:xfrm>
            <a:off x="9531228" y="3347973"/>
            <a:ext cx="71039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방송 시간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15" name="사각형: 둥근 모서리 114">
            <a:extLst>
              <a:ext uri="{FF2B5EF4-FFF2-40B4-BE49-F238E27FC236}">
                <a16:creationId xmlns:a16="http://schemas.microsoft.com/office/drawing/2014/main" id="{4ECD58F1-D3A8-20CD-53CE-3A4106D61862}"/>
              </a:ext>
            </a:extLst>
          </p:cNvPr>
          <p:cNvSpPr/>
          <p:nvPr/>
        </p:nvSpPr>
        <p:spPr>
          <a:xfrm>
            <a:off x="9571647" y="3573737"/>
            <a:ext cx="2188361" cy="285064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900" b="1" dirty="0">
                <a:solidFill>
                  <a:schemeClr val="tx1"/>
                </a:solidFill>
              </a:rPr>
              <a:t>2026-01-13 17:36:39 ~ </a:t>
            </a:r>
          </a:p>
          <a:p>
            <a:r>
              <a:rPr lang="en-US" altLang="ko-KR" sz="900" b="1" dirty="0">
                <a:solidFill>
                  <a:schemeClr val="tx1"/>
                </a:solidFill>
              </a:rPr>
              <a:t>2026-01-13 17:36:44 (</a:t>
            </a:r>
            <a:r>
              <a:rPr lang="ko-KR" altLang="en-US" sz="900" b="1" dirty="0">
                <a:solidFill>
                  <a:schemeClr val="tx1"/>
                </a:solidFill>
              </a:rPr>
              <a:t>총 </a:t>
            </a:r>
            <a:r>
              <a:rPr lang="en-US" altLang="ko-KR" sz="900" b="1" dirty="0">
                <a:solidFill>
                  <a:schemeClr val="tx1"/>
                </a:solidFill>
              </a:rPr>
              <a:t>0</a:t>
            </a:r>
            <a:r>
              <a:rPr lang="ko-KR" altLang="en-US" sz="900" b="1" dirty="0">
                <a:solidFill>
                  <a:schemeClr val="tx1"/>
                </a:solidFill>
              </a:rPr>
              <a:t>분</a:t>
            </a:r>
            <a:r>
              <a:rPr lang="en-US" altLang="ko-KR" sz="900" b="1" dirty="0">
                <a:solidFill>
                  <a:schemeClr val="tx1"/>
                </a:solidFill>
              </a:rPr>
              <a:t>)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16" name="사각형: 둥근 모서리 115">
            <a:extLst>
              <a:ext uri="{FF2B5EF4-FFF2-40B4-BE49-F238E27FC236}">
                <a16:creationId xmlns:a16="http://schemas.microsoft.com/office/drawing/2014/main" id="{68024F2E-E569-7F34-E70A-C8BDFDDA5469}"/>
              </a:ext>
            </a:extLst>
          </p:cNvPr>
          <p:cNvSpPr/>
          <p:nvPr/>
        </p:nvSpPr>
        <p:spPr>
          <a:xfrm>
            <a:off x="9505465" y="4728088"/>
            <a:ext cx="2320726" cy="1583514"/>
          </a:xfrm>
          <a:prstGeom prst="roundRect">
            <a:avLst>
              <a:gd name="adj" fmla="val 176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0346D830-1EF1-1586-8F83-CE50481B75D6}"/>
              </a:ext>
            </a:extLst>
          </p:cNvPr>
          <p:cNvSpPr txBox="1"/>
          <p:nvPr/>
        </p:nvSpPr>
        <p:spPr>
          <a:xfrm>
            <a:off x="9531227" y="4772502"/>
            <a:ext cx="116116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방송 순위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aphicFrame>
        <p:nvGraphicFramePr>
          <p:cNvPr id="118" name="Group 323">
            <a:extLst>
              <a:ext uri="{FF2B5EF4-FFF2-40B4-BE49-F238E27FC236}">
                <a16:creationId xmlns:a16="http://schemas.microsoft.com/office/drawing/2014/main" id="{E6A7DBE4-7D49-12D1-6AFB-2D568CA318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1962512"/>
              </p:ext>
            </p:extLst>
          </p:nvPr>
        </p:nvGraphicFramePr>
        <p:xfrm>
          <a:off x="9541708" y="5042222"/>
          <a:ext cx="2251575" cy="1015504"/>
        </p:xfrm>
        <a:graphic>
          <a:graphicData uri="http://schemas.openxmlformats.org/drawingml/2006/table">
            <a:tbl>
              <a:tblPr/>
              <a:tblGrid>
                <a:gridCol w="361740">
                  <a:extLst>
                    <a:ext uri="{9D8B030D-6E8A-4147-A177-3AD203B41FA5}">
                      <a16:colId xmlns:a16="http://schemas.microsoft.com/office/drawing/2014/main" val="660884853"/>
                    </a:ext>
                  </a:extLst>
                </a:gridCol>
                <a:gridCol w="3617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1826">
                  <a:extLst>
                    <a:ext uri="{9D8B030D-6E8A-4147-A177-3AD203B41FA5}">
                      <a16:colId xmlns:a16="http://schemas.microsoft.com/office/drawing/2014/main" val="3242348398"/>
                    </a:ext>
                  </a:extLst>
                </a:gridCol>
                <a:gridCol w="503052">
                  <a:extLst>
                    <a:ext uri="{9D8B030D-6E8A-4147-A177-3AD203B41FA5}">
                      <a16:colId xmlns:a16="http://schemas.microsoft.com/office/drawing/2014/main" val="2452715281"/>
                    </a:ext>
                  </a:extLst>
                </a:gridCol>
                <a:gridCol w="433217">
                  <a:extLst>
                    <a:ext uri="{9D8B030D-6E8A-4147-A177-3AD203B41FA5}">
                      <a16:colId xmlns:a16="http://schemas.microsoft.com/office/drawing/2014/main" val="2851972527"/>
                    </a:ext>
                  </a:extLst>
                </a:gridCol>
              </a:tblGrid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순위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직급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크루 명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후원점수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기여도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크루명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부장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38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차장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크루명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9048180"/>
                  </a:ext>
                </a:extLst>
              </a:tr>
            </a:tbl>
          </a:graphicData>
        </a:graphic>
      </p:graphicFrame>
      <p:sp>
        <p:nvSpPr>
          <p:cNvPr id="119" name="사각형: 둥근 모서리 118">
            <a:extLst>
              <a:ext uri="{FF2B5EF4-FFF2-40B4-BE49-F238E27FC236}">
                <a16:creationId xmlns:a16="http://schemas.microsoft.com/office/drawing/2014/main" id="{37291DB0-0CD3-F338-835F-915F1324917D}"/>
              </a:ext>
            </a:extLst>
          </p:cNvPr>
          <p:cNvSpPr/>
          <p:nvPr/>
        </p:nvSpPr>
        <p:spPr>
          <a:xfrm>
            <a:off x="9505465" y="4019223"/>
            <a:ext cx="2320726" cy="658504"/>
          </a:xfrm>
          <a:prstGeom prst="roundRect">
            <a:avLst>
              <a:gd name="adj" fmla="val 5463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4D79E8BB-AE57-E2B4-BF2F-E19A43C00CA2}"/>
              </a:ext>
            </a:extLst>
          </p:cNvPr>
          <p:cNvSpPr txBox="1"/>
          <p:nvPr/>
        </p:nvSpPr>
        <p:spPr>
          <a:xfrm>
            <a:off x="9531228" y="4071560"/>
            <a:ext cx="991044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ko-KR" altLang="en-US" sz="900" b="1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총 후원 캐시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21" name="사각형: 둥근 모서리 120">
            <a:extLst>
              <a:ext uri="{FF2B5EF4-FFF2-40B4-BE49-F238E27FC236}">
                <a16:creationId xmlns:a16="http://schemas.microsoft.com/office/drawing/2014/main" id="{F8D4B507-C82D-16E2-6512-69DE4A80ABDD}"/>
              </a:ext>
            </a:extLst>
          </p:cNvPr>
          <p:cNvSpPr/>
          <p:nvPr/>
        </p:nvSpPr>
        <p:spPr>
          <a:xfrm>
            <a:off x="9571647" y="4297324"/>
            <a:ext cx="2188361" cy="285064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900" b="1" dirty="0">
                <a:solidFill>
                  <a:schemeClr val="tx1"/>
                </a:solidFill>
              </a:rPr>
              <a:t>0000 </a:t>
            </a:r>
            <a:r>
              <a:rPr lang="ko-KR" altLang="en-US" sz="900" b="1" dirty="0">
                <a:solidFill>
                  <a:schemeClr val="tx1"/>
                </a:solidFill>
              </a:rPr>
              <a:t>캐시</a:t>
            </a:r>
          </a:p>
        </p:txBody>
      </p:sp>
      <p:pic>
        <p:nvPicPr>
          <p:cNvPr id="122" name="Picture 4" descr="C:\Users\btbprovd\Desktop\Untitled-3.png">
            <a:extLst>
              <a:ext uri="{FF2B5EF4-FFF2-40B4-BE49-F238E27FC236}">
                <a16:creationId xmlns:a16="http://schemas.microsoft.com/office/drawing/2014/main" id="{6619136D-FEB1-70A0-3284-6FA575913C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503766" y="5886093"/>
            <a:ext cx="2362127" cy="206744"/>
          </a:xfrm>
          <a:prstGeom prst="rect">
            <a:avLst/>
          </a:prstGeom>
          <a:noFill/>
        </p:spPr>
      </p:pic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28CD3863-816C-6B69-D685-757A730EE9C0}"/>
              </a:ext>
            </a:extLst>
          </p:cNvPr>
          <p:cNvSpPr/>
          <p:nvPr/>
        </p:nvSpPr>
        <p:spPr>
          <a:xfrm>
            <a:off x="9500970" y="6134444"/>
            <a:ext cx="2320725" cy="303147"/>
          </a:xfrm>
          <a:prstGeom prst="round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b="1"/>
              <a:t>확인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686191729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DDDB503D-578A-F0C6-1F84-E19B36FBD78F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marL="0" indent="0">
              <a:buNone/>
            </a:pPr>
            <a:r>
              <a:rPr lang="ko-KR" altLang="en-US" dirty="0"/>
              <a:t>리모컨 위젯</a:t>
            </a:r>
          </a:p>
        </p:txBody>
      </p:sp>
      <p:sp>
        <p:nvSpPr>
          <p:cNvPr id="3" name="제목 2">
            <a:extLst>
              <a:ext uri="{FF2B5EF4-FFF2-40B4-BE49-F238E27FC236}">
                <a16:creationId xmlns:a16="http://schemas.microsoft.com/office/drawing/2014/main" id="{60ABB339-1B39-8F46-906E-6468737086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모바일 웹 리모컨</a:t>
            </a:r>
            <a:r>
              <a:rPr lang="en-US" altLang="ko-KR" dirty="0"/>
              <a:t> &gt; </a:t>
            </a:r>
            <a:r>
              <a:rPr lang="ko-KR" altLang="en-US" dirty="0"/>
              <a:t>기능 버튼 </a:t>
            </a:r>
            <a:r>
              <a:rPr lang="en-US" altLang="ko-KR" dirty="0"/>
              <a:t>&gt; </a:t>
            </a:r>
            <a:r>
              <a:rPr lang="ko-KR" altLang="en-US" dirty="0"/>
              <a:t>리모컨 위젯</a:t>
            </a:r>
          </a:p>
        </p:txBody>
      </p:sp>
      <p:sp>
        <p:nvSpPr>
          <p:cNvPr id="4" name="Google Shape;1197;p27">
            <a:extLst>
              <a:ext uri="{FF2B5EF4-FFF2-40B4-BE49-F238E27FC236}">
                <a16:creationId xmlns:a16="http://schemas.microsoft.com/office/drawing/2014/main" id="{ED5A7ECC-73F3-4295-2318-ABCC40E60F5F}"/>
              </a:ext>
            </a:extLst>
          </p:cNvPr>
          <p:cNvSpPr/>
          <p:nvPr/>
        </p:nvSpPr>
        <p:spPr>
          <a:xfrm>
            <a:off x="512116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856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" name="Google Shape;1198;p27">
            <a:extLst>
              <a:ext uri="{FF2B5EF4-FFF2-40B4-BE49-F238E27FC236}">
                <a16:creationId xmlns:a16="http://schemas.microsoft.com/office/drawing/2014/main" id="{0F09020C-B7BA-F2A4-FE54-274A409DF4BB}"/>
              </a:ext>
            </a:extLst>
          </p:cNvPr>
          <p:cNvSpPr/>
          <p:nvPr/>
        </p:nvSpPr>
        <p:spPr>
          <a:xfrm>
            <a:off x="567170" y="1437445"/>
            <a:ext cx="2470586" cy="4739032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r>
              <a:rPr lang="ko-KR" altLang="en-US" sz="1200" b="1" dirty="0" err="1">
                <a:solidFill>
                  <a:srgbClr val="262626"/>
                </a:solidFill>
                <a:latin typeface="+mn-ea"/>
                <a:ea typeface="+mn-ea"/>
                <a:cs typeface="Calibri"/>
                <a:sym typeface="Calibri"/>
              </a:rPr>
              <a:t>투네애드</a:t>
            </a:r>
            <a:endParaRPr sz="1200" b="1" dirty="0">
              <a:solidFill>
                <a:srgbClr val="262626"/>
              </a:solidFill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10D72A9-A0FE-B4C2-EB94-64E01FC98041}"/>
              </a:ext>
            </a:extLst>
          </p:cNvPr>
          <p:cNvSpPr txBox="1"/>
          <p:nvPr/>
        </p:nvSpPr>
        <p:spPr>
          <a:xfrm>
            <a:off x="2709162" y="1499370"/>
            <a:ext cx="325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100" dirty="0">
                <a:sym typeface="Webdings" panose="05030102010509060703" pitchFamily="18" charset="2"/>
              </a:rPr>
              <a:t></a:t>
            </a:r>
            <a:endParaRPr lang="ko-KR" altLang="en-US" sz="1100" dirty="0"/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DA94C619-A852-66B5-8AFA-CF695DDF9039}"/>
              </a:ext>
            </a:extLst>
          </p:cNvPr>
          <p:cNvCxnSpPr/>
          <p:nvPr/>
        </p:nvCxnSpPr>
        <p:spPr>
          <a:xfrm>
            <a:off x="612686" y="1816008"/>
            <a:ext cx="242220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B20BAC6C-9894-66BF-1DA8-68888378089F}"/>
              </a:ext>
            </a:extLst>
          </p:cNvPr>
          <p:cNvGrpSpPr/>
          <p:nvPr/>
        </p:nvGrpSpPr>
        <p:grpSpPr>
          <a:xfrm>
            <a:off x="596855" y="2121408"/>
            <a:ext cx="2429145" cy="3734840"/>
            <a:chOff x="3309146" y="1845483"/>
            <a:chExt cx="2429145" cy="3734840"/>
          </a:xfrm>
        </p:grpSpPr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A338F375-3C88-2371-A263-C71FF0E6F706}"/>
                </a:ext>
              </a:extLst>
            </p:cNvPr>
            <p:cNvSpPr/>
            <p:nvPr/>
          </p:nvSpPr>
          <p:spPr>
            <a:xfrm>
              <a:off x="3311988" y="1845483"/>
              <a:ext cx="2417540" cy="62559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1E97DA6E-682C-CFE0-1155-22FE6F1B73A4}"/>
                </a:ext>
              </a:extLst>
            </p:cNvPr>
            <p:cNvSpPr txBox="1"/>
            <p:nvPr/>
          </p:nvSpPr>
          <p:spPr>
            <a:xfrm>
              <a:off x="3309146" y="1932011"/>
              <a:ext cx="1265908" cy="2308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광고주 명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469EE68A-E0CC-D3B3-2C4E-E2E7CC8EE011}"/>
                </a:ext>
              </a:extLst>
            </p:cNvPr>
            <p:cNvSpPr txBox="1"/>
            <p:nvPr/>
          </p:nvSpPr>
          <p:spPr>
            <a:xfrm>
              <a:off x="3324284" y="2163439"/>
              <a:ext cx="1391816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광고 타이틀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" name="사각형: 둥근 모서리 14">
              <a:extLst>
                <a:ext uri="{FF2B5EF4-FFF2-40B4-BE49-F238E27FC236}">
                  <a16:creationId xmlns:a16="http://schemas.microsoft.com/office/drawing/2014/main" id="{127B9481-C36C-05F0-CA6C-CAF0294DC183}"/>
                </a:ext>
              </a:extLst>
            </p:cNvPr>
            <p:cNvSpPr/>
            <p:nvPr/>
          </p:nvSpPr>
          <p:spPr>
            <a:xfrm>
              <a:off x="4522899" y="1943791"/>
              <a:ext cx="651404" cy="407688"/>
            </a:xfrm>
            <a:prstGeom prst="roundRect">
              <a:avLst/>
            </a:prstGeom>
            <a:solidFill>
              <a:sysClr val="window" lastClr="FFFFFF">
                <a:lumMod val="50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lIns="36000" r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썸네일</a:t>
              </a:r>
              <a:endPara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0F0EC859-35DC-F093-4F19-B7CA4E900E1A}"/>
                </a:ext>
              </a:extLst>
            </p:cNvPr>
            <p:cNvSpPr txBox="1"/>
            <p:nvPr/>
          </p:nvSpPr>
          <p:spPr>
            <a:xfrm>
              <a:off x="5223126" y="1924317"/>
              <a:ext cx="515165" cy="24622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kumimoji="1" lang="en-US" altLang="ko-KR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1,000</a:t>
              </a:r>
              <a:endParaRPr lang="ko-KR" altLang="en-US" sz="1050" dirty="0"/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5BFE4287-5C84-0228-A388-7F82AD186611}"/>
                </a:ext>
              </a:extLst>
            </p:cNvPr>
            <p:cNvSpPr/>
            <p:nvPr/>
          </p:nvSpPr>
          <p:spPr>
            <a:xfrm>
              <a:off x="3311988" y="3086884"/>
              <a:ext cx="2417540" cy="62559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299B946C-D628-FD88-1E69-500EE958F0C6}"/>
                </a:ext>
              </a:extLst>
            </p:cNvPr>
            <p:cNvSpPr txBox="1"/>
            <p:nvPr/>
          </p:nvSpPr>
          <p:spPr>
            <a:xfrm>
              <a:off x="3309146" y="3173412"/>
              <a:ext cx="1265908" cy="2308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광고주 명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8D245FB-FF9F-F4BC-EE8E-FFA55FCF2B81}"/>
                </a:ext>
              </a:extLst>
            </p:cNvPr>
            <p:cNvSpPr txBox="1"/>
            <p:nvPr/>
          </p:nvSpPr>
          <p:spPr>
            <a:xfrm>
              <a:off x="3324284" y="3404840"/>
              <a:ext cx="1391816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광고 타이틀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0" name="사각형: 둥근 모서리 19">
              <a:extLst>
                <a:ext uri="{FF2B5EF4-FFF2-40B4-BE49-F238E27FC236}">
                  <a16:creationId xmlns:a16="http://schemas.microsoft.com/office/drawing/2014/main" id="{38BA05F1-0247-42D1-5274-6910DEB72470}"/>
                </a:ext>
              </a:extLst>
            </p:cNvPr>
            <p:cNvSpPr/>
            <p:nvPr/>
          </p:nvSpPr>
          <p:spPr>
            <a:xfrm>
              <a:off x="4522899" y="3185192"/>
              <a:ext cx="651404" cy="407688"/>
            </a:xfrm>
            <a:prstGeom prst="roundRect">
              <a:avLst/>
            </a:prstGeom>
            <a:solidFill>
              <a:sysClr val="window" lastClr="FFFFFF">
                <a:lumMod val="50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lIns="36000" r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썸네일</a:t>
              </a:r>
              <a:endPara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E95F2DB2-99EF-2825-3615-564B3B43AB41}"/>
                </a:ext>
              </a:extLst>
            </p:cNvPr>
            <p:cNvSpPr txBox="1"/>
            <p:nvPr/>
          </p:nvSpPr>
          <p:spPr>
            <a:xfrm>
              <a:off x="5223126" y="3165718"/>
              <a:ext cx="515165" cy="24622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kumimoji="1" lang="en-US" altLang="ko-KR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1,000</a:t>
              </a:r>
              <a:endParaRPr lang="ko-KR" altLang="en-US" sz="1050" dirty="0"/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F8DF8BCC-D9D2-0467-2296-30FEBF166A54}"/>
                </a:ext>
              </a:extLst>
            </p:cNvPr>
            <p:cNvSpPr/>
            <p:nvPr/>
          </p:nvSpPr>
          <p:spPr>
            <a:xfrm>
              <a:off x="3311988" y="3710349"/>
              <a:ext cx="2417540" cy="62559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18AAD7EA-A79A-2FDE-0CD5-E61F0BD90287}"/>
                </a:ext>
              </a:extLst>
            </p:cNvPr>
            <p:cNvSpPr txBox="1"/>
            <p:nvPr/>
          </p:nvSpPr>
          <p:spPr>
            <a:xfrm>
              <a:off x="3309146" y="3796877"/>
              <a:ext cx="1265908" cy="2308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광고주 명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9B5C625-2C9B-FF26-9EBE-04375440ADEF}"/>
                </a:ext>
              </a:extLst>
            </p:cNvPr>
            <p:cNvSpPr txBox="1"/>
            <p:nvPr/>
          </p:nvSpPr>
          <p:spPr>
            <a:xfrm>
              <a:off x="3324284" y="4028305"/>
              <a:ext cx="1391816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광고 타이틀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" name="사각형: 둥근 모서리 24">
              <a:extLst>
                <a:ext uri="{FF2B5EF4-FFF2-40B4-BE49-F238E27FC236}">
                  <a16:creationId xmlns:a16="http://schemas.microsoft.com/office/drawing/2014/main" id="{D0D9E813-42B9-2055-9A2F-A0DD689666A8}"/>
                </a:ext>
              </a:extLst>
            </p:cNvPr>
            <p:cNvSpPr/>
            <p:nvPr/>
          </p:nvSpPr>
          <p:spPr>
            <a:xfrm>
              <a:off x="4522899" y="3808657"/>
              <a:ext cx="651404" cy="407688"/>
            </a:xfrm>
            <a:prstGeom prst="roundRect">
              <a:avLst/>
            </a:prstGeom>
            <a:solidFill>
              <a:sysClr val="window" lastClr="FFFFFF">
                <a:lumMod val="50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lIns="36000" r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썸네일</a:t>
              </a:r>
              <a:endPara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2068C834-FEE6-7778-1938-CE2616025516}"/>
                </a:ext>
              </a:extLst>
            </p:cNvPr>
            <p:cNvSpPr txBox="1"/>
            <p:nvPr/>
          </p:nvSpPr>
          <p:spPr>
            <a:xfrm>
              <a:off x="5223126" y="3789183"/>
              <a:ext cx="515165" cy="24622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kumimoji="1" lang="en-US" altLang="ko-KR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1,000</a:t>
              </a:r>
              <a:endParaRPr lang="ko-KR" altLang="en-US" sz="1050" dirty="0"/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A8B17D05-A723-116F-A331-96F498D86D13}"/>
                </a:ext>
              </a:extLst>
            </p:cNvPr>
            <p:cNvSpPr/>
            <p:nvPr/>
          </p:nvSpPr>
          <p:spPr>
            <a:xfrm>
              <a:off x="3311988" y="4336797"/>
              <a:ext cx="2417540" cy="62559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8DC61EA4-A8FF-CDD3-95E0-D4632CB11DEE}"/>
                </a:ext>
              </a:extLst>
            </p:cNvPr>
            <p:cNvSpPr txBox="1"/>
            <p:nvPr/>
          </p:nvSpPr>
          <p:spPr>
            <a:xfrm>
              <a:off x="3309146" y="4423325"/>
              <a:ext cx="1265908" cy="2308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광고주 명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3435F6FA-5C7C-D234-07BE-564656F09AB2}"/>
                </a:ext>
              </a:extLst>
            </p:cNvPr>
            <p:cNvSpPr txBox="1"/>
            <p:nvPr/>
          </p:nvSpPr>
          <p:spPr>
            <a:xfrm>
              <a:off x="3324284" y="4654753"/>
              <a:ext cx="1391816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광고 타이틀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0" name="사각형: 둥근 모서리 29">
              <a:extLst>
                <a:ext uri="{FF2B5EF4-FFF2-40B4-BE49-F238E27FC236}">
                  <a16:creationId xmlns:a16="http://schemas.microsoft.com/office/drawing/2014/main" id="{B8BB5035-623F-F9D5-CBE0-9B15690CB90B}"/>
                </a:ext>
              </a:extLst>
            </p:cNvPr>
            <p:cNvSpPr/>
            <p:nvPr/>
          </p:nvSpPr>
          <p:spPr>
            <a:xfrm>
              <a:off x="4522899" y="4435105"/>
              <a:ext cx="651404" cy="407688"/>
            </a:xfrm>
            <a:prstGeom prst="roundRect">
              <a:avLst/>
            </a:prstGeom>
            <a:solidFill>
              <a:sysClr val="window" lastClr="FFFFFF">
                <a:lumMod val="50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lIns="36000" r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썸네일</a:t>
              </a:r>
              <a:endPara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172D9BC-8C53-1E38-CA24-ABC09EF47FC6}"/>
                </a:ext>
              </a:extLst>
            </p:cNvPr>
            <p:cNvSpPr txBox="1"/>
            <p:nvPr/>
          </p:nvSpPr>
          <p:spPr>
            <a:xfrm>
              <a:off x="5223126" y="4415631"/>
              <a:ext cx="515165" cy="24622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kumimoji="1" lang="en-US" altLang="ko-KR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1,000</a:t>
              </a:r>
              <a:endParaRPr lang="ko-KR" altLang="en-US" sz="1050" dirty="0"/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C0D982CF-7F46-143E-93A2-8EC3119AAAD7}"/>
                </a:ext>
              </a:extLst>
            </p:cNvPr>
            <p:cNvSpPr/>
            <p:nvPr/>
          </p:nvSpPr>
          <p:spPr>
            <a:xfrm>
              <a:off x="3311988" y="4954733"/>
              <a:ext cx="2417540" cy="62559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EB45AAC-415A-3902-F28A-153D767BC74B}"/>
                </a:ext>
              </a:extLst>
            </p:cNvPr>
            <p:cNvSpPr txBox="1"/>
            <p:nvPr/>
          </p:nvSpPr>
          <p:spPr>
            <a:xfrm>
              <a:off x="3309146" y="5041261"/>
              <a:ext cx="1265908" cy="2308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광고주 명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A82ED429-65AB-ECEE-4F73-41DFC41B7E58}"/>
                </a:ext>
              </a:extLst>
            </p:cNvPr>
            <p:cNvSpPr txBox="1"/>
            <p:nvPr/>
          </p:nvSpPr>
          <p:spPr>
            <a:xfrm>
              <a:off x="3324284" y="5272689"/>
              <a:ext cx="1391816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광고 타이틀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5" name="사각형: 둥근 모서리 34">
              <a:extLst>
                <a:ext uri="{FF2B5EF4-FFF2-40B4-BE49-F238E27FC236}">
                  <a16:creationId xmlns:a16="http://schemas.microsoft.com/office/drawing/2014/main" id="{A1BF65C7-3823-576B-ED82-1036A7122B99}"/>
                </a:ext>
              </a:extLst>
            </p:cNvPr>
            <p:cNvSpPr/>
            <p:nvPr/>
          </p:nvSpPr>
          <p:spPr>
            <a:xfrm>
              <a:off x="4522899" y="5053041"/>
              <a:ext cx="651404" cy="407688"/>
            </a:xfrm>
            <a:prstGeom prst="roundRect">
              <a:avLst/>
            </a:prstGeom>
            <a:solidFill>
              <a:sysClr val="window" lastClr="FFFFFF">
                <a:lumMod val="50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lIns="36000" r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썸네일</a:t>
              </a:r>
              <a:endPara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4EA11616-80C9-4DB6-A095-57DB4775B9A1}"/>
                </a:ext>
              </a:extLst>
            </p:cNvPr>
            <p:cNvSpPr txBox="1"/>
            <p:nvPr/>
          </p:nvSpPr>
          <p:spPr>
            <a:xfrm>
              <a:off x="5223126" y="5033567"/>
              <a:ext cx="515165" cy="24622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kumimoji="1" lang="en-US" altLang="ko-KR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1,000</a:t>
              </a:r>
              <a:endParaRPr lang="ko-KR" altLang="en-US" sz="1050" dirty="0"/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A1FFB315-4E9E-C0D6-BC25-18C0554145CB}"/>
                </a:ext>
              </a:extLst>
            </p:cNvPr>
            <p:cNvSpPr/>
            <p:nvPr/>
          </p:nvSpPr>
          <p:spPr>
            <a:xfrm>
              <a:off x="3311988" y="2468948"/>
              <a:ext cx="2417540" cy="62559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E99E9E7B-00BB-077C-1E0C-DD44D936CA0C}"/>
                </a:ext>
              </a:extLst>
            </p:cNvPr>
            <p:cNvSpPr txBox="1"/>
            <p:nvPr/>
          </p:nvSpPr>
          <p:spPr>
            <a:xfrm>
              <a:off x="3309146" y="2555476"/>
              <a:ext cx="1265908" cy="2308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광고주 명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6E116ED9-C778-D3A2-D480-FF82BA654D0E}"/>
                </a:ext>
              </a:extLst>
            </p:cNvPr>
            <p:cNvSpPr txBox="1"/>
            <p:nvPr/>
          </p:nvSpPr>
          <p:spPr>
            <a:xfrm>
              <a:off x="3324284" y="2786904"/>
              <a:ext cx="1391816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base" latinLnBrk="1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광고 타이틀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" name="사각형: 둥근 모서리 44">
              <a:extLst>
                <a:ext uri="{FF2B5EF4-FFF2-40B4-BE49-F238E27FC236}">
                  <a16:creationId xmlns:a16="http://schemas.microsoft.com/office/drawing/2014/main" id="{10E6065B-E56B-902D-6EA7-F7D53BB48C04}"/>
                </a:ext>
              </a:extLst>
            </p:cNvPr>
            <p:cNvSpPr/>
            <p:nvPr/>
          </p:nvSpPr>
          <p:spPr>
            <a:xfrm>
              <a:off x="4522899" y="2567256"/>
              <a:ext cx="651404" cy="407688"/>
            </a:xfrm>
            <a:prstGeom prst="roundRect">
              <a:avLst/>
            </a:prstGeom>
            <a:solidFill>
              <a:sysClr val="window" lastClr="FFFFFF">
                <a:lumMod val="50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lIns="36000" r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mbria" panose="02040503050406030204"/>
                  <a:ea typeface="맑은 고딕" panose="020B0503020000020004" pitchFamily="50" charset="-127"/>
                  <a:cs typeface="+mn-cs"/>
                </a:rPr>
                <a:t>썸네일</a:t>
              </a:r>
              <a:endPara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2D6740C-FD53-BFBC-C519-D63DE8DFB7FD}"/>
                </a:ext>
              </a:extLst>
            </p:cNvPr>
            <p:cNvSpPr txBox="1"/>
            <p:nvPr/>
          </p:nvSpPr>
          <p:spPr>
            <a:xfrm>
              <a:off x="5223126" y="2547782"/>
              <a:ext cx="515165" cy="24622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kumimoji="1" lang="en-US" altLang="ko-KR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1,000</a:t>
              </a:r>
              <a:endParaRPr lang="ko-KR" altLang="en-US" sz="1050" dirty="0"/>
            </a:p>
          </p:txBody>
        </p:sp>
      </p:grpSp>
      <p:pic>
        <p:nvPicPr>
          <p:cNvPr id="60" name="그림 59">
            <a:extLst>
              <a:ext uri="{FF2B5EF4-FFF2-40B4-BE49-F238E27FC236}">
                <a16:creationId xmlns:a16="http://schemas.microsoft.com/office/drawing/2014/main" id="{1E253C99-280F-9403-C48B-C59042B4395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b="50995"/>
          <a:stretch>
            <a:fillRect/>
          </a:stretch>
        </p:blipFill>
        <p:spPr>
          <a:xfrm>
            <a:off x="596912" y="5853745"/>
            <a:ext cx="2456901" cy="313693"/>
          </a:xfrm>
          <a:prstGeom prst="rect">
            <a:avLst/>
          </a:prstGeom>
        </p:spPr>
      </p:pic>
      <p:sp>
        <p:nvSpPr>
          <p:cNvPr id="61" name="직사각형 60">
            <a:extLst>
              <a:ext uri="{FF2B5EF4-FFF2-40B4-BE49-F238E27FC236}">
                <a16:creationId xmlns:a16="http://schemas.microsoft.com/office/drawing/2014/main" id="{D5FA9E09-3BDF-DF63-7067-4DC0803C82FD}"/>
              </a:ext>
            </a:extLst>
          </p:cNvPr>
          <p:cNvSpPr/>
          <p:nvPr/>
        </p:nvSpPr>
        <p:spPr>
          <a:xfrm>
            <a:off x="599697" y="1808820"/>
            <a:ext cx="2417540" cy="31458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1DE4C8B1-ACE2-37F1-1A4C-9C6A84A58936}"/>
              </a:ext>
            </a:extLst>
          </p:cNvPr>
          <p:cNvGrpSpPr/>
          <p:nvPr/>
        </p:nvGrpSpPr>
        <p:grpSpPr>
          <a:xfrm>
            <a:off x="1834531" y="1846121"/>
            <a:ext cx="1090735" cy="215444"/>
            <a:chOff x="5328518" y="1725362"/>
            <a:chExt cx="1090735" cy="215444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8B99ED2A-974C-4BEF-7614-7D4DE902FCAD}"/>
                </a:ext>
              </a:extLst>
            </p:cNvPr>
            <p:cNvSpPr txBox="1"/>
            <p:nvPr/>
          </p:nvSpPr>
          <p:spPr>
            <a:xfrm>
              <a:off x="5328518" y="1725362"/>
              <a:ext cx="867997" cy="215444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광고 자동 재생</a:t>
              </a:r>
              <a:endParaRPr lang="ko-KR" altLang="en-US" sz="9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6D13592B-1F14-4C6A-130B-B475864F5EA0}"/>
                </a:ext>
              </a:extLst>
            </p:cNvPr>
            <p:cNvGrpSpPr/>
            <p:nvPr/>
          </p:nvGrpSpPr>
          <p:grpSpPr>
            <a:xfrm>
              <a:off x="6155353" y="1764509"/>
              <a:ext cx="263900" cy="146480"/>
              <a:chOff x="5960046" y="5573029"/>
              <a:chExt cx="263900" cy="146480"/>
            </a:xfrm>
          </p:grpSpPr>
          <p:sp>
            <p:nvSpPr>
              <p:cNvPr id="65" name="사각형: 둥근 모서리 64">
                <a:extLst>
                  <a:ext uri="{FF2B5EF4-FFF2-40B4-BE49-F238E27FC236}">
                    <a16:creationId xmlns:a16="http://schemas.microsoft.com/office/drawing/2014/main" id="{DEE3CA9E-838D-BE33-6ED2-9CFDB6562226}"/>
                  </a:ext>
                </a:extLst>
              </p:cNvPr>
              <p:cNvSpPr/>
              <p:nvPr/>
            </p:nvSpPr>
            <p:spPr>
              <a:xfrm>
                <a:off x="5960046" y="5573029"/>
                <a:ext cx="246686" cy="13715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6" name="타원 65">
                <a:extLst>
                  <a:ext uri="{FF2B5EF4-FFF2-40B4-BE49-F238E27FC236}">
                    <a16:creationId xmlns:a16="http://schemas.microsoft.com/office/drawing/2014/main" id="{1882C695-EB8E-E33E-7B4A-FBF3B4DA7952}"/>
                  </a:ext>
                </a:extLst>
              </p:cNvPr>
              <p:cNvSpPr/>
              <p:nvPr/>
            </p:nvSpPr>
            <p:spPr>
              <a:xfrm>
                <a:off x="6086796" y="5582359"/>
                <a:ext cx="137150" cy="13715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76" name="Google Shape;1197;p27">
            <a:extLst>
              <a:ext uri="{FF2B5EF4-FFF2-40B4-BE49-F238E27FC236}">
                <a16:creationId xmlns:a16="http://schemas.microsoft.com/office/drawing/2014/main" id="{B24F78A5-3C16-9255-D0DA-2139B61CE6A2}"/>
              </a:ext>
            </a:extLst>
          </p:cNvPr>
          <p:cNvSpPr/>
          <p:nvPr/>
        </p:nvSpPr>
        <p:spPr>
          <a:xfrm>
            <a:off x="3542783" y="1232755"/>
            <a:ext cx="2566556" cy="5004557"/>
          </a:xfrm>
          <a:prstGeom prst="roundRect">
            <a:avLst>
              <a:gd name="adj" fmla="val 4291"/>
            </a:avLst>
          </a:prstGeom>
          <a:solidFill>
            <a:schemeClr val="tx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1650" tIns="24650" rIns="61650" bIns="2465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endParaRPr kumimoji="0" sz="856" b="1" kern="0" dirty="0">
              <a:solidFill>
                <a:prstClr val="white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" name="Google Shape;1198;p27">
            <a:extLst>
              <a:ext uri="{FF2B5EF4-FFF2-40B4-BE49-F238E27FC236}">
                <a16:creationId xmlns:a16="http://schemas.microsoft.com/office/drawing/2014/main" id="{16A453E6-F047-7036-2C00-8B96988E4B5F}"/>
              </a:ext>
            </a:extLst>
          </p:cNvPr>
          <p:cNvSpPr/>
          <p:nvPr/>
        </p:nvSpPr>
        <p:spPr>
          <a:xfrm>
            <a:off x="3584059" y="1437445"/>
            <a:ext cx="2470586" cy="4739032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rgbClr val="33333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108000" rIns="91425" bIns="45700" anchor="t" anchorCtr="0">
            <a:noAutofit/>
          </a:bodyPr>
          <a:lstStyle/>
          <a:p>
            <a:pPr algn="ctr">
              <a:spcBef>
                <a:spcPts val="0"/>
              </a:spcBef>
              <a:spcAft>
                <a:spcPts val="0"/>
              </a:spcAft>
            </a:pPr>
            <a:r>
              <a:rPr lang="ko-KR" altLang="en-US" sz="1200" b="1" dirty="0" err="1">
                <a:solidFill>
                  <a:srgbClr val="262626"/>
                </a:solidFill>
                <a:latin typeface="+mn-ea"/>
                <a:ea typeface="+mn-ea"/>
                <a:cs typeface="Calibri"/>
                <a:sym typeface="Calibri"/>
              </a:rPr>
              <a:t>투네애드</a:t>
            </a:r>
            <a:endParaRPr lang="ko-KR" altLang="en-US" sz="1200" b="1" dirty="0">
              <a:solidFill>
                <a:srgbClr val="262626"/>
              </a:solidFill>
              <a:latin typeface="+mn-ea"/>
              <a:ea typeface="+mn-ea"/>
              <a:cs typeface="Calibri"/>
              <a:sym typeface="Calibri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E1A1B2A-5B72-AD95-4CCD-D83B2A8A6A4F}"/>
              </a:ext>
            </a:extLst>
          </p:cNvPr>
          <p:cNvSpPr txBox="1"/>
          <p:nvPr/>
        </p:nvSpPr>
        <p:spPr>
          <a:xfrm>
            <a:off x="5745747" y="1499370"/>
            <a:ext cx="325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100" dirty="0">
                <a:sym typeface="Webdings" panose="05030102010509060703" pitchFamily="18" charset="2"/>
              </a:rPr>
              <a:t></a:t>
            </a:r>
            <a:endParaRPr lang="ko-KR" altLang="en-US" sz="1100" dirty="0"/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10D7852C-736F-8F4E-DDB8-DA9A4A28FD59}"/>
              </a:ext>
            </a:extLst>
          </p:cNvPr>
          <p:cNvSpPr/>
          <p:nvPr/>
        </p:nvSpPr>
        <p:spPr>
          <a:xfrm>
            <a:off x="3615532" y="1808820"/>
            <a:ext cx="2417540" cy="31458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BF70E24A-343B-990F-CA39-8E202F66A5C0}"/>
              </a:ext>
            </a:extLst>
          </p:cNvPr>
          <p:cNvGrpSpPr/>
          <p:nvPr/>
        </p:nvGrpSpPr>
        <p:grpSpPr>
          <a:xfrm>
            <a:off x="4850366" y="1846121"/>
            <a:ext cx="1090735" cy="215444"/>
            <a:chOff x="5328518" y="1725362"/>
            <a:chExt cx="1090735" cy="215444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4C1C93C4-5311-5B1F-C1BE-6944D1D79463}"/>
                </a:ext>
              </a:extLst>
            </p:cNvPr>
            <p:cNvSpPr txBox="1"/>
            <p:nvPr/>
          </p:nvSpPr>
          <p:spPr>
            <a:xfrm>
              <a:off x="5328518" y="1725362"/>
              <a:ext cx="867997" cy="215444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광고 자동 재생</a:t>
              </a:r>
              <a:endParaRPr lang="ko-KR" altLang="en-US" sz="9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84" name="그룹 83">
              <a:extLst>
                <a:ext uri="{FF2B5EF4-FFF2-40B4-BE49-F238E27FC236}">
                  <a16:creationId xmlns:a16="http://schemas.microsoft.com/office/drawing/2014/main" id="{4552BE71-1AE1-63A3-1CAB-93ADE99C381C}"/>
                </a:ext>
              </a:extLst>
            </p:cNvPr>
            <p:cNvGrpSpPr/>
            <p:nvPr/>
          </p:nvGrpSpPr>
          <p:grpSpPr>
            <a:xfrm>
              <a:off x="6155353" y="1764509"/>
              <a:ext cx="263900" cy="146480"/>
              <a:chOff x="5960046" y="5573029"/>
              <a:chExt cx="263900" cy="146480"/>
            </a:xfrm>
          </p:grpSpPr>
          <p:sp>
            <p:nvSpPr>
              <p:cNvPr id="85" name="사각형: 둥근 모서리 84">
                <a:extLst>
                  <a:ext uri="{FF2B5EF4-FFF2-40B4-BE49-F238E27FC236}">
                    <a16:creationId xmlns:a16="http://schemas.microsoft.com/office/drawing/2014/main" id="{487322CF-2AF3-3EAA-B8C5-610778264BB3}"/>
                  </a:ext>
                </a:extLst>
              </p:cNvPr>
              <p:cNvSpPr/>
              <p:nvPr/>
            </p:nvSpPr>
            <p:spPr>
              <a:xfrm>
                <a:off x="5960046" y="5573029"/>
                <a:ext cx="246686" cy="13715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r>
                  <a:rPr lang="en-US" altLang="ko-KR" sz="500" b="1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ON</a:t>
                </a:r>
                <a:endParaRPr lang="ko-KR" altLang="en-US" sz="5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86" name="타원 85">
                <a:extLst>
                  <a:ext uri="{FF2B5EF4-FFF2-40B4-BE49-F238E27FC236}">
                    <a16:creationId xmlns:a16="http://schemas.microsoft.com/office/drawing/2014/main" id="{1533960C-C880-FCFF-F3A5-994A9C967060}"/>
                  </a:ext>
                </a:extLst>
              </p:cNvPr>
              <p:cNvSpPr/>
              <p:nvPr/>
            </p:nvSpPr>
            <p:spPr>
              <a:xfrm>
                <a:off x="6086796" y="5582359"/>
                <a:ext cx="137150" cy="137150"/>
              </a:xfrm>
              <a:prstGeom prst="ellipse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tlCol="0" anchor="ctr"/>
              <a:lstStyle/>
              <a:p>
                <a:pPr algn="ctr"/>
                <a:endParaRPr lang="ko-KR" altLang="en-US" sz="5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9CC25F24-5747-C9E7-6E19-0EEDE0C53A6E}"/>
              </a:ext>
            </a:extLst>
          </p:cNvPr>
          <p:cNvSpPr/>
          <p:nvPr/>
        </p:nvSpPr>
        <p:spPr>
          <a:xfrm>
            <a:off x="3616995" y="2129812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B6D8C20A-3C61-03CF-153F-350A61CF839E}"/>
              </a:ext>
            </a:extLst>
          </p:cNvPr>
          <p:cNvSpPr txBox="1"/>
          <p:nvPr/>
        </p:nvSpPr>
        <p:spPr>
          <a:xfrm>
            <a:off x="3614153" y="2216340"/>
            <a:ext cx="126590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광고주 명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1ABCB5A9-EDE0-063D-9947-BE579426C1DC}"/>
              </a:ext>
            </a:extLst>
          </p:cNvPr>
          <p:cNvSpPr txBox="1"/>
          <p:nvPr/>
        </p:nvSpPr>
        <p:spPr>
          <a:xfrm>
            <a:off x="3629291" y="2447768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 타이틀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E87046AC-90A0-2678-4FF6-6871D1633A71}"/>
              </a:ext>
            </a:extLst>
          </p:cNvPr>
          <p:cNvSpPr/>
          <p:nvPr/>
        </p:nvSpPr>
        <p:spPr>
          <a:xfrm>
            <a:off x="4827906" y="2228120"/>
            <a:ext cx="651404" cy="407688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6E682651-9352-8F46-9FBD-1306D9C1892D}"/>
              </a:ext>
            </a:extLst>
          </p:cNvPr>
          <p:cNvSpPr txBox="1"/>
          <p:nvPr/>
        </p:nvSpPr>
        <p:spPr>
          <a:xfrm>
            <a:off x="5528133" y="2208646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802D87B6-9D24-F963-ED35-EE9E2202BFE3}"/>
              </a:ext>
            </a:extLst>
          </p:cNvPr>
          <p:cNvSpPr txBox="1"/>
          <p:nvPr/>
        </p:nvSpPr>
        <p:spPr>
          <a:xfrm>
            <a:off x="5573974" y="2447768"/>
            <a:ext cx="49421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00:00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B95F08B1-F4AE-4CE0-A680-8B974E1EE580}"/>
              </a:ext>
            </a:extLst>
          </p:cNvPr>
          <p:cNvSpPr txBox="1"/>
          <p:nvPr/>
        </p:nvSpPr>
        <p:spPr>
          <a:xfrm>
            <a:off x="3614153" y="2839805"/>
            <a:ext cx="126590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광고주 명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D9247F83-76A7-AC50-1F7A-BD16F983647A}"/>
              </a:ext>
            </a:extLst>
          </p:cNvPr>
          <p:cNvSpPr txBox="1"/>
          <p:nvPr/>
        </p:nvSpPr>
        <p:spPr>
          <a:xfrm>
            <a:off x="3629291" y="3071233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 타이틀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6FE03F3-4954-E5EA-558D-121184DE861A}"/>
              </a:ext>
            </a:extLst>
          </p:cNvPr>
          <p:cNvSpPr txBox="1"/>
          <p:nvPr/>
        </p:nvSpPr>
        <p:spPr>
          <a:xfrm>
            <a:off x="5528133" y="2832111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38DB374-48E7-4C76-9343-110602FD6605}"/>
              </a:ext>
            </a:extLst>
          </p:cNvPr>
          <p:cNvSpPr txBox="1"/>
          <p:nvPr/>
        </p:nvSpPr>
        <p:spPr>
          <a:xfrm>
            <a:off x="5573974" y="3071233"/>
            <a:ext cx="49421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00:00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397D78CF-686B-DAA6-3B33-44C817B3BF03}"/>
              </a:ext>
            </a:extLst>
          </p:cNvPr>
          <p:cNvSpPr/>
          <p:nvPr/>
        </p:nvSpPr>
        <p:spPr>
          <a:xfrm>
            <a:off x="3616995" y="5194151"/>
            <a:ext cx="2417540" cy="62559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544099-09FE-CFD7-E523-2D6E4ACD66B0}"/>
              </a:ext>
            </a:extLst>
          </p:cNvPr>
          <p:cNvSpPr txBox="1"/>
          <p:nvPr/>
        </p:nvSpPr>
        <p:spPr>
          <a:xfrm>
            <a:off x="3614153" y="5280679"/>
            <a:ext cx="126590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광고주 명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3DAC7A8C-4169-6909-1864-F34A5FB2167F}"/>
              </a:ext>
            </a:extLst>
          </p:cNvPr>
          <p:cNvSpPr txBox="1"/>
          <p:nvPr/>
        </p:nvSpPr>
        <p:spPr>
          <a:xfrm>
            <a:off x="3629291" y="5512107"/>
            <a:ext cx="1391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광고 타이틀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1" name="사각형: 둥근 모서리 100">
            <a:extLst>
              <a:ext uri="{FF2B5EF4-FFF2-40B4-BE49-F238E27FC236}">
                <a16:creationId xmlns:a16="http://schemas.microsoft.com/office/drawing/2014/main" id="{533B7CAD-7BD5-04DB-20A1-BAB970392360}"/>
              </a:ext>
            </a:extLst>
          </p:cNvPr>
          <p:cNvSpPr/>
          <p:nvPr/>
        </p:nvSpPr>
        <p:spPr>
          <a:xfrm>
            <a:off x="4827906" y="5292459"/>
            <a:ext cx="651404" cy="407688"/>
          </a:xfrm>
          <a:prstGeom prst="roundRect">
            <a:avLst/>
          </a:prstGeom>
          <a:solidFill>
            <a:sysClr val="window" lastClr="FFFFFF">
              <a:lumMod val="5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/>
                <a:ea typeface="맑은 고딕" panose="020B0503020000020004" pitchFamily="50" charset="-127"/>
                <a:cs typeface="+mn-cs"/>
              </a:rPr>
              <a:t>썸네일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7AD27715-FB36-CAE5-4BC2-6C4E12EA2248}"/>
              </a:ext>
            </a:extLst>
          </p:cNvPr>
          <p:cNvSpPr txBox="1"/>
          <p:nvPr/>
        </p:nvSpPr>
        <p:spPr>
          <a:xfrm>
            <a:off x="5528133" y="5272985"/>
            <a:ext cx="51516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1,000</a:t>
            </a:r>
            <a:endParaRPr lang="ko-KR" altLang="en-US" sz="1050" dirty="0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EB703E44-3300-5387-C2AE-4C10C002A384}"/>
              </a:ext>
            </a:extLst>
          </p:cNvPr>
          <p:cNvSpPr txBox="1"/>
          <p:nvPr/>
        </p:nvSpPr>
        <p:spPr>
          <a:xfrm>
            <a:off x="5573974" y="5512107"/>
            <a:ext cx="49421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00:00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110" name="표 109">
            <a:extLst>
              <a:ext uri="{FF2B5EF4-FFF2-40B4-BE49-F238E27FC236}">
                <a16:creationId xmlns:a16="http://schemas.microsoft.com/office/drawing/2014/main" id="{0A2C5DC7-E35E-5D74-48D5-10BE7364E6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3937099"/>
              </p:ext>
            </p:extLst>
          </p:nvPr>
        </p:nvGraphicFramePr>
        <p:xfrm>
          <a:off x="3617401" y="4976537"/>
          <a:ext cx="2417540" cy="213360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1208770">
                  <a:extLst>
                    <a:ext uri="{9D8B030D-6E8A-4147-A177-3AD203B41FA5}">
                      <a16:colId xmlns:a16="http://schemas.microsoft.com/office/drawing/2014/main" val="2045282246"/>
                    </a:ext>
                  </a:extLst>
                </a:gridCol>
                <a:gridCol w="1208770">
                  <a:extLst>
                    <a:ext uri="{9D8B030D-6E8A-4147-A177-3AD203B41FA5}">
                      <a16:colId xmlns:a16="http://schemas.microsoft.com/office/drawing/2014/main" val="859422954"/>
                    </a:ext>
                  </a:extLst>
                </a:gridCol>
              </a:tblGrid>
              <a:tr h="19227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▶ 재생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29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ebdings" panose="05030102010509060703" pitchFamily="18" charset="2"/>
                        </a:rPr>
                        <a:t>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ebdings" panose="05030102010509060703" pitchFamily="18" charset="2"/>
                        </a:rPr>
                        <a:t>SKIP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 horzOverflow="overflow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7501084"/>
                  </a:ext>
                </a:extLst>
              </a:tr>
            </a:tbl>
          </a:graphicData>
        </a:graphic>
      </p:graphicFrame>
      <p:pic>
        <p:nvPicPr>
          <p:cNvPr id="111" name="그림 110">
            <a:extLst>
              <a:ext uri="{FF2B5EF4-FFF2-40B4-BE49-F238E27FC236}">
                <a16:creationId xmlns:a16="http://schemas.microsoft.com/office/drawing/2014/main" id="{33AB6F03-5749-18EE-7D87-CA5435C63E0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-1" b="45732"/>
          <a:stretch>
            <a:fillRect/>
          </a:stretch>
        </p:blipFill>
        <p:spPr>
          <a:xfrm>
            <a:off x="3608848" y="5824803"/>
            <a:ext cx="2456901" cy="347397"/>
          </a:xfrm>
          <a:prstGeom prst="rect">
            <a:avLst/>
          </a:prstGeom>
        </p:spPr>
      </p:pic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9D35F2AE-087C-8725-5133-934417CB721C}"/>
              </a:ext>
            </a:extLst>
          </p:cNvPr>
          <p:cNvSpPr/>
          <p:nvPr/>
        </p:nvSpPr>
        <p:spPr>
          <a:xfrm>
            <a:off x="3616995" y="2753276"/>
            <a:ext cx="2417540" cy="2443919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EFBC2297-6F6E-8110-DED4-7F17B2E3D99D}"/>
              </a:ext>
            </a:extLst>
          </p:cNvPr>
          <p:cNvSpPr/>
          <p:nvPr/>
        </p:nvSpPr>
        <p:spPr>
          <a:xfrm>
            <a:off x="3658093" y="3362991"/>
            <a:ext cx="2327126" cy="891204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썸네일</a:t>
            </a:r>
          </a:p>
        </p:txBody>
      </p:sp>
      <p:sp>
        <p:nvSpPr>
          <p:cNvPr id="114" name="타원 113">
            <a:extLst>
              <a:ext uri="{FF2B5EF4-FFF2-40B4-BE49-F238E27FC236}">
                <a16:creationId xmlns:a16="http://schemas.microsoft.com/office/drawing/2014/main" id="{24C137DB-043A-1895-5E2F-91FDFF227AB4}"/>
              </a:ext>
            </a:extLst>
          </p:cNvPr>
          <p:cNvSpPr/>
          <p:nvPr/>
        </p:nvSpPr>
        <p:spPr>
          <a:xfrm>
            <a:off x="3747214" y="2908510"/>
            <a:ext cx="588795" cy="588795"/>
          </a:xfrm>
          <a:prstGeom prst="ellipse">
            <a:avLst/>
          </a:prstGeom>
          <a:solidFill>
            <a:srgbClr val="FF0000">
              <a:alpha val="50000"/>
            </a:srgbClr>
          </a:solidFill>
          <a:ln>
            <a:noFill/>
            <a:prstDash val="sysDot"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2D43309E-1316-E094-52CC-1FD6E65709E3}"/>
              </a:ext>
            </a:extLst>
          </p:cNvPr>
          <p:cNvSpPr/>
          <p:nvPr/>
        </p:nvSpPr>
        <p:spPr>
          <a:xfrm>
            <a:off x="3665013" y="3376043"/>
            <a:ext cx="341796" cy="181748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/>
              <a:t>AD</a:t>
            </a:r>
            <a:endParaRPr lang="ko-KR" altLang="en-US" sz="800" b="1" dirty="0"/>
          </a:p>
        </p:txBody>
      </p:sp>
      <p:graphicFrame>
        <p:nvGraphicFramePr>
          <p:cNvPr id="116" name="표 115">
            <a:extLst>
              <a:ext uri="{FF2B5EF4-FFF2-40B4-BE49-F238E27FC236}">
                <a16:creationId xmlns:a16="http://schemas.microsoft.com/office/drawing/2014/main" id="{9DA1D4EE-D7E1-BF84-E38F-34A4A59242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0080528"/>
              </p:ext>
            </p:extLst>
          </p:nvPr>
        </p:nvGraphicFramePr>
        <p:xfrm>
          <a:off x="3667446" y="4288423"/>
          <a:ext cx="2316925" cy="640080"/>
        </p:xfrm>
        <a:graphic>
          <a:graphicData uri="http://schemas.openxmlformats.org/drawingml/2006/table">
            <a:tbl>
              <a:tblPr/>
              <a:tblGrid>
                <a:gridCol w="763283">
                  <a:extLst>
                    <a:ext uri="{9D8B030D-6E8A-4147-A177-3AD203B41FA5}">
                      <a16:colId xmlns:a16="http://schemas.microsoft.com/office/drawing/2014/main" val="1809591971"/>
                    </a:ext>
                  </a:extLst>
                </a:gridCol>
                <a:gridCol w="1553642">
                  <a:extLst>
                    <a:ext uri="{9D8B030D-6E8A-4147-A177-3AD203B41FA5}">
                      <a16:colId xmlns:a16="http://schemas.microsoft.com/office/drawing/2014/main" val="369053297"/>
                    </a:ext>
                  </a:extLst>
                </a:gridCol>
              </a:tblGrid>
              <a:tr h="19498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타이틀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광고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타이틀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069969"/>
                  </a:ext>
                </a:extLst>
              </a:tr>
              <a:tr h="19498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재생 시간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00:00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5670205"/>
                  </a:ext>
                </a:extLst>
              </a:tr>
              <a:tr h="19498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캐시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1,000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캐시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수수료 포함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7055439"/>
                  </a:ext>
                </a:extLst>
              </a:tr>
            </a:tbl>
          </a:graphicData>
        </a:graphic>
      </p:graphicFrame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FC4CD781-144E-5878-816E-220511264252}"/>
              </a:ext>
            </a:extLst>
          </p:cNvPr>
          <p:cNvGrpSpPr/>
          <p:nvPr/>
        </p:nvGrpSpPr>
        <p:grpSpPr>
          <a:xfrm rot="5400000">
            <a:off x="2404315" y="4106165"/>
            <a:ext cx="1803930" cy="363534"/>
            <a:chOff x="6600056" y="1538514"/>
            <a:chExt cx="1692190" cy="305304"/>
          </a:xfrm>
        </p:grpSpPr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9725CAC7-E0E5-AABE-00AB-E1456E898E79}"/>
                </a:ext>
              </a:extLst>
            </p:cNvPr>
            <p:cNvCxnSpPr/>
            <p:nvPr/>
          </p:nvCxnSpPr>
          <p:spPr>
            <a:xfrm>
              <a:off x="6600056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9DD9D905-75CB-D740-5369-CE6A2FF7154A}"/>
                </a:ext>
              </a:extLst>
            </p:cNvPr>
            <p:cNvCxnSpPr/>
            <p:nvPr/>
          </p:nvCxnSpPr>
          <p:spPr>
            <a:xfrm>
              <a:off x="8292244" y="1538514"/>
              <a:ext cx="0" cy="3053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화살표 연결선 119">
              <a:extLst>
                <a:ext uri="{FF2B5EF4-FFF2-40B4-BE49-F238E27FC236}">
                  <a16:creationId xmlns:a16="http://schemas.microsoft.com/office/drawing/2014/main" id="{AD0FDB3D-6C9A-2CDA-AFE7-6B8CD389998D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60" y="1731525"/>
              <a:ext cx="1692186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화살표 연결선 120">
              <a:extLst>
                <a:ext uri="{FF2B5EF4-FFF2-40B4-BE49-F238E27FC236}">
                  <a16:creationId xmlns:a16="http://schemas.microsoft.com/office/drawing/2014/main" id="{1A58D0F4-4BBE-046D-93F5-93E93273A3F4}"/>
                </a:ext>
              </a:extLst>
            </p:cNvPr>
            <p:cNvCxnSpPr>
              <a:cxnSpLocks/>
            </p:cNvCxnSpPr>
            <p:nvPr/>
          </p:nvCxnSpPr>
          <p:spPr>
            <a:xfrm>
              <a:off x="6600060" y="1648806"/>
              <a:ext cx="1692186" cy="0"/>
            </a:xfrm>
            <a:prstGeom prst="straightConnector1">
              <a:avLst/>
            </a:prstGeom>
            <a:ln>
              <a:solidFill>
                <a:srgbClr val="FF0000"/>
              </a:solidFill>
              <a:prstDash val="dash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22" name="연결선: 꺾임 121">
            <a:extLst>
              <a:ext uri="{FF2B5EF4-FFF2-40B4-BE49-F238E27FC236}">
                <a16:creationId xmlns:a16="http://schemas.microsoft.com/office/drawing/2014/main" id="{1E3BE00A-1226-9631-1D74-F904D9EDE046}"/>
              </a:ext>
            </a:extLst>
          </p:cNvPr>
          <p:cNvCxnSpPr>
            <a:cxnSpLocks/>
            <a:stCxn id="123" idx="6"/>
            <a:endCxn id="114" idx="2"/>
          </p:cNvCxnSpPr>
          <p:nvPr/>
        </p:nvCxnSpPr>
        <p:spPr>
          <a:xfrm>
            <a:off x="2886819" y="3076973"/>
            <a:ext cx="860395" cy="125935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3" name="타원 122">
            <a:extLst>
              <a:ext uri="{FF2B5EF4-FFF2-40B4-BE49-F238E27FC236}">
                <a16:creationId xmlns:a16="http://schemas.microsoft.com/office/drawing/2014/main" id="{7A215597-D9C3-3D7C-5E67-AB27E3C46EC3}"/>
              </a:ext>
            </a:extLst>
          </p:cNvPr>
          <p:cNvSpPr/>
          <p:nvPr/>
        </p:nvSpPr>
        <p:spPr>
          <a:xfrm>
            <a:off x="2298024" y="2782575"/>
            <a:ext cx="588795" cy="588795"/>
          </a:xfrm>
          <a:prstGeom prst="ellipse">
            <a:avLst/>
          </a:prstGeom>
          <a:solidFill>
            <a:srgbClr val="FF0000">
              <a:alpha val="50000"/>
            </a:srgbClr>
          </a:solidFill>
          <a:ln>
            <a:noFill/>
            <a:prstDash val="sysDot"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06775087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8744420"/>
      </p:ext>
    </p:extLst>
  </p:cSld>
  <p:clrMapOvr>
    <a:masterClrMapping/>
  </p:clrMapOvr>
</p:sld>
</file>

<file path=ppt/theme/theme1.xml><?xml version="1.0" encoding="utf-8"?>
<a:theme xmlns:a="http://schemas.openxmlformats.org/drawingml/2006/main" name="디자인 사용자 지정">
  <a:themeElements>
    <a:clrScheme name="사용자 지정 4">
      <a:dk1>
        <a:sysClr val="windowText" lastClr="000000"/>
      </a:dk1>
      <a:lt1>
        <a:sysClr val="window" lastClr="FFFFFF"/>
      </a:lt1>
      <a:dk2>
        <a:srgbClr val="212745"/>
      </a:dk2>
      <a:lt2>
        <a:srgbClr val="9933FF"/>
      </a:lt2>
      <a:accent1>
        <a:srgbClr val="4285F4"/>
      </a:accent1>
      <a:accent2>
        <a:srgbClr val="FFFF00"/>
      </a:accent2>
      <a:accent3>
        <a:srgbClr val="A7EA52"/>
      </a:accent3>
      <a:accent4>
        <a:srgbClr val="5DCEAF"/>
      </a:accent4>
      <a:accent5>
        <a:srgbClr val="FF8021"/>
      </a:accent5>
      <a:accent6>
        <a:srgbClr val="FF0000"/>
      </a:accent6>
      <a:hlink>
        <a:srgbClr val="0000FF"/>
      </a:hlink>
      <a:folHlink>
        <a:srgbClr val="59A8D1"/>
      </a:folHlink>
    </a:clrScheme>
    <a:fontScheme name="맑은 고딕">
      <a:maj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3_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1_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4_디자인 사용자 지정">
  <a:themeElements>
    <a:clrScheme name="Office 2007 - 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ambria">
      <a:majorFont>
        <a:latin typeface="Cambria" panose="02040503050406030204"/>
        <a:ea typeface=""/>
        <a:cs typeface=""/>
        <a:font script="Jpan" typeface="HG明朝B"/>
        <a:font script="Hang" typeface="맑은 고딕"/>
        <a:font script="Hans" typeface="黑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mbria" panose="02040503050406030204"/>
        <a:ea typeface=""/>
        <a:cs typeface=""/>
        <a:font script="Jpan" typeface="HG明朝B"/>
        <a:font script="Hang" typeface="맑은 고딕"/>
        <a:font script="Hans" typeface="黑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1">
            <a:lumMod val="50000"/>
            <a:lumOff val="50000"/>
          </a:schemeClr>
        </a:solidFill>
        <a:ln>
          <a:noFill/>
        </a:ln>
      </a:spPr>
      <a:bodyPr rtlCol="0" anchor="ctr"/>
      <a:lstStyle>
        <a:defPPr algn="ctr">
          <a:defRPr dirty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rtlCol="0">
        <a:spAutoFit/>
      </a:bodyPr>
      <a:lstStyle>
        <a:defPPr algn="l">
          <a:defRPr dirty="0" err="1" smtClean="0">
            <a:latin typeface="맑은 고딕" panose="020B0503020000020004" pitchFamily="50" charset="-127"/>
            <a:ea typeface="맑은 고딕" panose="020B0503020000020004" pitchFamily="50" charset="-127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2_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5_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webextensions/_rels/taskpanes.xml.rels><?xml version="1.0" encoding="UTF-8" standalone="yes"?>
<Relationships xmlns="http://schemas.openxmlformats.org/package/2006/relationships"><Relationship Id="rId3" Type="http://schemas.microsoft.com/office/2011/relationships/webextension" Target="webextension3.xml"/><Relationship Id="rId2" Type="http://schemas.microsoft.com/office/2011/relationships/webextension" Target="webextension2.xml"/><Relationship Id="rId1" Type="http://schemas.microsoft.com/office/2011/relationships/webextension" Target="webextension1.xml"/></Relationships>
</file>

<file path=ppt/webextensions/taskpanes.xml><?xml version="1.0" encoding="utf-8"?>
<wetp:taskpanes xmlns:wetp="http://schemas.microsoft.com/office/webextensions/taskpanes/2010/11">
  <wetp:taskpane dockstate="right" visibility="0" width="350" row="6">
    <wetp:webextensionref xmlns:r="http://schemas.openxmlformats.org/officeDocument/2006/relationships" r:id="rId1"/>
  </wetp:taskpane>
  <wetp:taskpane dockstate="right" visibility="0" width="599" row="7">
    <wetp:webextensionref xmlns:r="http://schemas.openxmlformats.org/officeDocument/2006/relationships" r:id="rId2"/>
  </wetp:taskpane>
  <wetp:taskpane dockstate="right" visibility="0" width="350" row="8">
    <wetp:webextensionref xmlns:r="http://schemas.openxmlformats.org/officeDocument/2006/relationships" r:id="rId3"/>
  </wetp:taskpane>
</wetp:taskpanes>
</file>

<file path=ppt/webextensions/webextension1.xml><?xml version="1.0" encoding="utf-8"?>
<we:webextension xmlns:we="http://schemas.microsoft.com/office/webextensions/webextension/2010/11" id="{C75C8195-81FF-475F-993B-9EA4FCF65AD5}">
  <we:reference id="wa104381063" version="1.0.0.1" store="ko-KR" storeType="OMEX"/>
  <we:alternateReferences>
    <we:reference id="WA104381063" version="1.0.0.1" store="" storeType="OMEX"/>
  </we:alternateReferences>
  <we:properties/>
  <we:bindings/>
  <we:snapshot xmlns:r="http://schemas.openxmlformats.org/officeDocument/2006/relationships"/>
</we:webextension>
</file>

<file path=ppt/webextensions/webextension2.xml><?xml version="1.0" encoding="utf-8"?>
<we:webextension xmlns:we="http://schemas.microsoft.com/office/webextensions/webextension/2010/11" id="{2CEC641D-0323-4AD2-8760-723DDEFBBBC3}">
  <we:reference id="wa200005566" version="3.0.0.2" store="ko-KR" storeType="OMEX"/>
  <we:alternateReferences>
    <we:reference id="wa200005566" version="3.0.0.2" store="wa200005566" storeType="OMEX"/>
  </we:alternateReferences>
  <we:properties/>
  <we:bindings/>
  <we:snapshot xmlns:r="http://schemas.openxmlformats.org/officeDocument/2006/relationships"/>
</we:webextension>
</file>

<file path=ppt/webextensions/webextension3.xml><?xml version="1.0" encoding="utf-8"?>
<we:webextension xmlns:we="http://schemas.microsoft.com/office/webextensions/webextension/2010/11" id="{F16E9691-327B-4A0C-BE51-8BE6A6E4152A}">
  <we:reference id="wa200005669" version="2.0.0.0" store="ko-KR" storeType="OMEX"/>
  <we:alternateReferences>
    <we:reference id="wa200005669" version="2.0.0.0" store="WA200005669" storeType="OMEX"/>
  </we:alternateReferences>
  <we:properties/>
  <we:bindings/>
  <we:snapshot xmlns:r="http://schemas.openxmlformats.org/officeDocument/2006/relationships"/>
</we:webextension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982485</TotalTime>
  <Words>18347</Words>
  <Application>Microsoft Office PowerPoint</Application>
  <PresentationFormat>와이드스크린</PresentationFormat>
  <Paragraphs>5885</Paragraphs>
  <Slides>113</Slides>
  <Notes>1</Notes>
  <HiddenSlides>0</HiddenSlides>
  <MMClips>0</MMClips>
  <ScaleCrop>false</ScaleCrop>
  <HeadingPairs>
    <vt:vector size="6" baseType="variant">
      <vt:variant>
        <vt:lpstr>사용한 글꼴</vt:lpstr>
      </vt:variant>
      <vt:variant>
        <vt:i4>14</vt:i4>
      </vt:variant>
      <vt:variant>
        <vt:lpstr>테마</vt:lpstr>
      </vt:variant>
      <vt:variant>
        <vt:i4>6</vt:i4>
      </vt:variant>
      <vt:variant>
        <vt:lpstr>슬라이드 제목</vt:lpstr>
      </vt:variant>
      <vt:variant>
        <vt:i4>113</vt:i4>
      </vt:variant>
    </vt:vector>
  </HeadingPairs>
  <TitlesOfParts>
    <vt:vector size="133" baseType="lpstr">
      <vt:lpstr>Google Sans Text</vt:lpstr>
      <vt:lpstr>Noto Sans CJK KR Black</vt:lpstr>
      <vt:lpstr>Noto Sans CJK KR Medium</vt:lpstr>
      <vt:lpstr>Noto Sans CJK KR Regular</vt:lpstr>
      <vt:lpstr>돋움</vt:lpstr>
      <vt:lpstr>맑은 고딕</vt:lpstr>
      <vt:lpstr>Arial</vt:lpstr>
      <vt:lpstr>Calibri</vt:lpstr>
      <vt:lpstr>Cambria</vt:lpstr>
      <vt:lpstr>Montserrat ExtraBold</vt:lpstr>
      <vt:lpstr>Quattrocento Sans</vt:lpstr>
      <vt:lpstr>Webdings</vt:lpstr>
      <vt:lpstr>Wingdings</vt:lpstr>
      <vt:lpstr>Wingdings 2</vt:lpstr>
      <vt:lpstr>디자인 사용자 지정</vt:lpstr>
      <vt:lpstr>3_디자인 사용자 지정</vt:lpstr>
      <vt:lpstr>1_디자인 사용자 지정</vt:lpstr>
      <vt:lpstr>4_디자인 사용자 지정</vt:lpstr>
      <vt:lpstr>2_디자인 사용자 지정</vt:lpstr>
      <vt:lpstr>5_디자인 사용자 지정</vt:lpstr>
      <vt:lpstr>리모컨 개편_상세기획</vt:lpstr>
      <vt:lpstr>PowerPoint 프레젠테이션</vt:lpstr>
      <vt:lpstr>PowerPoint 프레젠테이션</vt:lpstr>
      <vt:lpstr>벤치마킹</vt:lpstr>
      <vt:lpstr>리모컨 구성</vt:lpstr>
      <vt:lpstr>리모컨 구성</vt:lpstr>
      <vt:lpstr>리모컨 구성</vt:lpstr>
      <vt:lpstr>PowerPoint 프레젠테이션</vt:lpstr>
      <vt:lpstr>클라이언트 리모컨 기본 구성</vt:lpstr>
      <vt:lpstr>클라이언트 리모컨 기본 구성 &gt; Dock</vt:lpstr>
      <vt:lpstr>클라이언트 리모컨 기본 구성 &gt; 도킹/엣지 인디케이터</vt:lpstr>
      <vt:lpstr>클라이언트 리모컨 기본 구성 &gt; 레이아웃 프리셋</vt:lpstr>
      <vt:lpstr>클라이언트 리모컨 기본 구성 &gt; 알림</vt:lpstr>
      <vt:lpstr>클라이언트 리모컨 기본 구성 &gt; 설정 &gt; 기본</vt:lpstr>
      <vt:lpstr>클라이언트 리모컨 기본 구성 &gt; 설정 &gt; 단축키</vt:lpstr>
      <vt:lpstr>클라이언트 리모컨 기본 구성 &gt; 설정 &gt; 정보</vt:lpstr>
      <vt:lpstr>PowerPoint 프레젠테이션</vt:lpstr>
      <vt:lpstr>리모컨 그리드 및 위젯 정책 정리 (1/2)</vt:lpstr>
      <vt:lpstr>리모컨 그리드 및 위젯 정책 정리 (2/2)</vt:lpstr>
      <vt:lpstr>위젯 동작 &gt; 초기 셋팅 위젯</vt:lpstr>
      <vt:lpstr>위젯 동작 &gt; 위젯 추가</vt:lpstr>
      <vt:lpstr>위젯 동작 &gt; 위젯 삭제</vt:lpstr>
      <vt:lpstr>위젯 동작 &gt; 위젯 위치 교환</vt:lpstr>
      <vt:lpstr>위젯 동작 &gt; 위젯 이동</vt:lpstr>
      <vt:lpstr>위젯 동작 &gt; 위젯 사이즈 조정</vt:lpstr>
      <vt:lpstr>위젯 동작 &gt; 드레그 인 &amp; 드레그 아웃</vt:lpstr>
      <vt:lpstr>위젯 동작 &gt; 자석 기능</vt:lpstr>
      <vt:lpstr>제어 창 &gt; 위젯 창 크기 조절</vt:lpstr>
      <vt:lpstr>PowerPoint 프레젠테이션</vt:lpstr>
      <vt:lpstr>스플레시 화면</vt:lpstr>
      <vt:lpstr>로그인</vt:lpstr>
      <vt:lpstr>로그인</vt:lpstr>
      <vt:lpstr>광고 팝업</vt:lpstr>
      <vt:lpstr>점검 화면</vt:lpstr>
      <vt:lpstr>버전 업데이트 화면</vt:lpstr>
      <vt:lpstr>로그인 만료 화면</vt:lpstr>
      <vt:lpstr>PowerPoint 프레젠테이션</vt:lpstr>
      <vt:lpstr>후원 리스트 위젯 &gt; 반응형 UI</vt:lpstr>
      <vt:lpstr>후원 리스트 위젯 &gt; 알림 리스트 노출 정책</vt:lpstr>
      <vt:lpstr>후원 리스트 위젯 &gt; 시간 표기 정책</vt:lpstr>
      <vt:lpstr>후원 리스트 위젯 &gt; 통합 알림</vt:lpstr>
      <vt:lpstr>후원 리스트 위젯 &gt; 필터, 정렬, 알림 배치</vt:lpstr>
      <vt:lpstr>후원 리스트 위젯 &gt; 재생 중인 후원 통합 알림창 위젯 싱크 </vt:lpstr>
      <vt:lpstr>후원 리스트 위젯 &gt; 게임</vt:lpstr>
      <vt:lpstr>후원 리스트 위젯 &gt; 뽑기 &gt; 완료 처리</vt:lpstr>
      <vt:lpstr>후원 리스트 위젯 &gt; 뽑기 &gt; 잔여 수량</vt:lpstr>
      <vt:lpstr>후원 리스트 위젯 &gt; 뽑기 &gt; 검색</vt:lpstr>
      <vt:lpstr>후원 리스트 위젯 &gt; 뽑기 &gt; 검색 옵션</vt:lpstr>
      <vt:lpstr>후원 리스트 위젯 &gt; 뽑기 &gt; 검색 결과</vt:lpstr>
      <vt:lpstr>후원 리스트 위젯 &gt; 반응형 UI</vt:lpstr>
      <vt:lpstr>후원 리스트 위젯 &gt; 반응형 UI</vt:lpstr>
      <vt:lpstr>후원 리스트 위젯 &gt; 반응형 UI</vt:lpstr>
      <vt:lpstr>후원 리스트 위젯 &gt; 반응형 UI</vt:lpstr>
      <vt:lpstr>후원 리스트 위젯 &gt; 반응형 UI</vt:lpstr>
      <vt:lpstr>후원 리스트 위젯 &gt; 반응형 UI</vt:lpstr>
      <vt:lpstr>후원 리스트 위젯 &gt; 반응형 UI</vt:lpstr>
      <vt:lpstr>후원 리스트 위젯 &gt; 반응형 UI</vt:lpstr>
      <vt:lpstr>후원 리스트 위젯 &gt; 반응형 UI</vt:lpstr>
      <vt:lpstr>후원 리스트 위젯 &gt; 반응형 UI</vt:lpstr>
      <vt:lpstr>PowerPoint 프레젠테이션</vt:lpstr>
      <vt:lpstr>기타 위젯 &gt; 퀵 제어</vt:lpstr>
      <vt:lpstr>기타 위젯 &gt; 대기 중인 후원</vt:lpstr>
      <vt:lpstr>기타 위젯 &gt; 대기 중인 후원</vt:lpstr>
      <vt:lpstr>기타 위젯 &gt; 대기 중인 후원 &gt; 영상 후원</vt:lpstr>
      <vt:lpstr>기타 위젯 &gt; 대기 중인 후원 &gt; 퀘스트</vt:lpstr>
      <vt:lpstr>기타 위젯 &gt; 대기 중인 후원 &gt; 럭키박스</vt:lpstr>
      <vt:lpstr>기타 위젯 &gt; 대기 중인 후원 &gt; 럭키박스</vt:lpstr>
      <vt:lpstr>기타 위젯 &gt; 볼륨 제어</vt:lpstr>
      <vt:lpstr>기타 위젯 &gt; 후원 사용</vt:lpstr>
      <vt:lpstr>기타 위젯 &gt; 후원 사용</vt:lpstr>
      <vt:lpstr>기타 위젯 &gt; 후원 알림</vt:lpstr>
      <vt:lpstr>기타 위젯 &gt; 영상 후원 제어</vt:lpstr>
      <vt:lpstr>기타 위젯 &gt; 뽑기 잔여 수량</vt:lpstr>
      <vt:lpstr>기타 위젯 &gt; 투표</vt:lpstr>
      <vt:lpstr>기타 위젯 &gt; 투표</vt:lpstr>
      <vt:lpstr>기타 위젯 &gt; 투표</vt:lpstr>
      <vt:lpstr>기타 위젯 &gt; 투표</vt:lpstr>
      <vt:lpstr>기타 위젯 &gt; 투표</vt:lpstr>
      <vt:lpstr>기타 위젯 &gt; 크루 후원</vt:lpstr>
      <vt:lpstr>기타 위젯 &gt; 크루 후원</vt:lpstr>
      <vt:lpstr>기타 위젯 &gt; 투네애드</vt:lpstr>
      <vt:lpstr>기타 위젯 &gt; 투네애드</vt:lpstr>
      <vt:lpstr>기타 위젯 &gt; 투네애드</vt:lpstr>
      <vt:lpstr>기타 위젯 &gt; 투네애드</vt:lpstr>
      <vt:lpstr>PowerPoint 프레젠테이션</vt:lpstr>
      <vt:lpstr>PC 웹 리모컨</vt:lpstr>
      <vt:lpstr>PC 웹 리모컨</vt:lpstr>
      <vt:lpstr>PowerPoint 프레젠테이션</vt:lpstr>
      <vt:lpstr>모바일 웹 리모컨</vt:lpstr>
      <vt:lpstr>모바일 웹 리모컨 &gt; 로그인 화면</vt:lpstr>
      <vt:lpstr>모바일 웹 리모컨 &gt; 광고 팝업, 점검&amp;업데이트</vt:lpstr>
      <vt:lpstr>모바일 웹 리모컨 &gt; 로그인 만료 화면</vt:lpstr>
      <vt:lpstr>모바일 웹 리모컨 &gt; 통합 알림 &gt; 자세히 보기</vt:lpstr>
      <vt:lpstr>모바일 웹 리모컨 &gt; 통합 알림 &gt; 영상 자세히 보기</vt:lpstr>
      <vt:lpstr>모바일 웹 리모컨 &gt; 통합 알림 &gt; 자단/해제</vt:lpstr>
      <vt:lpstr>모바일 웹 리모컨 &gt; 통합 알림 &gt;정렬, 필터, 재생 중인 후원 디스플레이</vt:lpstr>
      <vt:lpstr>모바일 웹 리모컨 &gt; 게임 후원</vt:lpstr>
      <vt:lpstr>모바일 웹 리모컨 &gt; 뽑기 &gt; 자세히 보기</vt:lpstr>
      <vt:lpstr>모바일 웹 리모컨 &gt; 뽑기 &gt; 완료 처리</vt:lpstr>
      <vt:lpstr>모바일 웹 리모컨 &gt; 뽑기 &gt; 잔여 수량 확인</vt:lpstr>
      <vt:lpstr>모바일 웹 리모컨 &gt; 뽑기 &gt; 검색</vt:lpstr>
      <vt:lpstr>모바일 웹 리모컨 &gt; 뽑기 &gt; 검색 기간</vt:lpstr>
      <vt:lpstr>모바일 웹 리모컨 &gt; 뽑기 &gt; 검색 결과</vt:lpstr>
      <vt:lpstr>모바일 웹 리모컨 &gt; 메뉴 &gt; 설정</vt:lpstr>
      <vt:lpstr>모바일 웹 리모컨 &gt; 메뉴 &gt; 설정</vt:lpstr>
      <vt:lpstr>모바일 웹 리모컨 &gt; 알림</vt:lpstr>
      <vt:lpstr>모바일 웹 리모컨 &gt; 기능 버튼</vt:lpstr>
      <vt:lpstr>모바일 웹 리모컨 &gt; 기능 버튼 &gt; 리모컨 위젯</vt:lpstr>
      <vt:lpstr>모바일 웹 리모컨 &gt; 기능 버튼 &gt; 리모컨 위젯</vt:lpstr>
      <vt:lpstr>모바일 웹 리모컨 &gt; 기능 버튼 &gt; 리모컨 위젯</vt:lpstr>
      <vt:lpstr>모바일 웹 리모컨 &gt; 기능 버튼 &gt; 리모컨 위젯</vt:lpstr>
      <vt:lpstr>모바일 웹 리모컨 &gt; 기능 버튼 &gt; 리모컨 위젯</vt:lpstr>
      <vt:lpstr>PowerPoint 프레젠테이션</vt:lpstr>
    </vt:vector>
  </TitlesOfParts>
  <Company>ACG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슬라이드 1</dc:title>
  <dc:creator>손동명</dc:creator>
  <cp:lastModifiedBy>투네이션 주식회사</cp:lastModifiedBy>
  <cp:revision>10868</cp:revision>
  <cp:lastPrinted>2024-02-15T05:06:48Z</cp:lastPrinted>
  <dcterms:created xsi:type="dcterms:W3CDTF">2007-03-12T23:55:15Z</dcterms:created>
  <dcterms:modified xsi:type="dcterms:W3CDTF">2026-06-30T08:26:10Z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Fasoo_Trace_ID">
    <vt:lpwstr>eyJub2RlMSI6eyJkc2QiOiIwMTAwMDAwMDAwMDAzNzUzIiwibG9nVGltZSI6IjIwMjQtMDgtMDZUMDM6MTc6NDZaIiwicElEIjoxLCJwcm9jZXNzSWQiOjk2MDgwLCJwcm9jZXNzTmFtZSI6IlBPV0VSUE5ULkVYRSIsInRyYWNlSWQiOiJBNDY1OTY3N0VDMzE0NDIwQkFBNDJCM0VGRkE5MzE2RCIsInVzZXJDb2RlIjoiY2Fwcmlzb24ifSwibm9kZTIiOnsiZHNkIjoiMDEwMDAwMDAwMDAwMzc1MyIsImxvZ1RpbWUiOiIyMDI0LTA4LTA2VDAzOjE3OjQ2WiIsInBJRCI6MSwicHJvY2Vzc0lkIjo5NjA4MCwicHJvY2Vzc05hbWUiOiJQT1dFUlBOVC5FWEUiLCJ0cmFjZUlkIjoiQTQ2NTk2NzdFQzMxNDQyMEJBQTQyQjNFRkZBOTMxNkQiLCJ1c2VyQ29kZSI6ImNhcHJpc29uIn0sIm5vZGUzIjp7ImRzZCI6IjAxMDAwMDAwMDAwMDM3NTMiLCJsb2dUaW1lIjoiMjAyNC0wOC0wNlQwMzoxNzo0NloiLCJwSUQiOjEsInByb2Nlc3NJZCI6OTYwODAsInByb2Nlc3NOYW1lIjoiUE9XRVJQTlQuRVhFIiwidHJhY2VJZCI6IkE0NjU5Njc3RUMzMTQ0MjBCQUE0MkIzRUZGQTkzMTZEIiwidXNlckNvZGUiOiJjYXByaXNvbiJ9LCJub2RlNCI6eyJkc2QiOiIwMTAwMDAwMDAwMDAzNzUzIiwibG9nVGltZSI6IjIwMjQtMTEtMDRUMDY6MTA6MTVaIiwicElEIjoxLCJwcm9jZXNzSWQiOjk2MDgwLCJwcm9jZXNzTmFtZSI6IlBPV0VSUE5ULkVYRSIsInRyYWNlSWQiOiIwQzlEODBGNEMxMjg0NEFGQkEwNzkwRTg5RkI5MjM1MSIsInVzZXJDb2RlIjoiY2Fwcmlzb24ifSwibm9kZTUiOnsiZHNkIjoiMDAwMDAwMDAwMDAwMDAwMCIsImxvZ1RpbWUiOiIyMDI0LTExLTA4VDAzOjM1OjI1WiIsInBJRCI6MjA0OCwicHJvY2Vzc0lkIjoyNjg2OCwicHJvY2Vzc05hbWUiOiJQT1dFUlBOVC5FWEUiLCJ0cmFjZUlkIjoiNTE0OEY3QjYyQzY5NDVGMDgzQTA3QzU2M0EyN0YyM0QiLCJ1c2VyQ29kZSI6ImNhcHJpc29uIn0sIm5vZGVDb3VudCI6Mywicm9vdFRyYWNlSWQiOiJBNDY1OTY3N0VDMzE0NDIwQkFBNDJCM0VGRkE5MzE2RCJ9</vt:lpwstr>
  </property>
</Properties>
</file>