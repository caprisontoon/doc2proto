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3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4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5.xml" ContentType="application/vnd.openxmlformats-officedocument.theme+xml"/>
  <Override PartName="/ppt/slideLayouts/slideLayout20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  <p:sldMasterId id="2147483768" r:id="rId2"/>
    <p:sldMasterId id="2147483743" r:id="rId3"/>
    <p:sldMasterId id="2147483770" r:id="rId4"/>
    <p:sldMasterId id="2147483756" r:id="rId5"/>
    <p:sldMasterId id="2147483778" r:id="rId6"/>
  </p:sldMasterIdLst>
  <p:notesMasterIdLst>
    <p:notesMasterId r:id="rId18"/>
  </p:notesMasterIdLst>
  <p:handoutMasterIdLst>
    <p:handoutMasterId r:id="rId19"/>
  </p:handoutMasterIdLst>
  <p:sldIdLst>
    <p:sldId id="1081" r:id="rId7"/>
    <p:sldId id="1082" r:id="rId8"/>
    <p:sldId id="1177" r:id="rId9"/>
    <p:sldId id="1178" r:id="rId10"/>
    <p:sldId id="1188" r:id="rId11"/>
    <p:sldId id="1183" r:id="rId12"/>
    <p:sldId id="1189" r:id="rId13"/>
    <p:sldId id="1182" r:id="rId14"/>
    <p:sldId id="1185" r:id="rId15"/>
    <p:sldId id="1186" r:id="rId16"/>
    <p:sldId id="1116" r:id="rId17"/>
  </p:sldIdLst>
  <p:sldSz cx="12192000" cy="6858000"/>
  <p:notesSz cx="6889750" cy="10021888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1pPr>
    <a:lvl2pPr marL="341313" indent="115888" algn="l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2pPr>
    <a:lvl3pPr marL="682625" indent="231775" algn="l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3pPr>
    <a:lvl4pPr marL="1025525" indent="346075" algn="l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4pPr>
    <a:lvl5pPr marL="1366838" indent="461963" algn="l" rtl="0" fontAlgn="base" latinLnBrk="1">
      <a:spcBef>
        <a:spcPct val="0"/>
      </a:spcBef>
      <a:spcAft>
        <a:spcPct val="0"/>
      </a:spcAft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5pPr>
    <a:lvl6pPr marL="2286000" algn="l" defTabSz="914400" rtl="0" eaLnBrk="1" latinLnBrk="1" hangingPunct="1"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6pPr>
    <a:lvl7pPr marL="2743200" algn="l" defTabSz="914400" rtl="0" eaLnBrk="1" latinLnBrk="1" hangingPunct="1"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7pPr>
    <a:lvl8pPr marL="3200400" algn="l" defTabSz="914400" rtl="0" eaLnBrk="1" latinLnBrk="1" hangingPunct="1"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8pPr>
    <a:lvl9pPr marL="3657600" algn="l" defTabSz="914400" rtl="0" eaLnBrk="1" latinLnBrk="1" hangingPunct="1">
      <a:defRPr kumimoji="1" sz="1000" kern="1200">
        <a:solidFill>
          <a:schemeClr val="tx1"/>
        </a:solidFill>
        <a:latin typeface="돋움" pitchFamily="50" charset="-127"/>
        <a:ea typeface="돋움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3" userDrawn="1">
          <p15:clr>
            <a:srgbClr val="A4A3A4"/>
          </p15:clr>
        </p15:guide>
        <p15:guide id="2" orient="horz" pos="4319" userDrawn="1">
          <p15:clr>
            <a:srgbClr val="A4A3A4"/>
          </p15:clr>
        </p15:guide>
        <p15:guide id="3" orient="horz" pos="3997" userDrawn="1">
          <p15:clr>
            <a:srgbClr val="A4A3A4"/>
          </p15:clr>
        </p15:guide>
        <p15:guide id="4" orient="horz" pos="2160" userDrawn="1">
          <p15:clr>
            <a:srgbClr val="A4A3A4"/>
          </p15:clr>
        </p15:guide>
        <p15:guide id="6" pos="3840" userDrawn="1">
          <p15:clr>
            <a:srgbClr val="A4A3A4"/>
          </p15:clr>
        </p15:guide>
        <p15:guide id="7" pos="715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33CC33"/>
    <a:srgbClr val="519CFF"/>
    <a:srgbClr val="F8FAFB"/>
    <a:srgbClr val="EBF3FF"/>
    <a:srgbClr val="7D7D7D"/>
    <a:srgbClr val="2A3560"/>
    <a:srgbClr val="FFFFFF"/>
    <a:srgbClr val="3A4A7D"/>
    <a:srgbClr val="2C38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EB344D84-9AFB-497E-A393-DC336BA19D2E}" styleName="보통 스타일 3 - 강조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650" autoAdjust="0"/>
    <p:restoredTop sz="88015" autoAdjust="0"/>
  </p:normalViewPr>
  <p:slideViewPr>
    <p:cSldViewPr>
      <p:cViewPr varScale="1">
        <p:scale>
          <a:sx n="126" d="100"/>
          <a:sy n="126" d="100"/>
        </p:scale>
        <p:origin x="624" y="120"/>
      </p:cViewPr>
      <p:guideLst>
        <p:guide orient="horz" pos="323"/>
        <p:guide orient="horz" pos="4319"/>
        <p:guide orient="horz" pos="3997"/>
        <p:guide orient="horz" pos="2160"/>
        <p:guide pos="3840"/>
        <p:guide pos="715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77" d="100"/>
          <a:sy n="77" d="100"/>
        </p:scale>
        <p:origin x="3978" y="102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21" Type="http://schemas.openxmlformats.org/officeDocument/2006/relationships/viewProps" Target="view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0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9.xml"/><Relationship Id="rId23" Type="http://schemas.openxmlformats.org/officeDocument/2006/relationships/tableStyles" Target="tableStyles.xml"/><Relationship Id="rId10" Type="http://schemas.openxmlformats.org/officeDocument/2006/relationships/slide" Target="slides/slide4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309" cy="501656"/>
          </a:xfrm>
          <a:prstGeom prst="rect">
            <a:avLst/>
          </a:prstGeom>
        </p:spPr>
        <p:txBody>
          <a:bodyPr vert="horz" lIns="92438" tIns="46219" rIns="92438" bIns="46219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901832" y="0"/>
            <a:ext cx="2986309" cy="501656"/>
          </a:xfrm>
          <a:prstGeom prst="rect">
            <a:avLst/>
          </a:prstGeom>
        </p:spPr>
        <p:txBody>
          <a:bodyPr vert="horz" lIns="92438" tIns="46219" rIns="92438" bIns="46219" rtlCol="0"/>
          <a:lstStyle>
            <a:lvl1pPr algn="r">
              <a:defRPr sz="1200"/>
            </a:lvl1pPr>
          </a:lstStyle>
          <a:p>
            <a:fld id="{4844957C-5EF4-452B-8E5D-B916F06B2912}" type="datetimeFigureOut">
              <a:rPr lang="ko-KR" altLang="en-US" smtClean="0"/>
              <a:t>2026-10-01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520233"/>
            <a:ext cx="2986309" cy="501656"/>
          </a:xfrm>
          <a:prstGeom prst="rect">
            <a:avLst/>
          </a:prstGeom>
        </p:spPr>
        <p:txBody>
          <a:bodyPr vert="horz" lIns="92438" tIns="46219" rIns="92438" bIns="46219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901832" y="9520233"/>
            <a:ext cx="2986309" cy="501656"/>
          </a:xfrm>
          <a:prstGeom prst="rect">
            <a:avLst/>
          </a:prstGeom>
        </p:spPr>
        <p:txBody>
          <a:bodyPr vert="horz" lIns="92438" tIns="46219" rIns="92438" bIns="46219" rtlCol="0" anchor="b"/>
          <a:lstStyle>
            <a:lvl1pPr algn="r">
              <a:defRPr sz="1200"/>
            </a:lvl1pPr>
          </a:lstStyle>
          <a:p>
            <a:fld id="{25EAF9E1-4B6D-4930-A2C9-56C80F5FB524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538085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309" cy="501656"/>
          </a:xfrm>
          <a:prstGeom prst="rect">
            <a:avLst/>
          </a:prstGeom>
        </p:spPr>
        <p:txBody>
          <a:bodyPr vert="horz" lIns="92438" tIns="46219" rIns="92438" bIns="46219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832" y="0"/>
            <a:ext cx="2986309" cy="501656"/>
          </a:xfrm>
          <a:prstGeom prst="rect">
            <a:avLst/>
          </a:prstGeom>
        </p:spPr>
        <p:txBody>
          <a:bodyPr vert="horz" lIns="92438" tIns="46219" rIns="92438" bIns="46219" rtlCol="0"/>
          <a:lstStyle>
            <a:lvl1pPr algn="r">
              <a:defRPr sz="1200"/>
            </a:lvl1pPr>
          </a:lstStyle>
          <a:p>
            <a:fld id="{156E74EC-D393-4EE5-9F3A-C9131829234C}" type="datetimeFigureOut">
              <a:rPr lang="ko-KR" altLang="en-US" smtClean="0"/>
              <a:t>2026-10-01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03188" y="750888"/>
            <a:ext cx="6683375" cy="37592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38" tIns="46219" rIns="92438" bIns="46219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659" y="4760116"/>
            <a:ext cx="5512444" cy="4510090"/>
          </a:xfrm>
          <a:prstGeom prst="rect">
            <a:avLst/>
          </a:prstGeom>
        </p:spPr>
        <p:txBody>
          <a:bodyPr vert="horz" lIns="92438" tIns="46219" rIns="92438" bIns="46219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518634"/>
            <a:ext cx="2986309" cy="501655"/>
          </a:xfrm>
          <a:prstGeom prst="rect">
            <a:avLst/>
          </a:prstGeom>
        </p:spPr>
        <p:txBody>
          <a:bodyPr vert="horz" lIns="92438" tIns="46219" rIns="92438" bIns="46219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832" y="9518634"/>
            <a:ext cx="2986309" cy="501655"/>
          </a:xfrm>
          <a:prstGeom prst="rect">
            <a:avLst/>
          </a:prstGeom>
        </p:spPr>
        <p:txBody>
          <a:bodyPr vert="horz" lIns="92438" tIns="46219" rIns="92438" bIns="46219" rtlCol="0" anchor="b"/>
          <a:lstStyle>
            <a:lvl1pPr algn="r">
              <a:defRPr sz="1200"/>
            </a:lvl1pPr>
          </a:lstStyle>
          <a:p>
            <a:fld id="{DE28D96F-A56B-4E47-8431-30AAB513CF9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70035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9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5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6.xml"/><Relationship Id="rId4" Type="http://schemas.openxmlformats.org/officeDocument/2006/relationships/image" Target="../media/image3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투네이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A5028BC0-7F98-5C25-B4B7-7ABE5861234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082871" y="2554226"/>
            <a:ext cx="4347347" cy="1510190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67C13EE4-7538-4E5A-B20F-9F91CABB47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151" y="1851456"/>
            <a:ext cx="10503948" cy="1438585"/>
          </a:xfrm>
          <a:prstGeom prst="rect">
            <a:avLst/>
          </a:prstGeom>
        </p:spPr>
        <p:txBody>
          <a:bodyPr lIns="68415" tIns="34208" rIns="68415" bIns="34208"/>
          <a:lstStyle>
            <a:lvl1pPr algn="l">
              <a:defRPr sz="44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dirty="0"/>
              <a:t>(</a:t>
            </a:r>
            <a:r>
              <a:rPr lang="ko-KR" altLang="en-US" dirty="0"/>
              <a:t>프로젝트명</a:t>
            </a:r>
            <a:r>
              <a:rPr lang="en-US" altLang="ko-KR" dirty="0"/>
              <a:t>) </a:t>
            </a:r>
            <a:r>
              <a:rPr lang="ko-KR" altLang="en-US" dirty="0" err="1"/>
              <a:t>투네이션</a:t>
            </a:r>
            <a:r>
              <a:rPr lang="ko-KR" altLang="en-US" dirty="0"/>
              <a:t> 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문서내용</a:t>
            </a:r>
            <a:r>
              <a:rPr lang="en-US" altLang="ko-KR" dirty="0"/>
              <a:t>) </a:t>
            </a:r>
            <a:r>
              <a:rPr lang="ko-KR" altLang="en-US" dirty="0"/>
              <a:t>관리자</a:t>
            </a:r>
            <a:r>
              <a:rPr lang="en-US" altLang="ko-KR" dirty="0"/>
              <a:t>[Admin]</a:t>
            </a:r>
            <a:endParaRPr lang="ko-KR" altLang="en-US" dirty="0"/>
          </a:p>
        </p:txBody>
      </p:sp>
      <p:sp>
        <p:nvSpPr>
          <p:cNvPr id="10" name="내용 개체 틀 4">
            <a:extLst>
              <a:ext uri="{FF2B5EF4-FFF2-40B4-BE49-F238E27FC236}">
                <a16:creationId xmlns:a16="http://schemas.microsoft.com/office/drawing/2014/main" id="{10C6E406-8E0A-40B4-B6AA-B840752845C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68151" y="3304624"/>
            <a:ext cx="10512425" cy="4746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 err="1"/>
              <a:t>서브텍스트</a:t>
            </a:r>
            <a:r>
              <a:rPr lang="en-US" altLang="ko-KR" dirty="0"/>
              <a:t>)</a:t>
            </a:r>
            <a:r>
              <a:rPr lang="ko-KR" altLang="en-US" dirty="0"/>
              <a:t>운영 관리</a:t>
            </a:r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B3472764-7B28-4531-84BE-9E21AE7EF95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60417" y="5136325"/>
            <a:ext cx="10664175" cy="34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96969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소속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국내사업본부 </a:t>
            </a:r>
            <a:r>
              <a:rPr lang="ko-KR" altLang="en-US" sz="1600" kern="0" spc="-50" baseline="0" dirty="0" err="1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크리에이터랩</a:t>
            </a:r>
            <a:endParaRPr lang="en-US" altLang="ko-KR" sz="1600" kern="0" spc="-50" baseline="0" dirty="0">
              <a:solidFill>
                <a:srgbClr val="DDDDDD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2" name="내용 개체 틀 4">
            <a:extLst>
              <a:ext uri="{FF2B5EF4-FFF2-40B4-BE49-F238E27FC236}">
                <a16:creationId xmlns:a16="http://schemas.microsoft.com/office/drawing/2014/main" id="{6A3BE3F2-C347-445D-BF6E-B0DF882EB2FF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0416" y="5481961"/>
            <a:ext cx="10664175" cy="34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96969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팀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문서작성자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서비스기획팀</a:t>
            </a:r>
            <a:endParaRPr lang="en-US" altLang="ko-KR" sz="1600" kern="0" spc="-50" baseline="0" dirty="0">
              <a:solidFill>
                <a:srgbClr val="DDDDDD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4" name="텍스트 개체 틀 29">
            <a:extLst>
              <a:ext uri="{FF2B5EF4-FFF2-40B4-BE49-F238E27FC236}">
                <a16:creationId xmlns:a16="http://schemas.microsoft.com/office/drawing/2014/main" id="{8505D54C-4A9A-47E0-8890-FB04DFB56B2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0125" y="6112224"/>
            <a:ext cx="10593663" cy="233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96969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2pPr>
            <a:lvl3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3pPr>
            <a:lvl4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4pPr>
            <a:lvl5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5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버전</a:t>
            </a:r>
            <a:r>
              <a:rPr lang="en-US" altLang="ko-KR" dirty="0"/>
              <a:t>) Ver.0.01 (</a:t>
            </a:r>
            <a:r>
              <a:rPr lang="ko-KR" altLang="en-US" dirty="0"/>
              <a:t>날짜</a:t>
            </a:r>
            <a:r>
              <a:rPr lang="en-US" altLang="ko-KR" dirty="0"/>
              <a:t>) 2023-00-00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6852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스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7AB000E3-285B-8686-A433-F74EEE9B85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94649" y="2562698"/>
            <a:ext cx="5029200" cy="1390650"/>
          </a:xfrm>
          <a:prstGeom prst="rect">
            <a:avLst/>
          </a:prstGeom>
        </p:spPr>
      </p:pic>
      <p:sp>
        <p:nvSpPr>
          <p:cNvPr id="7" name="제목 1">
            <a:extLst>
              <a:ext uri="{FF2B5EF4-FFF2-40B4-BE49-F238E27FC236}">
                <a16:creationId xmlns:a16="http://schemas.microsoft.com/office/drawing/2014/main" id="{ADF2B570-2A09-4C20-9FA3-2A6DECBC13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151" y="1851456"/>
            <a:ext cx="10503948" cy="1438585"/>
          </a:xfrm>
          <a:prstGeom prst="rect">
            <a:avLst/>
          </a:prstGeom>
        </p:spPr>
        <p:txBody>
          <a:bodyPr lIns="68415" tIns="34208" rIns="68415" bIns="34208"/>
          <a:lstStyle>
            <a:lvl1pPr algn="l">
              <a:defRPr sz="44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dirty="0"/>
              <a:t>(</a:t>
            </a:r>
            <a:r>
              <a:rPr lang="ko-KR" altLang="en-US" dirty="0"/>
              <a:t>프로젝트명</a:t>
            </a:r>
            <a:r>
              <a:rPr lang="en-US" altLang="ko-KR" dirty="0"/>
              <a:t>) </a:t>
            </a:r>
            <a:r>
              <a:rPr lang="ko-KR" altLang="en-US" dirty="0" err="1"/>
              <a:t>스플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문서내용</a:t>
            </a:r>
            <a:r>
              <a:rPr lang="en-US" altLang="ko-KR" dirty="0"/>
              <a:t>) </a:t>
            </a:r>
            <a:r>
              <a:rPr lang="ko-KR" altLang="en-US" dirty="0"/>
              <a:t>관리자</a:t>
            </a:r>
            <a:r>
              <a:rPr lang="en-US" altLang="ko-KR" dirty="0"/>
              <a:t>[Admin]</a:t>
            </a:r>
            <a:endParaRPr lang="ko-KR" altLang="en-US" dirty="0"/>
          </a:p>
        </p:txBody>
      </p:sp>
      <p:sp>
        <p:nvSpPr>
          <p:cNvPr id="9" name="내용 개체 틀 4">
            <a:extLst>
              <a:ext uri="{FF2B5EF4-FFF2-40B4-BE49-F238E27FC236}">
                <a16:creationId xmlns:a16="http://schemas.microsoft.com/office/drawing/2014/main" id="{1C5A0537-3A88-4140-8D21-AC2F96D3F0C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68151" y="3304624"/>
            <a:ext cx="10512425" cy="4746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 err="1"/>
              <a:t>서브텍스트</a:t>
            </a:r>
            <a:r>
              <a:rPr lang="en-US" altLang="ko-KR" dirty="0"/>
              <a:t>)</a:t>
            </a:r>
            <a:r>
              <a:rPr lang="ko-KR" altLang="en-US" dirty="0"/>
              <a:t>운영 관리</a:t>
            </a:r>
          </a:p>
        </p:txBody>
      </p:sp>
      <p:sp>
        <p:nvSpPr>
          <p:cNvPr id="10" name="내용 개체 틀 4">
            <a:extLst>
              <a:ext uri="{FF2B5EF4-FFF2-40B4-BE49-F238E27FC236}">
                <a16:creationId xmlns:a16="http://schemas.microsoft.com/office/drawing/2014/main" id="{E78BF96C-926F-418D-828E-862B269039F4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60417" y="5136325"/>
            <a:ext cx="10664175" cy="34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96969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소속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국내사업본부 </a:t>
            </a:r>
            <a:r>
              <a:rPr lang="ko-KR" altLang="en-US" sz="1600" kern="0" spc="-50" baseline="0" dirty="0" err="1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크리에이터랩</a:t>
            </a:r>
            <a:endParaRPr lang="en-US" altLang="ko-KR" sz="1600" kern="0" spc="-50" baseline="0" dirty="0">
              <a:solidFill>
                <a:srgbClr val="DDDDDD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1" name="내용 개체 틀 4">
            <a:extLst>
              <a:ext uri="{FF2B5EF4-FFF2-40B4-BE49-F238E27FC236}">
                <a16:creationId xmlns:a16="http://schemas.microsoft.com/office/drawing/2014/main" id="{836C0084-BF16-474E-A91D-4F9444AA5FD6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0416" y="5481961"/>
            <a:ext cx="10664175" cy="34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96969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팀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문서작성자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서비스기획팀</a:t>
            </a:r>
            <a:endParaRPr lang="en-US" altLang="ko-KR" sz="1600" kern="0" spc="-50" baseline="0" dirty="0">
              <a:solidFill>
                <a:srgbClr val="DDDDDD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2" name="텍스트 개체 틀 29">
            <a:extLst>
              <a:ext uri="{FF2B5EF4-FFF2-40B4-BE49-F238E27FC236}">
                <a16:creationId xmlns:a16="http://schemas.microsoft.com/office/drawing/2014/main" id="{42693344-1E3D-4F66-9DFE-79BFDD32B82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0125" y="6112224"/>
            <a:ext cx="10593663" cy="233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96969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2pPr>
            <a:lvl3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3pPr>
            <a:lvl4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4pPr>
            <a:lvl5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5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버전</a:t>
            </a:r>
            <a:r>
              <a:rPr lang="en-US" altLang="ko-KR" dirty="0"/>
              <a:t>) Ver.0.1 (</a:t>
            </a:r>
            <a:r>
              <a:rPr lang="ko-KR" altLang="en-US" dirty="0"/>
              <a:t>날짜</a:t>
            </a:r>
            <a:r>
              <a:rPr lang="en-US" altLang="ko-KR" dirty="0"/>
              <a:t>) 2021-08-31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038288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더굿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래픽 1">
            <a:extLst>
              <a:ext uri="{FF2B5EF4-FFF2-40B4-BE49-F238E27FC236}">
                <a16:creationId xmlns:a16="http://schemas.microsoft.com/office/drawing/2014/main" id="{D251D8FB-604C-E6CE-76A9-2971FFB629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24831" y="2580878"/>
            <a:ext cx="5005387" cy="2000250"/>
          </a:xfrm>
          <a:prstGeom prst="rect">
            <a:avLst/>
          </a:prstGeom>
        </p:spPr>
      </p:pic>
      <p:sp>
        <p:nvSpPr>
          <p:cNvPr id="6" name="제목 1">
            <a:extLst>
              <a:ext uri="{FF2B5EF4-FFF2-40B4-BE49-F238E27FC236}">
                <a16:creationId xmlns:a16="http://schemas.microsoft.com/office/drawing/2014/main" id="{78FFAE66-4FF8-47AD-9300-8514C7B813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151" y="1851456"/>
            <a:ext cx="10503948" cy="1438585"/>
          </a:xfrm>
          <a:prstGeom prst="rect">
            <a:avLst/>
          </a:prstGeom>
        </p:spPr>
        <p:txBody>
          <a:bodyPr lIns="68415" tIns="34208" rIns="68415" bIns="34208"/>
          <a:lstStyle>
            <a:lvl1pPr algn="l">
              <a:defRPr sz="44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r>
              <a:rPr lang="en-US" altLang="ko-KR" dirty="0"/>
              <a:t>(</a:t>
            </a:r>
            <a:r>
              <a:rPr lang="ko-KR" altLang="en-US" dirty="0"/>
              <a:t>프로젝트명</a:t>
            </a:r>
            <a:r>
              <a:rPr lang="en-US" altLang="ko-KR" dirty="0"/>
              <a:t>) </a:t>
            </a:r>
            <a:r>
              <a:rPr lang="ko-KR" altLang="en-US" dirty="0" err="1"/>
              <a:t>더굿즈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문서내용</a:t>
            </a:r>
            <a:r>
              <a:rPr lang="en-US" altLang="ko-KR" dirty="0"/>
              <a:t>) </a:t>
            </a:r>
            <a:r>
              <a:rPr lang="ko-KR" altLang="en-US" dirty="0"/>
              <a:t>관리자</a:t>
            </a:r>
            <a:r>
              <a:rPr lang="en-US" altLang="ko-KR" dirty="0"/>
              <a:t>[Admin]</a:t>
            </a:r>
            <a:endParaRPr lang="ko-KR" altLang="en-US" dirty="0"/>
          </a:p>
        </p:txBody>
      </p:sp>
      <p:sp>
        <p:nvSpPr>
          <p:cNvPr id="8" name="내용 개체 틀 4">
            <a:extLst>
              <a:ext uri="{FF2B5EF4-FFF2-40B4-BE49-F238E27FC236}">
                <a16:creationId xmlns:a16="http://schemas.microsoft.com/office/drawing/2014/main" id="{234CDA23-47A8-4A0A-8D57-F1C61B6201BE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68151" y="3304624"/>
            <a:ext cx="10512425" cy="4746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(</a:t>
            </a:r>
            <a:r>
              <a:rPr lang="ko-KR" altLang="en-US" dirty="0" err="1"/>
              <a:t>서브텍스트</a:t>
            </a:r>
            <a:r>
              <a:rPr lang="en-US" altLang="ko-KR" dirty="0"/>
              <a:t>)</a:t>
            </a:r>
            <a:r>
              <a:rPr lang="ko-KR" altLang="en-US" dirty="0"/>
              <a:t>운영 관리</a:t>
            </a:r>
          </a:p>
        </p:txBody>
      </p:sp>
      <p:sp>
        <p:nvSpPr>
          <p:cNvPr id="9" name="내용 개체 틀 4">
            <a:extLst>
              <a:ext uri="{FF2B5EF4-FFF2-40B4-BE49-F238E27FC236}">
                <a16:creationId xmlns:a16="http://schemas.microsoft.com/office/drawing/2014/main" id="{42F16476-CFFF-4F20-B258-60EFB09D589F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760417" y="5136325"/>
            <a:ext cx="10664175" cy="34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96969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소속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국내사업본부 </a:t>
            </a:r>
            <a:r>
              <a:rPr lang="ko-KR" altLang="en-US" sz="1600" kern="0" spc="-50" baseline="0" dirty="0" err="1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크리에이터랩</a:t>
            </a:r>
            <a:endParaRPr lang="en-US" altLang="ko-KR" sz="1600" kern="0" spc="-50" baseline="0" dirty="0">
              <a:solidFill>
                <a:srgbClr val="DDDDDD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0" name="내용 개체 틀 4">
            <a:extLst>
              <a:ext uri="{FF2B5EF4-FFF2-40B4-BE49-F238E27FC236}">
                <a16:creationId xmlns:a16="http://schemas.microsoft.com/office/drawing/2014/main" id="{462AAA3D-9BAB-4B89-80F2-2956F101EEA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0416" y="5481961"/>
            <a:ext cx="10664175" cy="34490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>
                <a:solidFill>
                  <a:srgbClr val="96969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algn="l">
              <a:lnSpc>
                <a:spcPct val="120000"/>
              </a:lnSpc>
            </a:pP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(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팀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,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문서작성자</a:t>
            </a:r>
            <a:r>
              <a:rPr lang="en-US" altLang="ko-KR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) </a:t>
            </a:r>
            <a:r>
              <a:rPr lang="ko-KR" altLang="en-US" sz="1600" kern="0" spc="-50" baseline="0" dirty="0">
                <a:solidFill>
                  <a:srgbClr val="DDDDDD"/>
                </a:solidFill>
                <a:latin typeface="Noto Sans CJK KR Medium" panose="020B0600000000000000" pitchFamily="34" charset="-127"/>
                <a:ea typeface="Noto Sans CJK KR Medium" panose="020B0600000000000000" pitchFamily="34" charset="-127"/>
              </a:rPr>
              <a:t>기획팀</a:t>
            </a:r>
            <a:endParaRPr lang="en-US" altLang="ko-KR" sz="1600" kern="0" spc="-50" baseline="0" dirty="0">
              <a:solidFill>
                <a:srgbClr val="DDDDDD"/>
              </a:solidFill>
              <a:latin typeface="Noto Sans CJK KR Medium" panose="020B0600000000000000" pitchFamily="34" charset="-127"/>
              <a:ea typeface="Noto Sans CJK KR Medium" panose="020B0600000000000000" pitchFamily="34" charset="-127"/>
            </a:endParaRPr>
          </a:p>
        </p:txBody>
      </p:sp>
      <p:sp>
        <p:nvSpPr>
          <p:cNvPr id="11" name="텍스트 개체 틀 29">
            <a:extLst>
              <a:ext uri="{FF2B5EF4-FFF2-40B4-BE49-F238E27FC236}">
                <a16:creationId xmlns:a16="http://schemas.microsoft.com/office/drawing/2014/main" id="{ECA22345-ABD6-4703-A530-7F7878EBD2A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60125" y="6112224"/>
            <a:ext cx="10593663" cy="233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00">
                <a:solidFill>
                  <a:srgbClr val="969696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2pPr>
            <a:lvl3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3pPr>
            <a:lvl4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4pPr>
            <a:lvl5pPr>
              <a:defRPr sz="1200">
                <a:latin typeface="Noto Sans CJK KR Regular" panose="020B0500000000000000" pitchFamily="34" charset="-127"/>
                <a:ea typeface="Noto Sans CJK KR Regular" panose="020B0500000000000000" pitchFamily="34" charset="-127"/>
              </a:defRPr>
            </a:lvl5pPr>
          </a:lstStyle>
          <a:p>
            <a:pPr lvl="0"/>
            <a:r>
              <a:rPr lang="en-US" altLang="ko-KR" dirty="0"/>
              <a:t>(</a:t>
            </a:r>
            <a:r>
              <a:rPr lang="ko-KR" altLang="en-US" dirty="0"/>
              <a:t>버전</a:t>
            </a:r>
            <a:r>
              <a:rPr lang="en-US" altLang="ko-KR" dirty="0"/>
              <a:t>) Ver.0.1 (</a:t>
            </a:r>
            <a:r>
              <a:rPr lang="ko-KR" altLang="en-US" dirty="0"/>
              <a:t>날짜</a:t>
            </a:r>
            <a:r>
              <a:rPr lang="en-US" altLang="ko-KR" dirty="0"/>
              <a:t>) 2021-08-31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42332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74444B16-44AC-4A3A-8779-E5046B9A4C6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16651" y="2528900"/>
            <a:ext cx="9231777" cy="79903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4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간지 </a:t>
            </a:r>
          </a:p>
        </p:txBody>
      </p:sp>
      <p:sp>
        <p:nvSpPr>
          <p:cNvPr id="10" name="텍스트 개체 틀 34">
            <a:extLst>
              <a:ext uri="{FF2B5EF4-FFF2-40B4-BE49-F238E27FC236}">
                <a16:creationId xmlns:a16="http://schemas.microsoft.com/office/drawing/2014/main" id="{F1BFE14A-B893-4F33-84BF-9A21A5C214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396" y="1186538"/>
            <a:ext cx="1713438" cy="1295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600" b="1">
                <a:solidFill>
                  <a:schemeClr val="bg1">
                    <a:alpha val="2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725046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sion Histo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13">
            <a:extLst>
              <a:ext uri="{FF2B5EF4-FFF2-40B4-BE49-F238E27FC236}">
                <a16:creationId xmlns:a16="http://schemas.microsoft.com/office/drawing/2014/main" id="{7B5B99C1-755B-418A-AF7A-E112353631E5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467596048"/>
              </p:ext>
            </p:extLst>
          </p:nvPr>
        </p:nvGraphicFramePr>
        <p:xfrm>
          <a:off x="839414" y="1124744"/>
          <a:ext cx="10743288" cy="5220502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864098">
                  <a:extLst>
                    <a:ext uri="{9D8B030D-6E8A-4147-A177-3AD203B41FA5}">
                      <a16:colId xmlns:a16="http://schemas.microsoft.com/office/drawing/2014/main" val="259823215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87919816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535266955"/>
                    </a:ext>
                  </a:extLst>
                </a:gridCol>
                <a:gridCol w="6120680">
                  <a:extLst>
                    <a:ext uri="{9D8B030D-6E8A-4147-A177-3AD203B41FA5}">
                      <a16:colId xmlns:a16="http://schemas.microsoft.com/office/drawing/2014/main" val="1000969987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4176893632"/>
                    </a:ext>
                  </a:extLst>
                </a:gridCol>
                <a:gridCol w="1022206">
                  <a:extLst>
                    <a:ext uri="{9D8B030D-6E8A-4147-A177-3AD203B41FA5}">
                      <a16:colId xmlns:a16="http://schemas.microsoft.com/office/drawing/2014/main" val="1823104482"/>
                    </a:ext>
                  </a:extLst>
                </a:gridCol>
              </a:tblGrid>
              <a:tr h="4301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39393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No.</a:t>
                      </a:r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39393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Version</a:t>
                      </a:r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39393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변경일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39393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변경내용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39393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작성자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39393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승인자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4095972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39393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393939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0.1</a:t>
                      </a:r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852735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415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3856841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415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302717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619570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08761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052140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605845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158623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452068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061812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869496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365335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517289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672156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494814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solidFill>
                          <a:srgbClr val="393939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532158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1821DA78-8A4A-4A12-B9F9-4EF034E1B41E}"/>
              </a:ext>
            </a:extLst>
          </p:cNvPr>
          <p:cNvSpPr txBox="1"/>
          <p:nvPr userDrawn="1"/>
        </p:nvSpPr>
        <p:spPr>
          <a:xfrm>
            <a:off x="745145" y="342181"/>
            <a:ext cx="622869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kern="1200" noProof="0" dirty="0">
                <a:solidFill>
                  <a:schemeClr val="tx1"/>
                </a:solidFill>
                <a:latin typeface="+mj-ea"/>
                <a:ea typeface="+mj-ea"/>
                <a:cs typeface="+mj-cs"/>
              </a:rPr>
              <a:t>Revision History</a:t>
            </a:r>
            <a:endParaRPr lang="ko-KR" altLang="en-US" sz="3200" b="1" kern="1200" dirty="0">
              <a:solidFill>
                <a:schemeClr val="tx1"/>
              </a:solidFill>
              <a:latin typeface="+mj-ea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703873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제목 1">
            <a:extLst>
              <a:ext uri="{FF2B5EF4-FFF2-40B4-BE49-F238E27FC236}">
                <a16:creationId xmlns:a16="http://schemas.microsoft.com/office/drawing/2014/main" id="{1662C9F9-E77E-4BF7-A843-61D97FD3E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1404" y="182543"/>
            <a:ext cx="9707848" cy="416675"/>
          </a:xfrm>
          <a:prstGeom prst="rect">
            <a:avLst/>
          </a:prstGeom>
        </p:spPr>
        <p:txBody>
          <a:bodyPr anchor="ctr"/>
          <a:lstStyle>
            <a:lvl1pPr>
              <a:defRPr kumimoji="1" lang="ko-KR" altLang="en-US" sz="1985" b="1" dirty="0" smtClean="0">
                <a:solidFill>
                  <a:schemeClr val="tx1"/>
                </a:solidFill>
                <a:latin typeface="+mj-lt"/>
                <a:ea typeface="+mj-ea"/>
                <a:cs typeface="+mn-cs"/>
              </a:defRPr>
            </a:lvl1pPr>
          </a:lstStyle>
          <a:p>
            <a:pPr marL="377999" lvl="0" indent="-377999" algn="l" rtl="0" eaLnBrk="0" fontAlgn="base" latinLnBrk="1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None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6" name="텍스트 개체 틀 6">
            <a:extLst>
              <a:ext uri="{FF2B5EF4-FFF2-40B4-BE49-F238E27FC236}">
                <a16:creationId xmlns:a16="http://schemas.microsoft.com/office/drawing/2014/main" id="{D4AE3E2B-4E8C-4162-A5AA-5801B2E6FC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19436" y="763574"/>
            <a:ext cx="9361040" cy="635223"/>
          </a:xfrm>
          <a:prstGeom prst="rect">
            <a:avLst/>
          </a:prstGeom>
        </p:spPr>
        <p:txBody>
          <a:bodyPr/>
          <a:lstStyle>
            <a:lvl1pPr marL="377999" indent="-377999">
              <a:lnSpc>
                <a:spcPts val="1800"/>
              </a:lnSpc>
              <a:buFont typeface="Wingdings" panose="05000000000000000000" pitchFamily="2" charset="2"/>
              <a:buChar char="l"/>
              <a:defRPr kumimoji="1" lang="ko-KR" altLang="en-US" sz="1200" b="1" kern="100" dirty="0">
                <a:solidFill>
                  <a:schemeClr val="tx1"/>
                </a:solidFill>
                <a:latin typeface="+mn-ea"/>
                <a:ea typeface="+mn-ea"/>
                <a:cs typeface="Times New Roman" panose="02020603050405020304" pitchFamily="18" charset="0"/>
              </a:defRPr>
            </a:lvl1pPr>
            <a:lvl2pPr>
              <a:lnSpc>
                <a:spcPts val="1800"/>
              </a:lnSpc>
              <a:defRPr sz="1000" b="1">
                <a:latin typeface="+mn-ea"/>
                <a:ea typeface="+mn-ea"/>
              </a:defRPr>
            </a:lvl2pPr>
          </a:lstStyle>
          <a:p>
            <a:pPr lvl="0"/>
            <a:r>
              <a:rPr lang="ko-KR" altLang="en-US" dirty="0"/>
              <a:t>마스터 텍스트 스타일을 편집합니다</a:t>
            </a:r>
            <a:endParaRPr lang="en-US" altLang="ko-KR" dirty="0"/>
          </a:p>
          <a:p>
            <a:pPr lvl="1"/>
            <a:endParaRPr lang="ko-KR" altLang="en-US" dirty="0"/>
          </a:p>
        </p:txBody>
      </p: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B3B61309-E2C1-4A72-B45F-5683582E6A1A}"/>
              </a:ext>
            </a:extLst>
          </p:cNvPr>
          <p:cNvCxnSpPr>
            <a:cxnSpLocks/>
          </p:cNvCxnSpPr>
          <p:nvPr userDrawn="1"/>
        </p:nvCxnSpPr>
        <p:spPr>
          <a:xfrm>
            <a:off x="731404" y="608979"/>
            <a:ext cx="10693188" cy="0"/>
          </a:xfrm>
          <a:prstGeom prst="line">
            <a:avLst/>
          </a:prstGeom>
          <a:ln w="3175"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6114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2FFAE89C-26C2-4A37-9703-B2554DC805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0900" y="1247547"/>
            <a:ext cx="2417382" cy="336292"/>
          </a:xfrm>
          <a:prstGeom prst="rect">
            <a:avLst/>
          </a:prstGeom>
          <a:solidFill>
            <a:srgbClr val="121212"/>
          </a:solidFill>
        </p:spPr>
        <p:txBody>
          <a:bodyPr lIns="68415" tIns="34208" rIns="68415" bIns="34208" anchor="b"/>
          <a:lstStyle>
            <a:lvl1pPr marL="0" indent="0" algn="l">
              <a:buNone/>
              <a:defRPr sz="16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endParaRPr lang="ko-KR" altLang="en-US" dirty="0"/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96E08EBE-2F64-4036-98B1-F4BA03AA5C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62726" y="1658744"/>
            <a:ext cx="10815294" cy="258087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ABED9E1D-64CA-4CB7-A7ED-14931573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7" y="404664"/>
            <a:ext cx="10815295" cy="576064"/>
          </a:xfrm>
          <a:prstGeom prst="rect">
            <a:avLst/>
          </a:prstGeom>
        </p:spPr>
        <p:txBody>
          <a:bodyPr lIns="68415" tIns="34208" rIns="68415" bIns="34208"/>
          <a:lstStyle>
            <a:lvl1pPr algn="l">
              <a:defRPr sz="32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5DD97E93-B710-47CB-BFCE-00E680ED8A1C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767407" y="2685858"/>
            <a:ext cx="10815294" cy="862693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en-US" altLang="ko-KR" dirty="0"/>
          </a:p>
        </p:txBody>
      </p: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6DE402A5-1D85-467E-804A-4F981AD8A33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62727" y="4015304"/>
            <a:ext cx="10815294" cy="639536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0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en-US" altLang="ko-KR" dirty="0"/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37B18CFD-A4A1-4DF1-9F33-2228C8DC16B1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762727" y="5385388"/>
            <a:ext cx="5333273" cy="639536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en-US" altLang="ko-KR" dirty="0"/>
          </a:p>
        </p:txBody>
      </p:sp>
      <p:sp>
        <p:nvSpPr>
          <p:cNvPr id="13" name="내용 개체 틀 3">
            <a:extLst>
              <a:ext uri="{FF2B5EF4-FFF2-40B4-BE49-F238E27FC236}">
                <a16:creationId xmlns:a16="http://schemas.microsoft.com/office/drawing/2014/main" id="{15D26BC7-8465-44E3-812E-CF519DCBE0AB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6096000" y="5385388"/>
            <a:ext cx="5333273" cy="639536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1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en-US" altLang="ko-KR" dirty="0"/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0675D0C7-74F0-4E24-B5CD-9E41D747A518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840899" y="2258555"/>
            <a:ext cx="2417383" cy="336292"/>
          </a:xfrm>
          <a:prstGeom prst="rect">
            <a:avLst/>
          </a:prstGeom>
          <a:solidFill>
            <a:srgbClr val="121212"/>
          </a:solidFill>
        </p:spPr>
        <p:txBody>
          <a:bodyPr lIns="68415" tIns="34208" rIns="68415" bIns="34208" anchor="b"/>
          <a:lstStyle>
            <a:lvl1pPr marL="0" indent="0" algn="l">
              <a:buNone/>
              <a:defRPr sz="16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endParaRPr lang="ko-KR" altLang="en-US" dirty="0"/>
          </a:p>
        </p:txBody>
      </p:sp>
      <p:sp>
        <p:nvSpPr>
          <p:cNvPr id="15" name="텍스트 개체 틀 2">
            <a:extLst>
              <a:ext uri="{FF2B5EF4-FFF2-40B4-BE49-F238E27FC236}">
                <a16:creationId xmlns:a16="http://schemas.microsoft.com/office/drawing/2014/main" id="{B9546058-31E6-4BFA-A53A-87FBEE9B9A20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840899" y="3613782"/>
            <a:ext cx="2417384" cy="336292"/>
          </a:xfrm>
          <a:prstGeom prst="rect">
            <a:avLst/>
          </a:prstGeom>
          <a:solidFill>
            <a:srgbClr val="121212"/>
          </a:solidFill>
        </p:spPr>
        <p:txBody>
          <a:bodyPr lIns="68415" tIns="34208" rIns="68415" bIns="34208" anchor="b"/>
          <a:lstStyle>
            <a:lvl1pPr marL="0" indent="0" algn="l">
              <a:buNone/>
              <a:defRPr sz="16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endParaRPr lang="ko-KR" altLang="en-US" dirty="0"/>
          </a:p>
        </p:txBody>
      </p:sp>
      <p:sp>
        <p:nvSpPr>
          <p:cNvPr id="16" name="텍스트 개체 틀 2">
            <a:extLst>
              <a:ext uri="{FF2B5EF4-FFF2-40B4-BE49-F238E27FC236}">
                <a16:creationId xmlns:a16="http://schemas.microsoft.com/office/drawing/2014/main" id="{BA82B758-C36F-4C38-946D-1DE2884F54DE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37494" y="4913593"/>
            <a:ext cx="2420789" cy="336292"/>
          </a:xfrm>
          <a:prstGeom prst="rect">
            <a:avLst/>
          </a:prstGeom>
          <a:solidFill>
            <a:srgbClr val="121212"/>
          </a:solidFill>
        </p:spPr>
        <p:txBody>
          <a:bodyPr lIns="68415" tIns="34208" rIns="68415" bIns="34208" anchor="b"/>
          <a:lstStyle>
            <a:lvl1pPr marL="0" indent="0" algn="l">
              <a:buNone/>
              <a:defRPr sz="16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792571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2">
            <a:extLst>
              <a:ext uri="{FF2B5EF4-FFF2-40B4-BE49-F238E27FC236}">
                <a16:creationId xmlns:a16="http://schemas.microsoft.com/office/drawing/2014/main" id="{E78587AB-5770-4348-BEE8-0D7014F52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7973" y="2147161"/>
            <a:ext cx="2403710" cy="336292"/>
          </a:xfrm>
          <a:prstGeom prst="rect">
            <a:avLst/>
          </a:prstGeom>
          <a:noFill/>
        </p:spPr>
        <p:txBody>
          <a:bodyPr lIns="68415" tIns="34208" rIns="68415" bIns="34208" anchor="b"/>
          <a:lstStyle>
            <a:lvl1pPr marL="0" indent="0" algn="ctr">
              <a:buNone/>
              <a:defRPr sz="1600" b="1">
                <a:solidFill>
                  <a:srgbClr val="12121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endParaRPr lang="ko-KR" altLang="en-US" dirty="0"/>
          </a:p>
        </p:txBody>
      </p: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77389F80-B845-4958-B8DD-4E07D70F38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7974" y="2790373"/>
            <a:ext cx="2403710" cy="3020062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20000"/>
              </a:lnSpc>
              <a:buFont typeface="Arial" panose="020B0604020202020204" pitchFamily="34" charset="0"/>
              <a:buChar char="•"/>
              <a:defRPr sz="1100" b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ko-KR" altLang="en-US" dirty="0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23248DF7-D6D4-4F8F-8D70-ACCD03D84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7" y="404664"/>
            <a:ext cx="10815295" cy="576064"/>
          </a:xfrm>
          <a:prstGeom prst="rect">
            <a:avLst/>
          </a:prstGeom>
        </p:spPr>
        <p:txBody>
          <a:bodyPr lIns="68415" tIns="34208" rIns="68415" bIns="34208"/>
          <a:lstStyle>
            <a:lvl1pPr algn="l">
              <a:defRPr sz="32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10" name="내용 개체 틀 3">
            <a:extLst>
              <a:ext uri="{FF2B5EF4-FFF2-40B4-BE49-F238E27FC236}">
                <a16:creationId xmlns:a16="http://schemas.microsoft.com/office/drawing/2014/main" id="{81F1EDFC-76D6-4E99-A218-D8E85DBD30F4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3535142" y="2790373"/>
            <a:ext cx="2403710" cy="3020064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000" b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en-US" altLang="ko-KR" dirty="0"/>
          </a:p>
        </p:txBody>
      </p:sp>
      <p:sp>
        <p:nvSpPr>
          <p:cNvPr id="11" name="내용 개체 틀 3">
            <a:extLst>
              <a:ext uri="{FF2B5EF4-FFF2-40B4-BE49-F238E27FC236}">
                <a16:creationId xmlns:a16="http://schemas.microsoft.com/office/drawing/2014/main" id="{441B36D0-6772-4C75-8313-42F1623872F2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256794" y="2790373"/>
            <a:ext cx="2403710" cy="3020064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000" b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en-US" altLang="ko-KR" dirty="0"/>
          </a:p>
        </p:txBody>
      </p:sp>
      <p:sp>
        <p:nvSpPr>
          <p:cNvPr id="12" name="내용 개체 틀 3">
            <a:extLst>
              <a:ext uri="{FF2B5EF4-FFF2-40B4-BE49-F238E27FC236}">
                <a16:creationId xmlns:a16="http://schemas.microsoft.com/office/drawing/2014/main" id="{CDA65BD1-CC03-4940-84E6-7935312C7316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8940316" y="2790372"/>
            <a:ext cx="2403710" cy="3020065"/>
          </a:xfrm>
          <a:prstGeom prst="rect">
            <a:avLst/>
          </a:prstGeom>
        </p:spPr>
        <p:txBody>
          <a:bodyPr lIns="68415" tIns="34208" rIns="68415" bIns="34208"/>
          <a:lstStyle>
            <a:lvl1pPr marL="171450" indent="-171450">
              <a:lnSpc>
                <a:spcPct val="150000"/>
              </a:lnSpc>
              <a:buFont typeface="Arial" panose="020B0604020202020204" pitchFamily="34" charset="0"/>
              <a:buChar char="•"/>
              <a:defRPr sz="1100" b="0">
                <a:solidFill>
                  <a:schemeClr val="tx1">
                    <a:lumMod val="85000"/>
                    <a:lumOff val="1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sz="1500"/>
            </a:lvl2pPr>
            <a:lvl3pPr>
              <a:defRPr sz="13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endParaRPr lang="en-US" altLang="ko-KR" dirty="0"/>
          </a:p>
        </p:txBody>
      </p:sp>
      <p:sp>
        <p:nvSpPr>
          <p:cNvPr id="13" name="텍스트 개체 틀 2">
            <a:extLst>
              <a:ext uri="{FF2B5EF4-FFF2-40B4-BE49-F238E27FC236}">
                <a16:creationId xmlns:a16="http://schemas.microsoft.com/office/drawing/2014/main" id="{8ED74EE4-7B4D-4879-8C22-661E78387330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3531496" y="2147161"/>
            <a:ext cx="2403712" cy="336292"/>
          </a:xfrm>
          <a:prstGeom prst="rect">
            <a:avLst/>
          </a:prstGeom>
          <a:noFill/>
        </p:spPr>
        <p:txBody>
          <a:bodyPr lIns="68415" tIns="34208" rIns="68415" bIns="34208" anchor="b"/>
          <a:lstStyle>
            <a:lvl1pPr marL="0" indent="0" algn="ctr">
              <a:buNone/>
              <a:defRPr sz="1600" b="1">
                <a:solidFill>
                  <a:srgbClr val="12121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endParaRPr lang="ko-KR" altLang="en-US" dirty="0"/>
          </a:p>
        </p:txBody>
      </p:sp>
      <p:sp>
        <p:nvSpPr>
          <p:cNvPr id="14" name="텍스트 개체 틀 2">
            <a:extLst>
              <a:ext uri="{FF2B5EF4-FFF2-40B4-BE49-F238E27FC236}">
                <a16:creationId xmlns:a16="http://schemas.microsoft.com/office/drawing/2014/main" id="{E44D078F-D20D-4923-AD68-FB0A14D62660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6256794" y="2147161"/>
            <a:ext cx="2403710" cy="336292"/>
          </a:xfrm>
          <a:prstGeom prst="rect">
            <a:avLst/>
          </a:prstGeom>
          <a:noFill/>
        </p:spPr>
        <p:txBody>
          <a:bodyPr lIns="68415" tIns="34208" rIns="68415" bIns="34208" anchor="b"/>
          <a:lstStyle>
            <a:lvl1pPr marL="0" indent="0" algn="ctr">
              <a:buNone/>
              <a:defRPr sz="1600" b="1">
                <a:solidFill>
                  <a:srgbClr val="12121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endParaRPr lang="ko-KR" altLang="en-US" dirty="0"/>
          </a:p>
        </p:txBody>
      </p:sp>
      <p:sp>
        <p:nvSpPr>
          <p:cNvPr id="15" name="텍스트 개체 틀 2">
            <a:extLst>
              <a:ext uri="{FF2B5EF4-FFF2-40B4-BE49-F238E27FC236}">
                <a16:creationId xmlns:a16="http://schemas.microsoft.com/office/drawing/2014/main" id="{E2D1E237-2CDF-42AA-9676-9428D1707D40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8940316" y="2147161"/>
            <a:ext cx="2403710" cy="336292"/>
          </a:xfrm>
          <a:prstGeom prst="rect">
            <a:avLst/>
          </a:prstGeom>
          <a:noFill/>
        </p:spPr>
        <p:txBody>
          <a:bodyPr lIns="68415" tIns="34208" rIns="68415" bIns="34208" anchor="b"/>
          <a:lstStyle>
            <a:lvl1pPr marL="0" indent="0" algn="ctr">
              <a:buNone/>
              <a:defRPr sz="1600" b="1">
                <a:solidFill>
                  <a:srgbClr val="121212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342077" indent="0">
              <a:buNone/>
              <a:defRPr sz="1500" b="1"/>
            </a:lvl2pPr>
            <a:lvl3pPr marL="684154" indent="0">
              <a:buNone/>
              <a:defRPr sz="1300" b="1"/>
            </a:lvl3pPr>
            <a:lvl4pPr marL="1026231" indent="0">
              <a:buNone/>
              <a:defRPr sz="1200" b="1"/>
            </a:lvl4pPr>
            <a:lvl5pPr marL="1368308" indent="0">
              <a:buNone/>
              <a:defRPr sz="1200" b="1"/>
            </a:lvl5pPr>
            <a:lvl6pPr marL="1710385" indent="0">
              <a:buNone/>
              <a:defRPr sz="1200" b="1"/>
            </a:lvl6pPr>
            <a:lvl7pPr marL="2052462" indent="0">
              <a:buNone/>
              <a:defRPr sz="1200" b="1"/>
            </a:lvl7pPr>
            <a:lvl8pPr marL="2394539" indent="0">
              <a:buNone/>
              <a:defRPr sz="1200" b="1"/>
            </a:lvl8pPr>
            <a:lvl9pPr marL="2736616" indent="0">
              <a:buNone/>
              <a:defRPr sz="1200" b="1"/>
            </a:lvl9pPr>
          </a:lstStyle>
          <a:p>
            <a:pPr lvl="0"/>
            <a:endParaRPr lang="ko-KR" altLang="en-US" dirty="0"/>
          </a:p>
        </p:txBody>
      </p:sp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6BE35CA5-5996-46C3-B34E-E5CCCB574C19}"/>
              </a:ext>
            </a:extLst>
          </p:cNvPr>
          <p:cNvCxnSpPr/>
          <p:nvPr userDrawn="1"/>
        </p:nvCxnSpPr>
        <p:spPr bwMode="auto">
          <a:xfrm>
            <a:off x="847974" y="2636912"/>
            <a:ext cx="240371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7" name="직선 연결선 16">
            <a:extLst>
              <a:ext uri="{FF2B5EF4-FFF2-40B4-BE49-F238E27FC236}">
                <a16:creationId xmlns:a16="http://schemas.microsoft.com/office/drawing/2014/main" id="{63C39B7D-98B4-46AE-80F7-73CFC9193500}"/>
              </a:ext>
            </a:extLst>
          </p:cNvPr>
          <p:cNvCxnSpPr/>
          <p:nvPr userDrawn="1"/>
        </p:nvCxnSpPr>
        <p:spPr bwMode="auto">
          <a:xfrm>
            <a:off x="3545421" y="2636912"/>
            <a:ext cx="240371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8" name="직선 연결선 17">
            <a:extLst>
              <a:ext uri="{FF2B5EF4-FFF2-40B4-BE49-F238E27FC236}">
                <a16:creationId xmlns:a16="http://schemas.microsoft.com/office/drawing/2014/main" id="{00FB8ADE-B5C4-4FC1-975D-393A59B12515}"/>
              </a:ext>
            </a:extLst>
          </p:cNvPr>
          <p:cNvCxnSpPr/>
          <p:nvPr userDrawn="1"/>
        </p:nvCxnSpPr>
        <p:spPr bwMode="auto">
          <a:xfrm>
            <a:off x="6242868" y="2636912"/>
            <a:ext cx="240371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652D6394-1AD7-4D7A-86DD-9CDDAAE6908B}"/>
              </a:ext>
            </a:extLst>
          </p:cNvPr>
          <p:cNvCxnSpPr/>
          <p:nvPr userDrawn="1"/>
        </p:nvCxnSpPr>
        <p:spPr bwMode="auto">
          <a:xfrm>
            <a:off x="8940316" y="2631266"/>
            <a:ext cx="2403710" cy="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6503414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A1774E-E425-43E9-B72D-999EE3A962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7407" y="404664"/>
            <a:ext cx="10815295" cy="576064"/>
          </a:xfrm>
          <a:prstGeom prst="rect">
            <a:avLst/>
          </a:prstGeom>
        </p:spPr>
        <p:txBody>
          <a:bodyPr lIns="68415" tIns="34208" rIns="68415" bIns="34208"/>
          <a:lstStyle>
            <a:lvl1pPr algn="l">
              <a:defRPr sz="3200" b="1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199892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4">
            <a:extLst>
              <a:ext uri="{FF2B5EF4-FFF2-40B4-BE49-F238E27FC236}">
                <a16:creationId xmlns:a16="http://schemas.microsoft.com/office/drawing/2014/main" id="{74444B16-44AC-4A3A-8779-E5046B9A4C6D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716651" y="2528900"/>
            <a:ext cx="9231777" cy="799032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44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ko-KR" altLang="en-US" dirty="0"/>
              <a:t>간지 </a:t>
            </a:r>
          </a:p>
        </p:txBody>
      </p:sp>
      <p:sp>
        <p:nvSpPr>
          <p:cNvPr id="10" name="텍스트 개체 틀 34">
            <a:extLst>
              <a:ext uri="{FF2B5EF4-FFF2-40B4-BE49-F238E27FC236}">
                <a16:creationId xmlns:a16="http://schemas.microsoft.com/office/drawing/2014/main" id="{F1BFE14A-B893-4F33-84BF-9A21A5C2148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396" y="1186538"/>
            <a:ext cx="1713438" cy="129541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600" b="1">
                <a:solidFill>
                  <a:schemeClr val="bg1">
                    <a:alpha val="2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/>
            <a:r>
              <a:rPr lang="en-US" altLang="ko-KR" dirty="0"/>
              <a:t>01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72567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>
            <a:extLst>
              <a:ext uri="{FF2B5EF4-FFF2-40B4-BE49-F238E27FC236}">
                <a16:creationId xmlns:a16="http://schemas.microsoft.com/office/drawing/2014/main" id="{49928AEF-070D-4FA2-914F-02A332F4C96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19854" y="358599"/>
            <a:ext cx="2520000" cy="215900"/>
          </a:xfrm>
          <a:prstGeom prst="rect">
            <a:avLst/>
          </a:prstGeom>
          <a:solidFill>
            <a:srgbClr val="0000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Noto Sans CJK KR Bold" panose="020B0800000000000000" pitchFamily="34" charset="-127"/>
              </a:rPr>
              <a:t>Description</a:t>
            </a:r>
          </a:p>
        </p:txBody>
      </p:sp>
      <p:sp>
        <p:nvSpPr>
          <p:cNvPr id="12" name="Rectangle 30">
            <a:extLst>
              <a:ext uri="{FF2B5EF4-FFF2-40B4-BE49-F238E27FC236}">
                <a16:creationId xmlns:a16="http://schemas.microsoft.com/office/drawing/2014/main" id="{99C53D33-D8E3-401B-864E-5F415930A2B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19854" y="574500"/>
            <a:ext cx="2520000" cy="609458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lIns="18000" rIns="18000"/>
          <a:lstStyle/>
          <a:p>
            <a:pPr marL="190500" marR="0" lvl="0" indent="-19050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C08444F5-C798-498E-A546-658293836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5797860" cy="191396"/>
          </a:xfrm>
          <a:prstGeom prst="rect">
            <a:avLst/>
          </a:prstGeom>
        </p:spPr>
        <p:txBody>
          <a:bodyPr/>
          <a:lstStyle>
            <a:lvl1pPr>
              <a:defRPr lang="ko-KR" altLang="en-US" sz="800">
                <a:latin typeface="+mn-ea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 dirty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667333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3">
            <a:extLst>
              <a:ext uri="{FF2B5EF4-FFF2-40B4-BE49-F238E27FC236}">
                <a16:creationId xmlns:a16="http://schemas.microsoft.com/office/drawing/2014/main" id="{A2547EB0-3659-1B95-4773-78F38A57A92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kumimoji="1"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62522564-8278-7D7D-228C-E9E5AC41D9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5797860" cy="191396"/>
          </a:xfrm>
          <a:prstGeom prst="rect">
            <a:avLst/>
          </a:prstGeom>
        </p:spPr>
        <p:txBody>
          <a:bodyPr/>
          <a:lstStyle>
            <a:lvl1pPr>
              <a:defRPr lang="ko-KR" altLang="en-US" sz="800">
                <a:latin typeface="+mn-ea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 dirty="0"/>
              <a:t>마스터 제목 스타일 편집</a:t>
            </a: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E4D1BC07-5CCE-F0DE-35DF-DB61BED312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19854" y="358599"/>
            <a:ext cx="2520000" cy="215900"/>
          </a:xfrm>
          <a:prstGeom prst="rect">
            <a:avLst/>
          </a:prstGeom>
          <a:solidFill>
            <a:srgbClr val="0000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Noto Sans CJK KR Bold" panose="020B0800000000000000" pitchFamily="34" charset="-127"/>
              </a:rPr>
              <a:t>Description</a:t>
            </a:r>
          </a:p>
        </p:txBody>
      </p:sp>
      <p:sp>
        <p:nvSpPr>
          <p:cNvPr id="6" name="Rectangle 30">
            <a:extLst>
              <a:ext uri="{FF2B5EF4-FFF2-40B4-BE49-F238E27FC236}">
                <a16:creationId xmlns:a16="http://schemas.microsoft.com/office/drawing/2014/main" id="{9A54BA25-51B9-AD8E-E4ED-8F13124661C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19854" y="574500"/>
            <a:ext cx="2520000" cy="609458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lIns="18000" rIns="18000"/>
          <a:lstStyle/>
          <a:p>
            <a:pPr marL="190500" marR="0" lvl="0" indent="-19050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127385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3">
            <a:extLst>
              <a:ext uri="{FF2B5EF4-FFF2-40B4-BE49-F238E27FC236}">
                <a16:creationId xmlns:a16="http://schemas.microsoft.com/office/drawing/2014/main" id="{A81F42EB-2C01-4027-B5AC-D3FA0BF19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5797860" cy="191396"/>
          </a:xfrm>
          <a:prstGeom prst="rect">
            <a:avLst/>
          </a:prstGeom>
        </p:spPr>
        <p:txBody>
          <a:bodyPr/>
          <a:lstStyle>
            <a:lvl1pPr>
              <a:defRPr lang="ko-KR" altLang="en-US" sz="800">
                <a:latin typeface="+mn-ea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/>
              <a:t>마스터 제목 스타일 편집</a:t>
            </a:r>
          </a:p>
        </p:txBody>
      </p:sp>
      <p:sp>
        <p:nvSpPr>
          <p:cNvPr id="2" name="텍스트 개체 틀 3">
            <a:extLst>
              <a:ext uri="{FF2B5EF4-FFF2-40B4-BE49-F238E27FC236}">
                <a16:creationId xmlns:a16="http://schemas.microsoft.com/office/drawing/2014/main" id="{10AFACCB-775B-B405-F5ED-A3DBE7BC17D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4247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buNone/>
              <a:defRPr kumimoji="1" lang="ko-KR" altLang="en-US" sz="2400" b="1" dirty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ko-KR" altLang="en-US" dirty="0"/>
              <a:t>마스터 텍스트 스타일을 편집하려면 클릭</a:t>
            </a:r>
          </a:p>
        </p:txBody>
      </p:sp>
    </p:spTree>
    <p:extLst>
      <p:ext uri="{BB962C8B-B14F-4D97-AF65-F5344CB8AC3E}">
        <p14:creationId xmlns:p14="http://schemas.microsoft.com/office/powerpoint/2010/main" val="10930360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>
            <a:extLst>
              <a:ext uri="{FF2B5EF4-FFF2-40B4-BE49-F238E27FC236}">
                <a16:creationId xmlns:a16="http://schemas.microsoft.com/office/drawing/2014/main" id="{49928AEF-070D-4FA2-914F-02A332F4C96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19854" y="358599"/>
            <a:ext cx="2520000" cy="215900"/>
          </a:xfrm>
          <a:prstGeom prst="rect">
            <a:avLst/>
          </a:prstGeom>
          <a:solidFill>
            <a:srgbClr val="000000"/>
          </a:solidFill>
          <a:ln w="635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Noto Sans CJK KR Bold" panose="020B0800000000000000" pitchFamily="34" charset="-127"/>
              </a:rPr>
              <a:t>Description</a:t>
            </a:r>
          </a:p>
        </p:txBody>
      </p:sp>
      <p:sp>
        <p:nvSpPr>
          <p:cNvPr id="12" name="Rectangle 30">
            <a:extLst>
              <a:ext uri="{FF2B5EF4-FFF2-40B4-BE49-F238E27FC236}">
                <a16:creationId xmlns:a16="http://schemas.microsoft.com/office/drawing/2014/main" id="{99C53D33-D8E3-401B-864E-5F415930A2B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19854" y="574500"/>
            <a:ext cx="2520000" cy="609458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lIns="18000" rIns="18000"/>
          <a:lstStyle/>
          <a:p>
            <a:pPr marL="190500" marR="0" lvl="0" indent="-19050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8182189-CE92-432E-BE01-774AE50AE4F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358598"/>
            <a:ext cx="9436335" cy="32402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anchor="ctr"/>
          <a:lstStyle>
            <a:lvl1pPr marL="228600" indent="-228600">
              <a:buFont typeface="Wingdings" panose="05000000000000000000" pitchFamily="2" charset="2"/>
              <a:buChar char="§"/>
              <a:defRPr sz="12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6" name="제목 3">
            <a:extLst>
              <a:ext uri="{FF2B5EF4-FFF2-40B4-BE49-F238E27FC236}">
                <a16:creationId xmlns:a16="http://schemas.microsoft.com/office/drawing/2014/main" id="{D7053FFE-96F8-4423-B515-993136B44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5797860" cy="191396"/>
          </a:xfrm>
          <a:prstGeom prst="rect">
            <a:avLst/>
          </a:prstGeom>
        </p:spPr>
        <p:txBody>
          <a:bodyPr/>
          <a:lstStyle>
            <a:lvl1pPr>
              <a:defRPr lang="ko-KR" altLang="en-US" sz="800">
                <a:latin typeface="+mn-ea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41932377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3">
            <a:extLst>
              <a:ext uri="{FF2B5EF4-FFF2-40B4-BE49-F238E27FC236}">
                <a16:creationId xmlns:a16="http://schemas.microsoft.com/office/drawing/2014/main" id="{DF6DF5C2-2957-488C-9EB2-478C41CD554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358598"/>
            <a:ext cx="9436335" cy="324027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txBody>
          <a:bodyPr anchor="ctr"/>
          <a:lstStyle>
            <a:lvl1pPr marL="228600" indent="-228600">
              <a:buFont typeface="Wingdings" panose="05000000000000000000" pitchFamily="2" charset="2"/>
              <a:buChar char="§"/>
              <a:defRPr sz="1200" b="1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pPr lvl="0"/>
            <a:r>
              <a:rPr lang="ko-KR" altLang="en-US" dirty="0"/>
              <a:t>마스터 텍스트 스타일을 편집하려면 클릭</a:t>
            </a:r>
          </a:p>
        </p:txBody>
      </p:sp>
      <p:sp>
        <p:nvSpPr>
          <p:cNvPr id="4" name="제목 3">
            <a:extLst>
              <a:ext uri="{FF2B5EF4-FFF2-40B4-BE49-F238E27FC236}">
                <a16:creationId xmlns:a16="http://schemas.microsoft.com/office/drawing/2014/main" id="{0E67DB4B-E592-4196-8C94-AFFFB6C603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5797860" cy="191396"/>
          </a:xfrm>
          <a:prstGeom prst="rect">
            <a:avLst/>
          </a:prstGeom>
        </p:spPr>
        <p:txBody>
          <a:bodyPr/>
          <a:lstStyle>
            <a:lvl1pPr>
              <a:defRPr lang="ko-KR" altLang="en-US" sz="800">
                <a:latin typeface="+mn-ea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47090274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>
            <a:extLst>
              <a:ext uri="{FF2B5EF4-FFF2-40B4-BE49-F238E27FC236}">
                <a16:creationId xmlns:a16="http://schemas.microsoft.com/office/drawing/2014/main" id="{96E04349-9913-4672-8033-1D329B8505C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3332" y="5697252"/>
            <a:ext cx="12061340" cy="215900"/>
          </a:xfrm>
          <a:prstGeom prst="rect">
            <a:avLst/>
          </a:prstGeom>
          <a:solidFill>
            <a:srgbClr val="000000"/>
          </a:solidFill>
          <a:ln w="6350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Noto Sans CJK KR Bold" panose="020B0800000000000000" pitchFamily="34" charset="-127"/>
              </a:rPr>
              <a:t>Description</a:t>
            </a:r>
          </a:p>
        </p:txBody>
      </p:sp>
      <p:sp>
        <p:nvSpPr>
          <p:cNvPr id="10" name="Rectangle 30">
            <a:extLst>
              <a:ext uri="{FF2B5EF4-FFF2-40B4-BE49-F238E27FC236}">
                <a16:creationId xmlns:a16="http://schemas.microsoft.com/office/drawing/2014/main" id="{AE8E236D-5BF6-4129-812E-212CC8620B0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3332" y="5913152"/>
            <a:ext cx="12061512" cy="755936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969696"/>
            </a:solidFill>
            <a:miter lim="800000"/>
            <a:headEnd/>
            <a:tailEnd/>
          </a:ln>
        </p:spPr>
        <p:txBody>
          <a:bodyPr lIns="18000" rIns="18000"/>
          <a:lstStyle/>
          <a:p>
            <a:pPr marL="190500" marR="0" lvl="0" indent="-19050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5" name="제목 3">
            <a:extLst>
              <a:ext uri="{FF2B5EF4-FFF2-40B4-BE49-F238E27FC236}">
                <a16:creationId xmlns:a16="http://schemas.microsoft.com/office/drawing/2014/main" id="{46496B94-50A9-44E0-983D-2A5B7DD7B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5797860" cy="191396"/>
          </a:xfrm>
          <a:prstGeom prst="rect">
            <a:avLst/>
          </a:prstGeom>
        </p:spPr>
        <p:txBody>
          <a:bodyPr/>
          <a:lstStyle>
            <a:lvl1pPr>
              <a:defRPr lang="ko-KR" altLang="en-US" sz="800">
                <a:latin typeface="+mn-ea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6728595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C2AB3B99-282F-4432-9446-316555E9B24D}"/>
              </a:ext>
            </a:extLst>
          </p:cNvPr>
          <p:cNvCxnSpPr>
            <a:cxnSpLocks/>
          </p:cNvCxnSpPr>
          <p:nvPr userDrawn="1"/>
        </p:nvCxnSpPr>
        <p:spPr>
          <a:xfrm>
            <a:off x="1559496" y="731916"/>
            <a:ext cx="0" cy="5937172"/>
          </a:xfrm>
          <a:prstGeom prst="line">
            <a:avLst/>
          </a:prstGeom>
          <a:noFill/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</p:cxnSp>
      <p:pic>
        <p:nvPicPr>
          <p:cNvPr id="21" name="그림 20">
            <a:extLst>
              <a:ext uri="{FF2B5EF4-FFF2-40B4-BE49-F238E27FC236}">
                <a16:creationId xmlns:a16="http://schemas.microsoft.com/office/drawing/2014/main" id="{644DC8CF-4752-487E-9058-BFE9CD4F30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1256794" y="873718"/>
            <a:ext cx="61759" cy="61759"/>
          </a:xfrm>
          <a:prstGeom prst="rect">
            <a:avLst/>
          </a:prstGeom>
        </p:spPr>
      </p:pic>
      <p:cxnSp>
        <p:nvCxnSpPr>
          <p:cNvPr id="22" name="Shape 150">
            <a:extLst>
              <a:ext uri="{FF2B5EF4-FFF2-40B4-BE49-F238E27FC236}">
                <a16:creationId xmlns:a16="http://schemas.microsoft.com/office/drawing/2014/main" id="{31A099EB-BBC7-4FA7-8275-4EB08188CB22}"/>
              </a:ext>
            </a:extLst>
          </p:cNvPr>
          <p:cNvCxnSpPr>
            <a:cxnSpLocks/>
          </p:cNvCxnSpPr>
          <p:nvPr userDrawn="1"/>
        </p:nvCxnSpPr>
        <p:spPr>
          <a:xfrm>
            <a:off x="119336" y="720445"/>
            <a:ext cx="9286582" cy="0"/>
          </a:xfrm>
          <a:prstGeom prst="straightConnector1">
            <a:avLst/>
          </a:prstGeom>
          <a:solidFill>
            <a:schemeClr val="accent1"/>
          </a:solidFill>
          <a:ln w="9525" cap="flat" cmpd="sng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Shape 152">
            <a:extLst>
              <a:ext uri="{FF2B5EF4-FFF2-40B4-BE49-F238E27FC236}">
                <a16:creationId xmlns:a16="http://schemas.microsoft.com/office/drawing/2014/main" id="{3C52B3C2-3283-4911-8A36-6A439DFDA55D}"/>
              </a:ext>
            </a:extLst>
          </p:cNvPr>
          <p:cNvSpPr txBox="1"/>
          <p:nvPr userDrawn="1"/>
        </p:nvSpPr>
        <p:spPr>
          <a:xfrm>
            <a:off x="7752184" y="469543"/>
            <a:ext cx="1653734" cy="20005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ko-KR" sz="800" dirty="0">
                <a:solidFill>
                  <a:srgbClr val="FF0000"/>
                </a:solidFill>
                <a:latin typeface="+mn-ea"/>
                <a:ea typeface="+mn-ea"/>
                <a:cs typeface="Arial"/>
                <a:sym typeface="Arial"/>
              </a:rPr>
              <a:t>로그아웃</a:t>
            </a:r>
          </a:p>
        </p:txBody>
      </p:sp>
      <p:sp>
        <p:nvSpPr>
          <p:cNvPr id="24" name="Shape 151">
            <a:extLst>
              <a:ext uri="{FF2B5EF4-FFF2-40B4-BE49-F238E27FC236}">
                <a16:creationId xmlns:a16="http://schemas.microsoft.com/office/drawing/2014/main" id="{24F040E7-595D-43B1-B343-ADEEEC8046EB}"/>
              </a:ext>
            </a:extLst>
          </p:cNvPr>
          <p:cNvSpPr txBox="1"/>
          <p:nvPr userDrawn="1"/>
        </p:nvSpPr>
        <p:spPr>
          <a:xfrm>
            <a:off x="373460" y="431073"/>
            <a:ext cx="1353760" cy="27699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ko-KR" altLang="en-US" sz="1200" b="1" dirty="0">
                <a:solidFill>
                  <a:schemeClr val="dk1"/>
                </a:solidFill>
                <a:latin typeface="+mj-ea"/>
                <a:ea typeface="+mj-ea"/>
                <a:cs typeface="Arial"/>
                <a:sym typeface="Arial"/>
              </a:rPr>
              <a:t>관리자</a:t>
            </a:r>
            <a:endParaRPr lang="ko-KR" sz="1000" b="0" dirty="0">
              <a:solidFill>
                <a:schemeClr val="dk1"/>
              </a:solidFill>
              <a:latin typeface="+mj-ea"/>
              <a:ea typeface="+mj-ea"/>
              <a:cs typeface="Arial"/>
              <a:sym typeface="Arial"/>
            </a:endParaRPr>
          </a:p>
        </p:txBody>
      </p: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B2D8B714-3826-4235-A274-B371A86496AC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55340" y="808790"/>
            <a:ext cx="883334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1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6" name="내용 개체 틀 2">
            <a:extLst>
              <a:ext uri="{FF2B5EF4-FFF2-40B4-BE49-F238E27FC236}">
                <a16:creationId xmlns:a16="http://schemas.microsoft.com/office/drawing/2014/main" id="{F3FFBB85-3D49-478E-8A0A-4190E79615B8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20906" y="1065070"/>
            <a:ext cx="1104824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5" name="Rectangle 3">
            <a:extLst>
              <a:ext uri="{FF2B5EF4-FFF2-40B4-BE49-F238E27FC236}">
                <a16:creationId xmlns:a16="http://schemas.microsoft.com/office/drawing/2014/main" id="{FFCFE054-0ECC-4302-AC88-9F4FB17796F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19854" y="358599"/>
            <a:ext cx="2520000" cy="215900"/>
          </a:xfrm>
          <a:prstGeom prst="rect">
            <a:avLst/>
          </a:prstGeom>
          <a:solidFill>
            <a:srgbClr val="000000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</a:rPr>
              <a:t>Description</a:t>
            </a:r>
          </a:p>
        </p:txBody>
      </p:sp>
      <p:sp>
        <p:nvSpPr>
          <p:cNvPr id="16" name="Rectangle 30">
            <a:extLst>
              <a:ext uri="{FF2B5EF4-FFF2-40B4-BE49-F238E27FC236}">
                <a16:creationId xmlns:a16="http://schemas.microsoft.com/office/drawing/2014/main" id="{2E5BA5BB-C182-41DB-8951-9969058283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9619854" y="574500"/>
            <a:ext cx="2520000" cy="6094588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lIns="18000" rIns="18000"/>
          <a:lstStyle/>
          <a:p>
            <a:pPr marL="190500" marR="0" lvl="0" indent="-19050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12" name="제목 3">
            <a:extLst>
              <a:ext uri="{FF2B5EF4-FFF2-40B4-BE49-F238E27FC236}">
                <a16:creationId xmlns:a16="http://schemas.microsoft.com/office/drawing/2014/main" id="{A5FAEA02-93C1-4975-8F3C-41659756A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5500" y="134050"/>
            <a:ext cx="5797860" cy="191396"/>
          </a:xfrm>
          <a:prstGeom prst="rect">
            <a:avLst/>
          </a:prstGeom>
        </p:spPr>
        <p:txBody>
          <a:bodyPr/>
          <a:lstStyle>
            <a:lvl1pPr>
              <a:defRPr lang="ko-KR" altLang="en-US" sz="800">
                <a:latin typeface="+mn-ea"/>
                <a:ea typeface="+mn-ea"/>
                <a:cs typeface="+mn-cs"/>
              </a:defRPr>
            </a:lvl1pPr>
          </a:lstStyle>
          <a:p>
            <a:pPr marL="0" lvl="0" indent="0">
              <a:spcBef>
                <a:spcPts val="1000"/>
              </a:spcBef>
              <a:buFont typeface="Arial" panose="020B0604020202020204" pitchFamily="34" charset="0"/>
            </a:pPr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42098706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내용 개체 틀 2">
            <a:extLst>
              <a:ext uri="{FF2B5EF4-FFF2-40B4-BE49-F238E27FC236}">
                <a16:creationId xmlns:a16="http://schemas.microsoft.com/office/drawing/2014/main" id="{74075621-C8CC-4F8A-8E6B-C71CD4F344F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631504" y="134250"/>
            <a:ext cx="4716524" cy="1913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86871D33-3ABF-460D-8BF7-350CE83F6ABC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631504" y="350274"/>
            <a:ext cx="4716524" cy="1913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01D8848F-6271-4F9A-820F-3833086784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31504" y="566299"/>
            <a:ext cx="4716524" cy="1813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0" name="내용 개체 틀 2">
            <a:extLst>
              <a:ext uri="{FF2B5EF4-FFF2-40B4-BE49-F238E27FC236}">
                <a16:creationId xmlns:a16="http://schemas.microsoft.com/office/drawing/2014/main" id="{D624A110-63E5-4953-8E44-DE1FC01A552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68208" y="116632"/>
            <a:ext cx="2088233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0CC34DEB-4287-4967-9547-87C363BC55B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68208" y="341464"/>
            <a:ext cx="2088233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2" name="내용 개체 틀 2">
            <a:extLst>
              <a:ext uri="{FF2B5EF4-FFF2-40B4-BE49-F238E27FC236}">
                <a16:creationId xmlns:a16="http://schemas.microsoft.com/office/drawing/2014/main" id="{320021F2-4856-4BDF-A4BA-EC1AC94ADDD9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968208" y="543342"/>
            <a:ext cx="2088233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805142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EFEEC407-B1BA-4908-8319-AE741334BFEF}"/>
              </a:ext>
            </a:extLst>
          </p:cNvPr>
          <p:cNvCxnSpPr>
            <a:cxnSpLocks/>
          </p:cNvCxnSpPr>
          <p:nvPr userDrawn="1"/>
        </p:nvCxnSpPr>
        <p:spPr>
          <a:xfrm>
            <a:off x="1559496" y="1127960"/>
            <a:ext cx="0" cy="5577404"/>
          </a:xfrm>
          <a:prstGeom prst="line">
            <a:avLst/>
          </a:prstGeom>
          <a:noFill/>
          <a:ln w="9525" cap="flat" cmpd="sng" algn="ctr">
            <a:solidFill>
              <a:srgbClr val="FFFFFF">
                <a:lumMod val="75000"/>
              </a:srgbClr>
            </a:solidFill>
            <a:prstDash val="solid"/>
          </a:ln>
          <a:effectLst/>
        </p:spPr>
      </p:cxnSp>
      <p:pic>
        <p:nvPicPr>
          <p:cNvPr id="9" name="그림 8">
            <a:extLst>
              <a:ext uri="{FF2B5EF4-FFF2-40B4-BE49-F238E27FC236}">
                <a16:creationId xmlns:a16="http://schemas.microsoft.com/office/drawing/2014/main" id="{FB03B96E-0EE1-4078-8996-DA2B60EDDC8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 flipV="1">
            <a:off x="1256794" y="1269762"/>
            <a:ext cx="61759" cy="61759"/>
          </a:xfrm>
          <a:prstGeom prst="rect">
            <a:avLst/>
          </a:prstGeom>
        </p:spPr>
      </p:pic>
      <p:cxnSp>
        <p:nvCxnSpPr>
          <p:cNvPr id="11" name="Shape 150">
            <a:extLst>
              <a:ext uri="{FF2B5EF4-FFF2-40B4-BE49-F238E27FC236}">
                <a16:creationId xmlns:a16="http://schemas.microsoft.com/office/drawing/2014/main" id="{A00C0042-810B-4753-9057-7D65FCBF3409}"/>
              </a:ext>
            </a:extLst>
          </p:cNvPr>
          <p:cNvCxnSpPr>
            <a:cxnSpLocks/>
          </p:cNvCxnSpPr>
          <p:nvPr userDrawn="1"/>
        </p:nvCxnSpPr>
        <p:spPr>
          <a:xfrm>
            <a:off x="119336" y="1116489"/>
            <a:ext cx="9937105" cy="0"/>
          </a:xfrm>
          <a:prstGeom prst="straightConnector1">
            <a:avLst/>
          </a:prstGeom>
          <a:solidFill>
            <a:schemeClr val="accent1"/>
          </a:solidFill>
          <a:ln w="9525" cap="flat" cmpd="sng">
            <a:solidFill>
              <a:srgbClr val="7F7F7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Shape 152">
            <a:extLst>
              <a:ext uri="{FF2B5EF4-FFF2-40B4-BE49-F238E27FC236}">
                <a16:creationId xmlns:a16="http://schemas.microsoft.com/office/drawing/2014/main" id="{2B814782-4AF7-48A9-AF9A-E66F6B54BDCD}"/>
              </a:ext>
            </a:extLst>
          </p:cNvPr>
          <p:cNvSpPr txBox="1"/>
          <p:nvPr userDrawn="1"/>
        </p:nvSpPr>
        <p:spPr>
          <a:xfrm>
            <a:off x="8402706" y="865587"/>
            <a:ext cx="1653734" cy="200054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buSzPct val="25000"/>
              <a:buNone/>
            </a:pPr>
            <a:r>
              <a:rPr lang="ko-KR" sz="800" dirty="0">
                <a:solidFill>
                  <a:srgbClr val="FF0000"/>
                </a:solidFill>
                <a:latin typeface="+mn-ea"/>
                <a:ea typeface="+mn-ea"/>
                <a:cs typeface="Arial"/>
                <a:sym typeface="Arial"/>
              </a:rPr>
              <a:t>로그아웃</a:t>
            </a:r>
          </a:p>
        </p:txBody>
      </p:sp>
      <p:sp>
        <p:nvSpPr>
          <p:cNvPr id="13" name="Shape 151">
            <a:extLst>
              <a:ext uri="{FF2B5EF4-FFF2-40B4-BE49-F238E27FC236}">
                <a16:creationId xmlns:a16="http://schemas.microsoft.com/office/drawing/2014/main" id="{C31813A7-069D-4E10-9146-BB9F72984203}"/>
              </a:ext>
            </a:extLst>
          </p:cNvPr>
          <p:cNvSpPr txBox="1"/>
          <p:nvPr userDrawn="1"/>
        </p:nvSpPr>
        <p:spPr>
          <a:xfrm>
            <a:off x="373460" y="827117"/>
            <a:ext cx="1353760" cy="276998"/>
          </a:xfrm>
          <a:prstGeom prst="rect">
            <a:avLst/>
          </a:prstGeom>
          <a:noFill/>
          <a:ln>
            <a:noFill/>
          </a:ln>
        </p:spPr>
        <p:txBody>
          <a:bodyPr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ko-KR" altLang="en-US" sz="1200" b="1" dirty="0">
                <a:solidFill>
                  <a:schemeClr val="dk1"/>
                </a:solidFill>
                <a:latin typeface="+mn-ea"/>
                <a:ea typeface="+mn-ea"/>
                <a:cs typeface="Arial"/>
                <a:sym typeface="Arial"/>
              </a:rPr>
              <a:t>관리자</a:t>
            </a:r>
            <a:endParaRPr lang="ko-KR" sz="1000" b="0" dirty="0">
              <a:solidFill>
                <a:schemeClr val="dk1"/>
              </a:solidFill>
              <a:latin typeface="+mn-ea"/>
              <a:ea typeface="+mn-ea"/>
              <a:cs typeface="Arial"/>
              <a:sym typeface="Arial"/>
            </a:endParaRPr>
          </a:p>
        </p:txBody>
      </p:sp>
      <p:sp>
        <p:nvSpPr>
          <p:cNvPr id="22" name="내용 개체 틀 2">
            <a:extLst>
              <a:ext uri="{FF2B5EF4-FFF2-40B4-BE49-F238E27FC236}">
                <a16:creationId xmlns:a16="http://schemas.microsoft.com/office/drawing/2014/main" id="{C14F0D94-7541-4D11-B362-58ADA5A2AB0D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631504" y="134250"/>
            <a:ext cx="4716524" cy="1913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3" name="내용 개체 틀 2">
            <a:extLst>
              <a:ext uri="{FF2B5EF4-FFF2-40B4-BE49-F238E27FC236}">
                <a16:creationId xmlns:a16="http://schemas.microsoft.com/office/drawing/2014/main" id="{11AA27BD-7B4F-4830-A709-8D8521736B32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1631504" y="350274"/>
            <a:ext cx="4716524" cy="19139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4" name="내용 개체 틀 2">
            <a:extLst>
              <a:ext uri="{FF2B5EF4-FFF2-40B4-BE49-F238E27FC236}">
                <a16:creationId xmlns:a16="http://schemas.microsoft.com/office/drawing/2014/main" id="{74D4EB2C-2217-4113-8475-BA6DC183B55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631504" y="566299"/>
            <a:ext cx="4716524" cy="18132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5" name="내용 개체 틀 2">
            <a:extLst>
              <a:ext uri="{FF2B5EF4-FFF2-40B4-BE49-F238E27FC236}">
                <a16:creationId xmlns:a16="http://schemas.microsoft.com/office/drawing/2014/main" id="{10BA991B-9DE3-4BA6-A82D-AAAD5944FB1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968208" y="116632"/>
            <a:ext cx="2088233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6" name="내용 개체 틀 2">
            <a:extLst>
              <a:ext uri="{FF2B5EF4-FFF2-40B4-BE49-F238E27FC236}">
                <a16:creationId xmlns:a16="http://schemas.microsoft.com/office/drawing/2014/main" id="{371E2156-5B63-41E6-BC82-C70067336D8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68208" y="341464"/>
            <a:ext cx="2088233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27" name="내용 개체 틀 2">
            <a:extLst>
              <a:ext uri="{FF2B5EF4-FFF2-40B4-BE49-F238E27FC236}">
                <a16:creationId xmlns:a16="http://schemas.microsoft.com/office/drawing/2014/main" id="{2C122C07-68A4-4E85-A833-DE60517A306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7968208" y="543342"/>
            <a:ext cx="2088233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800"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E00C3773-94AB-4EAB-B140-7BC5CEEB8D4F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155340" y="1204834"/>
            <a:ext cx="883334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  <p:sp>
        <p:nvSpPr>
          <p:cNvPr id="16" name="내용 개체 틀 2">
            <a:extLst>
              <a:ext uri="{FF2B5EF4-FFF2-40B4-BE49-F238E27FC236}">
                <a16:creationId xmlns:a16="http://schemas.microsoft.com/office/drawing/2014/main" id="{4559F9D6-638B-43CD-8C6D-85734348F6EF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20906" y="1461114"/>
            <a:ext cx="1104824" cy="2090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</a:defRPr>
            </a:lvl1pPr>
          </a:lstStyle>
          <a:p>
            <a:pPr lvl="0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03309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CD4F21E7-C2FE-E7BC-DEE4-72665C45E2E9}"/>
              </a:ext>
            </a:extLst>
          </p:cNvPr>
          <p:cNvSpPr txBox="1"/>
          <p:nvPr userDrawn="1"/>
        </p:nvSpPr>
        <p:spPr>
          <a:xfrm>
            <a:off x="3357079" y="2492896"/>
            <a:ext cx="54778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4800" spc="300" dirty="0">
                <a:solidFill>
                  <a:srgbClr val="EAEAEA"/>
                </a:solidFill>
                <a:latin typeface="Montserrat ExtraBold" panose="00000900000000000000" pitchFamily="2" charset="0"/>
              </a:rPr>
              <a:t>THANK YOU</a:t>
            </a:r>
            <a:endParaRPr lang="ko-KR" altLang="en-US" sz="4800" spc="300" dirty="0">
              <a:solidFill>
                <a:srgbClr val="EAEAEA"/>
              </a:solidFill>
              <a:latin typeface="Montserrat ExtraBold" panose="00000900000000000000" pitchFamily="2" charset="0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F03EC9B-960B-C51D-4154-3842B8BA3AE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75902" y="3285731"/>
            <a:ext cx="4316342" cy="286537"/>
          </a:xfrm>
          <a:prstGeom prst="rect">
            <a:avLst/>
          </a:prstGeom>
        </p:spPr>
      </p:pic>
      <p:pic>
        <p:nvPicPr>
          <p:cNvPr id="2" name="그래픽 1">
            <a:extLst>
              <a:ext uri="{FF2B5EF4-FFF2-40B4-BE49-F238E27FC236}">
                <a16:creationId xmlns:a16="http://schemas.microsoft.com/office/drawing/2014/main" id="{AA16194F-8309-5EDA-6B88-4395AE7796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64379" y="3692336"/>
            <a:ext cx="1663241" cy="197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90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sv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7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theme" Target="../theme/theme4.xml"/><Relationship Id="rId3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9" Type="http://schemas.openxmlformats.org/officeDocument/2006/relationships/image" Target="../media/image1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.png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4161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F6C1181-D904-8123-8AA6-7A9BB98909B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0975" y="474684"/>
            <a:ext cx="3133616" cy="286537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80CEB5CB-463F-E4F6-530D-E1CF3472D59D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5420" y="484780"/>
            <a:ext cx="1663238" cy="197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6606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7" r:id="rId1"/>
    <p:sldLayoutId id="2147483739" r:id="rId2"/>
    <p:sldLayoutId id="2147483742" r:id="rId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4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1A793A2-C065-17D4-D6AF-5C61681A2B7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1005" y="692696"/>
            <a:ext cx="274344" cy="5797798"/>
          </a:xfrm>
          <a:prstGeom prst="rect">
            <a:avLst/>
          </a:prstGeom>
        </p:spPr>
      </p:pic>
      <p:pic>
        <p:nvPicPr>
          <p:cNvPr id="5" name="그래픽 4">
            <a:extLst>
              <a:ext uri="{FF2B5EF4-FFF2-40B4-BE49-F238E27FC236}">
                <a16:creationId xmlns:a16="http://schemas.microsoft.com/office/drawing/2014/main" id="{CA9DFC71-0185-9164-0361-91588FC065E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97078" y="6174394"/>
            <a:ext cx="1438073" cy="170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3701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">
            <a:extLst>
              <a:ext uri="{FF2B5EF4-FFF2-40B4-BE49-F238E27FC236}">
                <a16:creationId xmlns:a16="http://schemas.microsoft.com/office/drawing/2014/main" id="{6EB1DE36-CC80-4EA8-BA53-BA2B824457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872772" y="6696583"/>
            <a:ext cx="263952" cy="159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7987" tIns="17987" rIns="17987" bIns="17987" anchor="ctr">
            <a:spAutoFit/>
          </a:bodyPr>
          <a:lstStyle/>
          <a:p>
            <a:pPr algn="r" defTabSz="914581">
              <a:defRPr/>
            </a:pPr>
            <a:fld id="{47234B63-C68F-4032-AC0C-95FA31D64F75}" type="slidenum">
              <a:rPr lang="en-US" altLang="ko-KR" sz="800">
                <a:solidFill>
                  <a:srgbClr val="969696"/>
                </a:solidFill>
                <a:latin typeface="Arial" panose="020B0604020202020204" pitchFamily="34" charset="0"/>
                <a:ea typeface="Noto Sans CJK KR Black" panose="020B0A00000000000000" pitchFamily="34" charset="-127"/>
                <a:cs typeface="Arial" panose="020B0604020202020204" pitchFamily="34" charset="0"/>
              </a:rPr>
              <a:pPr algn="r" defTabSz="914581">
                <a:defRPr/>
              </a:pPr>
              <a:t>‹#›</a:t>
            </a:fld>
            <a:r>
              <a:rPr lang="en-US" altLang="ko-KR" sz="800" dirty="0">
                <a:solidFill>
                  <a:srgbClr val="969696"/>
                </a:solidFill>
                <a:latin typeface="Arial" panose="020B0604020202020204" pitchFamily="34" charset="0"/>
                <a:ea typeface="Noto Sans CJK KR Black" panose="020B0A00000000000000" pitchFamily="34" charset="-127"/>
                <a:cs typeface="Arial" panose="020B0604020202020204" pitchFamily="34" charset="0"/>
              </a:rPr>
              <a:t> P</a:t>
            </a:r>
          </a:p>
        </p:txBody>
      </p:sp>
      <p:sp>
        <p:nvSpPr>
          <p:cNvPr id="8" name="Rectangle 12">
            <a:extLst>
              <a:ext uri="{FF2B5EF4-FFF2-40B4-BE49-F238E27FC236}">
                <a16:creationId xmlns:a16="http://schemas.microsoft.com/office/drawing/2014/main" id="{3AC9A696-4914-4603-B107-D817A64E58D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128448" y="6696583"/>
            <a:ext cx="1744324" cy="161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8415" tIns="34208" rIns="68415" bIns="34208"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 altLang="ko-KR" sz="600" dirty="0">
                <a:solidFill>
                  <a:srgbClr val="969696"/>
                </a:solidFill>
                <a:latin typeface="Arial" panose="020B0604020202020204" pitchFamily="34" charset="0"/>
                <a:ea typeface="Noto Sans CJK KR Regular" panose="020B0500000000000000" pitchFamily="34" charset="-127"/>
                <a:cs typeface="Arial" panose="020B0604020202020204" pitchFamily="34" charset="0"/>
              </a:rPr>
              <a:t>© </a:t>
            </a:r>
            <a:r>
              <a:rPr lang="en-US" altLang="ko-KR" sz="600" dirty="0" err="1">
                <a:solidFill>
                  <a:srgbClr val="969696"/>
                </a:solidFill>
                <a:latin typeface="Arial" panose="020B0604020202020204" pitchFamily="34" charset="0"/>
                <a:ea typeface="Noto Sans CJK KR Regular" panose="020B0500000000000000" pitchFamily="34" charset="-127"/>
                <a:cs typeface="Arial" panose="020B0604020202020204" pitchFamily="34" charset="0"/>
              </a:rPr>
              <a:t>Toonation</a:t>
            </a:r>
            <a:r>
              <a:rPr lang="en-US" altLang="ko-KR" sz="600" dirty="0">
                <a:solidFill>
                  <a:srgbClr val="969696"/>
                </a:solidFill>
                <a:latin typeface="Arial" panose="020B0604020202020204" pitchFamily="34" charset="0"/>
                <a:ea typeface="Noto Sans CJK KR Regular" panose="020B0500000000000000" pitchFamily="34" charset="-127"/>
                <a:cs typeface="Arial" panose="020B0604020202020204" pitchFamily="34" charset="0"/>
              </a:rPr>
              <a:t> Co., Ltd. All rights reserved.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DCB3F2C-96FD-4C2D-A509-18F1957D5D26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76" y="6696583"/>
            <a:ext cx="2017493" cy="184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3029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6" r:id="rId1"/>
    <p:sldLayoutId id="2147483748" r:id="rId2"/>
    <p:sldLayoutId id="2147483744" r:id="rId3"/>
    <p:sldLayoutId id="2147483745" r:id="rId4"/>
    <p:sldLayoutId id="2147483747" r:id="rId5"/>
    <p:sldLayoutId id="2147483780" r:id="rId6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549">
            <a:extLst>
              <a:ext uri="{FF2B5EF4-FFF2-40B4-BE49-F238E27FC236}">
                <a16:creationId xmlns:a16="http://schemas.microsoft.com/office/drawing/2014/main" id="{510E24F9-855F-4E48-A8E2-19F4A2FCF6A4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2533973800"/>
              </p:ext>
            </p:extLst>
          </p:nvPr>
        </p:nvGraphicFramePr>
        <p:xfrm>
          <a:off x="144103" y="119789"/>
          <a:ext cx="12000569" cy="219760"/>
        </p:xfrm>
        <a:graphic>
          <a:graphicData uri="http://schemas.openxmlformats.org/drawingml/2006/table">
            <a:tbl>
              <a:tblPr/>
              <a:tblGrid>
                <a:gridCol w="1423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487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lt"/>
                          <a:ea typeface="+mn-ea"/>
                        </a:rPr>
                        <a:t>Page Name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lt"/>
                          <a:ea typeface="+mn-ea"/>
                        </a:rPr>
                        <a:t>Project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lt"/>
                        <a:ea typeface="+mn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0" name="Rectangle 5">
            <a:extLst>
              <a:ext uri="{FF2B5EF4-FFF2-40B4-BE49-F238E27FC236}">
                <a16:creationId xmlns:a16="http://schemas.microsoft.com/office/drawing/2014/main" id="{A776E1B4-E3CA-41FB-AFE1-32E9AECB39F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872772" y="6696583"/>
            <a:ext cx="263952" cy="159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7987" tIns="17987" rIns="17987" bIns="17987" anchor="ctr">
            <a:spAutoFit/>
          </a:bodyPr>
          <a:lstStyle/>
          <a:p>
            <a:pPr algn="r" defTabSz="914581">
              <a:defRPr/>
            </a:pPr>
            <a:fld id="{47234B63-C68F-4032-AC0C-95FA31D64F75}" type="slidenum">
              <a:rPr lang="en-US" altLang="ko-KR" sz="800">
                <a:solidFill>
                  <a:srgbClr val="969696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rPr>
              <a:pPr algn="r" defTabSz="914581">
                <a:defRPr/>
              </a:pPr>
              <a:t>‹#›</a:t>
            </a:fld>
            <a:r>
              <a:rPr lang="en-US" altLang="ko-KR" sz="800" dirty="0">
                <a:solidFill>
                  <a:srgbClr val="969696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rPr>
              <a:t> P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C0658C5B-FEDB-4CC2-848E-D718EEB4B6EE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76" y="6696583"/>
            <a:ext cx="2017493" cy="1844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E1F065A-F145-4DF5-8199-BCBDC6326A40}"/>
              </a:ext>
            </a:extLst>
          </p:cNvPr>
          <p:cNvSpPr txBox="1"/>
          <p:nvPr userDrawn="1"/>
        </p:nvSpPr>
        <p:spPr>
          <a:xfrm>
            <a:off x="9642514" y="125608"/>
            <a:ext cx="97654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800" dirty="0">
                <a:latin typeface="+mn-ea"/>
                <a:ea typeface="+mn-ea"/>
              </a:rPr>
              <a:t>프로젝트 명 입력</a:t>
            </a:r>
          </a:p>
        </p:txBody>
      </p:sp>
      <p:sp>
        <p:nvSpPr>
          <p:cNvPr id="2" name="Rectangle 12">
            <a:extLst>
              <a:ext uri="{FF2B5EF4-FFF2-40B4-BE49-F238E27FC236}">
                <a16:creationId xmlns:a16="http://schemas.microsoft.com/office/drawing/2014/main" id="{D6C96E3D-DFF9-0F3C-188E-B429D2FFD8E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128448" y="6696583"/>
            <a:ext cx="1744324" cy="161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8415" tIns="34208" rIns="68415" bIns="34208"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 altLang="ko-KR" sz="600" dirty="0">
                <a:solidFill>
                  <a:srgbClr val="969696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© </a:t>
            </a:r>
            <a:r>
              <a:rPr lang="en-US" altLang="ko-KR" sz="600" dirty="0" err="1">
                <a:solidFill>
                  <a:srgbClr val="969696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Toonation</a:t>
            </a:r>
            <a:r>
              <a:rPr lang="en-US" altLang="ko-KR" sz="600" dirty="0">
                <a:solidFill>
                  <a:srgbClr val="969696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 Co.,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204853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9" r:id="rId2"/>
    <p:sldLayoutId id="2147483773" r:id="rId3"/>
    <p:sldLayoutId id="2147483776" r:id="rId4"/>
    <p:sldLayoutId id="2147483777" r:id="rId5"/>
    <p:sldLayoutId id="2147483772" r:id="rId6"/>
    <p:sldLayoutId id="2147483775" r:id="rId7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Group 549">
            <a:extLst>
              <a:ext uri="{FF2B5EF4-FFF2-40B4-BE49-F238E27FC236}">
                <a16:creationId xmlns:a16="http://schemas.microsoft.com/office/drawing/2014/main" id="{456A41FA-2756-48B1-955C-A9B209F21139}"/>
              </a:ext>
            </a:extLst>
          </p:cNvPr>
          <p:cNvGraphicFramePr>
            <a:graphicFrameLocks/>
          </p:cNvGraphicFramePr>
          <p:nvPr userDrawn="1">
            <p:extLst>
              <p:ext uri="{D42A27DB-BD31-4B8C-83A1-F6EECF244321}">
                <p14:modId xmlns:p14="http://schemas.microsoft.com/office/powerpoint/2010/main" val="3891659835"/>
              </p:ext>
            </p:extLst>
          </p:nvPr>
        </p:nvGraphicFramePr>
        <p:xfrm>
          <a:off x="144103" y="119789"/>
          <a:ext cx="9912338" cy="627829"/>
        </p:xfrm>
        <a:graphic>
          <a:graphicData uri="http://schemas.openxmlformats.org/drawingml/2006/table">
            <a:tbl>
              <a:tblPr/>
              <a:tblGrid>
                <a:gridCol w="14233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948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31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509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976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Screen ID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System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rgbClr val="13131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112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경로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작성자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949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페이지 설명 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수정사항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작성일 </a:t>
                      </a: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/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393939"/>
                          </a:solidFill>
                          <a:effectLst/>
                          <a:latin typeface="+mj-ea"/>
                          <a:ea typeface="+mj-ea"/>
                        </a:rPr>
                        <a:t>버전</a:t>
                      </a: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marL="342077" marR="0" lvl="1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393939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0" marR="18000" marT="18000" marB="18000" anchor="ctr" horzOverflow="overflow">
                    <a:lnL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>
                          <a:lumMod val="6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ectangle 3">
            <a:extLst>
              <a:ext uri="{FF2B5EF4-FFF2-40B4-BE49-F238E27FC236}">
                <a16:creationId xmlns:a16="http://schemas.microsoft.com/office/drawing/2014/main" id="{F191E0DB-7277-41D0-BCF4-B74530CADA9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154860" y="101901"/>
            <a:ext cx="1992931" cy="215900"/>
          </a:xfrm>
          <a:prstGeom prst="rect">
            <a:avLst/>
          </a:prstGeom>
          <a:solidFill>
            <a:srgbClr val="000000"/>
          </a:solidFill>
          <a:ln w="6350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latinLnBrk="0" hangingPunct="1">
              <a:lnSpc>
                <a:spcPct val="100000"/>
              </a:lnSpc>
              <a:buClrTx/>
              <a:buSzTx/>
              <a:buFontTx/>
              <a:buNone/>
              <a:tabLst/>
            </a:pPr>
            <a:r>
              <a:rPr kumimoji="1" lang="en-US" altLang="ko-KR" sz="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Description</a:t>
            </a:r>
          </a:p>
        </p:txBody>
      </p:sp>
      <p:sp>
        <p:nvSpPr>
          <p:cNvPr id="9" name="Rectangle 30">
            <a:extLst>
              <a:ext uri="{FF2B5EF4-FFF2-40B4-BE49-F238E27FC236}">
                <a16:creationId xmlns:a16="http://schemas.microsoft.com/office/drawing/2014/main" id="{B014AFA6-4984-46E9-86E6-872BC27BF6E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154860" y="317800"/>
            <a:ext cx="1989984" cy="6351287"/>
          </a:xfrm>
          <a:prstGeom prst="rect">
            <a:avLst/>
          </a:prstGeom>
          <a:solidFill>
            <a:schemeClr val="bg1">
              <a:lumMod val="95000"/>
            </a:schemeClr>
          </a:solidFill>
          <a:ln w="6350">
            <a:solidFill>
              <a:srgbClr val="969696"/>
            </a:solidFill>
            <a:miter lim="800000"/>
            <a:headEnd/>
            <a:tailEnd/>
          </a:ln>
        </p:spPr>
        <p:txBody>
          <a:bodyPr lIns="18000" rIns="18000"/>
          <a:lstStyle/>
          <a:p>
            <a:pPr marL="190500" marR="0" lvl="0" indent="-190500" defTabSz="91440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ko-KR" sz="7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Noto Sans CJK KR Regular" panose="020B0500000000000000" pitchFamily="34" charset="-127"/>
              <a:ea typeface="Noto Sans CJK KR Regular" panose="020B0500000000000000" pitchFamily="34" charset="-127"/>
            </a:endParaRPr>
          </a:p>
        </p:txBody>
      </p:sp>
      <p:sp>
        <p:nvSpPr>
          <p:cNvPr id="14" name="Rectangle 5">
            <a:extLst>
              <a:ext uri="{FF2B5EF4-FFF2-40B4-BE49-F238E27FC236}">
                <a16:creationId xmlns:a16="http://schemas.microsoft.com/office/drawing/2014/main" id="{A9843BCF-3D38-4A96-BDFD-4C3AD1DE59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1872772" y="6696583"/>
            <a:ext cx="263952" cy="1594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7987" tIns="17987" rIns="17987" bIns="17987" anchor="ctr">
            <a:spAutoFit/>
          </a:bodyPr>
          <a:lstStyle/>
          <a:p>
            <a:pPr algn="r" defTabSz="914581">
              <a:defRPr/>
            </a:pPr>
            <a:fld id="{47234B63-C68F-4032-AC0C-95FA31D64F75}" type="slidenum">
              <a:rPr lang="en-US" altLang="ko-KR" sz="800">
                <a:solidFill>
                  <a:srgbClr val="969696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rPr>
              <a:pPr algn="r" defTabSz="914581">
                <a:defRPr/>
              </a:pPr>
              <a:t>‹#›</a:t>
            </a:fld>
            <a:r>
              <a:rPr lang="en-US" altLang="ko-KR" sz="800" dirty="0">
                <a:solidFill>
                  <a:srgbClr val="969696"/>
                </a:solidFill>
                <a:latin typeface="Noto Sans CJK KR Black" panose="020B0A00000000000000" pitchFamily="34" charset="-127"/>
                <a:ea typeface="Noto Sans CJK KR Black" panose="020B0A00000000000000" pitchFamily="34" charset="-127"/>
              </a:rPr>
              <a:t> P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BC310CE9-4709-47D4-9850-5A2A37A6376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76" y="6696583"/>
            <a:ext cx="2017493" cy="184479"/>
          </a:xfrm>
          <a:prstGeom prst="rect">
            <a:avLst/>
          </a:prstGeom>
        </p:spPr>
      </p:pic>
      <p:sp>
        <p:nvSpPr>
          <p:cNvPr id="2" name="Rectangle 12">
            <a:extLst>
              <a:ext uri="{FF2B5EF4-FFF2-40B4-BE49-F238E27FC236}">
                <a16:creationId xmlns:a16="http://schemas.microsoft.com/office/drawing/2014/main" id="{BF1C5698-D9D0-2C1D-508E-7C2E66F70C8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0128448" y="6696583"/>
            <a:ext cx="1744324" cy="16141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68415" tIns="34208" rIns="68415" bIns="34208">
            <a:spAutoFit/>
          </a:bodyPr>
          <a:lstStyle/>
          <a:p>
            <a:pPr algn="r">
              <a:spcBef>
                <a:spcPct val="50000"/>
              </a:spcBef>
              <a:defRPr/>
            </a:pPr>
            <a:r>
              <a:rPr lang="en-US" altLang="ko-KR" sz="600" dirty="0">
                <a:solidFill>
                  <a:srgbClr val="969696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© </a:t>
            </a:r>
            <a:r>
              <a:rPr lang="en-US" altLang="ko-KR" sz="600" dirty="0" err="1">
                <a:solidFill>
                  <a:srgbClr val="969696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Toonation</a:t>
            </a:r>
            <a:r>
              <a:rPr lang="en-US" altLang="ko-KR" sz="600" dirty="0">
                <a:solidFill>
                  <a:srgbClr val="969696"/>
                </a:solidFill>
                <a:latin typeface="Noto Sans CJK KR Regular" panose="020B0500000000000000" pitchFamily="34" charset="-127"/>
                <a:ea typeface="Noto Sans CJK KR Regular" panose="020B0500000000000000" pitchFamily="34" charset="-127"/>
              </a:rPr>
              <a:t> Co., Ltd.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3404535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2125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17184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7.png"/><Relationship Id="rId7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microsoft.com/office/2007/relationships/hdphoto" Target="../media/hdphoto3.wdp"/><Relationship Id="rId5" Type="http://schemas.openxmlformats.org/officeDocument/2006/relationships/image" Target="../media/image18.png"/><Relationship Id="rId4" Type="http://schemas.microsoft.com/office/2007/relationships/hdphoto" Target="../media/hdphoto2.wdp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제목 26">
            <a:extLst>
              <a:ext uri="{FF2B5EF4-FFF2-40B4-BE49-F238E27FC236}">
                <a16:creationId xmlns:a16="http://schemas.microsoft.com/office/drawing/2014/main" id="{A5BCB3C8-8883-4771-8176-8A65EC6FC6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투네이션</a:t>
            </a:r>
            <a:br>
              <a:rPr lang="en-US" altLang="ko-KR" dirty="0"/>
            </a:br>
            <a:r>
              <a:rPr lang="ko-KR" altLang="en-US" dirty="0"/>
              <a:t>스트리밍 서비스</a:t>
            </a:r>
          </a:p>
        </p:txBody>
      </p:sp>
      <p:sp>
        <p:nvSpPr>
          <p:cNvPr id="28" name="내용 개체 틀 27">
            <a:extLst>
              <a:ext uri="{FF2B5EF4-FFF2-40B4-BE49-F238E27FC236}">
                <a16:creationId xmlns:a16="http://schemas.microsoft.com/office/drawing/2014/main" id="{7774B75F-EDD9-4B0B-B112-4286278F8384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68152" y="3304624"/>
            <a:ext cx="10503948" cy="474663"/>
          </a:xfrm>
        </p:spPr>
        <p:txBody>
          <a:bodyPr/>
          <a:lstStyle/>
          <a:p>
            <a:r>
              <a:rPr lang="ko-KR" altLang="en-US" dirty="0"/>
              <a:t>신규 개발자 전달 문서</a:t>
            </a:r>
          </a:p>
        </p:txBody>
      </p:sp>
      <p:sp>
        <p:nvSpPr>
          <p:cNvPr id="29" name="내용 개체 틀 28">
            <a:extLst>
              <a:ext uri="{FF2B5EF4-FFF2-40B4-BE49-F238E27FC236}">
                <a16:creationId xmlns:a16="http://schemas.microsoft.com/office/drawing/2014/main" id="{7EA06A42-3296-472D-9EA4-7BF46436466A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ko-KR" altLang="en-US" dirty="0"/>
              <a:t>국내사업본부</a:t>
            </a:r>
          </a:p>
        </p:txBody>
      </p:sp>
      <p:sp>
        <p:nvSpPr>
          <p:cNvPr id="30" name="내용 개체 틀 29">
            <a:extLst>
              <a:ext uri="{FF2B5EF4-FFF2-40B4-BE49-F238E27FC236}">
                <a16:creationId xmlns:a16="http://schemas.microsoft.com/office/drawing/2014/main" id="{FE77C7E4-9CFD-4704-AA4F-4B83D24C53F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8152" y="5481961"/>
            <a:ext cx="10503948" cy="344903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31" name="텍스트 개체 틀 30">
            <a:extLst>
              <a:ext uri="{FF2B5EF4-FFF2-40B4-BE49-F238E27FC236}">
                <a16:creationId xmlns:a16="http://schemas.microsoft.com/office/drawing/2014/main" id="{522B0536-ADF8-4F80-B6A1-9DA18A6749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68152" y="6112224"/>
            <a:ext cx="10503948" cy="233013"/>
          </a:xfrm>
        </p:spPr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96959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13">
            <a:extLst>
              <a:ext uri="{FF2B5EF4-FFF2-40B4-BE49-F238E27FC236}">
                <a16:creationId xmlns:a16="http://schemas.microsoft.com/office/drawing/2014/main" id="{7AB72FEA-6106-477F-8EED-CAD15F0F57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9536330"/>
              </p:ext>
            </p:extLst>
          </p:nvPr>
        </p:nvGraphicFramePr>
        <p:xfrm>
          <a:off x="839413" y="1124744"/>
          <a:ext cx="10737685" cy="5220502"/>
        </p:xfrm>
        <a:graphic>
          <a:graphicData uri="http://schemas.openxmlformats.org/drawingml/2006/table">
            <a:tbl>
              <a:tblPr firstRow="1" bandRow="1">
                <a:tableStyleId>{EB344D84-9AFB-497E-A393-DC336BA19D2E}</a:tableStyleId>
              </a:tblPr>
              <a:tblGrid>
                <a:gridCol w="1047579">
                  <a:extLst>
                    <a:ext uri="{9D8B030D-6E8A-4147-A177-3AD203B41FA5}">
                      <a16:colId xmlns:a16="http://schemas.microsoft.com/office/drawing/2014/main" val="2879198162"/>
                    </a:ext>
                  </a:extLst>
                </a:gridCol>
                <a:gridCol w="1047579">
                  <a:extLst>
                    <a:ext uri="{9D8B030D-6E8A-4147-A177-3AD203B41FA5}">
                      <a16:colId xmlns:a16="http://schemas.microsoft.com/office/drawing/2014/main" val="3535266955"/>
                    </a:ext>
                  </a:extLst>
                </a:gridCol>
                <a:gridCol w="7420351">
                  <a:extLst>
                    <a:ext uri="{9D8B030D-6E8A-4147-A177-3AD203B41FA5}">
                      <a16:colId xmlns:a16="http://schemas.microsoft.com/office/drawing/2014/main" val="1000969987"/>
                    </a:ext>
                  </a:extLst>
                </a:gridCol>
                <a:gridCol w="1222176">
                  <a:extLst>
                    <a:ext uri="{9D8B030D-6E8A-4147-A177-3AD203B41FA5}">
                      <a16:colId xmlns:a16="http://schemas.microsoft.com/office/drawing/2014/main" val="4176893632"/>
                    </a:ext>
                  </a:extLst>
                </a:gridCol>
              </a:tblGrid>
              <a:tr h="430134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>
                          <a:solidFill>
                            <a:srgbClr val="393939"/>
                          </a:solidFill>
                          <a:latin typeface="+mn-ea"/>
                          <a:ea typeface="+mn-ea"/>
                        </a:rPr>
                        <a:t>Version</a:t>
                      </a:r>
                      <a:endParaRPr lang="ko-KR" altLang="en-US" sz="10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393939"/>
                          </a:solidFill>
                          <a:latin typeface="+mn-ea"/>
                          <a:ea typeface="+mn-ea"/>
                        </a:rPr>
                        <a:t>변경일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393939"/>
                          </a:solidFill>
                          <a:latin typeface="+mn-ea"/>
                          <a:ea typeface="+mn-ea"/>
                        </a:rPr>
                        <a:t>변경내용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>
                          <a:solidFill>
                            <a:srgbClr val="393939"/>
                          </a:solidFill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anchor="ctr"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4095972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393939"/>
                          </a:solidFill>
                          <a:latin typeface="+mn-ea"/>
                          <a:ea typeface="+mn-ea"/>
                        </a:rPr>
                        <a:t>0.01</a:t>
                      </a:r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>
                          <a:solidFill>
                            <a:srgbClr val="393939"/>
                          </a:solidFill>
                          <a:latin typeface="+mn-ea"/>
                          <a:ea typeface="+mn-ea"/>
                        </a:rPr>
                        <a:t>2026-09-17</a:t>
                      </a:r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>
                          <a:solidFill>
                            <a:srgbClr val="393939"/>
                          </a:solidFill>
                          <a:latin typeface="+mn-ea"/>
                          <a:ea typeface="+mn-ea"/>
                        </a:rPr>
                        <a:t>최초 작성 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852735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415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33856841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4154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3302717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5619570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408761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9052140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44605845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158623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452068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24061812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8869496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86365335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9517289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1672156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4494814"/>
                  </a:ext>
                </a:extLst>
              </a:tr>
              <a:tr h="299398"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rgbClr val="393939"/>
                        </a:solidFill>
                        <a:latin typeface="+mn-ea"/>
                        <a:ea typeface="+mn-ea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ysDot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225321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4388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2197567-ED14-9705-B97F-66079C9AEF7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ko-KR" altLang="en-US"/>
              <a:t>화면 구성안 상세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A2BF6F6-4593-3B99-4B54-9E5F337A526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91055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4EFFC916-3CA3-C530-AB5D-EACB4565BB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라이브 방송 </a:t>
            </a:r>
            <a:r>
              <a:rPr lang="en-US" altLang="ko-KR" dirty="0"/>
              <a:t>&gt; </a:t>
            </a:r>
            <a:r>
              <a:rPr lang="ko-KR" altLang="en-US" dirty="0"/>
              <a:t>방송 관리 </a:t>
            </a:r>
            <a:r>
              <a:rPr lang="en-US" altLang="ko-KR" dirty="0"/>
              <a:t>&gt; OFF AIR</a:t>
            </a:r>
            <a:endParaRPr lang="ko-KR" altLang="en-US" dirty="0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47323E5A-2A62-E033-89D1-BC963D048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크리에이터 스튜디오 </a:t>
            </a:r>
            <a:r>
              <a:rPr lang="en-US" altLang="ko-KR" dirty="0"/>
              <a:t>&gt; </a:t>
            </a:r>
            <a:r>
              <a:rPr lang="ko-KR" altLang="en-US" dirty="0"/>
              <a:t>라이브 방송 </a:t>
            </a:r>
            <a:r>
              <a:rPr lang="en-US" altLang="ko-KR" dirty="0"/>
              <a:t>&gt; </a:t>
            </a:r>
            <a:r>
              <a:rPr lang="ko-KR" altLang="en-US" dirty="0"/>
              <a:t>방송 관리 </a:t>
            </a:r>
            <a:r>
              <a:rPr lang="en-US" altLang="ko-KR" dirty="0"/>
              <a:t>&gt; OFF AIR</a:t>
            </a:r>
            <a:endParaRPr lang="ko-KR" altLang="en-US" dirty="0"/>
          </a:p>
        </p:txBody>
      </p:sp>
      <p:sp>
        <p:nvSpPr>
          <p:cNvPr id="104" name="Shape 6">
            <a:extLst>
              <a:ext uri="{FF2B5EF4-FFF2-40B4-BE49-F238E27FC236}">
                <a16:creationId xmlns:a16="http://schemas.microsoft.com/office/drawing/2014/main" id="{E27C16F6-89EF-3F7A-73B7-AA2DBB53BE70}"/>
              </a:ext>
            </a:extLst>
          </p:cNvPr>
          <p:cNvSpPr/>
          <p:nvPr/>
        </p:nvSpPr>
        <p:spPr>
          <a:xfrm>
            <a:off x="1809132" y="908720"/>
            <a:ext cx="7635240" cy="5759935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7CDDA"/>
            </a:solidFill>
            <a:prstDash val="solid"/>
          </a:ln>
        </p:spPr>
      </p:sp>
      <p:sp>
        <p:nvSpPr>
          <p:cNvPr id="105" name="Shape 7">
            <a:extLst>
              <a:ext uri="{FF2B5EF4-FFF2-40B4-BE49-F238E27FC236}">
                <a16:creationId xmlns:a16="http://schemas.microsoft.com/office/drawing/2014/main" id="{EC3B0D9D-23CA-D020-FD1B-EC6AE800180C}"/>
              </a:ext>
            </a:extLst>
          </p:cNvPr>
          <p:cNvSpPr/>
          <p:nvPr/>
        </p:nvSpPr>
        <p:spPr>
          <a:xfrm>
            <a:off x="1809132" y="908720"/>
            <a:ext cx="7635240" cy="36576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</p:sp>
      <p:sp>
        <p:nvSpPr>
          <p:cNvPr id="106" name="Text 8">
            <a:extLst>
              <a:ext uri="{FF2B5EF4-FFF2-40B4-BE49-F238E27FC236}">
                <a16:creationId xmlns:a16="http://schemas.microsoft.com/office/drawing/2014/main" id="{3614FD2B-31DF-E1E2-E88F-292685AE017F}"/>
              </a:ext>
            </a:extLst>
          </p:cNvPr>
          <p:cNvSpPr txBox="1"/>
          <p:nvPr/>
        </p:nvSpPr>
        <p:spPr>
          <a:xfrm>
            <a:off x="1992012" y="908720"/>
            <a:ext cx="755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100" b="1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</a:t>
            </a:r>
            <a:r>
              <a:rPr kumimoji="0" lang="ko-KR" altLang="en-US" sz="11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설정</a:t>
            </a:r>
            <a:endParaRPr kumimoji="0" lang="en-US" sz="1100" dirty="0">
              <a:latin typeface="Calibri" panose="020F0502020204030204"/>
            </a:endParaRPr>
          </a:p>
        </p:txBody>
      </p:sp>
      <p:sp>
        <p:nvSpPr>
          <p:cNvPr id="109" name="Shape 11">
            <a:extLst>
              <a:ext uri="{FF2B5EF4-FFF2-40B4-BE49-F238E27FC236}">
                <a16:creationId xmlns:a16="http://schemas.microsoft.com/office/drawing/2014/main" id="{43BBCC09-F813-8B3A-BFF7-F642FD9193EA}"/>
              </a:ext>
            </a:extLst>
          </p:cNvPr>
          <p:cNvSpPr/>
          <p:nvPr/>
        </p:nvSpPr>
        <p:spPr>
          <a:xfrm>
            <a:off x="1946292" y="1539015"/>
            <a:ext cx="4870416" cy="1520687"/>
          </a:xfrm>
          <a:prstGeom prst="rect">
            <a:avLst/>
          </a:prstGeom>
          <a:solidFill>
            <a:srgbClr val="1A1D28"/>
          </a:solidFill>
          <a:ln/>
        </p:spPr>
      </p:sp>
      <p:grpSp>
        <p:nvGrpSpPr>
          <p:cNvPr id="242" name="그룹 241">
            <a:extLst>
              <a:ext uri="{FF2B5EF4-FFF2-40B4-BE49-F238E27FC236}">
                <a16:creationId xmlns:a16="http://schemas.microsoft.com/office/drawing/2014/main" id="{723F8C09-AE99-3AED-FB65-04D2F8C6123D}"/>
              </a:ext>
            </a:extLst>
          </p:cNvPr>
          <p:cNvGrpSpPr/>
          <p:nvPr/>
        </p:nvGrpSpPr>
        <p:grpSpPr>
          <a:xfrm>
            <a:off x="2570896" y="2009345"/>
            <a:ext cx="3597112" cy="735579"/>
            <a:chOff x="2570896" y="1774271"/>
            <a:chExt cx="3597112" cy="735579"/>
          </a:xfrm>
        </p:grpSpPr>
        <p:sp>
          <p:nvSpPr>
            <p:cNvPr id="111" name="Text 13">
              <a:extLst>
                <a:ext uri="{FF2B5EF4-FFF2-40B4-BE49-F238E27FC236}">
                  <a16:creationId xmlns:a16="http://schemas.microsoft.com/office/drawing/2014/main" id="{FC548027-C203-5ADD-2021-21BB969287F0}"/>
                </a:ext>
              </a:extLst>
            </p:cNvPr>
            <p:cNvSpPr txBox="1"/>
            <p:nvPr/>
          </p:nvSpPr>
          <p:spPr>
            <a:xfrm>
              <a:off x="2570896" y="1774271"/>
              <a:ext cx="3597112" cy="2743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스트리밍 소프트웨어를</a:t>
              </a:r>
              <a:r>
                <a:rPr kumimoji="0" lang="en-US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연결하면 방송이 시작됩니다</a:t>
              </a:r>
              <a:endParaRPr kumimoji="0" lang="en-US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12" name="Text 14">
              <a:extLst>
                <a:ext uri="{FF2B5EF4-FFF2-40B4-BE49-F238E27FC236}">
                  <a16:creationId xmlns:a16="http://schemas.microsoft.com/office/drawing/2014/main" id="{C438CF65-EC71-99DD-51FA-A7ECCFE8F9E6}"/>
                </a:ext>
              </a:extLst>
            </p:cNvPr>
            <p:cNvSpPr txBox="1"/>
            <p:nvPr/>
          </p:nvSpPr>
          <p:spPr>
            <a:xfrm>
              <a:off x="2570896" y="2002362"/>
              <a:ext cx="3597112" cy="21945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800" dirty="0">
                  <a:solidFill>
                    <a:srgbClr val="AEBBD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방송 시작 · </a:t>
              </a:r>
              <a:r>
                <a:rPr kumimoji="0" lang="en-US" sz="800" dirty="0" err="1">
                  <a:solidFill>
                    <a:srgbClr val="AEBBD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종료는</a:t>
              </a:r>
              <a:r>
                <a:rPr kumimoji="0" lang="en-US" sz="800" dirty="0">
                  <a:solidFill>
                    <a:srgbClr val="AEBBD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kumimoji="0" lang="ko-KR" altLang="en-US" sz="800" dirty="0">
                  <a:solidFill>
                    <a:srgbClr val="AEBBD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스트리밍 소프트웨어</a:t>
              </a:r>
              <a:r>
                <a:rPr kumimoji="0" lang="en-US" sz="800" dirty="0">
                  <a:solidFill>
                    <a:srgbClr val="AEBBD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(OBS 등)</a:t>
              </a:r>
              <a:r>
                <a:rPr kumimoji="0" lang="en-US" sz="800" dirty="0" err="1">
                  <a:solidFill>
                    <a:srgbClr val="AEBBD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에서</a:t>
              </a:r>
              <a:r>
                <a:rPr kumimoji="0" lang="en-US" sz="800" dirty="0">
                  <a:solidFill>
                    <a:srgbClr val="AEBBD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kumimoji="0" lang="ko-KR" altLang="en-US" sz="800" dirty="0">
                  <a:solidFill>
                    <a:srgbClr val="AEBBD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가능</a:t>
              </a:r>
              <a:r>
                <a:rPr kumimoji="0" lang="en-US" sz="800" dirty="0" err="1">
                  <a:solidFill>
                    <a:srgbClr val="AEBBDA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합니다</a:t>
              </a:r>
              <a:endParaRPr kumimoji="0" lang="en-US" sz="8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grpSp>
          <p:nvGrpSpPr>
            <p:cNvPr id="212" name="그룹 211">
              <a:extLst>
                <a:ext uri="{FF2B5EF4-FFF2-40B4-BE49-F238E27FC236}">
                  <a16:creationId xmlns:a16="http://schemas.microsoft.com/office/drawing/2014/main" id="{C128C604-31C2-A550-2375-37C84E620734}"/>
                </a:ext>
              </a:extLst>
            </p:cNvPr>
            <p:cNvGrpSpPr/>
            <p:nvPr/>
          </p:nvGrpSpPr>
          <p:grpSpPr>
            <a:xfrm>
              <a:off x="3821725" y="2298060"/>
              <a:ext cx="1095454" cy="211790"/>
              <a:chOff x="3821725" y="2497130"/>
              <a:chExt cx="1095454" cy="211790"/>
            </a:xfrm>
          </p:grpSpPr>
          <p:sp>
            <p:nvSpPr>
              <p:cNvPr id="113" name="Shape 15">
                <a:extLst>
                  <a:ext uri="{FF2B5EF4-FFF2-40B4-BE49-F238E27FC236}">
                    <a16:creationId xmlns:a16="http://schemas.microsoft.com/office/drawing/2014/main" id="{3590D883-6472-7D1C-24D1-DF320C2CD14D}"/>
                  </a:ext>
                </a:extLst>
              </p:cNvPr>
              <p:cNvSpPr/>
              <p:nvPr/>
            </p:nvSpPr>
            <p:spPr>
              <a:xfrm>
                <a:off x="3874061" y="2497130"/>
                <a:ext cx="990782" cy="211790"/>
              </a:xfrm>
              <a:prstGeom prst="roundRect">
                <a:avLst>
                  <a:gd name="adj" fmla="val 50000"/>
                </a:avLst>
              </a:prstGeom>
              <a:solidFill>
                <a:srgbClr val="FFFFFF"/>
              </a:solidFill>
              <a:ln/>
            </p:spPr>
          </p:sp>
          <p:sp>
            <p:nvSpPr>
              <p:cNvPr id="114" name="Text 16">
                <a:extLst>
                  <a:ext uri="{FF2B5EF4-FFF2-40B4-BE49-F238E27FC236}">
                    <a16:creationId xmlns:a16="http://schemas.microsoft.com/office/drawing/2014/main" id="{2A65705C-F406-5FA4-14F2-6B7C64AB8FB8}"/>
                  </a:ext>
                </a:extLst>
              </p:cNvPr>
              <p:cNvSpPr txBox="1"/>
              <p:nvPr/>
            </p:nvSpPr>
            <p:spPr>
              <a:xfrm>
                <a:off x="3821725" y="2506367"/>
                <a:ext cx="1095454" cy="19331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 fontAlgn="auto" latinLnBrk="0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ko-KR" altLang="en-US" sz="800" b="1" dirty="0">
                    <a:solidFill>
                      <a:srgbClr val="1B2A5B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스트림 </a:t>
                </a:r>
                <a:r>
                  <a:rPr kumimoji="0" lang="en-US" sz="800" b="1" dirty="0" err="1">
                    <a:solidFill>
                      <a:srgbClr val="1B2A5B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설정</a:t>
                </a:r>
                <a:r>
                  <a:rPr kumimoji="0" lang="en-US" sz="800" b="1" dirty="0">
                    <a:solidFill>
                      <a:srgbClr val="1B2A5B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 </a:t>
                </a:r>
                <a:r>
                  <a:rPr kumimoji="0" lang="ko-KR" altLang="en-US" sz="800" b="1" dirty="0">
                    <a:solidFill>
                      <a:srgbClr val="1B2A5B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안내</a:t>
                </a:r>
                <a:endParaRPr kumimoji="0" lang="en-US" sz="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</p:grpSp>
      </p:grpSp>
      <p:sp>
        <p:nvSpPr>
          <p:cNvPr id="116" name="Shape 58">
            <a:extLst>
              <a:ext uri="{FF2B5EF4-FFF2-40B4-BE49-F238E27FC236}">
                <a16:creationId xmlns:a16="http://schemas.microsoft.com/office/drawing/2014/main" id="{B50F5FB0-C5A3-95FB-E042-55C7C9ECC0C8}"/>
              </a:ext>
            </a:extLst>
          </p:cNvPr>
          <p:cNvSpPr/>
          <p:nvPr/>
        </p:nvSpPr>
        <p:spPr>
          <a:xfrm>
            <a:off x="6975492" y="1384207"/>
            <a:ext cx="2343763" cy="5177141"/>
          </a:xfrm>
          <a:prstGeom prst="roundRect">
            <a:avLst>
              <a:gd name="adj" fmla="val 1455"/>
            </a:avLst>
          </a:prstGeom>
          <a:solidFill>
            <a:srgbClr val="F5F7FB"/>
          </a:solidFill>
          <a:ln w="12700">
            <a:solidFill>
              <a:srgbClr val="E3E8F1"/>
            </a:solidFill>
            <a:prstDash val="solid"/>
          </a:ln>
        </p:spPr>
      </p:sp>
      <p:sp>
        <p:nvSpPr>
          <p:cNvPr id="117" name="Text 59">
            <a:extLst>
              <a:ext uri="{FF2B5EF4-FFF2-40B4-BE49-F238E27FC236}">
                <a16:creationId xmlns:a16="http://schemas.microsoft.com/office/drawing/2014/main" id="{20399116-2BB8-2277-160D-EDF3DEFDDAA2}"/>
              </a:ext>
            </a:extLst>
          </p:cNvPr>
          <p:cNvSpPr txBox="1"/>
          <p:nvPr/>
        </p:nvSpPr>
        <p:spPr>
          <a:xfrm>
            <a:off x="7112652" y="14573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b="1" dirty="0" err="1">
                <a:solidFill>
                  <a:srgbClr val="0000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</a:t>
            </a:r>
            <a:endParaRPr kumimoji="0" lang="en-US" dirty="0">
              <a:solidFill>
                <a:srgbClr val="0000FF"/>
              </a:solidFill>
              <a:latin typeface="Calibri" panose="020F0502020204030204"/>
            </a:endParaRPr>
          </a:p>
        </p:txBody>
      </p:sp>
      <p:sp>
        <p:nvSpPr>
          <p:cNvPr id="118" name="Text 60">
            <a:extLst>
              <a:ext uri="{FF2B5EF4-FFF2-40B4-BE49-F238E27FC236}">
                <a16:creationId xmlns:a16="http://schemas.microsoft.com/office/drawing/2014/main" id="{E5B690FB-A81A-D578-6CF4-29B77CC82B24}"/>
              </a:ext>
            </a:extLst>
          </p:cNvPr>
          <p:cNvSpPr txBox="1"/>
          <p:nvPr/>
        </p:nvSpPr>
        <p:spPr>
          <a:xfrm>
            <a:off x="8643036" y="14573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850" dirty="0">
                <a:solidFill>
                  <a:srgbClr val="5A6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⚙  ⧉</a:t>
            </a:r>
            <a:endParaRPr kumimoji="0" lang="en-US" sz="8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9" name="Shape 75">
            <a:extLst>
              <a:ext uri="{FF2B5EF4-FFF2-40B4-BE49-F238E27FC236}">
                <a16:creationId xmlns:a16="http://schemas.microsoft.com/office/drawing/2014/main" id="{C968B124-9004-861E-FCB2-2F8C88880F47}"/>
              </a:ext>
            </a:extLst>
          </p:cNvPr>
          <p:cNvSpPr/>
          <p:nvPr/>
        </p:nvSpPr>
        <p:spPr>
          <a:xfrm>
            <a:off x="7112652" y="6201308"/>
            <a:ext cx="2079024" cy="237744"/>
          </a:xfrm>
          <a:prstGeom prst="rect">
            <a:avLst/>
          </a:prstGeom>
          <a:solidFill>
            <a:srgbClr val="FFFFFF"/>
          </a:solidFill>
          <a:ln>
            <a:solidFill>
              <a:srgbClr val="4472C4">
                <a:lumMod val="40000"/>
                <a:lumOff val="60000"/>
              </a:srgbClr>
            </a:solidFill>
          </a:ln>
        </p:spPr>
      </p:sp>
      <p:sp>
        <p:nvSpPr>
          <p:cNvPr id="120" name="Text 76">
            <a:extLst>
              <a:ext uri="{FF2B5EF4-FFF2-40B4-BE49-F238E27FC236}">
                <a16:creationId xmlns:a16="http://schemas.microsoft.com/office/drawing/2014/main" id="{F188C014-CAD1-9666-46AF-48E9C37D818C}"/>
              </a:ext>
            </a:extLst>
          </p:cNvPr>
          <p:cNvSpPr txBox="1"/>
          <p:nvPr/>
        </p:nvSpPr>
        <p:spPr>
          <a:xfrm>
            <a:off x="7204092" y="6201308"/>
            <a:ext cx="19093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750" dirty="0">
                <a:solidFill>
                  <a:srgbClr val="9AA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 입력...</a:t>
            </a:r>
            <a:endParaRPr kumimoji="0"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9" name="Text 80">
            <a:extLst>
              <a:ext uri="{FF2B5EF4-FFF2-40B4-BE49-F238E27FC236}">
                <a16:creationId xmlns:a16="http://schemas.microsoft.com/office/drawing/2014/main" id="{360F9099-0F41-FA5E-069D-C1E67FB4B2CA}"/>
              </a:ext>
            </a:extLst>
          </p:cNvPr>
          <p:cNvSpPr txBox="1"/>
          <p:nvPr/>
        </p:nvSpPr>
        <p:spPr>
          <a:xfrm>
            <a:off x="7133839" y="1777400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유저A : 오늘 컨텐츠 뭐예요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0" name="Text 81">
            <a:extLst>
              <a:ext uri="{FF2B5EF4-FFF2-40B4-BE49-F238E27FC236}">
                <a16:creationId xmlns:a16="http://schemas.microsoft.com/office/drawing/2014/main" id="{A09E4C5C-1CC6-8678-7D13-7E6339FF628C}"/>
              </a:ext>
            </a:extLst>
          </p:cNvPr>
          <p:cNvSpPr txBox="1"/>
          <p:nvPr/>
        </p:nvSpPr>
        <p:spPr>
          <a:xfrm>
            <a:off x="7133839" y="2006000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유저B : 화질 좋아졌네요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1" name="Text 82">
            <a:extLst>
              <a:ext uri="{FF2B5EF4-FFF2-40B4-BE49-F238E27FC236}">
                <a16:creationId xmlns:a16="http://schemas.microsoft.com/office/drawing/2014/main" id="{51E79D8C-BB02-8C6C-6640-35913FC824D5}"/>
              </a:ext>
            </a:extLst>
          </p:cNvPr>
          <p:cNvSpPr txBox="1"/>
          <p:nvPr/>
        </p:nvSpPr>
        <p:spPr>
          <a:xfrm>
            <a:off x="7133839" y="2234600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유저C : ㅋㅋㅋㅋ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2" name="Text 84">
            <a:extLst>
              <a:ext uri="{FF2B5EF4-FFF2-40B4-BE49-F238E27FC236}">
                <a16:creationId xmlns:a16="http://schemas.microsoft.com/office/drawing/2014/main" id="{5FA7AFDD-5307-BD5B-0070-A4F447C226D0}"/>
              </a:ext>
            </a:extLst>
          </p:cNvPr>
          <p:cNvSpPr txBox="1"/>
          <p:nvPr/>
        </p:nvSpPr>
        <p:spPr>
          <a:xfrm>
            <a:off x="7133839" y="2447056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유저D : 응원합니다!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3" name="Text 85">
            <a:extLst>
              <a:ext uri="{FF2B5EF4-FFF2-40B4-BE49-F238E27FC236}">
                <a16:creationId xmlns:a16="http://schemas.microsoft.com/office/drawing/2014/main" id="{7054866C-3D62-737D-36A0-F0D32ECCB428}"/>
              </a:ext>
            </a:extLst>
          </p:cNvPr>
          <p:cNvSpPr txBox="1"/>
          <p:nvPr/>
        </p:nvSpPr>
        <p:spPr>
          <a:xfrm>
            <a:off x="7133839" y="2675656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유저E : 다음 방송 언제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4" name="Text 86">
            <a:extLst>
              <a:ext uri="{FF2B5EF4-FFF2-40B4-BE49-F238E27FC236}">
                <a16:creationId xmlns:a16="http://schemas.microsoft.com/office/drawing/2014/main" id="{D558098E-1A7C-91F7-0ABB-8C41B7D96FFC}"/>
              </a:ext>
            </a:extLst>
          </p:cNvPr>
          <p:cNvSpPr txBox="1"/>
          <p:nvPr/>
        </p:nvSpPr>
        <p:spPr>
          <a:xfrm>
            <a:off x="7133839" y="2904256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유저F : 👍👍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73" name="Shape 28">
            <a:extLst>
              <a:ext uri="{FF2B5EF4-FFF2-40B4-BE49-F238E27FC236}">
                <a16:creationId xmlns:a16="http://schemas.microsoft.com/office/drawing/2014/main" id="{86BDAC7D-AD22-CC4D-425A-843C1968341E}"/>
              </a:ext>
            </a:extLst>
          </p:cNvPr>
          <p:cNvSpPr/>
          <p:nvPr/>
        </p:nvSpPr>
        <p:spPr>
          <a:xfrm>
            <a:off x="1945974" y="3104964"/>
            <a:ext cx="4870736" cy="531433"/>
          </a:xfrm>
          <a:prstGeom prst="roundRect">
            <a:avLst>
              <a:gd name="adj" fmla="val 4878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77" name="Text 31">
            <a:extLst>
              <a:ext uri="{FF2B5EF4-FFF2-40B4-BE49-F238E27FC236}">
                <a16:creationId xmlns:a16="http://schemas.microsoft.com/office/drawing/2014/main" id="{B801FE6B-C764-3BC9-BE3D-F2B2F1B588D5}"/>
              </a:ext>
            </a:extLst>
          </p:cNvPr>
          <p:cNvSpPr txBox="1"/>
          <p:nvPr/>
        </p:nvSpPr>
        <p:spPr>
          <a:xfrm>
            <a:off x="2075901" y="3335944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0" name="Text 33">
            <a:extLst>
              <a:ext uri="{FF2B5EF4-FFF2-40B4-BE49-F238E27FC236}">
                <a16:creationId xmlns:a16="http://schemas.microsoft.com/office/drawing/2014/main" id="{69C090A9-1C89-4557-5E78-50C69E378190}"/>
              </a:ext>
            </a:extLst>
          </p:cNvPr>
          <p:cNvSpPr txBox="1"/>
          <p:nvPr/>
        </p:nvSpPr>
        <p:spPr>
          <a:xfrm>
            <a:off x="3014314" y="3335944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3" name="Text 35">
            <a:extLst>
              <a:ext uri="{FF2B5EF4-FFF2-40B4-BE49-F238E27FC236}">
                <a16:creationId xmlns:a16="http://schemas.microsoft.com/office/drawing/2014/main" id="{C0500615-80CA-8926-1E79-6C80E407CA9D}"/>
              </a:ext>
            </a:extLst>
          </p:cNvPr>
          <p:cNvSpPr txBox="1"/>
          <p:nvPr/>
        </p:nvSpPr>
        <p:spPr>
          <a:xfrm>
            <a:off x="3952727" y="3335944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86" name="Text 37">
            <a:extLst>
              <a:ext uri="{FF2B5EF4-FFF2-40B4-BE49-F238E27FC236}">
                <a16:creationId xmlns:a16="http://schemas.microsoft.com/office/drawing/2014/main" id="{B66501CF-32FB-0028-4AC8-CD6ECFB9EC13}"/>
              </a:ext>
            </a:extLst>
          </p:cNvPr>
          <p:cNvSpPr txBox="1"/>
          <p:nvPr/>
        </p:nvSpPr>
        <p:spPr>
          <a:xfrm>
            <a:off x="5829553" y="3335944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</a:rPr>
              <a:t>-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1" name="Shape 6">
            <a:extLst>
              <a:ext uri="{FF2B5EF4-FFF2-40B4-BE49-F238E27FC236}">
                <a16:creationId xmlns:a16="http://schemas.microsoft.com/office/drawing/2014/main" id="{4DC1EBE4-8914-8A5F-85D0-2594BA36AAF5}"/>
              </a:ext>
            </a:extLst>
          </p:cNvPr>
          <p:cNvSpPr/>
          <p:nvPr/>
        </p:nvSpPr>
        <p:spPr>
          <a:xfrm>
            <a:off x="146092" y="908720"/>
            <a:ext cx="1663041" cy="5759935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7CDD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93" name="Shape 58">
            <a:extLst>
              <a:ext uri="{FF2B5EF4-FFF2-40B4-BE49-F238E27FC236}">
                <a16:creationId xmlns:a16="http://schemas.microsoft.com/office/drawing/2014/main" id="{FC425F9E-CFC4-F0E7-14BE-8F76932B95EE}"/>
              </a:ext>
            </a:extLst>
          </p:cNvPr>
          <p:cNvSpPr/>
          <p:nvPr/>
        </p:nvSpPr>
        <p:spPr>
          <a:xfrm>
            <a:off x="6972983" y="1384207"/>
            <a:ext cx="2343763" cy="5177141"/>
          </a:xfrm>
          <a:prstGeom prst="roundRect">
            <a:avLst>
              <a:gd name="adj" fmla="val 1455"/>
            </a:avLst>
          </a:prstGeom>
          <a:solidFill>
            <a:schemeClr val="bg1">
              <a:lumMod val="95000"/>
              <a:alpha val="68000"/>
            </a:schemeClr>
          </a:solidFill>
          <a:ln w="12700">
            <a:solidFill>
              <a:srgbClr val="E3E8F1"/>
            </a:solidFill>
            <a:prstDash val="solid"/>
          </a:ln>
        </p:spPr>
        <p:txBody>
          <a:bodyPr anchor="ctr"/>
          <a:lstStyle/>
          <a:p>
            <a:pPr algn="ctr"/>
            <a:endParaRPr lang="ko-KR" altLang="en-US" sz="12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2B4459B9-9D50-D824-68A2-8AF58B296366}"/>
              </a:ext>
            </a:extLst>
          </p:cNvPr>
          <p:cNvSpPr txBox="1"/>
          <p:nvPr/>
        </p:nvSpPr>
        <p:spPr>
          <a:xfrm rot="21069164">
            <a:off x="7421126" y="3617278"/>
            <a:ext cx="1462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채팅 구성안 참조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99" name="그림 198">
            <a:extLst>
              <a:ext uri="{FF2B5EF4-FFF2-40B4-BE49-F238E27FC236}">
                <a16:creationId xmlns:a16="http://schemas.microsoft.com/office/drawing/2014/main" id="{3DE82E2A-BEF5-28B6-2ABA-45DAAE2C96A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677"/>
          <a:stretch>
            <a:fillRect/>
          </a:stretch>
        </p:blipFill>
        <p:spPr>
          <a:xfrm>
            <a:off x="176771" y="935489"/>
            <a:ext cx="1606975" cy="398012"/>
          </a:xfrm>
          <a:prstGeom prst="rect">
            <a:avLst/>
          </a:prstGeom>
        </p:spPr>
      </p:pic>
      <p:sp>
        <p:nvSpPr>
          <p:cNvPr id="215" name="Text 37">
            <a:extLst>
              <a:ext uri="{FF2B5EF4-FFF2-40B4-BE49-F238E27FC236}">
                <a16:creationId xmlns:a16="http://schemas.microsoft.com/office/drawing/2014/main" id="{4839E7D8-CA8E-7D4D-618B-17CD4F0EA9D5}"/>
              </a:ext>
            </a:extLst>
          </p:cNvPr>
          <p:cNvSpPr txBox="1"/>
          <p:nvPr/>
        </p:nvSpPr>
        <p:spPr>
          <a:xfrm>
            <a:off x="4891140" y="3335944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</a:rPr>
              <a:t>-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22" name="Shape 58">
            <a:extLst>
              <a:ext uri="{FF2B5EF4-FFF2-40B4-BE49-F238E27FC236}">
                <a16:creationId xmlns:a16="http://schemas.microsoft.com/office/drawing/2014/main" id="{594FA95A-7760-7438-8097-792F1CCD71C5}"/>
              </a:ext>
            </a:extLst>
          </p:cNvPr>
          <p:cNvSpPr/>
          <p:nvPr/>
        </p:nvSpPr>
        <p:spPr>
          <a:xfrm>
            <a:off x="1946292" y="3708405"/>
            <a:ext cx="4870416" cy="2573235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128" name="Text 19">
            <a:extLst>
              <a:ext uri="{FF2B5EF4-FFF2-40B4-BE49-F238E27FC236}">
                <a16:creationId xmlns:a16="http://schemas.microsoft.com/office/drawing/2014/main" id="{E468D84C-75E7-FA5D-047C-50A39DD71284}"/>
              </a:ext>
            </a:extLst>
          </p:cNvPr>
          <p:cNvSpPr txBox="1"/>
          <p:nvPr/>
        </p:nvSpPr>
        <p:spPr>
          <a:xfrm>
            <a:off x="2053128" y="3789040"/>
            <a:ext cx="685800" cy="30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130" name="Text 21">
            <a:extLst>
              <a:ext uri="{FF2B5EF4-FFF2-40B4-BE49-F238E27FC236}">
                <a16:creationId xmlns:a16="http://schemas.microsoft.com/office/drawing/2014/main" id="{6BFB3179-B888-C146-2512-9E78FE89D70F}"/>
              </a:ext>
            </a:extLst>
          </p:cNvPr>
          <p:cNvSpPr txBox="1"/>
          <p:nvPr/>
        </p:nvSpPr>
        <p:spPr>
          <a:xfrm>
            <a:off x="2053128" y="4113076"/>
            <a:ext cx="685800" cy="30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132" name="Text 23">
            <a:extLst>
              <a:ext uri="{FF2B5EF4-FFF2-40B4-BE49-F238E27FC236}">
                <a16:creationId xmlns:a16="http://schemas.microsoft.com/office/drawing/2014/main" id="{21ACFB0A-6929-1BEA-8BBD-030EC549DC49}"/>
              </a:ext>
            </a:extLst>
          </p:cNvPr>
          <p:cNvSpPr txBox="1"/>
          <p:nvPr/>
        </p:nvSpPr>
        <p:spPr>
          <a:xfrm>
            <a:off x="2053128" y="4437112"/>
            <a:ext cx="685800" cy="30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태그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129" name="Text 20">
            <a:extLst>
              <a:ext uri="{FF2B5EF4-FFF2-40B4-BE49-F238E27FC236}">
                <a16:creationId xmlns:a16="http://schemas.microsoft.com/office/drawing/2014/main" id="{93522D40-B173-244A-6C95-F76F130C05AF}"/>
              </a:ext>
            </a:extLst>
          </p:cNvPr>
          <p:cNvSpPr txBox="1"/>
          <p:nvPr/>
        </p:nvSpPr>
        <p:spPr>
          <a:xfrm>
            <a:off x="2737568" y="3807891"/>
            <a:ext cx="3956954" cy="2718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800" dirty="0">
                <a:latin typeface="+mn-ea"/>
                <a:ea typeface="+mn-ea"/>
              </a:rPr>
              <a:t>  </a:t>
            </a:r>
            <a:r>
              <a:rPr kumimoji="0" lang="ko-KR" altLang="en-US" sz="800" dirty="0" err="1">
                <a:latin typeface="+mn-ea"/>
                <a:ea typeface="+mn-ea"/>
              </a:rPr>
              <a:t>팬텀하츠의</a:t>
            </a:r>
            <a:r>
              <a:rPr kumimoji="0" lang="ko-KR" altLang="en-US" sz="800" dirty="0">
                <a:latin typeface="+mn-ea"/>
                <a:ea typeface="+mn-ea"/>
              </a:rPr>
              <a:t> 라이브 방송</a:t>
            </a:r>
            <a:endParaRPr kumimoji="0" lang="en-US" sz="800" dirty="0">
              <a:latin typeface="+mn-ea"/>
              <a:ea typeface="+mn-ea"/>
            </a:endParaRPr>
          </a:p>
        </p:txBody>
      </p:sp>
      <p:sp>
        <p:nvSpPr>
          <p:cNvPr id="131" name="Text 22">
            <a:extLst>
              <a:ext uri="{FF2B5EF4-FFF2-40B4-BE49-F238E27FC236}">
                <a16:creationId xmlns:a16="http://schemas.microsoft.com/office/drawing/2014/main" id="{CFE1CFBD-E1CB-98BB-3FA5-5B77CF7BFF3B}"/>
              </a:ext>
            </a:extLst>
          </p:cNvPr>
          <p:cNvSpPr txBox="1"/>
          <p:nvPr/>
        </p:nvSpPr>
        <p:spPr>
          <a:xfrm>
            <a:off x="2737568" y="4131926"/>
            <a:ext cx="3956955" cy="2718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kumimoji="0" lang="en-US" sz="800" dirty="0" err="1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endParaRPr kumimoji="0"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33" name="Text 24">
            <a:extLst>
              <a:ext uri="{FF2B5EF4-FFF2-40B4-BE49-F238E27FC236}">
                <a16:creationId xmlns:a16="http://schemas.microsoft.com/office/drawing/2014/main" id="{BE7C5E9B-1C07-3F96-82CC-A3C96BFEE140}"/>
              </a:ext>
            </a:extLst>
          </p:cNvPr>
          <p:cNvSpPr txBox="1"/>
          <p:nvPr/>
        </p:nvSpPr>
        <p:spPr>
          <a:xfrm>
            <a:off x="2737569" y="4455963"/>
            <a:ext cx="3286424" cy="2718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>
            <a:defPPr>
              <a:defRPr lang="ko-KR"/>
            </a:defPPr>
            <a:lvl1pPr fontAlgn="auto" latinLnBrk="0">
              <a:spcBef>
                <a:spcPts val="0"/>
              </a:spcBef>
              <a:spcAft>
                <a:spcPts val="0"/>
              </a:spcAft>
              <a:defRPr kumimoji="0" sz="80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en-US" dirty="0"/>
              <a:t> </a:t>
            </a:r>
            <a:r>
              <a:rPr lang="ko-KR" altLang="en-US" dirty="0"/>
              <a:t>최대 </a:t>
            </a:r>
            <a:r>
              <a:rPr lang="en-US" altLang="ko-KR" dirty="0"/>
              <a:t>15</a:t>
            </a:r>
            <a:r>
              <a:rPr lang="ko-KR" altLang="en-US" dirty="0"/>
              <a:t>자</a:t>
            </a:r>
            <a:r>
              <a:rPr lang="en-US" altLang="ko-KR" dirty="0"/>
              <a:t>, </a:t>
            </a:r>
            <a:r>
              <a:rPr lang="ko-KR" altLang="en-US" dirty="0"/>
              <a:t>공백 및</a:t>
            </a:r>
            <a:r>
              <a:rPr lang="en-US" altLang="ko-KR" dirty="0"/>
              <a:t> </a:t>
            </a:r>
            <a:r>
              <a:rPr lang="ko-KR" altLang="en-US" dirty="0"/>
              <a:t>특수 문자 불가</a:t>
            </a:r>
            <a:endParaRPr lang="en-US" dirty="0"/>
          </a:p>
        </p:txBody>
      </p:sp>
      <p:sp>
        <p:nvSpPr>
          <p:cNvPr id="227" name="TextBox 226">
            <a:extLst>
              <a:ext uri="{FF2B5EF4-FFF2-40B4-BE49-F238E27FC236}">
                <a16:creationId xmlns:a16="http://schemas.microsoft.com/office/drawing/2014/main" id="{964F4492-AA93-DD75-AF31-2664F7C41500}"/>
              </a:ext>
            </a:extLst>
          </p:cNvPr>
          <p:cNvSpPr txBox="1"/>
          <p:nvPr/>
        </p:nvSpPr>
        <p:spPr>
          <a:xfrm>
            <a:off x="6448118" y="4151476"/>
            <a:ext cx="275692" cy="23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A1D2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ko-KR" altLang="en-US" dirty="0"/>
          </a:p>
        </p:txBody>
      </p:sp>
      <p:sp>
        <p:nvSpPr>
          <p:cNvPr id="232" name="Shape 11">
            <a:extLst>
              <a:ext uri="{FF2B5EF4-FFF2-40B4-BE49-F238E27FC236}">
                <a16:creationId xmlns:a16="http://schemas.microsoft.com/office/drawing/2014/main" id="{EB17CDE5-18DF-175D-EEC6-DEF88D599292}"/>
              </a:ext>
            </a:extLst>
          </p:cNvPr>
          <p:cNvSpPr/>
          <p:nvPr/>
        </p:nvSpPr>
        <p:spPr>
          <a:xfrm>
            <a:off x="1946292" y="1378402"/>
            <a:ext cx="4870416" cy="17712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/>
        </p:spPr>
        <p:txBody>
          <a:bodyPr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rPr>
              <a:t>OFF AIR</a:t>
            </a:r>
            <a:endParaRPr lang="ko-KR" altLang="en-US" sz="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</a:endParaRPr>
          </a:p>
        </p:txBody>
      </p:sp>
      <p:sp>
        <p:nvSpPr>
          <p:cNvPr id="247" name="TextBox 246">
            <a:extLst>
              <a:ext uri="{FF2B5EF4-FFF2-40B4-BE49-F238E27FC236}">
                <a16:creationId xmlns:a16="http://schemas.microsoft.com/office/drawing/2014/main" id="{A769DEDC-8F0B-F528-7C91-7E456C252B40}"/>
              </a:ext>
            </a:extLst>
          </p:cNvPr>
          <p:cNvSpPr txBox="1"/>
          <p:nvPr/>
        </p:nvSpPr>
        <p:spPr>
          <a:xfrm>
            <a:off x="263352" y="1340768"/>
            <a:ext cx="11128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l"/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라이브 방송</a:t>
            </a:r>
          </a:p>
        </p:txBody>
      </p:sp>
      <p:sp>
        <p:nvSpPr>
          <p:cNvPr id="267" name="Text 30">
            <a:extLst>
              <a:ext uri="{FF2B5EF4-FFF2-40B4-BE49-F238E27FC236}">
                <a16:creationId xmlns:a16="http://schemas.microsoft.com/office/drawing/2014/main" id="{6B2F8432-48A0-D512-DB3D-D3961B3DC709}"/>
              </a:ext>
            </a:extLst>
          </p:cNvPr>
          <p:cNvSpPr txBox="1"/>
          <p:nvPr/>
        </p:nvSpPr>
        <p:spPr>
          <a:xfrm>
            <a:off x="2075901" y="3156491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>
                <a:solidFill>
                  <a:prstClr val="black"/>
                </a:solidFill>
                <a:latin typeface="+mn-ea"/>
                <a:ea typeface="+mn-ea"/>
              </a:rPr>
              <a:t>상태</a:t>
            </a:r>
            <a:endParaRPr kumimoji="0" lang="en-US" sz="90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268" name="Text 32">
            <a:extLst>
              <a:ext uri="{FF2B5EF4-FFF2-40B4-BE49-F238E27FC236}">
                <a16:creationId xmlns:a16="http://schemas.microsoft.com/office/drawing/2014/main" id="{F9F85AD9-DEB1-4BC1-9B0F-62D698547CE7}"/>
              </a:ext>
            </a:extLst>
          </p:cNvPr>
          <p:cNvSpPr txBox="1"/>
          <p:nvPr/>
        </p:nvSpPr>
        <p:spPr>
          <a:xfrm>
            <a:off x="3014314" y="3156491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방송 시간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돋움" pitchFamily="50" charset="-127"/>
              <a:ea typeface="돋움" pitchFamily="50" charset="-127"/>
              <a:cs typeface="+mn-cs"/>
            </a:endParaRPr>
          </a:p>
        </p:txBody>
      </p:sp>
      <p:sp>
        <p:nvSpPr>
          <p:cNvPr id="269" name="Text 34">
            <a:extLst>
              <a:ext uri="{FF2B5EF4-FFF2-40B4-BE49-F238E27FC236}">
                <a16:creationId xmlns:a16="http://schemas.microsoft.com/office/drawing/2014/main" id="{2A27C87B-497B-395F-859E-65DFD3F71BC3}"/>
              </a:ext>
            </a:extLst>
          </p:cNvPr>
          <p:cNvSpPr txBox="1"/>
          <p:nvPr/>
        </p:nvSpPr>
        <p:spPr>
          <a:xfrm>
            <a:off x="3952727" y="3156491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 시청자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돋움" pitchFamily="50" charset="-127"/>
              <a:cs typeface="+mn-cs"/>
            </a:endParaRPr>
          </a:p>
        </p:txBody>
      </p:sp>
      <p:sp>
        <p:nvSpPr>
          <p:cNvPr id="270" name="Text 36">
            <a:extLst>
              <a:ext uri="{FF2B5EF4-FFF2-40B4-BE49-F238E27FC236}">
                <a16:creationId xmlns:a16="http://schemas.microsoft.com/office/drawing/2014/main" id="{06A05E6E-BABA-E3BC-2FEB-B92B86CF6013}"/>
              </a:ext>
            </a:extLst>
          </p:cNvPr>
          <p:cNvSpPr txBox="1"/>
          <p:nvPr/>
        </p:nvSpPr>
        <p:spPr>
          <a:xfrm>
            <a:off x="5829553" y="3156491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해상도</a:t>
            </a:r>
            <a:endParaRPr kumimoji="0" lang="en-US" sz="900" dirty="0">
              <a:latin typeface="Calibri" panose="020F0502020204030204"/>
            </a:endParaRPr>
          </a:p>
        </p:txBody>
      </p:sp>
      <p:sp>
        <p:nvSpPr>
          <p:cNvPr id="271" name="Text 36">
            <a:extLst>
              <a:ext uri="{FF2B5EF4-FFF2-40B4-BE49-F238E27FC236}">
                <a16:creationId xmlns:a16="http://schemas.microsoft.com/office/drawing/2014/main" id="{D83CD5B1-79B0-1C07-4E6C-74D0DD82BDF1}"/>
              </a:ext>
            </a:extLst>
          </p:cNvPr>
          <p:cNvSpPr txBox="1"/>
          <p:nvPr/>
        </p:nvSpPr>
        <p:spPr>
          <a:xfrm>
            <a:off x="4891140" y="3156491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비트트레이</a:t>
            </a:r>
            <a:endParaRPr kumimoji="0" lang="en-US" sz="900" dirty="0">
              <a:latin typeface="Calibri" panose="020F0502020204030204"/>
            </a:endParaRPr>
          </a:p>
        </p:txBody>
      </p:sp>
      <p:sp>
        <p:nvSpPr>
          <p:cNvPr id="273" name="Text 24">
            <a:extLst>
              <a:ext uri="{FF2B5EF4-FFF2-40B4-BE49-F238E27FC236}">
                <a16:creationId xmlns:a16="http://schemas.microsoft.com/office/drawing/2014/main" id="{CBDC6E1E-10CA-2BAB-D5B0-0625EB0D3D14}"/>
              </a:ext>
            </a:extLst>
          </p:cNvPr>
          <p:cNvSpPr txBox="1"/>
          <p:nvPr/>
        </p:nvSpPr>
        <p:spPr>
          <a:xfrm>
            <a:off x="6095999" y="4455963"/>
            <a:ext cx="598523" cy="27181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>
            <a:defPPr>
              <a:defRPr lang="ko-KR"/>
            </a:defPPr>
            <a:lvl1pPr fontAlgn="auto" latinLnBrk="0">
              <a:spcBef>
                <a:spcPts val="0"/>
              </a:spcBef>
              <a:spcAft>
                <a:spcPts val="0"/>
              </a:spcAft>
              <a:defRPr kumimoji="0" sz="80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ko-KR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추가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86" name="TextBox 285">
            <a:extLst>
              <a:ext uri="{FF2B5EF4-FFF2-40B4-BE49-F238E27FC236}">
                <a16:creationId xmlns:a16="http://schemas.microsoft.com/office/drawing/2014/main" id="{0A826C76-CFDC-19E8-9F92-20F906C429C7}"/>
              </a:ext>
            </a:extLst>
          </p:cNvPr>
          <p:cNvSpPr txBox="1"/>
          <p:nvPr/>
        </p:nvSpPr>
        <p:spPr>
          <a:xfrm>
            <a:off x="421209" y="1609645"/>
            <a:ext cx="915635" cy="7550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관리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설정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분석</a:t>
            </a:r>
          </a:p>
        </p:txBody>
      </p:sp>
      <p:sp>
        <p:nvSpPr>
          <p:cNvPr id="287" name="Shape 11">
            <a:extLst>
              <a:ext uri="{FF2B5EF4-FFF2-40B4-BE49-F238E27FC236}">
                <a16:creationId xmlns:a16="http://schemas.microsoft.com/office/drawing/2014/main" id="{58BC8546-3316-E9D9-DF37-303BED7BF32E}"/>
              </a:ext>
            </a:extLst>
          </p:cNvPr>
          <p:cNvSpPr/>
          <p:nvPr/>
        </p:nvSpPr>
        <p:spPr>
          <a:xfrm>
            <a:off x="302895" y="1651793"/>
            <a:ext cx="1234440" cy="237744"/>
          </a:xfrm>
          <a:prstGeom prst="rect">
            <a:avLst/>
          </a:prstGeom>
          <a:ln w="28575">
            <a:solidFill>
              <a:srgbClr val="D93025"/>
            </a:solidFill>
            <a:prstDash val="sysDot"/>
          </a:ln>
        </p:spPr>
      </p:sp>
      <p:graphicFrame>
        <p:nvGraphicFramePr>
          <p:cNvPr id="288" name="Group 323">
            <a:extLst>
              <a:ext uri="{FF2B5EF4-FFF2-40B4-BE49-F238E27FC236}">
                <a16:creationId xmlns:a16="http://schemas.microsoft.com/office/drawing/2014/main" id="{8023EA99-007F-4CEE-F814-8DF605C4FF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16964925"/>
              </p:ext>
            </p:extLst>
          </p:nvPr>
        </p:nvGraphicFramePr>
        <p:xfrm>
          <a:off x="9625013" y="575703"/>
          <a:ext cx="2519969" cy="2301432"/>
        </p:xfrm>
        <a:graphic>
          <a:graphicData uri="http://schemas.openxmlformats.org/drawingml/2006/table">
            <a:tbl>
              <a:tblPr/>
              <a:tblGrid>
                <a:gridCol w="280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방송 상태 알림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방송 중이 아닐 경우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 OFF AIR</a:t>
                      </a: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방송 중일 경우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 ON AIR</a:t>
                      </a: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lang="en-US" altLang="ko-KR" sz="800" dirty="0" err="1"/>
                        <a:t>상태값은</a:t>
                      </a:r>
                      <a:r>
                        <a:rPr lang="en-US" altLang="ko-KR" sz="800" dirty="0"/>
                        <a:t> </a:t>
                      </a:r>
                      <a:r>
                        <a:rPr lang="en-US" altLang="ko-KR" sz="800" dirty="0" err="1"/>
                        <a:t>서버</a:t>
                      </a:r>
                      <a:r>
                        <a:rPr lang="en-US" altLang="ko-KR" sz="800" dirty="0"/>
                        <a:t> </a:t>
                      </a:r>
                      <a:r>
                        <a:rPr lang="en-US" altLang="ko-KR" sz="800" dirty="0" err="1"/>
                        <a:t>푸시로</a:t>
                      </a:r>
                      <a:r>
                        <a:rPr lang="en-US" altLang="ko-KR" sz="800" dirty="0"/>
                        <a:t> </a:t>
                      </a:r>
                      <a:r>
                        <a:rPr lang="en-US" altLang="ko-KR" sz="800" dirty="0" err="1"/>
                        <a:t>즉시</a:t>
                      </a:r>
                      <a:r>
                        <a:rPr lang="en-US" altLang="ko-KR" sz="800" dirty="0"/>
                        <a:t> </a:t>
                      </a:r>
                      <a:r>
                        <a:rPr lang="en-US" altLang="ko-KR" sz="800" dirty="0" err="1"/>
                        <a:t>갱신</a:t>
                      </a:r>
                      <a:endParaRPr lang="en-US" altLang="ko-KR" sz="800" dirty="0"/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미리보기 플레이어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방송 중이 아닐 경우 해당 메시지와 버튼 노출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버튼 링크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 [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방송 설정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메뉴로 현재 창 이동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방송 정보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- 5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초 주기 갱신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협의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 </a:t>
                      </a:r>
                      <a:b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</a:b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상태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양호</a:t>
                      </a:r>
                      <a:r>
                        <a:rPr lang="en-US" altLang="ko-KR" sz="800" b="0" dirty="0"/>
                        <a:t>(녹) / </a:t>
                      </a:r>
                      <a:r>
                        <a:rPr lang="en-US" altLang="ko-KR" sz="800" b="0" dirty="0" err="1"/>
                        <a:t>보통</a:t>
                      </a:r>
                      <a:r>
                        <a:rPr lang="en-US" altLang="ko-KR" sz="800" b="0" dirty="0"/>
                        <a:t>(노) / </a:t>
                      </a:r>
                      <a:r>
                        <a:rPr lang="en-US" altLang="ko-KR" sz="800" b="0" dirty="0" err="1"/>
                        <a:t>불안정</a:t>
                      </a:r>
                      <a:r>
                        <a:rPr lang="en-US" altLang="ko-KR" sz="800" b="0" dirty="0"/>
                        <a:t>(</a:t>
                      </a:r>
                      <a:r>
                        <a:rPr lang="en-US" altLang="ko-KR" sz="800" b="0" dirty="0" err="1"/>
                        <a:t>주황</a:t>
                      </a:r>
                      <a:r>
                        <a:rPr lang="en-US" altLang="ko-KR" sz="800" b="0" dirty="0"/>
                        <a:t>)</a:t>
                      </a: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└ 판정 기준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: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개발팀 확인 필요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오프라인 시 숨기지 않고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‘-’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 유지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조회 실패 항목의 경우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‘-’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로 노출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89" name="Text 28">
            <a:extLst>
              <a:ext uri="{FF2B5EF4-FFF2-40B4-BE49-F238E27FC236}">
                <a16:creationId xmlns:a16="http://schemas.microsoft.com/office/drawing/2014/main" id="{0D8B7496-C417-3853-641A-E8C3A85C4E68}"/>
              </a:ext>
            </a:extLst>
          </p:cNvPr>
          <p:cNvSpPr txBox="1"/>
          <p:nvPr/>
        </p:nvSpPr>
        <p:spPr>
          <a:xfrm>
            <a:off x="2051769" y="5316013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연령 제한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290" name="Text 29">
            <a:extLst>
              <a:ext uri="{FF2B5EF4-FFF2-40B4-BE49-F238E27FC236}">
                <a16:creationId xmlns:a16="http://schemas.microsoft.com/office/drawing/2014/main" id="{6F7BF207-1900-6700-EA49-551A1768FF31}"/>
              </a:ext>
            </a:extLst>
          </p:cNvPr>
          <p:cNvSpPr txBox="1"/>
          <p:nvPr/>
        </p:nvSpPr>
        <p:spPr>
          <a:xfrm>
            <a:off x="2737568" y="5316013"/>
            <a:ext cx="335843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en-US" sz="900" dirty="0" err="1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ko-KR" altLang="en-US" sz="900" dirty="0" err="1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이용가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	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이상으로 </a:t>
            </a:r>
            <a:r>
              <a:rPr kumimoji="0" lang="en-US" sz="900" dirty="0" err="1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제한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1" name="Text 30">
            <a:extLst>
              <a:ext uri="{FF2B5EF4-FFF2-40B4-BE49-F238E27FC236}">
                <a16:creationId xmlns:a16="http://schemas.microsoft.com/office/drawing/2014/main" id="{D0ECB579-2546-FDA8-7832-7F154BBC6184}"/>
              </a:ext>
            </a:extLst>
          </p:cNvPr>
          <p:cNvSpPr txBox="1"/>
          <p:nvPr/>
        </p:nvSpPr>
        <p:spPr>
          <a:xfrm>
            <a:off x="2051769" y="5821579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</a:t>
            </a: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292" name="Text 31">
            <a:extLst>
              <a:ext uri="{FF2B5EF4-FFF2-40B4-BE49-F238E27FC236}">
                <a16:creationId xmlns:a16="http://schemas.microsoft.com/office/drawing/2014/main" id="{458A5A87-D9AD-8274-2438-581DD974D22A}"/>
              </a:ext>
            </a:extLst>
          </p:cNvPr>
          <p:cNvSpPr txBox="1"/>
          <p:nvPr/>
        </p:nvSpPr>
        <p:spPr>
          <a:xfrm>
            <a:off x="2737569" y="5821579"/>
            <a:ext cx="2179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	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안 함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3" name="Text 25">
            <a:extLst>
              <a:ext uri="{FF2B5EF4-FFF2-40B4-BE49-F238E27FC236}">
                <a16:creationId xmlns:a16="http://schemas.microsoft.com/office/drawing/2014/main" id="{F957064D-BE51-B69B-8BD0-C0C3364CBEE1}"/>
              </a:ext>
            </a:extLst>
          </p:cNvPr>
          <p:cNvSpPr txBox="1"/>
          <p:nvPr/>
        </p:nvSpPr>
        <p:spPr>
          <a:xfrm>
            <a:off x="2053128" y="4833156"/>
            <a:ext cx="685800" cy="232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썸네일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294" name="Text 26">
            <a:extLst>
              <a:ext uri="{FF2B5EF4-FFF2-40B4-BE49-F238E27FC236}">
                <a16:creationId xmlns:a16="http://schemas.microsoft.com/office/drawing/2014/main" id="{596D7776-F189-2446-385A-C81B9C4D1F5A}"/>
              </a:ext>
            </a:extLst>
          </p:cNvPr>
          <p:cNvSpPr txBox="1"/>
          <p:nvPr/>
        </p:nvSpPr>
        <p:spPr>
          <a:xfrm>
            <a:off x="2730673" y="4833156"/>
            <a:ext cx="1091051" cy="4453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2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+</a:t>
            </a:r>
            <a:br>
              <a:rPr kumimoji="0" lang="en-US" sz="12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</a:br>
            <a:r>
              <a:rPr kumimoji="0" lang="ko-KR" altLang="en-US" sz="8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업로드</a:t>
            </a:r>
            <a:endParaRPr kumimoji="0" lang="en-US" sz="1200" b="1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95" name="TextBox 294">
            <a:extLst>
              <a:ext uri="{FF2B5EF4-FFF2-40B4-BE49-F238E27FC236}">
                <a16:creationId xmlns:a16="http://schemas.microsoft.com/office/drawing/2014/main" id="{CD52C8BD-FE65-0D32-F552-229753E6FF2E}"/>
              </a:ext>
            </a:extLst>
          </p:cNvPr>
          <p:cNvSpPr txBox="1"/>
          <p:nvPr/>
        </p:nvSpPr>
        <p:spPr>
          <a:xfrm>
            <a:off x="3800444" y="5106033"/>
            <a:ext cx="2943628" cy="23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등록하지 않으면 방송 중인 화면으로 썸네일이 노출됩니다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296" name="Text 30">
            <a:extLst>
              <a:ext uri="{FF2B5EF4-FFF2-40B4-BE49-F238E27FC236}">
                <a16:creationId xmlns:a16="http://schemas.microsoft.com/office/drawing/2014/main" id="{65FD2B5F-A20D-B1ED-9E22-A95C3A483B5B}"/>
              </a:ext>
            </a:extLst>
          </p:cNvPr>
          <p:cNvSpPr txBox="1"/>
          <p:nvPr/>
        </p:nvSpPr>
        <p:spPr>
          <a:xfrm>
            <a:off x="2051769" y="5568796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상태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297" name="Text 31">
            <a:extLst>
              <a:ext uri="{FF2B5EF4-FFF2-40B4-BE49-F238E27FC236}">
                <a16:creationId xmlns:a16="http://schemas.microsoft.com/office/drawing/2014/main" id="{ACD85C5D-6F84-FB7B-98F0-BA9A1E7C3AEF}"/>
              </a:ext>
            </a:extLst>
          </p:cNvPr>
          <p:cNvSpPr txBox="1"/>
          <p:nvPr/>
        </p:nvSpPr>
        <p:spPr>
          <a:xfrm>
            <a:off x="2737569" y="5568796"/>
            <a:ext cx="2179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	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비공개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3" name="타원 129">
            <a:extLst>
              <a:ext uri="{FF2B5EF4-FFF2-40B4-BE49-F238E27FC236}">
                <a16:creationId xmlns:a16="http://schemas.microsoft.com/office/drawing/2014/main" id="{67B1C967-B81A-9189-B007-94AE5ADAD7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3700" y="1392005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4" name="타원 129">
            <a:extLst>
              <a:ext uri="{FF2B5EF4-FFF2-40B4-BE49-F238E27FC236}">
                <a16:creationId xmlns:a16="http://schemas.microsoft.com/office/drawing/2014/main" id="{CEB5F3CA-22C9-68B4-08A8-2816CA0D49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33955" y="2543790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5" name="타원 129">
            <a:extLst>
              <a:ext uri="{FF2B5EF4-FFF2-40B4-BE49-F238E27FC236}">
                <a16:creationId xmlns:a16="http://schemas.microsoft.com/office/drawing/2014/main" id="{2A95A9AA-A109-8608-C622-DA9A174150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3047" y="3117803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0" name="타원 319">
            <a:extLst>
              <a:ext uri="{FF2B5EF4-FFF2-40B4-BE49-F238E27FC236}">
                <a16:creationId xmlns:a16="http://schemas.microsoft.com/office/drawing/2014/main" id="{0C7F25F3-098A-C62F-09A8-CB0C46BAB262}"/>
              </a:ext>
            </a:extLst>
          </p:cNvPr>
          <p:cNvSpPr/>
          <p:nvPr/>
        </p:nvSpPr>
        <p:spPr>
          <a:xfrm>
            <a:off x="2638633" y="3198332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1" name="타원 320">
            <a:extLst>
              <a:ext uri="{FF2B5EF4-FFF2-40B4-BE49-F238E27FC236}">
                <a16:creationId xmlns:a16="http://schemas.microsoft.com/office/drawing/2014/main" id="{C890C325-DE77-F757-D2EC-B268FD416BFE}"/>
              </a:ext>
            </a:extLst>
          </p:cNvPr>
          <p:cNvSpPr/>
          <p:nvPr/>
        </p:nvSpPr>
        <p:spPr>
          <a:xfrm>
            <a:off x="3707554" y="3198332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2" name="타원 321">
            <a:extLst>
              <a:ext uri="{FF2B5EF4-FFF2-40B4-BE49-F238E27FC236}">
                <a16:creationId xmlns:a16="http://schemas.microsoft.com/office/drawing/2014/main" id="{A264DE00-4813-0967-B557-D271A8627051}"/>
              </a:ext>
            </a:extLst>
          </p:cNvPr>
          <p:cNvSpPr/>
          <p:nvPr/>
        </p:nvSpPr>
        <p:spPr>
          <a:xfrm>
            <a:off x="4713725" y="3198332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3" name="타원 322">
            <a:extLst>
              <a:ext uri="{FF2B5EF4-FFF2-40B4-BE49-F238E27FC236}">
                <a16:creationId xmlns:a16="http://schemas.microsoft.com/office/drawing/2014/main" id="{15C4B094-138F-CF9A-7C67-556C214B05D0}"/>
              </a:ext>
            </a:extLst>
          </p:cNvPr>
          <p:cNvSpPr/>
          <p:nvPr/>
        </p:nvSpPr>
        <p:spPr>
          <a:xfrm>
            <a:off x="5613976" y="3198332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4" name="타원 323">
            <a:extLst>
              <a:ext uri="{FF2B5EF4-FFF2-40B4-BE49-F238E27FC236}">
                <a16:creationId xmlns:a16="http://schemas.microsoft.com/office/drawing/2014/main" id="{9D26EACE-7612-C831-E3D2-0C82072FECEB}"/>
              </a:ext>
            </a:extLst>
          </p:cNvPr>
          <p:cNvSpPr/>
          <p:nvPr/>
        </p:nvSpPr>
        <p:spPr>
          <a:xfrm>
            <a:off x="6462975" y="3198332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F342D3BA-F1F7-B39C-8E5C-62C0F8BEBF97}"/>
              </a:ext>
            </a:extLst>
          </p:cNvPr>
          <p:cNvSpPr txBox="1"/>
          <p:nvPr/>
        </p:nvSpPr>
        <p:spPr>
          <a:xfrm>
            <a:off x="6295997" y="3845137"/>
            <a:ext cx="44916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17/80</a:t>
            </a:r>
            <a:endParaRPr lang="ko-KR" altLang="en-US" sz="800" dirty="0" err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39" name="TextBox 338">
            <a:extLst>
              <a:ext uri="{FF2B5EF4-FFF2-40B4-BE49-F238E27FC236}">
                <a16:creationId xmlns:a16="http://schemas.microsoft.com/office/drawing/2014/main" id="{5C1DD553-3D13-896B-628F-0FB744105B41}"/>
              </a:ext>
            </a:extLst>
          </p:cNvPr>
          <p:cNvSpPr txBox="1"/>
          <p:nvPr/>
        </p:nvSpPr>
        <p:spPr>
          <a:xfrm>
            <a:off x="5590053" y="4489495"/>
            <a:ext cx="3930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0/10</a:t>
            </a:r>
            <a:endParaRPr lang="ko-KR" altLang="en-US" sz="800" dirty="0" err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341" name="Table 1">
            <a:extLst>
              <a:ext uri="{FF2B5EF4-FFF2-40B4-BE49-F238E27FC236}">
                <a16:creationId xmlns:a16="http://schemas.microsoft.com/office/drawing/2014/main" id="{99094F1A-21EA-FACC-ECDB-C3C560B31C3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6733247"/>
              </p:ext>
            </p:extLst>
          </p:nvPr>
        </p:nvGraphicFramePr>
        <p:xfrm>
          <a:off x="9687839" y="3114568"/>
          <a:ext cx="2420829" cy="2377440"/>
        </p:xfrm>
        <a:graphic>
          <a:graphicData uri="http://schemas.openxmlformats.org/drawingml/2006/table">
            <a:tbl>
              <a:tblPr/>
              <a:tblGrid>
                <a:gridCol w="653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78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8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charset="0"/>
                        </a:rPr>
                        <a:t>툴팁</a:t>
                      </a:r>
                      <a:endParaRPr lang="en-US" sz="8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charset="0"/>
                        </a:rPr>
                        <a:t>상태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서버가 판단한 현재 방송 상태입니다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.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송출 프로그램의 표시와 최대 몇 초 차이가 날 수 있어요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.</a:t>
                      </a: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방송 시간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이번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회차가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 시작된 뒤 지난 시간입니다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.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일시중단 구간도 포함합니다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.</a:t>
                      </a: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동시 시청자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지금 이 방송을 보고 있는 동시 시청자 수입니다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.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중복 접속은 제외되었습니다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.</a:t>
                      </a: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비트트레이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서버가 실제로 수신한 초당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데이터량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(kbps)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.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송출 프로그램이 보내는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설정값이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 아니라 도착한 값입니다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.</a:t>
                      </a: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283811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해상도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수신한 영상 원본의 해상도입니다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. 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시청자는 화질 단계에 따라 더 낮은 값으로 볼 수 있어요</a:t>
                      </a:r>
                      <a:r>
                        <a:rPr lang="en-US" altLang="ko-KR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.</a:t>
                      </a: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079622"/>
                  </a:ext>
                </a:extLst>
              </a:tr>
            </a:tbl>
          </a:graphicData>
        </a:graphic>
      </p:graphicFrame>
      <p:sp>
        <p:nvSpPr>
          <p:cNvPr id="342" name="말풍선: 모서리가 둥근 사각형 341">
            <a:extLst>
              <a:ext uri="{FF2B5EF4-FFF2-40B4-BE49-F238E27FC236}">
                <a16:creationId xmlns:a16="http://schemas.microsoft.com/office/drawing/2014/main" id="{FE826CFA-DEAA-F6D1-6D2F-EF316047A3F7}"/>
              </a:ext>
            </a:extLst>
          </p:cNvPr>
          <p:cNvSpPr/>
          <p:nvPr/>
        </p:nvSpPr>
        <p:spPr>
          <a:xfrm>
            <a:off x="6344629" y="3452168"/>
            <a:ext cx="1296144" cy="615028"/>
          </a:xfrm>
          <a:prstGeom prst="wedgeRoundRectCallout">
            <a:avLst>
              <a:gd name="adj1" fmla="val -33904"/>
              <a:gd name="adj2" fmla="val -64647"/>
              <a:gd name="adj3" fmla="val 16667"/>
            </a:avLst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800">
                <a:solidFill>
                  <a:schemeClr val="bg1"/>
                </a:solidFill>
              </a:rPr>
              <a:t>수신한 영상 원본의 해상도입니다</a:t>
            </a:r>
            <a:r>
              <a:rPr lang="en-US" altLang="ko-KR" sz="800">
                <a:solidFill>
                  <a:schemeClr val="bg1"/>
                </a:solidFill>
              </a:rPr>
              <a:t>. </a:t>
            </a:r>
            <a:r>
              <a:rPr lang="ko-KR" altLang="en-US" sz="800">
                <a:solidFill>
                  <a:schemeClr val="bg1"/>
                </a:solidFill>
              </a:rPr>
              <a:t>시청자는 화질 단계에 따라 더 낮은 값으로 볼 수 있어요</a:t>
            </a:r>
            <a:r>
              <a:rPr lang="en-US" altLang="ko-KR" sz="800">
                <a:solidFill>
                  <a:schemeClr val="bg1"/>
                </a:solidFill>
              </a:rPr>
              <a:t>.</a:t>
            </a:r>
            <a:endParaRPr lang="en-US" altLang="ko-KR" sz="800" dirty="0">
              <a:solidFill>
                <a:schemeClr val="bg1"/>
              </a:solidFill>
            </a:endParaRPr>
          </a:p>
        </p:txBody>
      </p:sp>
      <p:sp>
        <p:nvSpPr>
          <p:cNvPr id="343" name="Shape 58">
            <a:extLst>
              <a:ext uri="{FF2B5EF4-FFF2-40B4-BE49-F238E27FC236}">
                <a16:creationId xmlns:a16="http://schemas.microsoft.com/office/drawing/2014/main" id="{53E4F838-F40E-6206-16D8-E88F217B22AD}"/>
              </a:ext>
            </a:extLst>
          </p:cNvPr>
          <p:cNvSpPr/>
          <p:nvPr/>
        </p:nvSpPr>
        <p:spPr>
          <a:xfrm>
            <a:off x="1946292" y="6328821"/>
            <a:ext cx="4870416" cy="285018"/>
          </a:xfrm>
          <a:prstGeom prst="roundRect">
            <a:avLst>
              <a:gd name="adj" fmla="val 19446"/>
            </a:avLst>
          </a:prstGeom>
          <a:solidFill>
            <a:schemeClr val="bg1">
              <a:lumMod val="85000"/>
            </a:schemeClr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ko-KR" altLang="en-US" sz="900" b="1">
                <a:solidFill>
                  <a:schemeClr val="bg1"/>
                </a:solidFill>
                <a:latin typeface="+mn-ea"/>
                <a:ea typeface="+mn-ea"/>
              </a:rPr>
              <a:t>저장하기</a:t>
            </a:r>
            <a:endParaRPr lang="ko-KR" altLang="en-US" sz="9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466397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F7B7068-BEAB-9013-733C-885BC7132C3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상태별 화면 분기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5CF7BEC-6656-5632-70EE-D06BAFDDFA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방송 관리 화면 분기</a:t>
            </a:r>
          </a:p>
        </p:txBody>
      </p:sp>
      <p:grpSp>
        <p:nvGrpSpPr>
          <p:cNvPr id="258" name="그룹 257">
            <a:extLst>
              <a:ext uri="{FF2B5EF4-FFF2-40B4-BE49-F238E27FC236}">
                <a16:creationId xmlns:a16="http://schemas.microsoft.com/office/drawing/2014/main" id="{5F9F5850-F594-D014-AF08-7A688CDD96FC}"/>
              </a:ext>
            </a:extLst>
          </p:cNvPr>
          <p:cNvGrpSpPr/>
          <p:nvPr/>
        </p:nvGrpSpPr>
        <p:grpSpPr>
          <a:xfrm>
            <a:off x="515380" y="1294521"/>
            <a:ext cx="3960440" cy="1876951"/>
            <a:chOff x="263352" y="944724"/>
            <a:chExt cx="3960440" cy="1876951"/>
          </a:xfrm>
        </p:grpSpPr>
        <p:sp>
          <p:nvSpPr>
            <p:cNvPr id="7" name="Shape 11">
              <a:extLst>
                <a:ext uri="{FF2B5EF4-FFF2-40B4-BE49-F238E27FC236}">
                  <a16:creationId xmlns:a16="http://schemas.microsoft.com/office/drawing/2014/main" id="{0B338B7B-98CE-A857-F600-3A773D005933}"/>
                </a:ext>
              </a:extLst>
            </p:cNvPr>
            <p:cNvSpPr/>
            <p:nvPr/>
          </p:nvSpPr>
          <p:spPr>
            <a:xfrm>
              <a:off x="263611" y="1105338"/>
              <a:ext cx="3960180" cy="1150164"/>
            </a:xfrm>
            <a:prstGeom prst="rect">
              <a:avLst/>
            </a:prstGeom>
            <a:solidFill>
              <a:srgbClr val="1A1D28"/>
            </a:solidFill>
            <a:ln/>
          </p:spPr>
        </p:sp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9A0FEBD4-8A6A-1186-980B-4D99E061E75E}"/>
                </a:ext>
              </a:extLst>
            </p:cNvPr>
            <p:cNvGrpSpPr/>
            <p:nvPr/>
          </p:nvGrpSpPr>
          <p:grpSpPr>
            <a:xfrm>
              <a:off x="460040" y="1354138"/>
              <a:ext cx="3547730" cy="735579"/>
              <a:chOff x="2187870" y="1774271"/>
              <a:chExt cx="4363165" cy="735579"/>
            </a:xfrm>
          </p:grpSpPr>
          <p:sp>
            <p:nvSpPr>
              <p:cNvPr id="9" name="Text 13">
                <a:extLst>
                  <a:ext uri="{FF2B5EF4-FFF2-40B4-BE49-F238E27FC236}">
                    <a16:creationId xmlns:a16="http://schemas.microsoft.com/office/drawing/2014/main" id="{E7E51E80-E488-E1C1-6A22-B4A95AC51CE1}"/>
                  </a:ext>
                </a:extLst>
              </p:cNvPr>
              <p:cNvSpPr txBox="1"/>
              <p:nvPr/>
            </p:nvSpPr>
            <p:spPr>
              <a:xfrm>
                <a:off x="2187870" y="1774271"/>
                <a:ext cx="4363165" cy="27432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 fontAlgn="auto" latinLnBrk="0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ko-KR" altLang="en-US" b="1" dirty="0">
                    <a:solidFill>
                      <a:srgbClr val="FFFFFF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스트리밍 소프트웨어를</a:t>
                </a:r>
                <a:r>
                  <a:rPr kumimoji="0" lang="en-US" b="1" dirty="0">
                    <a:solidFill>
                      <a:srgbClr val="FFFFFF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 연결하면 방송이 시작됩니다</a:t>
                </a:r>
                <a:endParaRPr kumimoji="0" lang="en-US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sp>
            <p:nvSpPr>
              <p:cNvPr id="10" name="Text 14">
                <a:extLst>
                  <a:ext uri="{FF2B5EF4-FFF2-40B4-BE49-F238E27FC236}">
                    <a16:creationId xmlns:a16="http://schemas.microsoft.com/office/drawing/2014/main" id="{B9986D1A-A9E4-F915-BE03-096556E787A8}"/>
                  </a:ext>
                </a:extLst>
              </p:cNvPr>
              <p:cNvSpPr txBox="1"/>
              <p:nvPr/>
            </p:nvSpPr>
            <p:spPr>
              <a:xfrm>
                <a:off x="2187871" y="2002362"/>
                <a:ext cx="4363163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algn="ctr" fontAlgn="auto" latinLnBrk="0">
                  <a:spcBef>
                    <a:spcPts val="0"/>
                  </a:spcBef>
                  <a:spcAft>
                    <a:spcPts val="0"/>
                  </a:spcAft>
                </a:pPr>
                <a:r>
                  <a:rPr kumimoji="0" lang="en-US" sz="800" dirty="0">
                    <a:solidFill>
                      <a:srgbClr val="AEBBDA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방송 시작 · </a:t>
                </a:r>
                <a:r>
                  <a:rPr kumimoji="0" lang="en-US" sz="800" dirty="0" err="1">
                    <a:solidFill>
                      <a:srgbClr val="AEBBDA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종료는</a:t>
                </a:r>
                <a:r>
                  <a:rPr kumimoji="0" lang="en-US" sz="800" dirty="0">
                    <a:solidFill>
                      <a:srgbClr val="AEBBDA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 </a:t>
                </a:r>
                <a:r>
                  <a:rPr kumimoji="0" lang="ko-KR" altLang="en-US" sz="800" dirty="0">
                    <a:solidFill>
                      <a:srgbClr val="AEBBDA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스트리밍 소프트웨어</a:t>
                </a:r>
                <a:r>
                  <a:rPr kumimoji="0" lang="en-US" sz="800" dirty="0">
                    <a:solidFill>
                      <a:srgbClr val="AEBBDA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(OBS 등)</a:t>
                </a:r>
                <a:r>
                  <a:rPr kumimoji="0" lang="en-US" sz="800" dirty="0" err="1">
                    <a:solidFill>
                      <a:srgbClr val="AEBBDA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에서</a:t>
                </a:r>
                <a:r>
                  <a:rPr kumimoji="0" lang="en-US" sz="800" dirty="0">
                    <a:solidFill>
                      <a:srgbClr val="AEBBDA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 </a:t>
                </a:r>
                <a:r>
                  <a:rPr kumimoji="0" lang="ko-KR" altLang="en-US" sz="800" dirty="0">
                    <a:solidFill>
                      <a:srgbClr val="AEBBDA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가능</a:t>
                </a:r>
                <a:r>
                  <a:rPr kumimoji="0" lang="en-US" sz="800" dirty="0" err="1">
                    <a:solidFill>
                      <a:srgbClr val="AEBBDA"/>
                    </a:solidFill>
                    <a:latin typeface="맑은 고딕" pitchFamily="34" charset="0"/>
                    <a:ea typeface="맑은 고딕" pitchFamily="34" charset="-122"/>
                    <a:cs typeface="맑은 고딕" pitchFamily="34" charset="-120"/>
                  </a:rPr>
                  <a:t>합니다</a:t>
                </a:r>
                <a:endParaRPr kumimoji="0" lang="en-US" sz="800" dirty="0">
                  <a:solidFill>
                    <a:prstClr val="black"/>
                  </a:solidFill>
                  <a:latin typeface="Calibri" panose="020F0502020204030204"/>
                </a:endParaRPr>
              </a:p>
            </p:txBody>
          </p:sp>
          <p:grpSp>
            <p:nvGrpSpPr>
              <p:cNvPr id="11" name="그룹 10">
                <a:extLst>
                  <a:ext uri="{FF2B5EF4-FFF2-40B4-BE49-F238E27FC236}">
                    <a16:creationId xmlns:a16="http://schemas.microsoft.com/office/drawing/2014/main" id="{C8BF68EC-428C-93BF-1773-D19013C3DE90}"/>
                  </a:ext>
                </a:extLst>
              </p:cNvPr>
              <p:cNvGrpSpPr/>
              <p:nvPr/>
            </p:nvGrpSpPr>
            <p:grpSpPr>
              <a:xfrm>
                <a:off x="3821725" y="2298060"/>
                <a:ext cx="1095454" cy="211790"/>
                <a:chOff x="3821725" y="2497130"/>
                <a:chExt cx="1095454" cy="211790"/>
              </a:xfrm>
            </p:grpSpPr>
            <p:sp>
              <p:nvSpPr>
                <p:cNvPr id="12" name="Shape 15">
                  <a:extLst>
                    <a:ext uri="{FF2B5EF4-FFF2-40B4-BE49-F238E27FC236}">
                      <a16:creationId xmlns:a16="http://schemas.microsoft.com/office/drawing/2014/main" id="{F419E5F2-6486-EB7B-4381-E5F5BD39448E}"/>
                    </a:ext>
                  </a:extLst>
                </p:cNvPr>
                <p:cNvSpPr/>
                <p:nvPr/>
              </p:nvSpPr>
              <p:spPr>
                <a:xfrm>
                  <a:off x="3874061" y="2497130"/>
                  <a:ext cx="990782" cy="21179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FFFFFF"/>
                </a:solidFill>
                <a:ln/>
              </p:spPr>
            </p:sp>
            <p:sp>
              <p:nvSpPr>
                <p:cNvPr id="13" name="Text 16">
                  <a:extLst>
                    <a:ext uri="{FF2B5EF4-FFF2-40B4-BE49-F238E27FC236}">
                      <a16:creationId xmlns:a16="http://schemas.microsoft.com/office/drawing/2014/main" id="{C202059F-EFC3-5C9B-B086-E067743D7211}"/>
                    </a:ext>
                  </a:extLst>
                </p:cNvPr>
                <p:cNvSpPr txBox="1"/>
                <p:nvPr/>
              </p:nvSpPr>
              <p:spPr>
                <a:xfrm>
                  <a:off x="3821725" y="2506367"/>
                  <a:ext cx="1095454" cy="193316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algn="ctr" fontAlgn="auto" latinLnBrk="0">
                    <a:spcBef>
                      <a:spcPts val="0"/>
                    </a:spcBef>
                    <a:spcAft>
                      <a:spcPts val="0"/>
                    </a:spcAft>
                  </a:pPr>
                  <a:r>
                    <a:rPr kumimoji="0" lang="ko-KR" altLang="en-US" sz="800" b="1" dirty="0">
                      <a:solidFill>
                        <a:srgbClr val="1B2A5B"/>
                      </a:solidFill>
                      <a:latin typeface="맑은 고딕" pitchFamily="34" charset="0"/>
                      <a:ea typeface="맑은 고딕" pitchFamily="34" charset="-122"/>
                      <a:cs typeface="맑은 고딕" pitchFamily="34" charset="-120"/>
                    </a:rPr>
                    <a:t>스트림 </a:t>
                  </a:r>
                  <a:r>
                    <a:rPr kumimoji="0" lang="en-US" sz="800" b="1" dirty="0" err="1">
                      <a:solidFill>
                        <a:srgbClr val="1B2A5B"/>
                      </a:solidFill>
                      <a:latin typeface="맑은 고딕" pitchFamily="34" charset="0"/>
                      <a:ea typeface="맑은 고딕" pitchFamily="34" charset="-122"/>
                      <a:cs typeface="맑은 고딕" pitchFamily="34" charset="-120"/>
                    </a:rPr>
                    <a:t>설정</a:t>
                  </a:r>
                  <a:r>
                    <a:rPr kumimoji="0" lang="en-US" sz="800" b="1" dirty="0">
                      <a:solidFill>
                        <a:srgbClr val="1B2A5B"/>
                      </a:solidFill>
                      <a:latin typeface="맑은 고딕" pitchFamily="34" charset="0"/>
                      <a:ea typeface="맑은 고딕" pitchFamily="34" charset="-122"/>
                      <a:cs typeface="맑은 고딕" pitchFamily="34" charset="-120"/>
                    </a:rPr>
                    <a:t> </a:t>
                  </a:r>
                  <a:r>
                    <a:rPr kumimoji="0" lang="ko-KR" altLang="en-US" sz="800" b="1" dirty="0">
                      <a:solidFill>
                        <a:srgbClr val="1B2A5B"/>
                      </a:solidFill>
                      <a:latin typeface="맑은 고딕" pitchFamily="34" charset="0"/>
                      <a:ea typeface="맑은 고딕" pitchFamily="34" charset="-122"/>
                      <a:cs typeface="맑은 고딕" pitchFamily="34" charset="-120"/>
                    </a:rPr>
                    <a:t>안내</a:t>
                  </a:r>
                  <a:endParaRPr kumimoji="0" lang="en-US" sz="800" dirty="0">
                    <a:solidFill>
                      <a:prstClr val="black"/>
                    </a:solidFill>
                    <a:latin typeface="Calibri" panose="020F0502020204030204"/>
                  </a:endParaRPr>
                </a:p>
              </p:txBody>
            </p:sp>
          </p:grpSp>
        </p:grpSp>
        <p:sp>
          <p:nvSpPr>
            <p:cNvPr id="14" name="Shape 28">
              <a:extLst>
                <a:ext uri="{FF2B5EF4-FFF2-40B4-BE49-F238E27FC236}">
                  <a16:creationId xmlns:a16="http://schemas.microsoft.com/office/drawing/2014/main" id="{EB5A21B6-6DA2-212D-9CDF-5F7E527CB44F}"/>
                </a:ext>
              </a:extLst>
            </p:cNvPr>
            <p:cNvSpPr/>
            <p:nvPr/>
          </p:nvSpPr>
          <p:spPr>
            <a:xfrm>
              <a:off x="263352" y="2290242"/>
              <a:ext cx="3960440" cy="531433"/>
            </a:xfrm>
            <a:prstGeom prst="roundRect">
              <a:avLst>
                <a:gd name="adj" fmla="val 4878"/>
              </a:avLst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5" name="Text 31">
              <a:extLst>
                <a:ext uri="{FF2B5EF4-FFF2-40B4-BE49-F238E27FC236}">
                  <a16:creationId xmlns:a16="http://schemas.microsoft.com/office/drawing/2014/main" id="{887E7B35-2EDE-79EC-BCE6-FF5D69824382}"/>
                </a:ext>
              </a:extLst>
            </p:cNvPr>
            <p:cNvSpPr txBox="1"/>
            <p:nvPr/>
          </p:nvSpPr>
          <p:spPr>
            <a:xfrm>
              <a:off x="368997" y="2521222"/>
              <a:ext cx="685215" cy="2532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900" b="1" dirty="0">
                  <a:solidFill>
                    <a:srgbClr val="1B2A5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-</a:t>
              </a:r>
              <a:endParaRPr kumimoji="0" lang="en-US" sz="9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6" name="Text 33">
              <a:extLst>
                <a:ext uri="{FF2B5EF4-FFF2-40B4-BE49-F238E27FC236}">
                  <a16:creationId xmlns:a16="http://schemas.microsoft.com/office/drawing/2014/main" id="{F8B8A795-BD60-1C80-95D2-910DBECF9738}"/>
                </a:ext>
              </a:extLst>
            </p:cNvPr>
            <p:cNvSpPr txBox="1"/>
            <p:nvPr/>
          </p:nvSpPr>
          <p:spPr>
            <a:xfrm>
              <a:off x="1132029" y="2521222"/>
              <a:ext cx="685215" cy="2532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900" b="1" dirty="0">
                  <a:solidFill>
                    <a:srgbClr val="1B2A5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-</a:t>
              </a:r>
              <a:endParaRPr kumimoji="0" lang="en-US" sz="9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7" name="Text 35">
              <a:extLst>
                <a:ext uri="{FF2B5EF4-FFF2-40B4-BE49-F238E27FC236}">
                  <a16:creationId xmlns:a16="http://schemas.microsoft.com/office/drawing/2014/main" id="{C03578B9-58AE-671E-776D-F38B90A6E9CE}"/>
                </a:ext>
              </a:extLst>
            </p:cNvPr>
            <p:cNvSpPr txBox="1"/>
            <p:nvPr/>
          </p:nvSpPr>
          <p:spPr>
            <a:xfrm>
              <a:off x="1895061" y="2521222"/>
              <a:ext cx="685215" cy="2532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900" b="1" dirty="0">
                  <a:solidFill>
                    <a:srgbClr val="1B2A5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-</a:t>
              </a:r>
              <a:endParaRPr kumimoji="0" lang="en-US" sz="9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8" name="Text 37">
              <a:extLst>
                <a:ext uri="{FF2B5EF4-FFF2-40B4-BE49-F238E27FC236}">
                  <a16:creationId xmlns:a16="http://schemas.microsoft.com/office/drawing/2014/main" id="{0A85EBBD-3618-486D-253C-3FD063288045}"/>
                </a:ext>
              </a:extLst>
            </p:cNvPr>
            <p:cNvSpPr txBox="1"/>
            <p:nvPr/>
          </p:nvSpPr>
          <p:spPr>
            <a:xfrm>
              <a:off x="3421126" y="2521222"/>
              <a:ext cx="685215" cy="2532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900" b="1" dirty="0">
                  <a:solidFill>
                    <a:srgbClr val="1B2A5B"/>
                  </a:solidFill>
                  <a:latin typeface="맑은 고딕" pitchFamily="34" charset="0"/>
                  <a:ea typeface="맑은 고딕" pitchFamily="34" charset="-122"/>
                </a:rPr>
                <a:t>-</a:t>
              </a:r>
              <a:endParaRPr kumimoji="0" lang="en-US" sz="9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19" name="Text 37">
              <a:extLst>
                <a:ext uri="{FF2B5EF4-FFF2-40B4-BE49-F238E27FC236}">
                  <a16:creationId xmlns:a16="http://schemas.microsoft.com/office/drawing/2014/main" id="{2FC21C4D-F7C2-8AA9-4EAC-CD7997AE3651}"/>
                </a:ext>
              </a:extLst>
            </p:cNvPr>
            <p:cNvSpPr txBox="1"/>
            <p:nvPr/>
          </p:nvSpPr>
          <p:spPr>
            <a:xfrm>
              <a:off x="2658093" y="2521222"/>
              <a:ext cx="685215" cy="2532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900" b="1" dirty="0">
                  <a:solidFill>
                    <a:srgbClr val="1B2A5B"/>
                  </a:solidFill>
                  <a:latin typeface="맑은 고딕" pitchFamily="34" charset="0"/>
                  <a:ea typeface="맑은 고딕" pitchFamily="34" charset="-122"/>
                </a:rPr>
                <a:t>-</a:t>
              </a:r>
              <a:endParaRPr kumimoji="0" lang="en-US" sz="9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0" name="Shape 11">
              <a:extLst>
                <a:ext uri="{FF2B5EF4-FFF2-40B4-BE49-F238E27FC236}">
                  <a16:creationId xmlns:a16="http://schemas.microsoft.com/office/drawing/2014/main" id="{F32A7A3D-98FA-7B21-76F9-A899C85ECBA8}"/>
                </a:ext>
              </a:extLst>
            </p:cNvPr>
            <p:cNvSpPr/>
            <p:nvPr/>
          </p:nvSpPr>
          <p:spPr>
            <a:xfrm>
              <a:off x="263611" y="944724"/>
              <a:ext cx="3960180" cy="177127"/>
            </a:xfrm>
            <a:prstGeom prst="rect">
              <a:avLst/>
            </a:prstGeom>
            <a:solidFill>
              <a:schemeClr val="tx1">
                <a:lumMod val="50000"/>
                <a:lumOff val="50000"/>
              </a:schemeClr>
            </a:solidFill>
            <a:ln/>
          </p:spPr>
          <p:txBody>
            <a:bodyPr anchor="ctr"/>
            <a:lstStyle/>
            <a:p>
              <a:pPr algn="ctr"/>
              <a:r>
                <a:rPr lang="en-US" altLang="ko-KR" sz="800" b="1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+mn-ea"/>
                </a:rPr>
                <a:t>OFF AIR</a:t>
              </a:r>
              <a:endParaRPr lang="ko-KR" altLang="en-US" sz="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</a:endParaRPr>
            </a:p>
          </p:txBody>
        </p:sp>
        <p:sp>
          <p:nvSpPr>
            <p:cNvPr id="21" name="Text 30">
              <a:extLst>
                <a:ext uri="{FF2B5EF4-FFF2-40B4-BE49-F238E27FC236}">
                  <a16:creationId xmlns:a16="http://schemas.microsoft.com/office/drawing/2014/main" id="{18F6655E-1B2B-6265-6604-FE159888A82D}"/>
                </a:ext>
              </a:extLst>
            </p:cNvPr>
            <p:cNvSpPr txBox="1"/>
            <p:nvPr/>
          </p:nvSpPr>
          <p:spPr>
            <a:xfrm>
              <a:off x="368997" y="2341769"/>
              <a:ext cx="685215" cy="231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900" dirty="0">
                  <a:solidFill>
                    <a:prstClr val="black"/>
                  </a:solidFill>
                  <a:latin typeface="+mn-ea"/>
                  <a:ea typeface="+mn-ea"/>
                </a:rPr>
                <a:t>상태</a:t>
              </a:r>
              <a:endParaRPr kumimoji="0" lang="en-US" sz="900" dirty="0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sp>
          <p:nvSpPr>
            <p:cNvPr id="22" name="Text 32">
              <a:extLst>
                <a:ext uri="{FF2B5EF4-FFF2-40B4-BE49-F238E27FC236}">
                  <a16:creationId xmlns:a16="http://schemas.microsoft.com/office/drawing/2014/main" id="{C2EBCC97-F5B6-5AD4-E8B7-FC5A0BDFCDEE}"/>
                </a:ext>
              </a:extLst>
            </p:cNvPr>
            <p:cNvSpPr txBox="1"/>
            <p:nvPr/>
          </p:nvSpPr>
          <p:spPr>
            <a:xfrm>
              <a:off x="1132029" y="2341769"/>
              <a:ext cx="685215" cy="231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방송 시간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itchFamily="50" charset="-127"/>
                <a:ea typeface="돋움" pitchFamily="50" charset="-127"/>
                <a:cs typeface="+mn-cs"/>
              </a:endParaRPr>
            </a:p>
          </p:txBody>
        </p:sp>
        <p:sp>
          <p:nvSpPr>
            <p:cNvPr id="23" name="Text 34">
              <a:extLst>
                <a:ext uri="{FF2B5EF4-FFF2-40B4-BE49-F238E27FC236}">
                  <a16:creationId xmlns:a16="http://schemas.microsoft.com/office/drawing/2014/main" id="{13D38118-FAB4-F261-4ED2-3F53176A03DC}"/>
                </a:ext>
              </a:extLst>
            </p:cNvPr>
            <p:cNvSpPr txBox="1"/>
            <p:nvPr/>
          </p:nvSpPr>
          <p:spPr>
            <a:xfrm>
              <a:off x="1895061" y="2341769"/>
              <a:ext cx="685215" cy="231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동시 시청자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돋움" pitchFamily="50" charset="-127"/>
                <a:cs typeface="+mn-cs"/>
              </a:endParaRPr>
            </a:p>
          </p:txBody>
        </p:sp>
        <p:sp>
          <p:nvSpPr>
            <p:cNvPr id="24" name="Text 36">
              <a:extLst>
                <a:ext uri="{FF2B5EF4-FFF2-40B4-BE49-F238E27FC236}">
                  <a16:creationId xmlns:a16="http://schemas.microsoft.com/office/drawing/2014/main" id="{A2E3BF98-3CBA-433E-679C-A06F5A34E9D3}"/>
                </a:ext>
              </a:extLst>
            </p:cNvPr>
            <p:cNvSpPr txBox="1"/>
            <p:nvPr/>
          </p:nvSpPr>
          <p:spPr>
            <a:xfrm>
              <a:off x="3421126" y="2341769"/>
              <a:ext cx="685215" cy="231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900" dirty="0"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해상도</a:t>
              </a:r>
              <a:endParaRPr kumimoji="0" lang="en-US" sz="900" dirty="0">
                <a:latin typeface="Calibri" panose="020F0502020204030204"/>
              </a:endParaRPr>
            </a:p>
          </p:txBody>
        </p:sp>
        <p:sp>
          <p:nvSpPr>
            <p:cNvPr id="25" name="Text 36">
              <a:extLst>
                <a:ext uri="{FF2B5EF4-FFF2-40B4-BE49-F238E27FC236}">
                  <a16:creationId xmlns:a16="http://schemas.microsoft.com/office/drawing/2014/main" id="{284B8B7C-7DAA-CDE1-C077-8094DB0FB2FD}"/>
                </a:ext>
              </a:extLst>
            </p:cNvPr>
            <p:cNvSpPr txBox="1"/>
            <p:nvPr/>
          </p:nvSpPr>
          <p:spPr>
            <a:xfrm>
              <a:off x="2658093" y="2341769"/>
              <a:ext cx="685215" cy="231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900" dirty="0" err="1"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비트트레이</a:t>
              </a:r>
              <a:endParaRPr kumimoji="0" lang="en-US" sz="900" dirty="0">
                <a:latin typeface="Calibri" panose="020F0502020204030204"/>
              </a:endParaRPr>
            </a:p>
          </p:txBody>
        </p:sp>
      </p:grpSp>
      <p:sp>
        <p:nvSpPr>
          <p:cNvPr id="30" name="Shape 11">
            <a:extLst>
              <a:ext uri="{FF2B5EF4-FFF2-40B4-BE49-F238E27FC236}">
                <a16:creationId xmlns:a16="http://schemas.microsoft.com/office/drawing/2014/main" id="{4F7344EC-9132-5966-5F40-E4E76FCD3EE9}"/>
              </a:ext>
            </a:extLst>
          </p:cNvPr>
          <p:cNvSpPr/>
          <p:nvPr/>
        </p:nvSpPr>
        <p:spPr>
          <a:xfrm>
            <a:off x="515638" y="3775134"/>
            <a:ext cx="3960180" cy="1150164"/>
          </a:xfrm>
          <a:prstGeom prst="rect">
            <a:avLst/>
          </a:prstGeom>
          <a:solidFill>
            <a:srgbClr val="1A1D28"/>
          </a:solidFill>
          <a:ln/>
        </p:spPr>
        <p:txBody>
          <a:bodyPr anchor="ctr"/>
          <a:lstStyle/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bg1"/>
                </a:solidFill>
                <a:latin typeface="+mn-ea"/>
                <a:ea typeface="+mn-ea"/>
              </a:rPr>
              <a:t>오프라인 상태입니다</a:t>
            </a:r>
            <a:r>
              <a:rPr lang="en-US" altLang="ko-KR" b="1" dirty="0">
                <a:solidFill>
                  <a:schemeClr val="bg1"/>
                </a:solidFill>
                <a:latin typeface="+mn-ea"/>
                <a:ea typeface="+mn-ea"/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ko-KR" altLang="en-US" b="1" dirty="0">
                <a:solidFill>
                  <a:schemeClr val="bg1"/>
                </a:solidFill>
                <a:latin typeface="+mn-ea"/>
                <a:ea typeface="+mn-ea"/>
              </a:rPr>
              <a:t>인터넷 </a:t>
            </a:r>
            <a:r>
              <a:rPr lang="ko-KR" altLang="en-US" b="1" dirty="0" err="1">
                <a:solidFill>
                  <a:schemeClr val="bg1"/>
                </a:solidFill>
                <a:latin typeface="+mn-ea"/>
                <a:ea typeface="+mn-ea"/>
              </a:rPr>
              <a:t>연결를</a:t>
            </a:r>
            <a:r>
              <a:rPr lang="ko-KR" altLang="en-US" b="1" dirty="0">
                <a:solidFill>
                  <a:schemeClr val="bg1"/>
                </a:solidFill>
                <a:latin typeface="+mn-ea"/>
                <a:ea typeface="+mn-ea"/>
              </a:rPr>
              <a:t> 확인하고 다시 시도해 보세요</a:t>
            </a:r>
            <a:r>
              <a:rPr lang="en-US" altLang="ko-KR" b="1" dirty="0">
                <a:solidFill>
                  <a:schemeClr val="bg1"/>
                </a:solidFill>
                <a:latin typeface="+mn-ea"/>
                <a:ea typeface="+mn-ea"/>
              </a:rPr>
              <a:t>.</a:t>
            </a:r>
            <a:endParaRPr lang="ko-KR" altLang="en-US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43" name="Shape 11">
            <a:extLst>
              <a:ext uri="{FF2B5EF4-FFF2-40B4-BE49-F238E27FC236}">
                <a16:creationId xmlns:a16="http://schemas.microsoft.com/office/drawing/2014/main" id="{94F5D55A-39FA-FBE7-FAF4-C6C4086DB79A}"/>
              </a:ext>
            </a:extLst>
          </p:cNvPr>
          <p:cNvSpPr/>
          <p:nvPr/>
        </p:nvSpPr>
        <p:spPr>
          <a:xfrm>
            <a:off x="515638" y="3614520"/>
            <a:ext cx="3960180" cy="177127"/>
          </a:xfrm>
          <a:prstGeom prst="rect">
            <a:avLst/>
          </a:prstGeom>
          <a:solidFill>
            <a:srgbClr val="C00000"/>
          </a:solidFill>
          <a:ln/>
        </p:spPr>
        <p:txBody>
          <a:bodyPr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altLang="ko-KR" sz="800" b="1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 AIR</a:t>
            </a:r>
          </a:p>
        </p:txBody>
      </p:sp>
      <p:sp>
        <p:nvSpPr>
          <p:cNvPr id="50" name="Shape 11">
            <a:extLst>
              <a:ext uri="{FF2B5EF4-FFF2-40B4-BE49-F238E27FC236}">
                <a16:creationId xmlns:a16="http://schemas.microsoft.com/office/drawing/2014/main" id="{D205B316-774A-6BE3-5951-9FCF9E7B99F5}"/>
              </a:ext>
            </a:extLst>
          </p:cNvPr>
          <p:cNvSpPr/>
          <p:nvPr/>
        </p:nvSpPr>
        <p:spPr>
          <a:xfrm>
            <a:off x="4950450" y="1455135"/>
            <a:ext cx="3960178" cy="1144354"/>
          </a:xfrm>
          <a:prstGeom prst="rect">
            <a:avLst/>
          </a:prstGeom>
          <a:solidFill>
            <a:srgbClr val="1A1D28"/>
          </a:solidFill>
          <a:ln/>
        </p:spPr>
      </p:sp>
      <p:sp>
        <p:nvSpPr>
          <p:cNvPr id="51" name="Shape 28">
            <a:extLst>
              <a:ext uri="{FF2B5EF4-FFF2-40B4-BE49-F238E27FC236}">
                <a16:creationId xmlns:a16="http://schemas.microsoft.com/office/drawing/2014/main" id="{57255F96-4BFB-FDFE-3DDB-2899964E1315}"/>
              </a:ext>
            </a:extLst>
          </p:cNvPr>
          <p:cNvSpPr/>
          <p:nvPr/>
        </p:nvSpPr>
        <p:spPr>
          <a:xfrm>
            <a:off x="4950452" y="2634228"/>
            <a:ext cx="3960178" cy="531433"/>
          </a:xfrm>
          <a:prstGeom prst="roundRect">
            <a:avLst>
              <a:gd name="adj" fmla="val 4878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2" name="Text 30">
            <a:extLst>
              <a:ext uri="{FF2B5EF4-FFF2-40B4-BE49-F238E27FC236}">
                <a16:creationId xmlns:a16="http://schemas.microsoft.com/office/drawing/2014/main" id="{02FE4050-80E5-B92C-1A1F-16B0F6CE93A7}"/>
              </a:ext>
            </a:extLst>
          </p:cNvPr>
          <p:cNvSpPr txBox="1"/>
          <p:nvPr/>
        </p:nvSpPr>
        <p:spPr>
          <a:xfrm>
            <a:off x="5056090" y="2685755"/>
            <a:ext cx="68517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>
                <a:solidFill>
                  <a:prstClr val="black"/>
                </a:solidFill>
                <a:latin typeface="+mn-ea"/>
                <a:ea typeface="+mn-ea"/>
              </a:rPr>
              <a:t>상태</a:t>
            </a:r>
            <a:endParaRPr kumimoji="0" lang="en-US" sz="90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53" name="Text 31">
            <a:extLst>
              <a:ext uri="{FF2B5EF4-FFF2-40B4-BE49-F238E27FC236}">
                <a16:creationId xmlns:a16="http://schemas.microsoft.com/office/drawing/2014/main" id="{2E0F0CDF-28BD-C039-98F7-EF02ED8716ED}"/>
              </a:ext>
            </a:extLst>
          </p:cNvPr>
          <p:cNvSpPr txBox="1"/>
          <p:nvPr/>
        </p:nvSpPr>
        <p:spPr>
          <a:xfrm>
            <a:off x="5056090" y="2865208"/>
            <a:ext cx="68517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i="0">
                <a:solidFill>
                  <a:schemeClr val="accent4">
                    <a:lumMod val="75000"/>
                  </a:schemeClr>
                </a:solidFill>
                <a:effectLst/>
                <a:latin typeface="+mn-ea"/>
                <a:ea typeface="+mn-ea"/>
              </a:rPr>
              <a:t>양호</a:t>
            </a:r>
            <a:endParaRPr kumimoji="0" lang="en-US" sz="600" dirty="0">
              <a:solidFill>
                <a:schemeClr val="accent4">
                  <a:lumMod val="7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54" name="Text 32">
            <a:extLst>
              <a:ext uri="{FF2B5EF4-FFF2-40B4-BE49-F238E27FC236}">
                <a16:creationId xmlns:a16="http://schemas.microsoft.com/office/drawing/2014/main" id="{446F0CE7-3E69-0278-71E0-5B585E1AF3DA}"/>
              </a:ext>
            </a:extLst>
          </p:cNvPr>
          <p:cNvSpPr txBox="1"/>
          <p:nvPr/>
        </p:nvSpPr>
        <p:spPr>
          <a:xfrm>
            <a:off x="5819072" y="2685755"/>
            <a:ext cx="68517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방송 시간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돋움" pitchFamily="50" charset="-127"/>
              <a:ea typeface="돋움" pitchFamily="50" charset="-127"/>
              <a:cs typeface="+mn-cs"/>
            </a:endParaRPr>
          </a:p>
        </p:txBody>
      </p:sp>
      <p:sp>
        <p:nvSpPr>
          <p:cNvPr id="55" name="Text 33">
            <a:extLst>
              <a:ext uri="{FF2B5EF4-FFF2-40B4-BE49-F238E27FC236}">
                <a16:creationId xmlns:a16="http://schemas.microsoft.com/office/drawing/2014/main" id="{52B1DA35-6AC2-72E8-BD18-9D022A9750B0}"/>
              </a:ext>
            </a:extLst>
          </p:cNvPr>
          <p:cNvSpPr txBox="1"/>
          <p:nvPr/>
        </p:nvSpPr>
        <p:spPr>
          <a:xfrm>
            <a:off x="5741261" y="2865208"/>
            <a:ext cx="840792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돋움" pitchFamily="50" charset="-127"/>
                <a:cs typeface="+mn-cs"/>
              </a:rPr>
              <a:t>00:01:11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돋움" pitchFamily="50" charset="-127"/>
              <a:cs typeface="+mn-cs"/>
            </a:endParaRPr>
          </a:p>
        </p:txBody>
      </p:sp>
      <p:sp>
        <p:nvSpPr>
          <p:cNvPr id="56" name="Text 34">
            <a:extLst>
              <a:ext uri="{FF2B5EF4-FFF2-40B4-BE49-F238E27FC236}">
                <a16:creationId xmlns:a16="http://schemas.microsoft.com/office/drawing/2014/main" id="{2B973F36-2F11-E4E0-4D6A-8E7FCDC66DA9}"/>
              </a:ext>
            </a:extLst>
          </p:cNvPr>
          <p:cNvSpPr txBox="1"/>
          <p:nvPr/>
        </p:nvSpPr>
        <p:spPr>
          <a:xfrm>
            <a:off x="6582053" y="2685755"/>
            <a:ext cx="68517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 시청자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돋움" pitchFamily="50" charset="-127"/>
              <a:cs typeface="+mn-cs"/>
            </a:endParaRPr>
          </a:p>
        </p:txBody>
      </p:sp>
      <p:sp>
        <p:nvSpPr>
          <p:cNvPr id="57" name="Text 35">
            <a:extLst>
              <a:ext uri="{FF2B5EF4-FFF2-40B4-BE49-F238E27FC236}">
                <a16:creationId xmlns:a16="http://schemas.microsoft.com/office/drawing/2014/main" id="{C6AF1197-D7C9-021D-10FE-857A8F433695}"/>
              </a:ext>
            </a:extLst>
          </p:cNvPr>
          <p:cNvSpPr txBox="1"/>
          <p:nvPr/>
        </p:nvSpPr>
        <p:spPr>
          <a:xfrm>
            <a:off x="6582053" y="2865208"/>
            <a:ext cx="68517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돋움" pitchFamily="50" charset="-127"/>
                <a:cs typeface="+mn-cs"/>
              </a:rPr>
              <a:t>000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8" name="Text 36">
            <a:extLst>
              <a:ext uri="{FF2B5EF4-FFF2-40B4-BE49-F238E27FC236}">
                <a16:creationId xmlns:a16="http://schemas.microsoft.com/office/drawing/2014/main" id="{D5DC4986-A8B7-F9FB-3624-DC98E2D3D450}"/>
              </a:ext>
            </a:extLst>
          </p:cNvPr>
          <p:cNvSpPr txBox="1"/>
          <p:nvPr/>
        </p:nvSpPr>
        <p:spPr>
          <a:xfrm>
            <a:off x="8108017" y="2685755"/>
            <a:ext cx="68517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해상도</a:t>
            </a:r>
            <a:endParaRPr kumimoji="0" lang="en-US" sz="900" dirty="0">
              <a:latin typeface="Calibri" panose="020F0502020204030204"/>
            </a:endParaRPr>
          </a:p>
        </p:txBody>
      </p:sp>
      <p:sp>
        <p:nvSpPr>
          <p:cNvPr id="59" name="Text 37">
            <a:extLst>
              <a:ext uri="{FF2B5EF4-FFF2-40B4-BE49-F238E27FC236}">
                <a16:creationId xmlns:a16="http://schemas.microsoft.com/office/drawing/2014/main" id="{5AC93237-6A7B-C9F0-2F13-2E0AB5E67A18}"/>
              </a:ext>
            </a:extLst>
          </p:cNvPr>
          <p:cNvSpPr txBox="1"/>
          <p:nvPr/>
        </p:nvSpPr>
        <p:spPr>
          <a:xfrm>
            <a:off x="8108017" y="2865208"/>
            <a:ext cx="68517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돋움" pitchFamily="50" charset="-127"/>
                <a:cs typeface="+mn-cs"/>
              </a:rPr>
              <a:t>1080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0" name="Text 36">
            <a:extLst>
              <a:ext uri="{FF2B5EF4-FFF2-40B4-BE49-F238E27FC236}">
                <a16:creationId xmlns:a16="http://schemas.microsoft.com/office/drawing/2014/main" id="{7A9C8064-B62D-3B49-096A-2299CA71A14A}"/>
              </a:ext>
            </a:extLst>
          </p:cNvPr>
          <p:cNvSpPr txBox="1"/>
          <p:nvPr/>
        </p:nvSpPr>
        <p:spPr>
          <a:xfrm>
            <a:off x="7345035" y="2685755"/>
            <a:ext cx="68517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비트트레이</a:t>
            </a:r>
            <a:endParaRPr kumimoji="0" lang="en-US" sz="900" dirty="0">
              <a:latin typeface="Calibri" panose="020F0502020204030204"/>
            </a:endParaRPr>
          </a:p>
        </p:txBody>
      </p:sp>
      <p:sp>
        <p:nvSpPr>
          <p:cNvPr id="61" name="Text 37">
            <a:extLst>
              <a:ext uri="{FF2B5EF4-FFF2-40B4-BE49-F238E27FC236}">
                <a16:creationId xmlns:a16="http://schemas.microsoft.com/office/drawing/2014/main" id="{04B3BCE5-4ABC-C79F-DA23-5E0350D678DB}"/>
              </a:ext>
            </a:extLst>
          </p:cNvPr>
          <p:cNvSpPr txBox="1"/>
          <p:nvPr/>
        </p:nvSpPr>
        <p:spPr>
          <a:xfrm>
            <a:off x="7345035" y="2865208"/>
            <a:ext cx="68517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돋움" pitchFamily="50" charset="-127"/>
                <a:cs typeface="+mn-cs"/>
              </a:rPr>
              <a:t>6000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62" name="Shape 11">
            <a:extLst>
              <a:ext uri="{FF2B5EF4-FFF2-40B4-BE49-F238E27FC236}">
                <a16:creationId xmlns:a16="http://schemas.microsoft.com/office/drawing/2014/main" id="{D0392BCD-11DD-B76C-6F79-F8C6860AEEB2}"/>
              </a:ext>
            </a:extLst>
          </p:cNvPr>
          <p:cNvSpPr/>
          <p:nvPr/>
        </p:nvSpPr>
        <p:spPr>
          <a:xfrm>
            <a:off x="4950711" y="1294521"/>
            <a:ext cx="3959918" cy="177127"/>
          </a:xfrm>
          <a:prstGeom prst="rect">
            <a:avLst/>
          </a:prstGeom>
          <a:solidFill>
            <a:srgbClr val="C00000"/>
          </a:solidFill>
          <a:ln/>
        </p:spPr>
        <p:txBody>
          <a:bodyPr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ON AIR</a:t>
            </a:r>
            <a:endParaRPr lang="ko-KR" altLang="en-US" sz="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pic>
        <p:nvPicPr>
          <p:cNvPr id="63" name="그림 62">
            <a:extLst>
              <a:ext uri="{FF2B5EF4-FFF2-40B4-BE49-F238E27FC236}">
                <a16:creationId xmlns:a16="http://schemas.microsoft.com/office/drawing/2014/main" id="{80ED3AC3-DBC8-0CAE-54EE-8455192FB2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93" t="20839" r="1523" b="27218"/>
          <a:stretch>
            <a:fillRect/>
          </a:stretch>
        </p:blipFill>
        <p:spPr>
          <a:xfrm>
            <a:off x="4961256" y="1485804"/>
            <a:ext cx="3947332" cy="1113684"/>
          </a:xfrm>
          <a:prstGeom prst="rect">
            <a:avLst/>
          </a:prstGeom>
        </p:spPr>
      </p:pic>
      <p:sp>
        <p:nvSpPr>
          <p:cNvPr id="261" name="타원 129">
            <a:extLst>
              <a:ext uri="{FF2B5EF4-FFF2-40B4-BE49-F238E27FC236}">
                <a16:creationId xmlns:a16="http://schemas.microsoft.com/office/drawing/2014/main" id="{5E931EA4-F270-3BE5-3281-00A926EF99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736" y="1080934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2" name="타원 129">
            <a:extLst>
              <a:ext uri="{FF2B5EF4-FFF2-40B4-BE49-F238E27FC236}">
                <a16:creationId xmlns:a16="http://schemas.microsoft.com/office/drawing/2014/main" id="{A4165A20-8405-9F80-15C1-23377D2FC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0805" y="1062608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3" name="타원 129">
            <a:extLst>
              <a:ext uri="{FF2B5EF4-FFF2-40B4-BE49-F238E27FC236}">
                <a16:creationId xmlns:a16="http://schemas.microsoft.com/office/drawing/2014/main" id="{9F59E280-C065-02D0-7640-D9A1F7FBA1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735" y="3383586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2349592F-FCB9-F647-311C-5AE4A5FACD06}"/>
              </a:ext>
            </a:extLst>
          </p:cNvPr>
          <p:cNvSpPr txBox="1"/>
          <p:nvPr/>
        </p:nvSpPr>
        <p:spPr>
          <a:xfrm>
            <a:off x="731404" y="1042493"/>
            <a:ext cx="69762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오프라인</a:t>
            </a:r>
          </a:p>
        </p:txBody>
      </p:sp>
      <p:sp>
        <p:nvSpPr>
          <p:cNvPr id="265" name="TextBox 264">
            <a:extLst>
              <a:ext uri="{FF2B5EF4-FFF2-40B4-BE49-F238E27FC236}">
                <a16:creationId xmlns:a16="http://schemas.microsoft.com/office/drawing/2014/main" id="{B7846F98-408B-DD36-1EC3-06D9932991E5}"/>
              </a:ext>
            </a:extLst>
          </p:cNvPr>
          <p:cNvSpPr txBox="1"/>
          <p:nvPr/>
        </p:nvSpPr>
        <p:spPr>
          <a:xfrm>
            <a:off x="5137294" y="1042493"/>
            <a:ext cx="56938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라이브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3F484B62-51DF-1DD3-69FE-932C66966422}"/>
              </a:ext>
            </a:extLst>
          </p:cNvPr>
          <p:cNvSpPr txBox="1"/>
          <p:nvPr/>
        </p:nvSpPr>
        <p:spPr>
          <a:xfrm>
            <a:off x="731404" y="3356992"/>
            <a:ext cx="177484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중 네트워크 끊긴 상태</a:t>
            </a:r>
          </a:p>
        </p:txBody>
      </p:sp>
      <p:grpSp>
        <p:nvGrpSpPr>
          <p:cNvPr id="272" name="그룹 271">
            <a:extLst>
              <a:ext uri="{FF2B5EF4-FFF2-40B4-BE49-F238E27FC236}">
                <a16:creationId xmlns:a16="http://schemas.microsoft.com/office/drawing/2014/main" id="{A91C06A3-9B40-D74D-E75D-37AB944F5461}"/>
              </a:ext>
            </a:extLst>
          </p:cNvPr>
          <p:cNvGrpSpPr/>
          <p:nvPr/>
        </p:nvGrpSpPr>
        <p:grpSpPr>
          <a:xfrm>
            <a:off x="4951467" y="3614520"/>
            <a:ext cx="3960440" cy="1876951"/>
            <a:chOff x="263352" y="4792409"/>
            <a:chExt cx="3960440" cy="1876951"/>
          </a:xfrm>
        </p:grpSpPr>
        <p:sp>
          <p:nvSpPr>
            <p:cNvPr id="273" name="Shape 11">
              <a:extLst>
                <a:ext uri="{FF2B5EF4-FFF2-40B4-BE49-F238E27FC236}">
                  <a16:creationId xmlns:a16="http://schemas.microsoft.com/office/drawing/2014/main" id="{2C1F815C-8062-8632-2008-7B54E45BBDB6}"/>
                </a:ext>
              </a:extLst>
            </p:cNvPr>
            <p:cNvSpPr/>
            <p:nvPr/>
          </p:nvSpPr>
          <p:spPr>
            <a:xfrm>
              <a:off x="263611" y="4953023"/>
              <a:ext cx="3960180" cy="1150164"/>
            </a:xfrm>
            <a:prstGeom prst="rect">
              <a:avLst/>
            </a:prstGeom>
            <a:solidFill>
              <a:srgbClr val="1A1D28"/>
            </a:solidFill>
            <a:ln/>
          </p:spPr>
          <p:txBody>
            <a:bodyPr anchor="ctr"/>
            <a:lstStyle/>
            <a:p>
              <a:pPr algn="ctr"/>
              <a:r>
                <a:rPr lang="en-US" altLang="ko-KR" sz="800" dirty="0" err="1">
                  <a:solidFill>
                    <a:schemeClr val="bg1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채널</a:t>
              </a:r>
              <a:r>
                <a:rPr lang="en-US" altLang="ko-KR" sz="800" dirty="0">
                  <a:solidFill>
                    <a:schemeClr val="bg1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altLang="ko-KR" sz="800" dirty="0" err="1">
                  <a:solidFill>
                    <a:schemeClr val="bg1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정지</a:t>
              </a:r>
              <a:r>
                <a:rPr lang="en-US" altLang="ko-KR" sz="800" dirty="0">
                  <a:solidFill>
                    <a:schemeClr val="bg1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altLang="ko-KR" sz="800" dirty="0" err="1">
                  <a:solidFill>
                    <a:schemeClr val="bg1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중에는</a:t>
              </a:r>
              <a:r>
                <a:rPr lang="en-US" altLang="ko-KR" sz="800" dirty="0">
                  <a:solidFill>
                    <a:schemeClr val="bg1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altLang="ko-KR" sz="800" dirty="0" err="1">
                  <a:solidFill>
                    <a:schemeClr val="bg1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사용할</a:t>
              </a:r>
              <a:r>
                <a:rPr lang="en-US" altLang="ko-KR" sz="800" dirty="0">
                  <a:solidFill>
                    <a:schemeClr val="bg1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수 </a:t>
              </a:r>
              <a:r>
                <a:rPr lang="en-US" altLang="ko-KR" sz="800" dirty="0" err="1">
                  <a:solidFill>
                    <a:schemeClr val="bg1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없습니다</a:t>
              </a:r>
              <a:endParaRPr lang="ko-KR" altLang="en-US" sz="800" dirty="0">
                <a:solidFill>
                  <a:schemeClr val="bg1"/>
                </a:solidFill>
              </a:endParaRPr>
            </a:p>
          </p:txBody>
        </p:sp>
        <p:sp>
          <p:nvSpPr>
            <p:cNvPr id="274" name="Shape 28">
              <a:extLst>
                <a:ext uri="{FF2B5EF4-FFF2-40B4-BE49-F238E27FC236}">
                  <a16:creationId xmlns:a16="http://schemas.microsoft.com/office/drawing/2014/main" id="{4D2D2958-7674-EB84-6567-03A756BE24E7}"/>
                </a:ext>
              </a:extLst>
            </p:cNvPr>
            <p:cNvSpPr/>
            <p:nvPr/>
          </p:nvSpPr>
          <p:spPr>
            <a:xfrm>
              <a:off x="263352" y="6137927"/>
              <a:ext cx="3960440" cy="531433"/>
            </a:xfrm>
            <a:prstGeom prst="roundRect">
              <a:avLst>
                <a:gd name="adj" fmla="val 4878"/>
              </a:avLst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85000"/>
                </a:schemeClr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75" name="Text 31">
              <a:extLst>
                <a:ext uri="{FF2B5EF4-FFF2-40B4-BE49-F238E27FC236}">
                  <a16:creationId xmlns:a16="http://schemas.microsoft.com/office/drawing/2014/main" id="{97F9F158-E304-46F8-28BE-67EDE80875EB}"/>
                </a:ext>
              </a:extLst>
            </p:cNvPr>
            <p:cNvSpPr txBox="1"/>
            <p:nvPr/>
          </p:nvSpPr>
          <p:spPr>
            <a:xfrm>
              <a:off x="368997" y="6368907"/>
              <a:ext cx="685215" cy="2532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900" b="1" dirty="0">
                  <a:solidFill>
                    <a:srgbClr val="1B2A5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-</a:t>
              </a:r>
              <a:endParaRPr kumimoji="0" lang="en-US" sz="9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76" name="Text 33">
              <a:extLst>
                <a:ext uri="{FF2B5EF4-FFF2-40B4-BE49-F238E27FC236}">
                  <a16:creationId xmlns:a16="http://schemas.microsoft.com/office/drawing/2014/main" id="{859622D6-E4F9-8AC0-AF76-539BB199C6F3}"/>
                </a:ext>
              </a:extLst>
            </p:cNvPr>
            <p:cNvSpPr txBox="1"/>
            <p:nvPr/>
          </p:nvSpPr>
          <p:spPr>
            <a:xfrm>
              <a:off x="1132029" y="6368907"/>
              <a:ext cx="685215" cy="2532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900" b="1" dirty="0">
                  <a:solidFill>
                    <a:srgbClr val="1B2A5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-</a:t>
              </a:r>
              <a:endParaRPr kumimoji="0" lang="en-US" sz="9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77" name="Text 35">
              <a:extLst>
                <a:ext uri="{FF2B5EF4-FFF2-40B4-BE49-F238E27FC236}">
                  <a16:creationId xmlns:a16="http://schemas.microsoft.com/office/drawing/2014/main" id="{C5FF9171-10C5-8925-30F6-CF1753AAEE75}"/>
                </a:ext>
              </a:extLst>
            </p:cNvPr>
            <p:cNvSpPr txBox="1"/>
            <p:nvPr/>
          </p:nvSpPr>
          <p:spPr>
            <a:xfrm>
              <a:off x="1895061" y="6368907"/>
              <a:ext cx="685215" cy="2532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900" b="1" dirty="0">
                  <a:solidFill>
                    <a:srgbClr val="1B2A5B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-</a:t>
              </a:r>
              <a:endParaRPr kumimoji="0" lang="en-US" sz="9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78" name="Text 37">
              <a:extLst>
                <a:ext uri="{FF2B5EF4-FFF2-40B4-BE49-F238E27FC236}">
                  <a16:creationId xmlns:a16="http://schemas.microsoft.com/office/drawing/2014/main" id="{E1EF5D00-E5B9-827B-9248-54085C5CCF6C}"/>
                </a:ext>
              </a:extLst>
            </p:cNvPr>
            <p:cNvSpPr txBox="1"/>
            <p:nvPr/>
          </p:nvSpPr>
          <p:spPr>
            <a:xfrm>
              <a:off x="3421126" y="6368907"/>
              <a:ext cx="685215" cy="2532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900" b="1" dirty="0">
                  <a:solidFill>
                    <a:srgbClr val="1B2A5B"/>
                  </a:solidFill>
                  <a:latin typeface="맑은 고딕" pitchFamily="34" charset="0"/>
                  <a:ea typeface="맑은 고딕" pitchFamily="34" charset="-122"/>
                </a:rPr>
                <a:t>-</a:t>
              </a:r>
              <a:endParaRPr kumimoji="0" lang="en-US" sz="9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79" name="Text 37">
              <a:extLst>
                <a:ext uri="{FF2B5EF4-FFF2-40B4-BE49-F238E27FC236}">
                  <a16:creationId xmlns:a16="http://schemas.microsoft.com/office/drawing/2014/main" id="{E8CCA069-E3EA-EEA4-07CE-D7C938E2F446}"/>
                </a:ext>
              </a:extLst>
            </p:cNvPr>
            <p:cNvSpPr txBox="1"/>
            <p:nvPr/>
          </p:nvSpPr>
          <p:spPr>
            <a:xfrm>
              <a:off x="2658093" y="6368907"/>
              <a:ext cx="685215" cy="253272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en-US" sz="900" b="1" dirty="0">
                  <a:solidFill>
                    <a:srgbClr val="1B2A5B"/>
                  </a:solidFill>
                  <a:latin typeface="맑은 고딕" pitchFamily="34" charset="0"/>
                  <a:ea typeface="맑은 고딕" pitchFamily="34" charset="-122"/>
                </a:rPr>
                <a:t>-</a:t>
              </a:r>
              <a:endParaRPr kumimoji="0" lang="en-US" sz="900" dirty="0">
                <a:solidFill>
                  <a:prstClr val="black"/>
                </a:solidFill>
                <a:latin typeface="Calibri" panose="020F0502020204030204"/>
              </a:endParaRPr>
            </a:p>
          </p:txBody>
        </p:sp>
        <p:sp>
          <p:nvSpPr>
            <p:cNvPr id="280" name="Shape 11">
              <a:extLst>
                <a:ext uri="{FF2B5EF4-FFF2-40B4-BE49-F238E27FC236}">
                  <a16:creationId xmlns:a16="http://schemas.microsoft.com/office/drawing/2014/main" id="{F831960C-0E99-0D8B-0623-50AB900334C5}"/>
                </a:ext>
              </a:extLst>
            </p:cNvPr>
            <p:cNvSpPr/>
            <p:nvPr/>
          </p:nvSpPr>
          <p:spPr>
            <a:xfrm>
              <a:off x="263611" y="4792409"/>
              <a:ext cx="3960180" cy="177127"/>
            </a:xfrm>
            <a:prstGeom prst="rect">
              <a:avLst/>
            </a:prstGeom>
            <a:solidFill>
              <a:srgbClr val="FFF4E5"/>
            </a:solidFill>
            <a:ln/>
          </p:spPr>
          <p:txBody>
            <a:bodyPr anchor="ctr"/>
            <a:lstStyle/>
            <a:p>
              <a:pPr marL="0" indent="0" algn="ctr">
                <a:lnSpc>
                  <a:spcPct val="130000"/>
                </a:lnSpc>
                <a:buNone/>
              </a:pPr>
              <a:r>
                <a:rPr lang="en-US" altLang="ko-KR" sz="800" b="1" dirty="0">
                  <a:solidFill>
                    <a:srgbClr val="9A5B00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⚠ </a:t>
              </a:r>
              <a:r>
                <a:rPr lang="en-US" altLang="ko-KR" sz="800" b="1" dirty="0" err="1">
                  <a:solidFill>
                    <a:srgbClr val="9A5B00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채널이</a:t>
              </a:r>
              <a:r>
                <a:rPr lang="en-US" altLang="ko-KR" sz="800" b="1" dirty="0">
                  <a:solidFill>
                    <a:srgbClr val="9A5B00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  <a:r>
                <a:rPr lang="en-US" altLang="ko-KR" sz="800" b="1" dirty="0" err="1">
                  <a:solidFill>
                    <a:srgbClr val="9A5B00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정지되었습니다</a:t>
              </a:r>
              <a:r>
                <a:rPr lang="en-US" altLang="ko-KR" sz="800" b="1" dirty="0">
                  <a:solidFill>
                    <a:srgbClr val="9A5B00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 </a:t>
              </a:r>
            </a:p>
          </p:txBody>
        </p:sp>
        <p:sp>
          <p:nvSpPr>
            <p:cNvPr id="281" name="Text 30">
              <a:extLst>
                <a:ext uri="{FF2B5EF4-FFF2-40B4-BE49-F238E27FC236}">
                  <a16:creationId xmlns:a16="http://schemas.microsoft.com/office/drawing/2014/main" id="{F1647A7A-F7CC-4F8D-B38E-AFD73F382F9B}"/>
                </a:ext>
              </a:extLst>
            </p:cNvPr>
            <p:cNvSpPr txBox="1"/>
            <p:nvPr/>
          </p:nvSpPr>
          <p:spPr>
            <a:xfrm>
              <a:off x="368997" y="6189454"/>
              <a:ext cx="685215" cy="231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900" dirty="0">
                  <a:solidFill>
                    <a:prstClr val="black"/>
                  </a:solidFill>
                  <a:latin typeface="+mn-ea"/>
                  <a:ea typeface="+mn-ea"/>
                </a:rPr>
                <a:t>상태</a:t>
              </a:r>
              <a:endParaRPr kumimoji="0" lang="en-US" sz="900" dirty="0">
                <a:solidFill>
                  <a:prstClr val="black"/>
                </a:solidFill>
                <a:latin typeface="+mn-ea"/>
                <a:ea typeface="+mn-ea"/>
              </a:endParaRPr>
            </a:p>
          </p:txBody>
        </p:sp>
        <p:sp>
          <p:nvSpPr>
            <p:cNvPr id="282" name="Text 32">
              <a:extLst>
                <a:ext uri="{FF2B5EF4-FFF2-40B4-BE49-F238E27FC236}">
                  <a16:creationId xmlns:a16="http://schemas.microsoft.com/office/drawing/2014/main" id="{B3147600-387F-6DCD-38B6-A6BC033D87C2}"/>
                </a:ext>
              </a:extLst>
            </p:cNvPr>
            <p:cNvSpPr txBox="1"/>
            <p:nvPr/>
          </p:nvSpPr>
          <p:spPr>
            <a:xfrm>
              <a:off x="1132029" y="6189454"/>
              <a:ext cx="685215" cy="231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anose="020B0503020000020004" pitchFamily="50" charset="-127"/>
                  <a:ea typeface="맑은 고딕" panose="020B0503020000020004" pitchFamily="50" charset="-127"/>
                  <a:cs typeface="+mn-cs"/>
                </a:rPr>
                <a:t>방송 시간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돋움" pitchFamily="50" charset="-127"/>
                <a:ea typeface="돋움" pitchFamily="50" charset="-127"/>
                <a:cs typeface="+mn-cs"/>
              </a:endParaRPr>
            </a:p>
          </p:txBody>
        </p:sp>
        <p:sp>
          <p:nvSpPr>
            <p:cNvPr id="283" name="Text 34">
              <a:extLst>
                <a:ext uri="{FF2B5EF4-FFF2-40B4-BE49-F238E27FC236}">
                  <a16:creationId xmlns:a16="http://schemas.microsoft.com/office/drawing/2014/main" id="{4AD65A9D-C796-691E-287C-2F5F21A825FE}"/>
                </a:ext>
              </a:extLst>
            </p:cNvPr>
            <p:cNvSpPr txBox="1"/>
            <p:nvPr/>
          </p:nvSpPr>
          <p:spPr>
            <a:xfrm>
              <a:off x="1895061" y="6189454"/>
              <a:ext cx="685215" cy="231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동시 시청자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돋움" pitchFamily="50" charset="-127"/>
                <a:cs typeface="+mn-cs"/>
              </a:endParaRPr>
            </a:p>
          </p:txBody>
        </p:sp>
        <p:sp>
          <p:nvSpPr>
            <p:cNvPr id="284" name="Text 36">
              <a:extLst>
                <a:ext uri="{FF2B5EF4-FFF2-40B4-BE49-F238E27FC236}">
                  <a16:creationId xmlns:a16="http://schemas.microsoft.com/office/drawing/2014/main" id="{FF8C0A2D-3355-DA52-5CF1-7D61C0D6FA25}"/>
                </a:ext>
              </a:extLst>
            </p:cNvPr>
            <p:cNvSpPr txBox="1"/>
            <p:nvPr/>
          </p:nvSpPr>
          <p:spPr>
            <a:xfrm>
              <a:off x="3421126" y="6189454"/>
              <a:ext cx="685215" cy="231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900" dirty="0"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해상도</a:t>
              </a:r>
              <a:endParaRPr kumimoji="0" lang="en-US" sz="900" dirty="0">
                <a:latin typeface="Calibri" panose="020F0502020204030204"/>
              </a:endParaRPr>
            </a:p>
          </p:txBody>
        </p:sp>
        <p:sp>
          <p:nvSpPr>
            <p:cNvPr id="285" name="Text 36">
              <a:extLst>
                <a:ext uri="{FF2B5EF4-FFF2-40B4-BE49-F238E27FC236}">
                  <a16:creationId xmlns:a16="http://schemas.microsoft.com/office/drawing/2014/main" id="{4BD6A1A2-17B6-949E-8C41-EAB7F6FEAFAD}"/>
                </a:ext>
              </a:extLst>
            </p:cNvPr>
            <p:cNvSpPr txBox="1"/>
            <p:nvPr/>
          </p:nvSpPr>
          <p:spPr>
            <a:xfrm>
              <a:off x="2658093" y="6189454"/>
              <a:ext cx="685215" cy="23188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/>
          </p:spPr>
          <p:txBody>
            <a:bodyPr wrap="square" lIns="0" tIns="0" rIns="0" bIns="0" rtlCol="0" anchor="ctr"/>
            <a:lstStyle/>
            <a:p>
              <a:pPr algn="ctr" fontAlgn="auto" latinLnBrk="0">
                <a:spcBef>
                  <a:spcPts val="0"/>
                </a:spcBef>
                <a:spcAft>
                  <a:spcPts val="0"/>
                </a:spcAft>
              </a:pPr>
              <a:r>
                <a:rPr kumimoji="0" lang="ko-KR" altLang="en-US" sz="900" dirty="0" err="1"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비트트레이</a:t>
              </a:r>
              <a:endParaRPr kumimoji="0" lang="en-US" sz="900" dirty="0">
                <a:latin typeface="Calibri" panose="020F0502020204030204"/>
              </a:endParaRPr>
            </a:p>
          </p:txBody>
        </p:sp>
      </p:grpSp>
      <p:sp>
        <p:nvSpPr>
          <p:cNvPr id="286" name="타원 129">
            <a:extLst>
              <a:ext uri="{FF2B5EF4-FFF2-40B4-BE49-F238E27FC236}">
                <a16:creationId xmlns:a16="http://schemas.microsoft.com/office/drawing/2014/main" id="{51CDD9E2-B107-9E37-D4DF-125803D5D5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1823" y="3383586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7" name="TextBox 286">
            <a:extLst>
              <a:ext uri="{FF2B5EF4-FFF2-40B4-BE49-F238E27FC236}">
                <a16:creationId xmlns:a16="http://schemas.microsoft.com/office/drawing/2014/main" id="{13707137-147A-26A5-B08C-0361DB337193}"/>
              </a:ext>
            </a:extLst>
          </p:cNvPr>
          <p:cNvSpPr txBox="1"/>
          <p:nvPr/>
        </p:nvSpPr>
        <p:spPr>
          <a:xfrm>
            <a:off x="5167492" y="3356992"/>
            <a:ext cx="74251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b="1">
                <a:latin typeface="맑은 고딕" panose="020B0503020000020004" pitchFamily="50" charset="-127"/>
                <a:ea typeface="맑은 고딕" panose="020B0503020000020004" pitchFamily="50" charset="-127"/>
              </a:rPr>
              <a:t>제재 상태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8" name="Shape 28">
            <a:extLst>
              <a:ext uri="{FF2B5EF4-FFF2-40B4-BE49-F238E27FC236}">
                <a16:creationId xmlns:a16="http://schemas.microsoft.com/office/drawing/2014/main" id="{F1CF82F7-85FC-D0E6-1FF3-E4FD309055FB}"/>
              </a:ext>
            </a:extLst>
          </p:cNvPr>
          <p:cNvSpPr/>
          <p:nvPr/>
        </p:nvSpPr>
        <p:spPr>
          <a:xfrm>
            <a:off x="515640" y="4960038"/>
            <a:ext cx="3960178" cy="531433"/>
          </a:xfrm>
          <a:prstGeom prst="roundRect">
            <a:avLst>
              <a:gd name="adj" fmla="val 4878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89" name="Text 30">
            <a:extLst>
              <a:ext uri="{FF2B5EF4-FFF2-40B4-BE49-F238E27FC236}">
                <a16:creationId xmlns:a16="http://schemas.microsoft.com/office/drawing/2014/main" id="{9C6324EF-AD9E-D721-B133-1ED919898711}"/>
              </a:ext>
            </a:extLst>
          </p:cNvPr>
          <p:cNvSpPr txBox="1"/>
          <p:nvPr/>
        </p:nvSpPr>
        <p:spPr>
          <a:xfrm>
            <a:off x="621278" y="5011565"/>
            <a:ext cx="68517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>
                <a:solidFill>
                  <a:prstClr val="black"/>
                </a:solidFill>
                <a:latin typeface="+mn-ea"/>
                <a:ea typeface="+mn-ea"/>
              </a:rPr>
              <a:t>상태</a:t>
            </a:r>
            <a:endParaRPr kumimoji="0" lang="en-US" sz="90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290" name="Text 31">
            <a:extLst>
              <a:ext uri="{FF2B5EF4-FFF2-40B4-BE49-F238E27FC236}">
                <a16:creationId xmlns:a16="http://schemas.microsoft.com/office/drawing/2014/main" id="{D9AF635F-23D0-C510-3D11-027549159CDA}"/>
              </a:ext>
            </a:extLst>
          </p:cNvPr>
          <p:cNvSpPr txBox="1"/>
          <p:nvPr/>
        </p:nvSpPr>
        <p:spPr>
          <a:xfrm>
            <a:off x="621278" y="5191018"/>
            <a:ext cx="68517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i="0">
                <a:solidFill>
                  <a:srgbClr val="FF0000"/>
                </a:solidFill>
                <a:effectLst/>
                <a:latin typeface="+mn-ea"/>
                <a:ea typeface="+mn-ea"/>
              </a:rPr>
              <a:t>불안정</a:t>
            </a:r>
            <a:endParaRPr kumimoji="0" lang="en-US" sz="600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91" name="Text 32">
            <a:extLst>
              <a:ext uri="{FF2B5EF4-FFF2-40B4-BE49-F238E27FC236}">
                <a16:creationId xmlns:a16="http://schemas.microsoft.com/office/drawing/2014/main" id="{E4C5108B-7B9B-BF76-9E2F-32E203F57039}"/>
              </a:ext>
            </a:extLst>
          </p:cNvPr>
          <p:cNvSpPr txBox="1"/>
          <p:nvPr/>
        </p:nvSpPr>
        <p:spPr>
          <a:xfrm>
            <a:off x="1384260" y="5011565"/>
            <a:ext cx="68517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방송 시간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돋움" pitchFamily="50" charset="-127"/>
              <a:ea typeface="돋움" pitchFamily="50" charset="-127"/>
              <a:cs typeface="+mn-cs"/>
            </a:endParaRPr>
          </a:p>
        </p:txBody>
      </p:sp>
      <p:sp>
        <p:nvSpPr>
          <p:cNvPr id="292" name="Text 33">
            <a:extLst>
              <a:ext uri="{FF2B5EF4-FFF2-40B4-BE49-F238E27FC236}">
                <a16:creationId xmlns:a16="http://schemas.microsoft.com/office/drawing/2014/main" id="{33465C2B-7A87-0BA8-12B7-30685311EF4E}"/>
              </a:ext>
            </a:extLst>
          </p:cNvPr>
          <p:cNvSpPr txBox="1"/>
          <p:nvPr/>
        </p:nvSpPr>
        <p:spPr>
          <a:xfrm>
            <a:off x="1306449" y="5191018"/>
            <a:ext cx="840792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돋움" pitchFamily="50" charset="-127"/>
                <a:cs typeface="+mn-cs"/>
              </a:rPr>
              <a:t>00:01:11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돋움" pitchFamily="50" charset="-127"/>
              <a:cs typeface="+mn-cs"/>
            </a:endParaRPr>
          </a:p>
        </p:txBody>
      </p:sp>
      <p:sp>
        <p:nvSpPr>
          <p:cNvPr id="293" name="Text 34">
            <a:extLst>
              <a:ext uri="{FF2B5EF4-FFF2-40B4-BE49-F238E27FC236}">
                <a16:creationId xmlns:a16="http://schemas.microsoft.com/office/drawing/2014/main" id="{6829C52D-38FE-6D57-7F05-13032B174A3E}"/>
              </a:ext>
            </a:extLst>
          </p:cNvPr>
          <p:cNvSpPr txBox="1"/>
          <p:nvPr/>
        </p:nvSpPr>
        <p:spPr>
          <a:xfrm>
            <a:off x="2147241" y="5011565"/>
            <a:ext cx="68517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 시청자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돋움" pitchFamily="50" charset="-127"/>
              <a:cs typeface="+mn-cs"/>
            </a:endParaRPr>
          </a:p>
        </p:txBody>
      </p:sp>
      <p:sp>
        <p:nvSpPr>
          <p:cNvPr id="294" name="Text 35">
            <a:extLst>
              <a:ext uri="{FF2B5EF4-FFF2-40B4-BE49-F238E27FC236}">
                <a16:creationId xmlns:a16="http://schemas.microsoft.com/office/drawing/2014/main" id="{98A6D334-02E9-78E1-F55F-9F917DD9B24C}"/>
              </a:ext>
            </a:extLst>
          </p:cNvPr>
          <p:cNvSpPr txBox="1"/>
          <p:nvPr/>
        </p:nvSpPr>
        <p:spPr>
          <a:xfrm>
            <a:off x="2147241" y="5191018"/>
            <a:ext cx="68517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돋움" pitchFamily="50" charset="-127"/>
                <a:cs typeface="+mn-cs"/>
              </a:rPr>
              <a:t>000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5" name="Text 36">
            <a:extLst>
              <a:ext uri="{FF2B5EF4-FFF2-40B4-BE49-F238E27FC236}">
                <a16:creationId xmlns:a16="http://schemas.microsoft.com/office/drawing/2014/main" id="{9F5FA437-2490-8888-2CCF-0CC6A1B6FBDD}"/>
              </a:ext>
            </a:extLst>
          </p:cNvPr>
          <p:cNvSpPr txBox="1"/>
          <p:nvPr/>
        </p:nvSpPr>
        <p:spPr>
          <a:xfrm>
            <a:off x="3673205" y="5011565"/>
            <a:ext cx="68517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해상도</a:t>
            </a:r>
            <a:endParaRPr kumimoji="0" lang="en-US" sz="900" dirty="0">
              <a:latin typeface="Calibri" panose="020F0502020204030204"/>
            </a:endParaRPr>
          </a:p>
        </p:txBody>
      </p:sp>
      <p:sp>
        <p:nvSpPr>
          <p:cNvPr id="296" name="Text 37">
            <a:extLst>
              <a:ext uri="{FF2B5EF4-FFF2-40B4-BE49-F238E27FC236}">
                <a16:creationId xmlns:a16="http://schemas.microsoft.com/office/drawing/2014/main" id="{F7EBE42D-C80B-188D-6F06-031326583548}"/>
              </a:ext>
            </a:extLst>
          </p:cNvPr>
          <p:cNvSpPr txBox="1"/>
          <p:nvPr/>
        </p:nvSpPr>
        <p:spPr>
          <a:xfrm>
            <a:off x="3673205" y="5191018"/>
            <a:ext cx="68517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돋움" pitchFamily="50" charset="-127"/>
                <a:cs typeface="+mn-cs"/>
              </a:rPr>
              <a:t>1080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7" name="Text 36">
            <a:extLst>
              <a:ext uri="{FF2B5EF4-FFF2-40B4-BE49-F238E27FC236}">
                <a16:creationId xmlns:a16="http://schemas.microsoft.com/office/drawing/2014/main" id="{54EB5BDB-391E-81F6-C3AC-1D40CACD0C53}"/>
              </a:ext>
            </a:extLst>
          </p:cNvPr>
          <p:cNvSpPr txBox="1"/>
          <p:nvPr/>
        </p:nvSpPr>
        <p:spPr>
          <a:xfrm>
            <a:off x="2910223" y="5011565"/>
            <a:ext cx="68517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비트트레이</a:t>
            </a:r>
            <a:endParaRPr kumimoji="0" lang="en-US" sz="900" dirty="0">
              <a:latin typeface="Calibri" panose="020F0502020204030204"/>
            </a:endParaRPr>
          </a:p>
        </p:txBody>
      </p:sp>
      <p:sp>
        <p:nvSpPr>
          <p:cNvPr id="298" name="Text 37">
            <a:extLst>
              <a:ext uri="{FF2B5EF4-FFF2-40B4-BE49-F238E27FC236}">
                <a16:creationId xmlns:a16="http://schemas.microsoft.com/office/drawing/2014/main" id="{AC95905D-F26C-9875-794C-56B8DDBA2A33}"/>
              </a:ext>
            </a:extLst>
          </p:cNvPr>
          <p:cNvSpPr txBox="1"/>
          <p:nvPr/>
        </p:nvSpPr>
        <p:spPr>
          <a:xfrm>
            <a:off x="2910223" y="5191018"/>
            <a:ext cx="68517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돋움" pitchFamily="50" charset="-127"/>
                <a:cs typeface="+mn-cs"/>
              </a:rPr>
              <a:t>6000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0" name="타원 299">
            <a:extLst>
              <a:ext uri="{FF2B5EF4-FFF2-40B4-BE49-F238E27FC236}">
                <a16:creationId xmlns:a16="http://schemas.microsoft.com/office/drawing/2014/main" id="{C326CFE4-18B8-6F66-B45C-4DAA6BAD3824}"/>
              </a:ext>
            </a:extLst>
          </p:cNvPr>
          <p:cNvSpPr/>
          <p:nvPr/>
        </p:nvSpPr>
        <p:spPr>
          <a:xfrm>
            <a:off x="1106166" y="2743713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1" name="타원 300">
            <a:extLst>
              <a:ext uri="{FF2B5EF4-FFF2-40B4-BE49-F238E27FC236}">
                <a16:creationId xmlns:a16="http://schemas.microsoft.com/office/drawing/2014/main" id="{83863E95-9B1B-8470-FE33-FD1FC5DA86C7}"/>
              </a:ext>
            </a:extLst>
          </p:cNvPr>
          <p:cNvSpPr/>
          <p:nvPr/>
        </p:nvSpPr>
        <p:spPr>
          <a:xfrm>
            <a:off x="1991544" y="2743713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2" name="타원 301">
            <a:extLst>
              <a:ext uri="{FF2B5EF4-FFF2-40B4-BE49-F238E27FC236}">
                <a16:creationId xmlns:a16="http://schemas.microsoft.com/office/drawing/2014/main" id="{4FEF0E58-5F1D-C637-5340-877FADC8D9E7}"/>
              </a:ext>
            </a:extLst>
          </p:cNvPr>
          <p:cNvSpPr/>
          <p:nvPr/>
        </p:nvSpPr>
        <p:spPr>
          <a:xfrm>
            <a:off x="2819636" y="2743713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3" name="타원 302">
            <a:extLst>
              <a:ext uri="{FF2B5EF4-FFF2-40B4-BE49-F238E27FC236}">
                <a16:creationId xmlns:a16="http://schemas.microsoft.com/office/drawing/2014/main" id="{583826E3-F14B-73F8-6AB4-FEAF94043F04}"/>
              </a:ext>
            </a:extLst>
          </p:cNvPr>
          <p:cNvSpPr/>
          <p:nvPr/>
        </p:nvSpPr>
        <p:spPr>
          <a:xfrm>
            <a:off x="3572900" y="2743713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4" name="타원 303">
            <a:extLst>
              <a:ext uri="{FF2B5EF4-FFF2-40B4-BE49-F238E27FC236}">
                <a16:creationId xmlns:a16="http://schemas.microsoft.com/office/drawing/2014/main" id="{E427B15B-1AA5-FD92-2E1D-393D67E17D2B}"/>
              </a:ext>
            </a:extLst>
          </p:cNvPr>
          <p:cNvSpPr/>
          <p:nvPr/>
        </p:nvSpPr>
        <p:spPr>
          <a:xfrm>
            <a:off x="4206858" y="2743713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5" name="타원 304">
            <a:extLst>
              <a:ext uri="{FF2B5EF4-FFF2-40B4-BE49-F238E27FC236}">
                <a16:creationId xmlns:a16="http://schemas.microsoft.com/office/drawing/2014/main" id="{AC3FDA61-1150-E6C3-2F8F-F0188F2A3B4C}"/>
              </a:ext>
            </a:extLst>
          </p:cNvPr>
          <p:cNvSpPr/>
          <p:nvPr/>
        </p:nvSpPr>
        <p:spPr>
          <a:xfrm>
            <a:off x="1106166" y="5054835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6" name="타원 305">
            <a:extLst>
              <a:ext uri="{FF2B5EF4-FFF2-40B4-BE49-F238E27FC236}">
                <a16:creationId xmlns:a16="http://schemas.microsoft.com/office/drawing/2014/main" id="{A5808E9F-1353-BC51-5832-7BFDFD55280B}"/>
              </a:ext>
            </a:extLst>
          </p:cNvPr>
          <p:cNvSpPr/>
          <p:nvPr/>
        </p:nvSpPr>
        <p:spPr>
          <a:xfrm>
            <a:off x="1991544" y="5054835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7" name="타원 306">
            <a:extLst>
              <a:ext uri="{FF2B5EF4-FFF2-40B4-BE49-F238E27FC236}">
                <a16:creationId xmlns:a16="http://schemas.microsoft.com/office/drawing/2014/main" id="{6F7E91C4-2A8E-EAC4-EAC8-D03A997D9EC2}"/>
              </a:ext>
            </a:extLst>
          </p:cNvPr>
          <p:cNvSpPr/>
          <p:nvPr/>
        </p:nvSpPr>
        <p:spPr>
          <a:xfrm>
            <a:off x="2819636" y="5054835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8" name="타원 307">
            <a:extLst>
              <a:ext uri="{FF2B5EF4-FFF2-40B4-BE49-F238E27FC236}">
                <a16:creationId xmlns:a16="http://schemas.microsoft.com/office/drawing/2014/main" id="{684BD29C-80E0-F937-D5D7-A06E375F557B}"/>
              </a:ext>
            </a:extLst>
          </p:cNvPr>
          <p:cNvSpPr/>
          <p:nvPr/>
        </p:nvSpPr>
        <p:spPr>
          <a:xfrm>
            <a:off x="3572900" y="5054835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09" name="타원 308">
            <a:extLst>
              <a:ext uri="{FF2B5EF4-FFF2-40B4-BE49-F238E27FC236}">
                <a16:creationId xmlns:a16="http://schemas.microsoft.com/office/drawing/2014/main" id="{4C82379B-C013-946B-E4FE-122AC68C4704}"/>
              </a:ext>
            </a:extLst>
          </p:cNvPr>
          <p:cNvSpPr/>
          <p:nvPr/>
        </p:nvSpPr>
        <p:spPr>
          <a:xfrm>
            <a:off x="4206858" y="5054835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1" name="타원 310">
            <a:extLst>
              <a:ext uri="{FF2B5EF4-FFF2-40B4-BE49-F238E27FC236}">
                <a16:creationId xmlns:a16="http://schemas.microsoft.com/office/drawing/2014/main" id="{4C6AB2BC-13FE-058D-2E3A-A4B577EEB6E5}"/>
              </a:ext>
            </a:extLst>
          </p:cNvPr>
          <p:cNvSpPr/>
          <p:nvPr/>
        </p:nvSpPr>
        <p:spPr>
          <a:xfrm>
            <a:off x="5534232" y="2743713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2" name="타원 311">
            <a:extLst>
              <a:ext uri="{FF2B5EF4-FFF2-40B4-BE49-F238E27FC236}">
                <a16:creationId xmlns:a16="http://schemas.microsoft.com/office/drawing/2014/main" id="{83A22AAE-21CE-71A7-373C-736C3B8BE62B}"/>
              </a:ext>
            </a:extLst>
          </p:cNvPr>
          <p:cNvSpPr/>
          <p:nvPr/>
        </p:nvSpPr>
        <p:spPr>
          <a:xfrm>
            <a:off x="6419610" y="2743713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3" name="타원 312">
            <a:extLst>
              <a:ext uri="{FF2B5EF4-FFF2-40B4-BE49-F238E27FC236}">
                <a16:creationId xmlns:a16="http://schemas.microsoft.com/office/drawing/2014/main" id="{76E6B387-783F-D8B8-CCC6-7ABFEF3A2956}"/>
              </a:ext>
            </a:extLst>
          </p:cNvPr>
          <p:cNvSpPr/>
          <p:nvPr/>
        </p:nvSpPr>
        <p:spPr>
          <a:xfrm>
            <a:off x="7247702" y="2743713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4" name="타원 313">
            <a:extLst>
              <a:ext uri="{FF2B5EF4-FFF2-40B4-BE49-F238E27FC236}">
                <a16:creationId xmlns:a16="http://schemas.microsoft.com/office/drawing/2014/main" id="{A65F0BBF-62BF-8F96-60AF-2879C6593479}"/>
              </a:ext>
            </a:extLst>
          </p:cNvPr>
          <p:cNvSpPr/>
          <p:nvPr/>
        </p:nvSpPr>
        <p:spPr>
          <a:xfrm>
            <a:off x="8000966" y="2743713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5" name="타원 314">
            <a:extLst>
              <a:ext uri="{FF2B5EF4-FFF2-40B4-BE49-F238E27FC236}">
                <a16:creationId xmlns:a16="http://schemas.microsoft.com/office/drawing/2014/main" id="{1D7C4258-06C5-3C31-3CB5-272459942342}"/>
              </a:ext>
            </a:extLst>
          </p:cNvPr>
          <p:cNvSpPr/>
          <p:nvPr/>
        </p:nvSpPr>
        <p:spPr>
          <a:xfrm>
            <a:off x="8634924" y="2743713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7" name="타원 316">
            <a:extLst>
              <a:ext uri="{FF2B5EF4-FFF2-40B4-BE49-F238E27FC236}">
                <a16:creationId xmlns:a16="http://schemas.microsoft.com/office/drawing/2014/main" id="{F1EF2CE2-63AB-945F-3F14-172442653EE6}"/>
              </a:ext>
            </a:extLst>
          </p:cNvPr>
          <p:cNvSpPr/>
          <p:nvPr/>
        </p:nvSpPr>
        <p:spPr>
          <a:xfrm>
            <a:off x="5534232" y="5054835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19" name="타원 318">
            <a:extLst>
              <a:ext uri="{FF2B5EF4-FFF2-40B4-BE49-F238E27FC236}">
                <a16:creationId xmlns:a16="http://schemas.microsoft.com/office/drawing/2014/main" id="{AAD44ACC-5766-94A7-C99D-9F648C167E0A}"/>
              </a:ext>
            </a:extLst>
          </p:cNvPr>
          <p:cNvSpPr/>
          <p:nvPr/>
        </p:nvSpPr>
        <p:spPr>
          <a:xfrm>
            <a:off x="6419610" y="5054835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0" name="타원 319">
            <a:extLst>
              <a:ext uri="{FF2B5EF4-FFF2-40B4-BE49-F238E27FC236}">
                <a16:creationId xmlns:a16="http://schemas.microsoft.com/office/drawing/2014/main" id="{5D2A282F-3AA2-1F03-9F45-1A31261F8DED}"/>
              </a:ext>
            </a:extLst>
          </p:cNvPr>
          <p:cNvSpPr/>
          <p:nvPr/>
        </p:nvSpPr>
        <p:spPr>
          <a:xfrm>
            <a:off x="7247702" y="5054835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1" name="타원 320">
            <a:extLst>
              <a:ext uri="{FF2B5EF4-FFF2-40B4-BE49-F238E27FC236}">
                <a16:creationId xmlns:a16="http://schemas.microsoft.com/office/drawing/2014/main" id="{67220E5B-9DE1-5CEE-526A-E52568DEB976}"/>
              </a:ext>
            </a:extLst>
          </p:cNvPr>
          <p:cNvSpPr/>
          <p:nvPr/>
        </p:nvSpPr>
        <p:spPr>
          <a:xfrm>
            <a:off x="8000966" y="5054835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22" name="타원 321">
            <a:extLst>
              <a:ext uri="{FF2B5EF4-FFF2-40B4-BE49-F238E27FC236}">
                <a16:creationId xmlns:a16="http://schemas.microsoft.com/office/drawing/2014/main" id="{AB74419B-C476-1B90-A77B-5675DDAB6E36}"/>
              </a:ext>
            </a:extLst>
          </p:cNvPr>
          <p:cNvSpPr/>
          <p:nvPr/>
        </p:nvSpPr>
        <p:spPr>
          <a:xfrm>
            <a:off x="8634924" y="5054835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330" name="Table 1">
            <a:extLst>
              <a:ext uri="{FF2B5EF4-FFF2-40B4-BE49-F238E27FC236}">
                <a16:creationId xmlns:a16="http://schemas.microsoft.com/office/drawing/2014/main" id="{5E839FA5-348F-4706-46A3-C60BB95DCF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032838"/>
              </p:ext>
            </p:extLst>
          </p:nvPr>
        </p:nvGraphicFramePr>
        <p:xfrm>
          <a:off x="526028" y="5763640"/>
          <a:ext cx="3301720" cy="853440"/>
        </p:xfrm>
        <a:graphic>
          <a:graphicData uri="http://schemas.openxmlformats.org/drawingml/2006/table">
            <a:tbl>
              <a:tblPr/>
              <a:tblGrid>
                <a:gridCol w="8906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110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상태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charset="0"/>
                        </a:rPr>
                        <a:t>기준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rgbClr val="00B05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charset="0"/>
                        </a:rPr>
                        <a:t>양호</a:t>
                      </a:r>
                      <a:endParaRPr lang="en-US" sz="800" b="1" dirty="0">
                        <a:solidFill>
                          <a:srgbClr val="00B050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rgbClr val="FFC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보통</a:t>
                      </a:r>
                      <a:endParaRPr lang="en-US" sz="800" b="1" dirty="0">
                        <a:solidFill>
                          <a:srgbClr val="FFC000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rgbClr val="FF0000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불안정</a:t>
                      </a:r>
                      <a:endParaRPr lang="en-US" sz="800" b="1" dirty="0">
                        <a:solidFill>
                          <a:srgbClr val="FF0000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31" name="TextBox 330">
            <a:extLst>
              <a:ext uri="{FF2B5EF4-FFF2-40B4-BE49-F238E27FC236}">
                <a16:creationId xmlns:a16="http://schemas.microsoft.com/office/drawing/2014/main" id="{3C98A1C3-191A-AD43-DB31-67724C16BD24}"/>
              </a:ext>
            </a:extLst>
          </p:cNvPr>
          <p:cNvSpPr txBox="1"/>
          <p:nvPr/>
        </p:nvSpPr>
        <p:spPr>
          <a:xfrm>
            <a:off x="3827748" y="6417332"/>
            <a:ext cx="1439818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※ </a:t>
            </a:r>
            <a:r>
              <a:rPr lang="ko-KR" altLang="en-US" sz="8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기준은 개발팀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430554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B5026-9111-918C-A1E8-05B5362EB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>
            <a:extLst>
              <a:ext uri="{FF2B5EF4-FFF2-40B4-BE49-F238E27FC236}">
                <a16:creationId xmlns:a16="http://schemas.microsoft.com/office/drawing/2014/main" id="{ED6F3997-4E44-0C14-EAAF-0E9FC6E5FE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라이브 방송 </a:t>
            </a:r>
            <a:r>
              <a:rPr lang="en-US" altLang="ko-KR" dirty="0"/>
              <a:t>&gt; </a:t>
            </a:r>
            <a:r>
              <a:rPr lang="ko-KR" altLang="en-US" dirty="0"/>
              <a:t>방송 관리 </a:t>
            </a:r>
            <a:r>
              <a:rPr lang="en-US" altLang="ko-KR" dirty="0"/>
              <a:t>&gt; ON AIR</a:t>
            </a:r>
            <a:endParaRPr lang="ko-KR" altLang="en-US" dirty="0"/>
          </a:p>
        </p:txBody>
      </p:sp>
      <p:sp>
        <p:nvSpPr>
          <p:cNvPr id="13" name="제목 12">
            <a:extLst>
              <a:ext uri="{FF2B5EF4-FFF2-40B4-BE49-F238E27FC236}">
                <a16:creationId xmlns:a16="http://schemas.microsoft.com/office/drawing/2014/main" id="{C774B0CC-22CD-31A5-5764-F3B232ACF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크리에이터 스튜디오 </a:t>
            </a:r>
            <a:r>
              <a:rPr lang="en-US" altLang="ko-KR" dirty="0"/>
              <a:t>&gt; </a:t>
            </a:r>
            <a:r>
              <a:rPr lang="ko-KR" altLang="en-US" dirty="0"/>
              <a:t>라이브 방송 </a:t>
            </a:r>
            <a:r>
              <a:rPr lang="en-US" altLang="ko-KR" dirty="0"/>
              <a:t>&gt; </a:t>
            </a:r>
            <a:r>
              <a:rPr lang="ko-KR" altLang="en-US" dirty="0"/>
              <a:t>방송 관리 </a:t>
            </a:r>
            <a:r>
              <a:rPr lang="en-US" altLang="ko-KR" dirty="0"/>
              <a:t>&gt; ON AIR</a:t>
            </a:r>
            <a:endParaRPr lang="ko-KR" altLang="en-US" dirty="0"/>
          </a:p>
        </p:txBody>
      </p:sp>
      <p:sp>
        <p:nvSpPr>
          <p:cNvPr id="104" name="Shape 6">
            <a:extLst>
              <a:ext uri="{FF2B5EF4-FFF2-40B4-BE49-F238E27FC236}">
                <a16:creationId xmlns:a16="http://schemas.microsoft.com/office/drawing/2014/main" id="{490672A2-28F5-680F-B4DB-21BEA8085F84}"/>
              </a:ext>
            </a:extLst>
          </p:cNvPr>
          <p:cNvSpPr/>
          <p:nvPr/>
        </p:nvSpPr>
        <p:spPr>
          <a:xfrm>
            <a:off x="1809132" y="908720"/>
            <a:ext cx="7635240" cy="5759935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7CDDA"/>
            </a:solidFill>
            <a:prstDash val="solid"/>
          </a:ln>
        </p:spPr>
      </p:sp>
      <p:sp>
        <p:nvSpPr>
          <p:cNvPr id="105" name="Shape 7">
            <a:extLst>
              <a:ext uri="{FF2B5EF4-FFF2-40B4-BE49-F238E27FC236}">
                <a16:creationId xmlns:a16="http://schemas.microsoft.com/office/drawing/2014/main" id="{FC41C1A4-6B89-97E0-DF68-8219A0FA2B81}"/>
              </a:ext>
            </a:extLst>
          </p:cNvPr>
          <p:cNvSpPr/>
          <p:nvPr/>
        </p:nvSpPr>
        <p:spPr>
          <a:xfrm>
            <a:off x="1809132" y="908720"/>
            <a:ext cx="7635240" cy="36576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</p:sp>
      <p:sp>
        <p:nvSpPr>
          <p:cNvPr id="106" name="Text 8">
            <a:extLst>
              <a:ext uri="{FF2B5EF4-FFF2-40B4-BE49-F238E27FC236}">
                <a16:creationId xmlns:a16="http://schemas.microsoft.com/office/drawing/2014/main" id="{817F6BBB-6668-48FB-228D-6C51C5C3CAE6}"/>
              </a:ext>
            </a:extLst>
          </p:cNvPr>
          <p:cNvSpPr txBox="1"/>
          <p:nvPr/>
        </p:nvSpPr>
        <p:spPr>
          <a:xfrm>
            <a:off x="1992012" y="908720"/>
            <a:ext cx="755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100" b="1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</a:t>
            </a:r>
            <a:r>
              <a:rPr kumimoji="0" lang="ko-KR" altLang="en-US" sz="11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관리</a:t>
            </a:r>
            <a:endParaRPr kumimoji="0" lang="en-US" sz="1100" dirty="0">
              <a:latin typeface="Calibri" panose="020F0502020204030204"/>
            </a:endParaRPr>
          </a:p>
        </p:txBody>
      </p:sp>
      <p:sp>
        <p:nvSpPr>
          <p:cNvPr id="116" name="Shape 58">
            <a:extLst>
              <a:ext uri="{FF2B5EF4-FFF2-40B4-BE49-F238E27FC236}">
                <a16:creationId xmlns:a16="http://schemas.microsoft.com/office/drawing/2014/main" id="{967236D5-E119-C368-4AC0-C460159A44ED}"/>
              </a:ext>
            </a:extLst>
          </p:cNvPr>
          <p:cNvSpPr/>
          <p:nvPr/>
        </p:nvSpPr>
        <p:spPr>
          <a:xfrm>
            <a:off x="6975492" y="1384207"/>
            <a:ext cx="2343763" cy="5177141"/>
          </a:xfrm>
          <a:prstGeom prst="roundRect">
            <a:avLst>
              <a:gd name="adj" fmla="val 1455"/>
            </a:avLst>
          </a:prstGeom>
          <a:solidFill>
            <a:srgbClr val="F5F7FB"/>
          </a:solidFill>
          <a:ln w="12700">
            <a:solidFill>
              <a:srgbClr val="E3E8F1"/>
            </a:solidFill>
            <a:prstDash val="solid"/>
          </a:ln>
        </p:spPr>
      </p:sp>
      <p:sp>
        <p:nvSpPr>
          <p:cNvPr id="117" name="Text 59">
            <a:extLst>
              <a:ext uri="{FF2B5EF4-FFF2-40B4-BE49-F238E27FC236}">
                <a16:creationId xmlns:a16="http://schemas.microsoft.com/office/drawing/2014/main" id="{EC9AEC5A-40F3-C099-3941-79F218423195}"/>
              </a:ext>
            </a:extLst>
          </p:cNvPr>
          <p:cNvSpPr txBox="1"/>
          <p:nvPr/>
        </p:nvSpPr>
        <p:spPr>
          <a:xfrm>
            <a:off x="7112652" y="14573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b="1" dirty="0" err="1">
                <a:solidFill>
                  <a:srgbClr val="0000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</a:t>
            </a:r>
            <a:endParaRPr kumimoji="0" lang="en-US" dirty="0">
              <a:solidFill>
                <a:srgbClr val="0000FF"/>
              </a:solidFill>
              <a:latin typeface="Calibri" panose="020F0502020204030204"/>
            </a:endParaRPr>
          </a:p>
        </p:txBody>
      </p:sp>
      <p:sp>
        <p:nvSpPr>
          <p:cNvPr id="118" name="Text 60">
            <a:extLst>
              <a:ext uri="{FF2B5EF4-FFF2-40B4-BE49-F238E27FC236}">
                <a16:creationId xmlns:a16="http://schemas.microsoft.com/office/drawing/2014/main" id="{6B4AF8BE-2957-DF72-1353-9E1E70F93CFE}"/>
              </a:ext>
            </a:extLst>
          </p:cNvPr>
          <p:cNvSpPr txBox="1"/>
          <p:nvPr/>
        </p:nvSpPr>
        <p:spPr>
          <a:xfrm>
            <a:off x="8643036" y="14573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850" dirty="0">
                <a:solidFill>
                  <a:srgbClr val="5A6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⚙  ⧉</a:t>
            </a:r>
            <a:endParaRPr kumimoji="0" lang="en-US" sz="8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19" name="Shape 75">
            <a:extLst>
              <a:ext uri="{FF2B5EF4-FFF2-40B4-BE49-F238E27FC236}">
                <a16:creationId xmlns:a16="http://schemas.microsoft.com/office/drawing/2014/main" id="{34BD3CB8-AC5E-202E-BF37-9E5E5E1432CF}"/>
              </a:ext>
            </a:extLst>
          </p:cNvPr>
          <p:cNvSpPr/>
          <p:nvPr/>
        </p:nvSpPr>
        <p:spPr>
          <a:xfrm>
            <a:off x="7112652" y="6201308"/>
            <a:ext cx="2079024" cy="237744"/>
          </a:xfrm>
          <a:prstGeom prst="rect">
            <a:avLst/>
          </a:prstGeom>
          <a:solidFill>
            <a:srgbClr val="FFFFFF"/>
          </a:solidFill>
          <a:ln>
            <a:solidFill>
              <a:srgbClr val="4472C4">
                <a:lumMod val="40000"/>
                <a:lumOff val="60000"/>
              </a:srgbClr>
            </a:solidFill>
          </a:ln>
        </p:spPr>
      </p:sp>
      <p:sp>
        <p:nvSpPr>
          <p:cNvPr id="120" name="Text 76">
            <a:extLst>
              <a:ext uri="{FF2B5EF4-FFF2-40B4-BE49-F238E27FC236}">
                <a16:creationId xmlns:a16="http://schemas.microsoft.com/office/drawing/2014/main" id="{3759A529-D530-96E7-5E0A-9591D709322E}"/>
              </a:ext>
            </a:extLst>
          </p:cNvPr>
          <p:cNvSpPr txBox="1"/>
          <p:nvPr/>
        </p:nvSpPr>
        <p:spPr>
          <a:xfrm>
            <a:off x="7204092" y="6201308"/>
            <a:ext cx="19093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750" dirty="0">
                <a:solidFill>
                  <a:srgbClr val="9AA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 입력...</a:t>
            </a:r>
            <a:endParaRPr kumimoji="0"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59" name="Text 80">
            <a:extLst>
              <a:ext uri="{FF2B5EF4-FFF2-40B4-BE49-F238E27FC236}">
                <a16:creationId xmlns:a16="http://schemas.microsoft.com/office/drawing/2014/main" id="{E95ADC82-782C-BEB5-E18F-12D850756126}"/>
              </a:ext>
            </a:extLst>
          </p:cNvPr>
          <p:cNvSpPr txBox="1"/>
          <p:nvPr/>
        </p:nvSpPr>
        <p:spPr>
          <a:xfrm>
            <a:off x="7133839" y="1777400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유저A : 오늘 컨텐츠 뭐예요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0" name="Text 81">
            <a:extLst>
              <a:ext uri="{FF2B5EF4-FFF2-40B4-BE49-F238E27FC236}">
                <a16:creationId xmlns:a16="http://schemas.microsoft.com/office/drawing/2014/main" id="{EE9AC54E-1C19-EDF7-1B94-9DE98A1A9756}"/>
              </a:ext>
            </a:extLst>
          </p:cNvPr>
          <p:cNvSpPr txBox="1"/>
          <p:nvPr/>
        </p:nvSpPr>
        <p:spPr>
          <a:xfrm>
            <a:off x="7133839" y="2006000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유저B : 화질 좋아졌네요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1" name="Text 82">
            <a:extLst>
              <a:ext uri="{FF2B5EF4-FFF2-40B4-BE49-F238E27FC236}">
                <a16:creationId xmlns:a16="http://schemas.microsoft.com/office/drawing/2014/main" id="{656D4D69-EF5B-23D8-F9C5-6B56C77A3DAF}"/>
              </a:ext>
            </a:extLst>
          </p:cNvPr>
          <p:cNvSpPr txBox="1"/>
          <p:nvPr/>
        </p:nvSpPr>
        <p:spPr>
          <a:xfrm>
            <a:off x="7133839" y="2234600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유저C : ㅋㅋㅋㅋ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2" name="Text 84">
            <a:extLst>
              <a:ext uri="{FF2B5EF4-FFF2-40B4-BE49-F238E27FC236}">
                <a16:creationId xmlns:a16="http://schemas.microsoft.com/office/drawing/2014/main" id="{74DDB4EF-89E5-34F6-E078-EA5167FD76BC}"/>
              </a:ext>
            </a:extLst>
          </p:cNvPr>
          <p:cNvSpPr txBox="1"/>
          <p:nvPr/>
        </p:nvSpPr>
        <p:spPr>
          <a:xfrm>
            <a:off x="7133839" y="2447056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유저D : 응원합니다!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3" name="Text 85">
            <a:extLst>
              <a:ext uri="{FF2B5EF4-FFF2-40B4-BE49-F238E27FC236}">
                <a16:creationId xmlns:a16="http://schemas.microsoft.com/office/drawing/2014/main" id="{CE800FAB-2A5D-EAB6-71D5-E639504A7850}"/>
              </a:ext>
            </a:extLst>
          </p:cNvPr>
          <p:cNvSpPr txBox="1"/>
          <p:nvPr/>
        </p:nvSpPr>
        <p:spPr>
          <a:xfrm>
            <a:off x="7133839" y="2675656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유저E : 다음 방송 언제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64" name="Text 86">
            <a:extLst>
              <a:ext uri="{FF2B5EF4-FFF2-40B4-BE49-F238E27FC236}">
                <a16:creationId xmlns:a16="http://schemas.microsoft.com/office/drawing/2014/main" id="{D994BD6B-3321-6C1B-7748-78D47B8866D7}"/>
              </a:ext>
            </a:extLst>
          </p:cNvPr>
          <p:cNvSpPr txBox="1"/>
          <p:nvPr/>
        </p:nvSpPr>
        <p:spPr>
          <a:xfrm>
            <a:off x="7133839" y="2904256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유저F : 👍👍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191" name="Shape 6">
            <a:extLst>
              <a:ext uri="{FF2B5EF4-FFF2-40B4-BE49-F238E27FC236}">
                <a16:creationId xmlns:a16="http://schemas.microsoft.com/office/drawing/2014/main" id="{56FEF689-C52A-AD98-AF4D-EF72B2DF096F}"/>
              </a:ext>
            </a:extLst>
          </p:cNvPr>
          <p:cNvSpPr/>
          <p:nvPr/>
        </p:nvSpPr>
        <p:spPr>
          <a:xfrm>
            <a:off x="146092" y="908720"/>
            <a:ext cx="1663041" cy="5759935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7CDD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93" name="Shape 58">
            <a:extLst>
              <a:ext uri="{FF2B5EF4-FFF2-40B4-BE49-F238E27FC236}">
                <a16:creationId xmlns:a16="http://schemas.microsoft.com/office/drawing/2014/main" id="{43E1D5CB-1E0B-2421-B392-D877821CD28E}"/>
              </a:ext>
            </a:extLst>
          </p:cNvPr>
          <p:cNvSpPr/>
          <p:nvPr/>
        </p:nvSpPr>
        <p:spPr>
          <a:xfrm>
            <a:off x="6972983" y="1384207"/>
            <a:ext cx="2343763" cy="5177141"/>
          </a:xfrm>
          <a:prstGeom prst="roundRect">
            <a:avLst>
              <a:gd name="adj" fmla="val 1455"/>
            </a:avLst>
          </a:prstGeom>
          <a:solidFill>
            <a:schemeClr val="bg1">
              <a:lumMod val="95000"/>
              <a:alpha val="68000"/>
            </a:schemeClr>
          </a:solidFill>
          <a:ln w="12700">
            <a:solidFill>
              <a:srgbClr val="E3E8F1"/>
            </a:solidFill>
            <a:prstDash val="solid"/>
          </a:ln>
        </p:spPr>
        <p:txBody>
          <a:bodyPr anchor="ctr"/>
          <a:lstStyle/>
          <a:p>
            <a:pPr algn="ctr"/>
            <a:endParaRPr lang="ko-KR" altLang="en-US" sz="12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97" name="TextBox 196">
            <a:extLst>
              <a:ext uri="{FF2B5EF4-FFF2-40B4-BE49-F238E27FC236}">
                <a16:creationId xmlns:a16="http://schemas.microsoft.com/office/drawing/2014/main" id="{EF09558E-6B03-E62E-66D8-9FB4BAED27AF}"/>
              </a:ext>
            </a:extLst>
          </p:cNvPr>
          <p:cNvSpPr txBox="1"/>
          <p:nvPr/>
        </p:nvSpPr>
        <p:spPr>
          <a:xfrm rot="21069164">
            <a:off x="7421126" y="3617278"/>
            <a:ext cx="1462077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kumimoji="1" lang="ko-KR" alt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채팅 구성안 참조</a:t>
            </a:r>
            <a:endParaRPr lang="ko-KR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pic>
        <p:nvPicPr>
          <p:cNvPr id="199" name="그림 198">
            <a:extLst>
              <a:ext uri="{FF2B5EF4-FFF2-40B4-BE49-F238E27FC236}">
                <a16:creationId xmlns:a16="http://schemas.microsoft.com/office/drawing/2014/main" id="{E7CCFC3E-15D2-CEF3-1DB5-BF1093BFC3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677"/>
          <a:stretch>
            <a:fillRect/>
          </a:stretch>
        </p:blipFill>
        <p:spPr>
          <a:xfrm>
            <a:off x="176771" y="935489"/>
            <a:ext cx="1606975" cy="398012"/>
          </a:xfrm>
          <a:prstGeom prst="rect">
            <a:avLst/>
          </a:prstGeom>
        </p:spPr>
      </p:pic>
      <p:sp>
        <p:nvSpPr>
          <p:cNvPr id="2" name="Shape 11">
            <a:extLst>
              <a:ext uri="{FF2B5EF4-FFF2-40B4-BE49-F238E27FC236}">
                <a16:creationId xmlns:a16="http://schemas.microsoft.com/office/drawing/2014/main" id="{E2C6693A-8CF0-5CCE-B8BC-2243B86193E2}"/>
              </a:ext>
            </a:extLst>
          </p:cNvPr>
          <p:cNvSpPr/>
          <p:nvPr/>
        </p:nvSpPr>
        <p:spPr>
          <a:xfrm>
            <a:off x="1946292" y="1539015"/>
            <a:ext cx="4870416" cy="1457599"/>
          </a:xfrm>
          <a:prstGeom prst="rect">
            <a:avLst/>
          </a:prstGeom>
          <a:solidFill>
            <a:srgbClr val="1A1D28"/>
          </a:solidFill>
          <a:ln/>
        </p:spPr>
      </p:sp>
      <p:sp>
        <p:nvSpPr>
          <p:cNvPr id="15" name="Shape 28">
            <a:extLst>
              <a:ext uri="{FF2B5EF4-FFF2-40B4-BE49-F238E27FC236}">
                <a16:creationId xmlns:a16="http://schemas.microsoft.com/office/drawing/2014/main" id="{7CF6E0F8-ED8C-FA67-DFE9-2ADA2E97F42E}"/>
              </a:ext>
            </a:extLst>
          </p:cNvPr>
          <p:cNvSpPr/>
          <p:nvPr/>
        </p:nvSpPr>
        <p:spPr>
          <a:xfrm>
            <a:off x="1945974" y="3106859"/>
            <a:ext cx="4870736" cy="531433"/>
          </a:xfrm>
          <a:prstGeom prst="roundRect">
            <a:avLst>
              <a:gd name="adj" fmla="val 4878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6" name="Text 30">
            <a:extLst>
              <a:ext uri="{FF2B5EF4-FFF2-40B4-BE49-F238E27FC236}">
                <a16:creationId xmlns:a16="http://schemas.microsoft.com/office/drawing/2014/main" id="{04DC0B3D-036A-3ADE-10E2-3FC3AE27FD04}"/>
              </a:ext>
            </a:extLst>
          </p:cNvPr>
          <p:cNvSpPr txBox="1"/>
          <p:nvPr/>
        </p:nvSpPr>
        <p:spPr>
          <a:xfrm>
            <a:off x="2075901" y="3158386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>
                <a:solidFill>
                  <a:prstClr val="black"/>
                </a:solidFill>
                <a:latin typeface="+mn-ea"/>
                <a:ea typeface="+mn-ea"/>
              </a:rPr>
              <a:t>상태</a:t>
            </a:r>
            <a:endParaRPr kumimoji="0" lang="en-US" sz="90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17" name="Text 31">
            <a:extLst>
              <a:ext uri="{FF2B5EF4-FFF2-40B4-BE49-F238E27FC236}">
                <a16:creationId xmlns:a16="http://schemas.microsoft.com/office/drawing/2014/main" id="{1060F26B-91C1-C1DA-1AFA-D395CC1F9E46}"/>
              </a:ext>
            </a:extLst>
          </p:cNvPr>
          <p:cNvSpPr txBox="1"/>
          <p:nvPr/>
        </p:nvSpPr>
        <p:spPr>
          <a:xfrm>
            <a:off x="2075901" y="3337839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lang="ko-KR" altLang="en-US" sz="1100" b="1" i="0" dirty="0">
                <a:solidFill>
                  <a:schemeClr val="accent4">
                    <a:lumMod val="75000"/>
                  </a:schemeClr>
                </a:solidFill>
                <a:effectLst/>
                <a:latin typeface="+mn-ea"/>
                <a:ea typeface="+mn-ea"/>
              </a:rPr>
              <a:t>양호</a:t>
            </a:r>
            <a:endParaRPr kumimoji="0" lang="en-US" sz="600" dirty="0">
              <a:solidFill>
                <a:schemeClr val="accent4">
                  <a:lumMod val="7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18" name="Text 32">
            <a:extLst>
              <a:ext uri="{FF2B5EF4-FFF2-40B4-BE49-F238E27FC236}">
                <a16:creationId xmlns:a16="http://schemas.microsoft.com/office/drawing/2014/main" id="{71C9C1E8-4DFF-7AD5-C14E-9414ABB7CDFE}"/>
              </a:ext>
            </a:extLst>
          </p:cNvPr>
          <p:cNvSpPr txBox="1"/>
          <p:nvPr/>
        </p:nvSpPr>
        <p:spPr>
          <a:xfrm>
            <a:off x="3014314" y="3158386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방송 시간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돋움" pitchFamily="50" charset="-127"/>
              <a:ea typeface="돋움" pitchFamily="50" charset="-127"/>
              <a:cs typeface="+mn-cs"/>
            </a:endParaRPr>
          </a:p>
        </p:txBody>
      </p:sp>
      <p:sp>
        <p:nvSpPr>
          <p:cNvPr id="19" name="Text 33">
            <a:extLst>
              <a:ext uri="{FF2B5EF4-FFF2-40B4-BE49-F238E27FC236}">
                <a16:creationId xmlns:a16="http://schemas.microsoft.com/office/drawing/2014/main" id="{29802690-16CB-6024-BD9A-434C2F062FE0}"/>
              </a:ext>
            </a:extLst>
          </p:cNvPr>
          <p:cNvSpPr txBox="1"/>
          <p:nvPr/>
        </p:nvSpPr>
        <p:spPr>
          <a:xfrm>
            <a:off x="3014314" y="3337839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돋움" pitchFamily="50" charset="-127"/>
                <a:cs typeface="+mn-cs"/>
              </a:rPr>
              <a:t>00:01:11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돋움" pitchFamily="50" charset="-127"/>
              <a:cs typeface="+mn-cs"/>
            </a:endParaRPr>
          </a:p>
        </p:txBody>
      </p:sp>
      <p:sp>
        <p:nvSpPr>
          <p:cNvPr id="20" name="Text 34">
            <a:extLst>
              <a:ext uri="{FF2B5EF4-FFF2-40B4-BE49-F238E27FC236}">
                <a16:creationId xmlns:a16="http://schemas.microsoft.com/office/drawing/2014/main" id="{9C95BB97-66BD-FD56-84DE-6A32FA0DC968}"/>
              </a:ext>
            </a:extLst>
          </p:cNvPr>
          <p:cNvSpPr txBox="1"/>
          <p:nvPr/>
        </p:nvSpPr>
        <p:spPr>
          <a:xfrm>
            <a:off x="3952727" y="3158386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 시청자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돋움" pitchFamily="50" charset="-127"/>
              <a:cs typeface="+mn-cs"/>
            </a:endParaRPr>
          </a:p>
        </p:txBody>
      </p:sp>
      <p:sp>
        <p:nvSpPr>
          <p:cNvPr id="21" name="Text 35">
            <a:extLst>
              <a:ext uri="{FF2B5EF4-FFF2-40B4-BE49-F238E27FC236}">
                <a16:creationId xmlns:a16="http://schemas.microsoft.com/office/drawing/2014/main" id="{0E14D1BD-4286-1750-95D8-C78530D45386}"/>
              </a:ext>
            </a:extLst>
          </p:cNvPr>
          <p:cNvSpPr txBox="1"/>
          <p:nvPr/>
        </p:nvSpPr>
        <p:spPr>
          <a:xfrm>
            <a:off x="3952727" y="3337839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돋움" pitchFamily="50" charset="-127"/>
                <a:cs typeface="+mn-cs"/>
              </a:rPr>
              <a:t>000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2" name="Text 36">
            <a:extLst>
              <a:ext uri="{FF2B5EF4-FFF2-40B4-BE49-F238E27FC236}">
                <a16:creationId xmlns:a16="http://schemas.microsoft.com/office/drawing/2014/main" id="{07DA6479-7088-6E2E-9C68-B2F2189E6761}"/>
              </a:ext>
            </a:extLst>
          </p:cNvPr>
          <p:cNvSpPr txBox="1"/>
          <p:nvPr/>
        </p:nvSpPr>
        <p:spPr>
          <a:xfrm>
            <a:off x="5829553" y="3158386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해상도</a:t>
            </a:r>
            <a:endParaRPr kumimoji="0" lang="en-US" sz="900" dirty="0">
              <a:latin typeface="Calibri" panose="020F0502020204030204"/>
            </a:endParaRPr>
          </a:p>
        </p:txBody>
      </p:sp>
      <p:sp>
        <p:nvSpPr>
          <p:cNvPr id="23" name="Text 37">
            <a:extLst>
              <a:ext uri="{FF2B5EF4-FFF2-40B4-BE49-F238E27FC236}">
                <a16:creationId xmlns:a16="http://schemas.microsoft.com/office/drawing/2014/main" id="{A014697A-437B-C13F-04D8-61661ACEB9E6}"/>
              </a:ext>
            </a:extLst>
          </p:cNvPr>
          <p:cNvSpPr txBox="1"/>
          <p:nvPr/>
        </p:nvSpPr>
        <p:spPr>
          <a:xfrm>
            <a:off x="5829553" y="3337839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돋움" pitchFamily="50" charset="-127"/>
                <a:cs typeface="+mn-cs"/>
              </a:rPr>
              <a:t>1080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4" name="Text 36">
            <a:extLst>
              <a:ext uri="{FF2B5EF4-FFF2-40B4-BE49-F238E27FC236}">
                <a16:creationId xmlns:a16="http://schemas.microsoft.com/office/drawing/2014/main" id="{727A8294-39BB-8E22-5E94-D321CEA25499}"/>
              </a:ext>
            </a:extLst>
          </p:cNvPr>
          <p:cNvSpPr txBox="1"/>
          <p:nvPr/>
        </p:nvSpPr>
        <p:spPr>
          <a:xfrm>
            <a:off x="4891140" y="3158386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비트트레이</a:t>
            </a:r>
            <a:endParaRPr kumimoji="0" lang="en-US" sz="900" dirty="0">
              <a:latin typeface="Calibri" panose="020F0502020204030204"/>
            </a:endParaRPr>
          </a:p>
        </p:txBody>
      </p:sp>
      <p:sp>
        <p:nvSpPr>
          <p:cNvPr id="25" name="Text 37">
            <a:extLst>
              <a:ext uri="{FF2B5EF4-FFF2-40B4-BE49-F238E27FC236}">
                <a16:creationId xmlns:a16="http://schemas.microsoft.com/office/drawing/2014/main" id="{6503C6D9-0F78-BE0D-72C6-A34DC31EF851}"/>
              </a:ext>
            </a:extLst>
          </p:cNvPr>
          <p:cNvSpPr txBox="1"/>
          <p:nvPr/>
        </p:nvSpPr>
        <p:spPr>
          <a:xfrm>
            <a:off x="4891140" y="3337839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1" lang="en-US" altLang="ko-KR" sz="16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-apple-system"/>
                <a:ea typeface="돋움" pitchFamily="50" charset="-127"/>
                <a:cs typeface="+mn-cs"/>
              </a:rPr>
              <a:t>6000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6" name="Shape 58">
            <a:extLst>
              <a:ext uri="{FF2B5EF4-FFF2-40B4-BE49-F238E27FC236}">
                <a16:creationId xmlns:a16="http://schemas.microsoft.com/office/drawing/2014/main" id="{637E66A9-D4C3-0E41-6454-D009A87BC3C1}"/>
              </a:ext>
            </a:extLst>
          </p:cNvPr>
          <p:cNvSpPr/>
          <p:nvPr/>
        </p:nvSpPr>
        <p:spPr>
          <a:xfrm>
            <a:off x="1946292" y="3710300"/>
            <a:ext cx="4870416" cy="2563705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1A7DC028-3DDD-ED53-6E34-C970311B9D93}"/>
              </a:ext>
            </a:extLst>
          </p:cNvPr>
          <p:cNvSpPr txBox="1"/>
          <p:nvPr/>
        </p:nvSpPr>
        <p:spPr>
          <a:xfrm>
            <a:off x="2053128" y="3789040"/>
            <a:ext cx="685800" cy="30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28" name="Text 21">
            <a:extLst>
              <a:ext uri="{FF2B5EF4-FFF2-40B4-BE49-F238E27FC236}">
                <a16:creationId xmlns:a16="http://schemas.microsoft.com/office/drawing/2014/main" id="{E751C709-A519-776C-2051-D7129E86E0C2}"/>
              </a:ext>
            </a:extLst>
          </p:cNvPr>
          <p:cNvSpPr txBox="1"/>
          <p:nvPr/>
        </p:nvSpPr>
        <p:spPr>
          <a:xfrm>
            <a:off x="2053128" y="4113076"/>
            <a:ext cx="685800" cy="30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7809D1D5-4693-BB73-329D-13816BB55BA5}"/>
              </a:ext>
            </a:extLst>
          </p:cNvPr>
          <p:cNvSpPr txBox="1"/>
          <p:nvPr/>
        </p:nvSpPr>
        <p:spPr>
          <a:xfrm>
            <a:off x="2053128" y="4437112"/>
            <a:ext cx="685800" cy="30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태그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30" name="Text 20">
            <a:extLst>
              <a:ext uri="{FF2B5EF4-FFF2-40B4-BE49-F238E27FC236}">
                <a16:creationId xmlns:a16="http://schemas.microsoft.com/office/drawing/2014/main" id="{6C8940EC-5726-939E-EA48-3D2928FEE5C1}"/>
              </a:ext>
            </a:extLst>
          </p:cNvPr>
          <p:cNvSpPr txBox="1"/>
          <p:nvPr/>
        </p:nvSpPr>
        <p:spPr>
          <a:xfrm>
            <a:off x="2737568" y="3807891"/>
            <a:ext cx="3956955" cy="2718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dirty="0">
                <a:latin typeface="+mn-ea"/>
                <a:ea typeface="+mn-ea"/>
              </a:rPr>
              <a:t>  오늘도 즐거운 </a:t>
            </a:r>
            <a:r>
              <a:rPr kumimoji="0" lang="ko-KR" altLang="en-US" sz="800" dirty="0" err="1">
                <a:latin typeface="+mn-ea"/>
                <a:ea typeface="+mn-ea"/>
              </a:rPr>
              <a:t>겜방</a:t>
            </a:r>
            <a:endParaRPr kumimoji="0" lang="en-US" sz="800" dirty="0">
              <a:latin typeface="+mn-ea"/>
              <a:ea typeface="+mn-ea"/>
            </a:endParaRPr>
          </a:p>
        </p:txBody>
      </p:sp>
      <p:sp>
        <p:nvSpPr>
          <p:cNvPr id="31" name="Text 22">
            <a:extLst>
              <a:ext uri="{FF2B5EF4-FFF2-40B4-BE49-F238E27FC236}">
                <a16:creationId xmlns:a16="http://schemas.microsoft.com/office/drawing/2014/main" id="{78C6887E-E319-1325-0C5A-A11DC4A339D2}"/>
              </a:ext>
            </a:extLst>
          </p:cNvPr>
          <p:cNvSpPr txBox="1"/>
          <p:nvPr/>
        </p:nvSpPr>
        <p:spPr>
          <a:xfrm>
            <a:off x="2737568" y="4131926"/>
            <a:ext cx="3956955" cy="2718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kumimoji="0" lang="ko-KR" altLang="en-US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인물</a:t>
            </a:r>
            <a:r>
              <a:rPr kumimoji="0" lang="en-US" altLang="ko-KR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/</a:t>
            </a:r>
            <a:r>
              <a:rPr kumimoji="0" lang="ko-KR" altLang="en-US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블로그</a:t>
            </a:r>
            <a:endParaRPr kumimoji="0"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FA3CB90-841F-54FF-F361-7CBF5BB81647}"/>
              </a:ext>
            </a:extLst>
          </p:cNvPr>
          <p:cNvSpPr txBox="1"/>
          <p:nvPr/>
        </p:nvSpPr>
        <p:spPr>
          <a:xfrm>
            <a:off x="6448118" y="4151476"/>
            <a:ext cx="275692" cy="23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A1D2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ko-KR" altLang="en-US" dirty="0"/>
          </a:p>
        </p:txBody>
      </p:sp>
      <p:sp>
        <p:nvSpPr>
          <p:cNvPr id="37" name="Shape 11">
            <a:extLst>
              <a:ext uri="{FF2B5EF4-FFF2-40B4-BE49-F238E27FC236}">
                <a16:creationId xmlns:a16="http://schemas.microsoft.com/office/drawing/2014/main" id="{A4398932-A154-B5D0-0A4E-A2CAB7326B2C}"/>
              </a:ext>
            </a:extLst>
          </p:cNvPr>
          <p:cNvSpPr/>
          <p:nvPr/>
        </p:nvSpPr>
        <p:spPr>
          <a:xfrm>
            <a:off x="1946292" y="1378402"/>
            <a:ext cx="4870416" cy="177127"/>
          </a:xfrm>
          <a:prstGeom prst="rect">
            <a:avLst/>
          </a:prstGeom>
          <a:solidFill>
            <a:srgbClr val="C00000"/>
          </a:solidFill>
          <a:ln/>
        </p:spPr>
        <p:txBody>
          <a:bodyPr anchor="ctr"/>
          <a:lstStyle/>
          <a:p>
            <a:pPr algn="ctr"/>
            <a:r>
              <a:rPr lang="en-US" altLang="ko-KR" sz="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ea typeface="+mn-ea"/>
              </a:rPr>
              <a:t>ON AIR</a:t>
            </a:r>
            <a:endParaRPr lang="ko-KR" altLang="en-US" sz="8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ea"/>
              <a:ea typeface="+mn-ea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F821B87F-DA3D-BCB6-54CA-3639B988D814}"/>
              </a:ext>
            </a:extLst>
          </p:cNvPr>
          <p:cNvSpPr txBox="1"/>
          <p:nvPr/>
        </p:nvSpPr>
        <p:spPr>
          <a:xfrm>
            <a:off x="263352" y="1340768"/>
            <a:ext cx="11128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l"/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라이브 방송</a:t>
            </a:r>
          </a:p>
        </p:txBody>
      </p:sp>
      <p:pic>
        <p:nvPicPr>
          <p:cNvPr id="46" name="그림 45">
            <a:extLst>
              <a:ext uri="{FF2B5EF4-FFF2-40B4-BE49-F238E27FC236}">
                <a16:creationId xmlns:a16="http://schemas.microsoft.com/office/drawing/2014/main" id="{711842C2-014A-4878-1BB2-8362114CBA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93" t="20839" r="1523" b="27218"/>
          <a:stretch>
            <a:fillRect/>
          </a:stretch>
        </p:blipFill>
        <p:spPr>
          <a:xfrm>
            <a:off x="1943461" y="1569685"/>
            <a:ext cx="4870737" cy="1477108"/>
          </a:xfrm>
          <a:prstGeom prst="rect">
            <a:avLst/>
          </a:prstGeom>
        </p:spPr>
      </p:pic>
      <p:sp>
        <p:nvSpPr>
          <p:cNvPr id="47" name="Shape 58">
            <a:extLst>
              <a:ext uri="{FF2B5EF4-FFF2-40B4-BE49-F238E27FC236}">
                <a16:creationId xmlns:a16="http://schemas.microsoft.com/office/drawing/2014/main" id="{07CAB748-4EF8-533E-3EFD-DE1141E7EEFD}"/>
              </a:ext>
            </a:extLst>
          </p:cNvPr>
          <p:cNvSpPr/>
          <p:nvPr/>
        </p:nvSpPr>
        <p:spPr>
          <a:xfrm>
            <a:off x="1946292" y="6328821"/>
            <a:ext cx="4870416" cy="285018"/>
          </a:xfrm>
          <a:prstGeom prst="roundRect">
            <a:avLst>
              <a:gd name="adj" fmla="val 19446"/>
            </a:avLst>
          </a:prstGeom>
          <a:solidFill>
            <a:srgbClr val="519CFF"/>
          </a:solidFill>
          <a:ln w="12700">
            <a:noFill/>
            <a:prstDash val="solid"/>
          </a:ln>
        </p:spPr>
        <p:txBody>
          <a:bodyPr anchor="ctr"/>
          <a:lstStyle/>
          <a:p>
            <a:pPr algn="ctr"/>
            <a:r>
              <a:rPr lang="ko-KR" altLang="en-US" sz="900" b="1">
                <a:solidFill>
                  <a:schemeClr val="bg1"/>
                </a:solidFill>
                <a:latin typeface="+mn-ea"/>
                <a:ea typeface="+mn-ea"/>
              </a:rPr>
              <a:t>저장하기</a:t>
            </a:r>
            <a:endParaRPr lang="ko-KR" altLang="en-US" sz="900" b="1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62BCA772-AAE7-1C89-766A-977F1DF6E89A}"/>
              </a:ext>
            </a:extLst>
          </p:cNvPr>
          <p:cNvSpPr txBox="1"/>
          <p:nvPr/>
        </p:nvSpPr>
        <p:spPr>
          <a:xfrm>
            <a:off x="2051769" y="5521434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연령 제한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54" name="Text 29">
            <a:extLst>
              <a:ext uri="{FF2B5EF4-FFF2-40B4-BE49-F238E27FC236}">
                <a16:creationId xmlns:a16="http://schemas.microsoft.com/office/drawing/2014/main" id="{584FC5BF-727A-27ED-5524-FD1167D16BED}"/>
              </a:ext>
            </a:extLst>
          </p:cNvPr>
          <p:cNvSpPr txBox="1"/>
          <p:nvPr/>
        </p:nvSpPr>
        <p:spPr>
          <a:xfrm>
            <a:off x="2737568" y="5521434"/>
            <a:ext cx="335843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en-US" sz="900" dirty="0" err="1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ko-KR" altLang="en-US" sz="900" dirty="0" err="1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이용가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	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이상으로 </a:t>
            </a:r>
            <a:r>
              <a:rPr kumimoji="0" lang="en-US" sz="900" dirty="0" err="1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제한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C83AD6E3-70BE-75EA-9C1C-7FAF7BC58673}"/>
              </a:ext>
            </a:extLst>
          </p:cNvPr>
          <p:cNvSpPr txBox="1"/>
          <p:nvPr/>
        </p:nvSpPr>
        <p:spPr>
          <a:xfrm>
            <a:off x="2051769" y="6027000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</a:t>
            </a: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1AFB7752-7FC9-47B6-F89E-C3C6F9ECD040}"/>
              </a:ext>
            </a:extLst>
          </p:cNvPr>
          <p:cNvSpPr txBox="1"/>
          <p:nvPr/>
        </p:nvSpPr>
        <p:spPr>
          <a:xfrm>
            <a:off x="2737569" y="6027000"/>
            <a:ext cx="2179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	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안 함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Text 25">
            <a:extLst>
              <a:ext uri="{FF2B5EF4-FFF2-40B4-BE49-F238E27FC236}">
                <a16:creationId xmlns:a16="http://schemas.microsoft.com/office/drawing/2014/main" id="{D23FCFE2-09F8-2757-F20F-67C579754A6E}"/>
              </a:ext>
            </a:extLst>
          </p:cNvPr>
          <p:cNvSpPr txBox="1"/>
          <p:nvPr/>
        </p:nvSpPr>
        <p:spPr>
          <a:xfrm>
            <a:off x="2053128" y="5038577"/>
            <a:ext cx="685800" cy="232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썸네일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58" name="Text 26">
            <a:extLst>
              <a:ext uri="{FF2B5EF4-FFF2-40B4-BE49-F238E27FC236}">
                <a16:creationId xmlns:a16="http://schemas.microsoft.com/office/drawing/2014/main" id="{D294425D-CF5B-9501-7962-7A73135F55B7}"/>
              </a:ext>
            </a:extLst>
          </p:cNvPr>
          <p:cNvSpPr txBox="1"/>
          <p:nvPr/>
        </p:nvSpPr>
        <p:spPr>
          <a:xfrm>
            <a:off x="2730673" y="5038577"/>
            <a:ext cx="1091051" cy="4453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2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+</a:t>
            </a:r>
            <a:br>
              <a:rPr kumimoji="0" lang="en-US" sz="12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</a:br>
            <a:r>
              <a:rPr kumimoji="0" lang="ko-KR" altLang="en-US" sz="8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업로드</a:t>
            </a:r>
            <a:endParaRPr kumimoji="0" lang="en-US" sz="1200" b="1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5E067884-4FB5-9D17-2858-52C75C82E1F1}"/>
              </a:ext>
            </a:extLst>
          </p:cNvPr>
          <p:cNvSpPr txBox="1"/>
          <p:nvPr/>
        </p:nvSpPr>
        <p:spPr>
          <a:xfrm>
            <a:off x="3800444" y="5311454"/>
            <a:ext cx="2943628" cy="23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등록하지 않으면 방송 중인 화면으로 썸네일이 노출됩니다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60" name="Text 30">
            <a:extLst>
              <a:ext uri="{FF2B5EF4-FFF2-40B4-BE49-F238E27FC236}">
                <a16:creationId xmlns:a16="http://schemas.microsoft.com/office/drawing/2014/main" id="{F5336F81-34B0-1C5E-7DFE-3C9279C8FA58}"/>
              </a:ext>
            </a:extLst>
          </p:cNvPr>
          <p:cNvSpPr txBox="1"/>
          <p:nvPr/>
        </p:nvSpPr>
        <p:spPr>
          <a:xfrm>
            <a:off x="2051769" y="5774217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상태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61" name="Text 31">
            <a:extLst>
              <a:ext uri="{FF2B5EF4-FFF2-40B4-BE49-F238E27FC236}">
                <a16:creationId xmlns:a16="http://schemas.microsoft.com/office/drawing/2014/main" id="{B72137D6-02BC-317E-268B-119B03770E88}"/>
              </a:ext>
            </a:extLst>
          </p:cNvPr>
          <p:cNvSpPr txBox="1"/>
          <p:nvPr/>
        </p:nvSpPr>
        <p:spPr>
          <a:xfrm>
            <a:off x="2737569" y="5774217"/>
            <a:ext cx="2179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	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비공개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2" name="그림 61">
            <a:extLst>
              <a:ext uri="{FF2B5EF4-FFF2-40B4-BE49-F238E27FC236}">
                <a16:creationId xmlns:a16="http://schemas.microsoft.com/office/drawing/2014/main" id="{46B50EE9-B524-D355-6AC1-C65ADD34E09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93" t="20839" r="1523" b="27218"/>
          <a:stretch>
            <a:fillRect/>
          </a:stretch>
        </p:blipFill>
        <p:spPr>
          <a:xfrm>
            <a:off x="2731258" y="5037888"/>
            <a:ext cx="1090466" cy="445354"/>
          </a:xfrm>
          <a:prstGeom prst="rect">
            <a:avLst/>
          </a:prstGeom>
        </p:spPr>
      </p:pic>
      <p:grpSp>
        <p:nvGrpSpPr>
          <p:cNvPr id="69" name="그룹 68">
            <a:extLst>
              <a:ext uri="{FF2B5EF4-FFF2-40B4-BE49-F238E27FC236}">
                <a16:creationId xmlns:a16="http://schemas.microsoft.com/office/drawing/2014/main" id="{949D347C-0815-5FDB-BD2B-A27577D9BB25}"/>
              </a:ext>
            </a:extLst>
          </p:cNvPr>
          <p:cNvGrpSpPr/>
          <p:nvPr/>
        </p:nvGrpSpPr>
        <p:grpSpPr>
          <a:xfrm>
            <a:off x="3899756" y="5035067"/>
            <a:ext cx="470806" cy="232461"/>
            <a:chOff x="5934052" y="3259326"/>
            <a:chExt cx="671637" cy="331621"/>
          </a:xfrm>
        </p:grpSpPr>
        <p:pic>
          <p:nvPicPr>
            <p:cNvPr id="66" name="그림 65">
              <a:extLst>
                <a:ext uri="{FF2B5EF4-FFF2-40B4-BE49-F238E27FC236}">
                  <a16:creationId xmlns:a16="http://schemas.microsoft.com/office/drawing/2014/main" id="{9F7849F6-D152-447E-D14E-753940B8017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grayscl/>
            </a:blip>
            <a:stretch>
              <a:fillRect/>
            </a:stretch>
          </p:blipFill>
          <p:spPr>
            <a:xfrm>
              <a:off x="5934052" y="3267052"/>
              <a:ext cx="323895" cy="323895"/>
            </a:xfrm>
            <a:prstGeom prst="rect">
              <a:avLst/>
            </a:prstGeom>
          </p:spPr>
        </p:pic>
        <p:pic>
          <p:nvPicPr>
            <p:cNvPr id="68" name="그림 67">
              <a:extLst>
                <a:ext uri="{FF2B5EF4-FFF2-40B4-BE49-F238E27FC236}">
                  <a16:creationId xmlns:a16="http://schemas.microsoft.com/office/drawing/2014/main" id="{133C4737-965B-231D-59C2-EABAE833C2E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grayscl/>
            </a:blip>
            <a:stretch>
              <a:fillRect/>
            </a:stretch>
          </p:blipFill>
          <p:spPr>
            <a:xfrm>
              <a:off x="6272267" y="3259326"/>
              <a:ext cx="333422" cy="323895"/>
            </a:xfrm>
            <a:prstGeom prst="rect">
              <a:avLst/>
            </a:prstGeom>
          </p:spPr>
        </p:pic>
      </p:grpSp>
      <p:sp>
        <p:nvSpPr>
          <p:cNvPr id="72" name="TextBox 71">
            <a:extLst>
              <a:ext uri="{FF2B5EF4-FFF2-40B4-BE49-F238E27FC236}">
                <a16:creationId xmlns:a16="http://schemas.microsoft.com/office/drawing/2014/main" id="{5C946495-72B6-5D10-7E24-3017D4413886}"/>
              </a:ext>
            </a:extLst>
          </p:cNvPr>
          <p:cNvSpPr txBox="1"/>
          <p:nvPr/>
        </p:nvSpPr>
        <p:spPr>
          <a:xfrm>
            <a:off x="421209" y="1609645"/>
            <a:ext cx="915635" cy="7550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관리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설정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분석</a:t>
            </a:r>
          </a:p>
        </p:txBody>
      </p:sp>
      <p:sp>
        <p:nvSpPr>
          <p:cNvPr id="73" name="Shape 11">
            <a:extLst>
              <a:ext uri="{FF2B5EF4-FFF2-40B4-BE49-F238E27FC236}">
                <a16:creationId xmlns:a16="http://schemas.microsoft.com/office/drawing/2014/main" id="{748F1EC0-3FAD-C841-DBD7-ACD42773E792}"/>
              </a:ext>
            </a:extLst>
          </p:cNvPr>
          <p:cNvSpPr/>
          <p:nvPr/>
        </p:nvSpPr>
        <p:spPr>
          <a:xfrm>
            <a:off x="302895" y="1651793"/>
            <a:ext cx="1234440" cy="237744"/>
          </a:xfrm>
          <a:prstGeom prst="rect">
            <a:avLst/>
          </a:prstGeom>
          <a:ln w="28575">
            <a:solidFill>
              <a:srgbClr val="D93025"/>
            </a:solidFill>
            <a:prstDash val="sysDot"/>
          </a:ln>
        </p:spPr>
      </p:sp>
      <p:sp>
        <p:nvSpPr>
          <p:cNvPr id="74" name="Shape 9">
            <a:extLst>
              <a:ext uri="{FF2B5EF4-FFF2-40B4-BE49-F238E27FC236}">
                <a16:creationId xmlns:a16="http://schemas.microsoft.com/office/drawing/2014/main" id="{4A30D959-1A8C-3766-0E77-7A9241A85FDF}"/>
              </a:ext>
            </a:extLst>
          </p:cNvPr>
          <p:cNvSpPr/>
          <p:nvPr/>
        </p:nvSpPr>
        <p:spPr>
          <a:xfrm>
            <a:off x="6097352" y="4453438"/>
            <a:ext cx="597170" cy="271815"/>
          </a:xfrm>
          <a:prstGeom prst="roundRect">
            <a:avLst>
              <a:gd name="adj" fmla="val 11715"/>
            </a:avLst>
          </a:prstGeom>
          <a:solidFill>
            <a:srgbClr val="519CFF"/>
          </a:solidFill>
          <a:ln/>
        </p:spPr>
        <p:txBody>
          <a:bodyPr wrap="none" anchor="ctr"/>
          <a:lstStyle/>
          <a:p>
            <a:pPr algn="ctr"/>
            <a:r>
              <a:rPr kumimoji="0" lang="ko-KR" altLang="en-US" sz="900" b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추가</a:t>
            </a:r>
            <a:endParaRPr kumimoji="0" lang="en-US" altLang="ko-KR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사각형: 둥근 모서리 74">
            <a:extLst>
              <a:ext uri="{FF2B5EF4-FFF2-40B4-BE49-F238E27FC236}">
                <a16:creationId xmlns:a16="http://schemas.microsoft.com/office/drawing/2014/main" id="{E03761E8-7A62-A0DE-8D85-CC9826307335}"/>
              </a:ext>
            </a:extLst>
          </p:cNvPr>
          <p:cNvSpPr/>
          <p:nvPr/>
        </p:nvSpPr>
        <p:spPr>
          <a:xfrm>
            <a:off x="2747628" y="4778778"/>
            <a:ext cx="694200" cy="2102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 dirty="0"/>
              <a:t>#</a:t>
            </a:r>
            <a:r>
              <a:rPr lang="ko-KR" altLang="en-US" sz="750" b="1" dirty="0"/>
              <a:t>엑셀방송 </a:t>
            </a:r>
            <a:r>
              <a:rPr lang="ko-KR" altLang="en-US" sz="750" b="1" dirty="0">
                <a:sym typeface="Wingdings 2" panose="05020102010507070707" pitchFamily="18" charset="2"/>
              </a:rPr>
              <a:t></a:t>
            </a:r>
            <a:endParaRPr lang="ko-KR" altLang="en-US" sz="750" b="1" dirty="0"/>
          </a:p>
        </p:txBody>
      </p:sp>
      <p:sp>
        <p:nvSpPr>
          <p:cNvPr id="76" name="사각형: 둥근 모서리 75">
            <a:extLst>
              <a:ext uri="{FF2B5EF4-FFF2-40B4-BE49-F238E27FC236}">
                <a16:creationId xmlns:a16="http://schemas.microsoft.com/office/drawing/2014/main" id="{56E1FC38-58C7-FABA-B60F-CDC590225D32}"/>
              </a:ext>
            </a:extLst>
          </p:cNvPr>
          <p:cNvSpPr/>
          <p:nvPr/>
        </p:nvSpPr>
        <p:spPr>
          <a:xfrm>
            <a:off x="3485462" y="4778778"/>
            <a:ext cx="496426" cy="2102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/>
              <a:t>#</a:t>
            </a:r>
            <a:r>
              <a:rPr lang="ko-KR" altLang="en-US" sz="750" b="1" dirty="0"/>
              <a:t>먹방 </a:t>
            </a:r>
            <a:r>
              <a:rPr lang="ko-KR" altLang="en-US" sz="750" b="1" dirty="0">
                <a:sym typeface="Wingdings 2" panose="05020102010507070707" pitchFamily="18" charset="2"/>
              </a:rPr>
              <a:t></a:t>
            </a:r>
            <a:endParaRPr lang="ko-KR" altLang="en-US" sz="750" b="1" dirty="0"/>
          </a:p>
        </p:txBody>
      </p:sp>
      <p:sp>
        <p:nvSpPr>
          <p:cNvPr id="77" name="사각형: 둥근 모서리 76">
            <a:extLst>
              <a:ext uri="{FF2B5EF4-FFF2-40B4-BE49-F238E27FC236}">
                <a16:creationId xmlns:a16="http://schemas.microsoft.com/office/drawing/2014/main" id="{5A40CA2D-261B-845A-931B-CA77155039DF}"/>
              </a:ext>
            </a:extLst>
          </p:cNvPr>
          <p:cNvSpPr/>
          <p:nvPr/>
        </p:nvSpPr>
        <p:spPr>
          <a:xfrm>
            <a:off x="4025522" y="4778778"/>
            <a:ext cx="496426" cy="2102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/>
          <a:lstStyle/>
          <a:p>
            <a:pPr algn="ctr"/>
            <a:r>
              <a:rPr lang="en-US" altLang="ko-KR" sz="750" b="1"/>
              <a:t>#</a:t>
            </a:r>
            <a:r>
              <a:rPr lang="ko-KR" altLang="en-US" sz="750" b="1" dirty="0"/>
              <a:t>토크 </a:t>
            </a:r>
            <a:r>
              <a:rPr lang="ko-KR" altLang="en-US" sz="750" b="1" dirty="0">
                <a:sym typeface="Wingdings 2" panose="05020102010507070707" pitchFamily="18" charset="2"/>
              </a:rPr>
              <a:t></a:t>
            </a:r>
            <a:endParaRPr lang="ko-KR" altLang="en-US" sz="750" b="1" dirty="0"/>
          </a:p>
        </p:txBody>
      </p:sp>
      <p:sp>
        <p:nvSpPr>
          <p:cNvPr id="78" name="Text 24">
            <a:extLst>
              <a:ext uri="{FF2B5EF4-FFF2-40B4-BE49-F238E27FC236}">
                <a16:creationId xmlns:a16="http://schemas.microsoft.com/office/drawing/2014/main" id="{7188EF90-705E-3226-95C2-142697191133}"/>
              </a:ext>
            </a:extLst>
          </p:cNvPr>
          <p:cNvSpPr txBox="1"/>
          <p:nvPr/>
        </p:nvSpPr>
        <p:spPr>
          <a:xfrm>
            <a:off x="2737569" y="4455963"/>
            <a:ext cx="3286424" cy="2718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>
            <a:defPPr>
              <a:defRPr lang="ko-KR"/>
            </a:defPPr>
            <a:lvl1pPr fontAlgn="auto" latinLnBrk="0">
              <a:spcBef>
                <a:spcPts val="0"/>
              </a:spcBef>
              <a:spcAft>
                <a:spcPts val="0"/>
              </a:spcAft>
              <a:defRPr kumimoji="0" sz="80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en-US" dirty="0"/>
              <a:t> </a:t>
            </a:r>
            <a:r>
              <a:rPr lang="ko-KR" altLang="en-US" dirty="0"/>
              <a:t>최대 </a:t>
            </a:r>
            <a:r>
              <a:rPr lang="en-US" altLang="ko-KR" dirty="0"/>
              <a:t>15</a:t>
            </a:r>
            <a:r>
              <a:rPr lang="ko-KR" altLang="en-US" dirty="0"/>
              <a:t>자</a:t>
            </a:r>
            <a:r>
              <a:rPr lang="en-US" altLang="ko-KR" dirty="0"/>
              <a:t>, </a:t>
            </a:r>
            <a:r>
              <a:rPr lang="ko-KR" altLang="en-US" dirty="0"/>
              <a:t>공백 및</a:t>
            </a:r>
            <a:r>
              <a:rPr lang="en-US" altLang="ko-KR" dirty="0"/>
              <a:t> </a:t>
            </a:r>
            <a:r>
              <a:rPr lang="ko-KR" altLang="en-US" dirty="0"/>
              <a:t>특수 문자 불가</a:t>
            </a:r>
            <a:endParaRPr lang="en-US" dirty="0"/>
          </a:p>
        </p:txBody>
      </p:sp>
      <p:graphicFrame>
        <p:nvGraphicFramePr>
          <p:cNvPr id="79" name="Group 323">
            <a:extLst>
              <a:ext uri="{FF2B5EF4-FFF2-40B4-BE49-F238E27FC236}">
                <a16:creationId xmlns:a16="http://schemas.microsoft.com/office/drawing/2014/main" id="{89D3C947-A299-F380-A1A3-4788204683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2234181"/>
              </p:ext>
            </p:extLst>
          </p:nvPr>
        </p:nvGraphicFramePr>
        <p:xfrm>
          <a:off x="9625013" y="575703"/>
          <a:ext cx="2519969" cy="5711952"/>
        </p:xfrm>
        <a:graphic>
          <a:graphicData uri="http://schemas.openxmlformats.org/drawingml/2006/table">
            <a:tbl>
              <a:tblPr/>
              <a:tblGrid>
                <a:gridCol w="280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제목</a:t>
                      </a:r>
                      <a:endParaRPr kumimoji="1" lang="en-US" altLang="ko-KR" sz="800" b="1" i="0" u="none" strike="noStrike" kern="1200" cap="none" normalizeH="0" baseline="0" dirty="0">
                        <a:ln>
                          <a:noFill/>
                        </a:ln>
                        <a:solidFill>
                          <a:srgbClr val="0D0D0D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최대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80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자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초과 입력 차단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디폴트 제목 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D0D0D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① 직전 방송 제목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D0D0D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② 없으면 </a:t>
                      </a:r>
                      <a:r>
                        <a:rPr kumimoji="1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채널명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+ “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라이브 방송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“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③ </a:t>
                      </a:r>
                      <a:r>
                        <a:rPr kumimoji="1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미입력시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채널명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+ “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의 라이브 방송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“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필터링 시스템 연동</a:t>
                      </a: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D0D0D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└ 블랙리스트 </a:t>
                      </a:r>
                      <a:r>
                        <a:rPr kumimoji="1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포함시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kumimoji="1" lang="ko-KR" altLang="en-US" sz="8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입력창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하단에 붉은 폰트로 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“</a:t>
                      </a:r>
                      <a:r>
                        <a:rPr kumimoji="1" lang="ko-KR" altLang="en-US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부적절한 표현이 포함되어 있습니다</a:t>
                      </a:r>
                      <a:r>
                        <a:rPr kumimoji="1" lang="en-US" altLang="ko-KR" sz="8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0D0D0D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.”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카테고리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사업팀과 협의 필요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태그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- Enter </a:t>
                      </a:r>
                      <a:r>
                        <a:rPr lang="en-US" altLang="ko-KR" sz="800" kern="1200" dirty="0" err="1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또는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 </a:t>
                      </a:r>
                      <a:r>
                        <a:rPr lang="en-US" altLang="ko-KR" sz="800" kern="1200" dirty="0" err="1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쉼표로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생성</a:t>
                      </a:r>
                      <a:endParaRPr lang="en-US" altLang="ko-KR" sz="800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 - ✕ </a:t>
                      </a:r>
                      <a:r>
                        <a:rPr lang="ko-KR" altLang="en-US" sz="800" kern="1200" dirty="0" err="1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버튼으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로 </a:t>
                      </a:r>
                      <a:r>
                        <a:rPr lang="en-US" altLang="ko-KR" sz="800" kern="1200" dirty="0" err="1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개별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 </a:t>
                      </a:r>
                      <a:r>
                        <a:rPr lang="en-US" altLang="ko-KR" sz="800" kern="1200" dirty="0" err="1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삭제</a:t>
                      </a:r>
                      <a:endParaRPr lang="en-US" altLang="ko-KR" sz="800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 -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최대 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10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개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,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개당 최대 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15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자</a:t>
                      </a:r>
                      <a:endParaRPr lang="en-US" altLang="ko-KR" sz="800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 - 10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개 이상 등록 시 비활성화</a:t>
                      </a:r>
                      <a:endParaRPr lang="en-US" altLang="ko-KR" sz="800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 -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중복 불가</a:t>
                      </a:r>
                      <a:endParaRPr lang="en-US" altLang="ko-KR" sz="800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 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└ 동일 태그 입력 시 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＂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이미 추가된 태그입니다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＂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 -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필터링 시스템 연동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  └ 블랙리스트 </a:t>
                      </a:r>
                      <a:r>
                        <a:rPr lang="ko-KR" altLang="en-US" sz="800" kern="1200" dirty="0" err="1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포함시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 </a:t>
                      </a:r>
                      <a:r>
                        <a:rPr lang="ko-KR" altLang="en-US" sz="800" kern="1200" dirty="0" err="1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입력창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 하단에 붉은 폰트로 “부적절한 표현이 포함되어 있습니다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.”</a:t>
                      </a:r>
                      <a:endParaRPr lang="en-US" altLang="ko-KR" sz="900" dirty="0"/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800" b="1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썸네일</a:t>
                      </a:r>
                      <a:endParaRPr lang="en-US" altLang="ko-KR" sz="800" b="1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 -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규격 초과 시 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"5MB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이하 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JPG · PNG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파일만 업로드할 수 있습니다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"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+mn-cs"/>
                        </a:rPr>
                        <a:t> - </a:t>
                      </a:r>
                      <a:r>
                        <a:rPr lang="en-US" altLang="ko-KR" sz="800" kern="1200" dirty="0" err="1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업로드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후 </a:t>
                      </a:r>
                      <a:r>
                        <a:rPr lang="en-US" altLang="ko-KR" sz="800" kern="1200" dirty="0" err="1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미리보기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</a:t>
                      </a:r>
                      <a:r>
                        <a:rPr lang="en-US" altLang="ko-KR" sz="800" kern="1200" dirty="0" err="1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썸네일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과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 [</a:t>
                      </a:r>
                      <a:r>
                        <a:rPr lang="en-US" altLang="ko-KR" sz="800" kern="1200" dirty="0" err="1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변경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] [</a:t>
                      </a:r>
                      <a:r>
                        <a:rPr lang="en-US" altLang="ko-KR" sz="800" kern="1200" dirty="0" err="1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삭제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]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버튼 노출</a:t>
                      </a:r>
                      <a:endParaRPr lang="en-US" altLang="ko-KR" sz="800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  <a:cs typeface="맑은 고딕" pitchFamily="34" charset="-120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800" b="1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연령 제한</a:t>
                      </a:r>
                      <a:endParaRPr lang="en-US" altLang="ko-KR" sz="800" b="1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 - ‘19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세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…’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저장 시 라이브 목록 카드에 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’19’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배지 노출</a:t>
                      </a:r>
                      <a:endParaRPr lang="en-US" altLang="ko-KR" sz="800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 - </a:t>
                      </a:r>
                      <a:r>
                        <a:rPr lang="ko-KR" altLang="en-US" sz="800" kern="1200" dirty="0" err="1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미인증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 시청자 진입 차단</a:t>
                      </a:r>
                      <a:endParaRPr lang="en-US" altLang="ko-KR" sz="800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 -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방송 중 변경 시 즉시 적용</a:t>
                      </a:r>
                      <a:endParaRPr lang="en-US" altLang="ko-KR" sz="800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800" b="1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공개 상태</a:t>
                      </a:r>
                      <a:endParaRPr lang="en-US" altLang="ko-KR" sz="800" b="1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 - ‘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비공개</a:t>
                      </a: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’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저장 시 라이브 목록에 노출되지 않음</a:t>
                      </a:r>
                      <a:endParaRPr lang="en-US" altLang="ko-KR" sz="800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2993498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ko-KR" altLang="en-US" sz="800" b="1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채팅 사용</a:t>
                      </a:r>
                      <a:endParaRPr lang="en-US" altLang="ko-KR" sz="800" b="1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lang="en-US" altLang="ko-KR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 - </a:t>
                      </a:r>
                      <a:r>
                        <a:rPr lang="ko-KR" altLang="en-US" sz="800" kern="1200" dirty="0">
                          <a:solidFill>
                            <a:srgbClr val="222222"/>
                          </a:solidFill>
                          <a:latin typeface="맑은 고딕" pitchFamily="34" charset="0"/>
                          <a:ea typeface="맑은 고딕" pitchFamily="34" charset="-122"/>
                        </a:rPr>
                        <a:t>채팅 기획서 참고</a:t>
                      </a:r>
                      <a:endParaRPr lang="en-US" altLang="ko-KR" sz="800" kern="1200" dirty="0">
                        <a:solidFill>
                          <a:srgbClr val="222222"/>
                        </a:solidFill>
                        <a:latin typeface="맑은 고딕" pitchFamily="34" charset="0"/>
                        <a:ea typeface="맑은 고딕" pitchFamily="34" charset="-122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3104078"/>
                  </a:ext>
                </a:extLst>
              </a:tr>
            </a:tbl>
          </a:graphicData>
        </a:graphic>
      </p:graphicFrame>
      <p:sp>
        <p:nvSpPr>
          <p:cNvPr id="80" name="TextBox 79">
            <a:extLst>
              <a:ext uri="{FF2B5EF4-FFF2-40B4-BE49-F238E27FC236}">
                <a16:creationId xmlns:a16="http://schemas.microsoft.com/office/drawing/2014/main" id="{B96A081A-3B60-EA21-91DC-07F6C2493AED}"/>
              </a:ext>
            </a:extLst>
          </p:cNvPr>
          <p:cNvSpPr txBox="1"/>
          <p:nvPr/>
        </p:nvSpPr>
        <p:spPr>
          <a:xfrm>
            <a:off x="6295997" y="3845137"/>
            <a:ext cx="3930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0/80</a:t>
            </a:r>
            <a:endParaRPr lang="ko-KR" altLang="en-US" sz="800" dirty="0" err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1" name="타원 129">
            <a:extLst>
              <a:ext uri="{FF2B5EF4-FFF2-40B4-BE49-F238E27FC236}">
                <a16:creationId xmlns:a16="http://schemas.microsoft.com/office/drawing/2014/main" id="{810435F5-AADA-D0ED-9B44-135967FA3C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2724" y="3860878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2" name="타원 129">
            <a:extLst>
              <a:ext uri="{FF2B5EF4-FFF2-40B4-BE49-F238E27FC236}">
                <a16:creationId xmlns:a16="http://schemas.microsoft.com/office/drawing/2014/main" id="{ED135A79-8BD9-4EB2-26CC-B39709B40D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2724" y="4168603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3" name="타원 129">
            <a:extLst>
              <a:ext uri="{FF2B5EF4-FFF2-40B4-BE49-F238E27FC236}">
                <a16:creationId xmlns:a16="http://schemas.microsoft.com/office/drawing/2014/main" id="{4510ADA1-1B66-62F1-8E64-D8684E38B3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2724" y="4499793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162CDBD2-1E1D-3B17-981C-78792465C7F1}"/>
              </a:ext>
            </a:extLst>
          </p:cNvPr>
          <p:cNvSpPr txBox="1"/>
          <p:nvPr/>
        </p:nvSpPr>
        <p:spPr>
          <a:xfrm>
            <a:off x="5590053" y="4489495"/>
            <a:ext cx="39305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0/10</a:t>
            </a:r>
            <a:endParaRPr lang="ko-KR" altLang="en-US" sz="800" dirty="0" err="1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5" name="타원 129">
            <a:extLst>
              <a:ext uri="{FF2B5EF4-FFF2-40B4-BE49-F238E27FC236}">
                <a16:creationId xmlns:a16="http://schemas.microsoft.com/office/drawing/2014/main" id="{6BFE816A-9263-FFFF-CCDE-BD3A75DD8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2724" y="5070229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7" name="타원 129">
            <a:extLst>
              <a:ext uri="{FF2B5EF4-FFF2-40B4-BE49-F238E27FC236}">
                <a16:creationId xmlns:a16="http://schemas.microsoft.com/office/drawing/2014/main" id="{7340BF76-0C12-02A6-F695-D6AB6978D1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2724" y="5543346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8" name="타원 129">
            <a:extLst>
              <a:ext uri="{FF2B5EF4-FFF2-40B4-BE49-F238E27FC236}">
                <a16:creationId xmlns:a16="http://schemas.microsoft.com/office/drawing/2014/main" id="{5FCA16CC-23AA-F151-EAD7-CB6687D5AC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2724" y="5797908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9" name="타원 129">
            <a:extLst>
              <a:ext uri="{FF2B5EF4-FFF2-40B4-BE49-F238E27FC236}">
                <a16:creationId xmlns:a16="http://schemas.microsoft.com/office/drawing/2014/main" id="{C274229C-964E-4B86-B42B-D91BF089A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2724" y="6043085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464062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2999044-1FAA-AD5E-8880-F8E7A259D69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424732"/>
          </a:xfrm>
        </p:spPr>
        <p:txBody>
          <a:bodyPr/>
          <a:lstStyle/>
          <a:p>
            <a:r>
              <a:rPr lang="ko-KR" altLang="en-US" dirty="0"/>
              <a:t>라이브 방송 </a:t>
            </a:r>
            <a:r>
              <a:rPr lang="en-US" altLang="ko-KR" dirty="0"/>
              <a:t>&gt; </a:t>
            </a:r>
            <a:r>
              <a:rPr lang="ko-KR" altLang="en-US" dirty="0"/>
              <a:t>방송 관리 </a:t>
            </a:r>
            <a:r>
              <a:rPr lang="en-US" altLang="ko-KR" dirty="0"/>
              <a:t>&gt; </a:t>
            </a:r>
            <a:r>
              <a:rPr lang="ko-KR" altLang="en-US" dirty="0"/>
              <a:t>제재 안내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C7287376-7144-F567-989D-1F8808028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크리에이터 스튜디오 </a:t>
            </a:r>
            <a:r>
              <a:rPr lang="en-US" altLang="ko-KR" dirty="0"/>
              <a:t>&gt; </a:t>
            </a:r>
            <a:r>
              <a:rPr lang="ko-KR" altLang="en-US" dirty="0"/>
              <a:t>라이브 방송 </a:t>
            </a:r>
            <a:r>
              <a:rPr lang="en-US" altLang="ko-KR" dirty="0"/>
              <a:t>&gt; </a:t>
            </a:r>
            <a:r>
              <a:rPr lang="ko-KR" altLang="en-US" dirty="0"/>
              <a:t>방송 관리 </a:t>
            </a:r>
            <a:r>
              <a:rPr lang="en-US" altLang="ko-KR" dirty="0"/>
              <a:t>&gt; </a:t>
            </a:r>
            <a:r>
              <a:rPr lang="ko-KR" altLang="en-US" dirty="0"/>
              <a:t>제재 안내</a:t>
            </a: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1479FB1F-6722-CBC2-31B0-29269BD0752D}"/>
              </a:ext>
            </a:extLst>
          </p:cNvPr>
          <p:cNvSpPr/>
          <p:nvPr/>
        </p:nvSpPr>
        <p:spPr>
          <a:xfrm>
            <a:off x="1809132" y="908720"/>
            <a:ext cx="7635240" cy="5759935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7CDDA"/>
            </a:solidFill>
            <a:prstDash val="solid"/>
          </a:ln>
        </p:spPr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57B2CEA2-2E43-7C63-42FC-27D4335846F1}"/>
              </a:ext>
            </a:extLst>
          </p:cNvPr>
          <p:cNvSpPr/>
          <p:nvPr/>
        </p:nvSpPr>
        <p:spPr>
          <a:xfrm>
            <a:off x="1809132" y="908720"/>
            <a:ext cx="7635240" cy="36576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F6669738-0A2E-8529-8DF0-B6DC565454BD}"/>
              </a:ext>
            </a:extLst>
          </p:cNvPr>
          <p:cNvSpPr txBox="1"/>
          <p:nvPr/>
        </p:nvSpPr>
        <p:spPr>
          <a:xfrm>
            <a:off x="1992012" y="908720"/>
            <a:ext cx="755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100" b="1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</a:t>
            </a:r>
            <a:r>
              <a:rPr kumimoji="0" lang="ko-KR" altLang="en-US" sz="11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관리</a:t>
            </a:r>
            <a:endParaRPr kumimoji="0" lang="en-US" sz="1100" dirty="0">
              <a:latin typeface="Calibri" panose="020F0502020204030204"/>
            </a:endParaRPr>
          </a:p>
        </p:txBody>
      </p:sp>
      <p:sp>
        <p:nvSpPr>
          <p:cNvPr id="14" name="Shape 58">
            <a:extLst>
              <a:ext uri="{FF2B5EF4-FFF2-40B4-BE49-F238E27FC236}">
                <a16:creationId xmlns:a16="http://schemas.microsoft.com/office/drawing/2014/main" id="{2A8B5458-AEE8-D73A-5272-9133081CFF53}"/>
              </a:ext>
            </a:extLst>
          </p:cNvPr>
          <p:cNvSpPr/>
          <p:nvPr/>
        </p:nvSpPr>
        <p:spPr>
          <a:xfrm>
            <a:off x="6975492" y="1384207"/>
            <a:ext cx="2343763" cy="5177141"/>
          </a:xfrm>
          <a:prstGeom prst="roundRect">
            <a:avLst>
              <a:gd name="adj" fmla="val 1455"/>
            </a:avLst>
          </a:prstGeom>
          <a:solidFill>
            <a:srgbClr val="F5F7FB"/>
          </a:solidFill>
          <a:ln w="12700">
            <a:solidFill>
              <a:srgbClr val="E3E8F1"/>
            </a:solidFill>
            <a:prstDash val="solid"/>
          </a:ln>
        </p:spPr>
      </p:sp>
      <p:sp>
        <p:nvSpPr>
          <p:cNvPr id="15" name="Text 59">
            <a:extLst>
              <a:ext uri="{FF2B5EF4-FFF2-40B4-BE49-F238E27FC236}">
                <a16:creationId xmlns:a16="http://schemas.microsoft.com/office/drawing/2014/main" id="{5EB6B63B-59C9-9AD2-DB76-8F4FB80F4F6D}"/>
              </a:ext>
            </a:extLst>
          </p:cNvPr>
          <p:cNvSpPr txBox="1"/>
          <p:nvPr/>
        </p:nvSpPr>
        <p:spPr>
          <a:xfrm>
            <a:off x="7112652" y="1457360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b="1" dirty="0" err="1">
                <a:solidFill>
                  <a:srgbClr val="0000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</a:t>
            </a:r>
            <a:endParaRPr kumimoji="0" lang="en-US" dirty="0">
              <a:solidFill>
                <a:srgbClr val="0000FF"/>
              </a:solidFill>
              <a:latin typeface="Calibri" panose="020F0502020204030204"/>
            </a:endParaRPr>
          </a:p>
        </p:txBody>
      </p:sp>
      <p:sp>
        <p:nvSpPr>
          <p:cNvPr id="16" name="Text 60">
            <a:extLst>
              <a:ext uri="{FF2B5EF4-FFF2-40B4-BE49-F238E27FC236}">
                <a16:creationId xmlns:a16="http://schemas.microsoft.com/office/drawing/2014/main" id="{7494D467-EC4F-2025-B9F3-F818708F2A28}"/>
              </a:ext>
            </a:extLst>
          </p:cNvPr>
          <p:cNvSpPr txBox="1"/>
          <p:nvPr/>
        </p:nvSpPr>
        <p:spPr>
          <a:xfrm>
            <a:off x="8643036" y="145736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850" dirty="0">
                <a:solidFill>
                  <a:srgbClr val="5A647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⚙  ⧉</a:t>
            </a:r>
            <a:endParaRPr kumimoji="0" lang="en-US" sz="8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7" name="Shape 75">
            <a:extLst>
              <a:ext uri="{FF2B5EF4-FFF2-40B4-BE49-F238E27FC236}">
                <a16:creationId xmlns:a16="http://schemas.microsoft.com/office/drawing/2014/main" id="{5E5A2FC2-5B00-BF5A-7638-7AD0684F9335}"/>
              </a:ext>
            </a:extLst>
          </p:cNvPr>
          <p:cNvSpPr/>
          <p:nvPr/>
        </p:nvSpPr>
        <p:spPr>
          <a:xfrm>
            <a:off x="7112652" y="6201308"/>
            <a:ext cx="2079024" cy="237744"/>
          </a:xfrm>
          <a:prstGeom prst="rect">
            <a:avLst/>
          </a:prstGeom>
          <a:solidFill>
            <a:srgbClr val="FFFFFF"/>
          </a:solidFill>
          <a:ln>
            <a:solidFill>
              <a:srgbClr val="4472C4">
                <a:lumMod val="40000"/>
                <a:lumOff val="60000"/>
              </a:srgbClr>
            </a:solidFill>
          </a:ln>
        </p:spPr>
      </p:sp>
      <p:sp>
        <p:nvSpPr>
          <p:cNvPr id="18" name="Text 76">
            <a:extLst>
              <a:ext uri="{FF2B5EF4-FFF2-40B4-BE49-F238E27FC236}">
                <a16:creationId xmlns:a16="http://schemas.microsoft.com/office/drawing/2014/main" id="{F615042C-A74A-C1B9-E804-DD8E95B97C65}"/>
              </a:ext>
            </a:extLst>
          </p:cNvPr>
          <p:cNvSpPr txBox="1"/>
          <p:nvPr/>
        </p:nvSpPr>
        <p:spPr>
          <a:xfrm>
            <a:off x="7204092" y="6201308"/>
            <a:ext cx="19093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750" dirty="0">
                <a:solidFill>
                  <a:srgbClr val="9AA4B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 입력...</a:t>
            </a:r>
            <a:endParaRPr kumimoji="0" lang="en-US" sz="75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19" name="Text 80">
            <a:extLst>
              <a:ext uri="{FF2B5EF4-FFF2-40B4-BE49-F238E27FC236}">
                <a16:creationId xmlns:a16="http://schemas.microsoft.com/office/drawing/2014/main" id="{65D5C3D7-FE3D-A077-F652-60B931264B3A}"/>
              </a:ext>
            </a:extLst>
          </p:cNvPr>
          <p:cNvSpPr txBox="1"/>
          <p:nvPr/>
        </p:nvSpPr>
        <p:spPr>
          <a:xfrm>
            <a:off x="7133839" y="1777400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유저A : 오늘 컨텐츠 뭐예요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0" name="Text 81">
            <a:extLst>
              <a:ext uri="{FF2B5EF4-FFF2-40B4-BE49-F238E27FC236}">
                <a16:creationId xmlns:a16="http://schemas.microsoft.com/office/drawing/2014/main" id="{B7E57580-F120-1B75-FB26-4FA5AA1CDB35}"/>
              </a:ext>
            </a:extLst>
          </p:cNvPr>
          <p:cNvSpPr txBox="1"/>
          <p:nvPr/>
        </p:nvSpPr>
        <p:spPr>
          <a:xfrm>
            <a:off x="7133839" y="2006000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유저B : 화질 좋아졌네요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1" name="Text 82">
            <a:extLst>
              <a:ext uri="{FF2B5EF4-FFF2-40B4-BE49-F238E27FC236}">
                <a16:creationId xmlns:a16="http://schemas.microsoft.com/office/drawing/2014/main" id="{2F019848-8954-C0EC-9088-1E0864EC44BB}"/>
              </a:ext>
            </a:extLst>
          </p:cNvPr>
          <p:cNvSpPr txBox="1"/>
          <p:nvPr/>
        </p:nvSpPr>
        <p:spPr>
          <a:xfrm>
            <a:off x="7133839" y="2234600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유저C : ㅋㅋㅋㅋ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2" name="Text 84">
            <a:extLst>
              <a:ext uri="{FF2B5EF4-FFF2-40B4-BE49-F238E27FC236}">
                <a16:creationId xmlns:a16="http://schemas.microsoft.com/office/drawing/2014/main" id="{1DB1BA62-8FF4-C1A6-6ED9-D477B8220479}"/>
              </a:ext>
            </a:extLst>
          </p:cNvPr>
          <p:cNvSpPr txBox="1"/>
          <p:nvPr/>
        </p:nvSpPr>
        <p:spPr>
          <a:xfrm>
            <a:off x="7133839" y="2447056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유저D : 응원합니다!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3" name="Text 85">
            <a:extLst>
              <a:ext uri="{FF2B5EF4-FFF2-40B4-BE49-F238E27FC236}">
                <a16:creationId xmlns:a16="http://schemas.microsoft.com/office/drawing/2014/main" id="{8B6588BE-3067-D374-9ADD-C422C2AB96A9}"/>
              </a:ext>
            </a:extLst>
          </p:cNvPr>
          <p:cNvSpPr txBox="1"/>
          <p:nvPr/>
        </p:nvSpPr>
        <p:spPr>
          <a:xfrm>
            <a:off x="7133839" y="2675656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유저E : 다음 방송 언제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4" name="Text 86">
            <a:extLst>
              <a:ext uri="{FF2B5EF4-FFF2-40B4-BE49-F238E27FC236}">
                <a16:creationId xmlns:a16="http://schemas.microsoft.com/office/drawing/2014/main" id="{9720E13D-7829-95F6-7303-26B4853090D7}"/>
              </a:ext>
            </a:extLst>
          </p:cNvPr>
          <p:cNvSpPr txBox="1"/>
          <p:nvPr/>
        </p:nvSpPr>
        <p:spPr>
          <a:xfrm>
            <a:off x="7133839" y="2904256"/>
            <a:ext cx="2057837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50" b="0" i="0" u="none" strike="noStrike" kern="0" cap="none" spc="0" normalizeH="0" baseline="0" noProof="0" dirty="0">
                <a:ln>
                  <a:noFill/>
                </a:ln>
                <a:solidFill>
                  <a:srgbClr val="5A647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유저F : 👍👍</a:t>
            </a:r>
            <a:endParaRPr kumimoji="0" lang="en-US" sz="75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sp>
        <p:nvSpPr>
          <p:cNvPr id="25" name="Shape 28">
            <a:extLst>
              <a:ext uri="{FF2B5EF4-FFF2-40B4-BE49-F238E27FC236}">
                <a16:creationId xmlns:a16="http://schemas.microsoft.com/office/drawing/2014/main" id="{C827A535-96F9-E81B-0A2D-A74DAF3D4BC3}"/>
              </a:ext>
            </a:extLst>
          </p:cNvPr>
          <p:cNvSpPr/>
          <p:nvPr/>
        </p:nvSpPr>
        <p:spPr>
          <a:xfrm>
            <a:off x="1945974" y="3104964"/>
            <a:ext cx="4870736" cy="531433"/>
          </a:xfrm>
          <a:prstGeom prst="roundRect">
            <a:avLst>
              <a:gd name="adj" fmla="val 4878"/>
            </a:avLst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26" name="Text 31">
            <a:extLst>
              <a:ext uri="{FF2B5EF4-FFF2-40B4-BE49-F238E27FC236}">
                <a16:creationId xmlns:a16="http://schemas.microsoft.com/office/drawing/2014/main" id="{042C12A9-E811-F9C6-88FA-D87075087D31}"/>
              </a:ext>
            </a:extLst>
          </p:cNvPr>
          <p:cNvSpPr txBox="1"/>
          <p:nvPr/>
        </p:nvSpPr>
        <p:spPr>
          <a:xfrm>
            <a:off x="2075901" y="3335944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7" name="Text 33">
            <a:extLst>
              <a:ext uri="{FF2B5EF4-FFF2-40B4-BE49-F238E27FC236}">
                <a16:creationId xmlns:a16="http://schemas.microsoft.com/office/drawing/2014/main" id="{0C04AD0A-FC31-F68F-E63F-FB03576B7E4A}"/>
              </a:ext>
            </a:extLst>
          </p:cNvPr>
          <p:cNvSpPr txBox="1"/>
          <p:nvPr/>
        </p:nvSpPr>
        <p:spPr>
          <a:xfrm>
            <a:off x="3014314" y="3335944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8" name="Text 35">
            <a:extLst>
              <a:ext uri="{FF2B5EF4-FFF2-40B4-BE49-F238E27FC236}">
                <a16:creationId xmlns:a16="http://schemas.microsoft.com/office/drawing/2014/main" id="{E8045497-151D-E3C3-BCF9-A352B9681A2C}"/>
              </a:ext>
            </a:extLst>
          </p:cNvPr>
          <p:cNvSpPr txBox="1"/>
          <p:nvPr/>
        </p:nvSpPr>
        <p:spPr>
          <a:xfrm>
            <a:off x="3952727" y="3335944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-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29" name="Text 37">
            <a:extLst>
              <a:ext uri="{FF2B5EF4-FFF2-40B4-BE49-F238E27FC236}">
                <a16:creationId xmlns:a16="http://schemas.microsoft.com/office/drawing/2014/main" id="{CA0856CD-09AC-EF50-D826-9919D4D6F38B}"/>
              </a:ext>
            </a:extLst>
          </p:cNvPr>
          <p:cNvSpPr txBox="1"/>
          <p:nvPr/>
        </p:nvSpPr>
        <p:spPr>
          <a:xfrm>
            <a:off x="5829553" y="3335944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</a:rPr>
              <a:t>-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0" name="Shape 6">
            <a:extLst>
              <a:ext uri="{FF2B5EF4-FFF2-40B4-BE49-F238E27FC236}">
                <a16:creationId xmlns:a16="http://schemas.microsoft.com/office/drawing/2014/main" id="{F06C6FD0-6E12-CA78-7240-0609458901E2}"/>
              </a:ext>
            </a:extLst>
          </p:cNvPr>
          <p:cNvSpPr/>
          <p:nvPr/>
        </p:nvSpPr>
        <p:spPr>
          <a:xfrm>
            <a:off x="146092" y="908720"/>
            <a:ext cx="1663041" cy="5759935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7CDD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BDE0181D-E712-48EC-8AC8-8F781A954A8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677"/>
          <a:stretch>
            <a:fillRect/>
          </a:stretch>
        </p:blipFill>
        <p:spPr>
          <a:xfrm>
            <a:off x="176771" y="935489"/>
            <a:ext cx="1606975" cy="398012"/>
          </a:xfrm>
          <a:prstGeom prst="rect">
            <a:avLst/>
          </a:prstGeom>
        </p:spPr>
      </p:pic>
      <p:sp>
        <p:nvSpPr>
          <p:cNvPr id="34" name="Text 37">
            <a:extLst>
              <a:ext uri="{FF2B5EF4-FFF2-40B4-BE49-F238E27FC236}">
                <a16:creationId xmlns:a16="http://schemas.microsoft.com/office/drawing/2014/main" id="{D7AB85E3-C41E-A057-DC2A-DA61CEF705BE}"/>
              </a:ext>
            </a:extLst>
          </p:cNvPr>
          <p:cNvSpPr txBox="1"/>
          <p:nvPr/>
        </p:nvSpPr>
        <p:spPr>
          <a:xfrm>
            <a:off x="4891140" y="3335944"/>
            <a:ext cx="842710" cy="253272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rgbClr val="1B2A5B"/>
                </a:solidFill>
                <a:latin typeface="맑은 고딕" pitchFamily="34" charset="0"/>
                <a:ea typeface="맑은 고딕" pitchFamily="34" charset="-122"/>
              </a:rPr>
              <a:t>-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35" name="Shape 58">
            <a:extLst>
              <a:ext uri="{FF2B5EF4-FFF2-40B4-BE49-F238E27FC236}">
                <a16:creationId xmlns:a16="http://schemas.microsoft.com/office/drawing/2014/main" id="{90B4800C-96FA-5741-E3F1-CC0D518816CC}"/>
              </a:ext>
            </a:extLst>
          </p:cNvPr>
          <p:cNvSpPr/>
          <p:nvPr/>
        </p:nvSpPr>
        <p:spPr>
          <a:xfrm>
            <a:off x="1946292" y="3708405"/>
            <a:ext cx="4870416" cy="2852943"/>
          </a:xfrm>
          <a:prstGeom prst="roundRect">
            <a:avLst>
              <a:gd name="adj" fmla="val 0"/>
            </a:avLst>
          </a:prstGeom>
          <a:noFill/>
          <a:ln w="12700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36" name="Text 19">
            <a:extLst>
              <a:ext uri="{FF2B5EF4-FFF2-40B4-BE49-F238E27FC236}">
                <a16:creationId xmlns:a16="http://schemas.microsoft.com/office/drawing/2014/main" id="{47581486-2B63-1265-09F2-E63BB7AACE55}"/>
              </a:ext>
            </a:extLst>
          </p:cNvPr>
          <p:cNvSpPr txBox="1"/>
          <p:nvPr/>
        </p:nvSpPr>
        <p:spPr>
          <a:xfrm>
            <a:off x="2053128" y="3789040"/>
            <a:ext cx="685800" cy="30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제목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37" name="Text 21">
            <a:extLst>
              <a:ext uri="{FF2B5EF4-FFF2-40B4-BE49-F238E27FC236}">
                <a16:creationId xmlns:a16="http://schemas.microsoft.com/office/drawing/2014/main" id="{CBA31DA2-BE92-7CE0-197B-2A93FF015F28}"/>
              </a:ext>
            </a:extLst>
          </p:cNvPr>
          <p:cNvSpPr txBox="1"/>
          <p:nvPr/>
        </p:nvSpPr>
        <p:spPr>
          <a:xfrm>
            <a:off x="2053128" y="4113076"/>
            <a:ext cx="685800" cy="30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카테고리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38" name="Text 23">
            <a:extLst>
              <a:ext uri="{FF2B5EF4-FFF2-40B4-BE49-F238E27FC236}">
                <a16:creationId xmlns:a16="http://schemas.microsoft.com/office/drawing/2014/main" id="{F12B17E3-E908-51C3-173D-779FC41BB232}"/>
              </a:ext>
            </a:extLst>
          </p:cNvPr>
          <p:cNvSpPr txBox="1"/>
          <p:nvPr/>
        </p:nvSpPr>
        <p:spPr>
          <a:xfrm>
            <a:off x="2053128" y="4437112"/>
            <a:ext cx="685800" cy="3095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태그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39" name="Text 20">
            <a:extLst>
              <a:ext uri="{FF2B5EF4-FFF2-40B4-BE49-F238E27FC236}">
                <a16:creationId xmlns:a16="http://schemas.microsoft.com/office/drawing/2014/main" id="{C9D2C91E-6BF4-1921-78C7-336FC3DE43C9}"/>
              </a:ext>
            </a:extLst>
          </p:cNvPr>
          <p:cNvSpPr txBox="1"/>
          <p:nvPr/>
        </p:nvSpPr>
        <p:spPr>
          <a:xfrm>
            <a:off x="2737568" y="3807891"/>
            <a:ext cx="3956955" cy="2718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  방송 제목을 입력하세요</a:t>
            </a:r>
            <a:r>
              <a:rPr kumimoji="0" lang="en-US" altLang="ko-KR" sz="800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.</a:t>
            </a:r>
            <a:endParaRPr kumimoji="0" lang="en-US" sz="800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40" name="Text 22">
            <a:extLst>
              <a:ext uri="{FF2B5EF4-FFF2-40B4-BE49-F238E27FC236}">
                <a16:creationId xmlns:a16="http://schemas.microsoft.com/office/drawing/2014/main" id="{7E5A14FA-8FF5-335F-9564-F67E01BF9F77}"/>
              </a:ext>
            </a:extLst>
          </p:cNvPr>
          <p:cNvSpPr txBox="1"/>
          <p:nvPr/>
        </p:nvSpPr>
        <p:spPr>
          <a:xfrm>
            <a:off x="2737568" y="4131926"/>
            <a:ext cx="3956955" cy="2718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kumimoji="0" lang="en-US" sz="800" dirty="0" err="1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선택</a:t>
            </a:r>
            <a:endParaRPr kumimoji="0"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1" name="Text 24">
            <a:extLst>
              <a:ext uri="{FF2B5EF4-FFF2-40B4-BE49-F238E27FC236}">
                <a16:creationId xmlns:a16="http://schemas.microsoft.com/office/drawing/2014/main" id="{A3DA3C7C-3175-C31D-1BC1-EC8F2F88B531}"/>
              </a:ext>
            </a:extLst>
          </p:cNvPr>
          <p:cNvSpPr txBox="1"/>
          <p:nvPr/>
        </p:nvSpPr>
        <p:spPr>
          <a:xfrm>
            <a:off x="2737569" y="4455963"/>
            <a:ext cx="3286424" cy="2718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>
            <a:defPPr>
              <a:defRPr lang="ko-KR"/>
            </a:defPPr>
            <a:lvl1pPr fontAlgn="auto" latinLnBrk="0">
              <a:spcBef>
                <a:spcPts val="0"/>
              </a:spcBef>
              <a:spcAft>
                <a:spcPts val="0"/>
              </a:spcAft>
              <a:defRPr kumimoji="0" sz="80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r>
              <a:rPr lang="en-US" dirty="0"/>
              <a:t> </a:t>
            </a:r>
            <a:r>
              <a:rPr lang="ko-KR" altLang="en-US" dirty="0"/>
              <a:t>최대 </a:t>
            </a:r>
            <a:r>
              <a:rPr lang="en-US" altLang="ko-KR" dirty="0"/>
              <a:t>15</a:t>
            </a:r>
            <a:r>
              <a:rPr lang="ko-KR" altLang="en-US" dirty="0"/>
              <a:t>자</a:t>
            </a:r>
            <a:r>
              <a:rPr lang="en-US" altLang="ko-KR" dirty="0"/>
              <a:t>, </a:t>
            </a:r>
            <a:r>
              <a:rPr lang="ko-KR" altLang="en-US" dirty="0"/>
              <a:t>공백 및</a:t>
            </a:r>
            <a:r>
              <a:rPr lang="en-US" altLang="ko-KR" dirty="0"/>
              <a:t> </a:t>
            </a:r>
            <a:r>
              <a:rPr lang="ko-KR" altLang="en-US" dirty="0"/>
              <a:t>특수 문자 불가</a:t>
            </a:r>
            <a:r>
              <a:rPr lang="en-US" altLang="ko-KR" dirty="0"/>
              <a:t>, </a:t>
            </a:r>
            <a:r>
              <a:rPr lang="ko-KR" altLang="en-US" dirty="0"/>
              <a:t>최대 </a:t>
            </a:r>
            <a:r>
              <a:rPr lang="en-US" altLang="ko-KR" dirty="0"/>
              <a:t>10</a:t>
            </a:r>
            <a:r>
              <a:rPr lang="ko-KR" altLang="en-US" dirty="0"/>
              <a:t>개까지 가능</a:t>
            </a:r>
            <a:endParaRPr lang="en-US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412ED13-F081-8277-86BA-98CC53514520}"/>
              </a:ext>
            </a:extLst>
          </p:cNvPr>
          <p:cNvSpPr txBox="1"/>
          <p:nvPr/>
        </p:nvSpPr>
        <p:spPr>
          <a:xfrm>
            <a:off x="6448118" y="4151476"/>
            <a:ext cx="275692" cy="23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1A1D28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▼</a:t>
            </a:r>
            <a:endParaRPr lang="ko-KR" alt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5718188-7A8B-DA91-1F4A-4F3731C0D3EB}"/>
              </a:ext>
            </a:extLst>
          </p:cNvPr>
          <p:cNvSpPr txBox="1"/>
          <p:nvPr/>
        </p:nvSpPr>
        <p:spPr>
          <a:xfrm>
            <a:off x="263352" y="1340768"/>
            <a:ext cx="11128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l"/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라이브 방송</a:t>
            </a:r>
          </a:p>
        </p:txBody>
      </p:sp>
      <p:sp>
        <p:nvSpPr>
          <p:cNvPr id="45" name="Text 30">
            <a:extLst>
              <a:ext uri="{FF2B5EF4-FFF2-40B4-BE49-F238E27FC236}">
                <a16:creationId xmlns:a16="http://schemas.microsoft.com/office/drawing/2014/main" id="{E122617F-DC08-5C56-A677-B785A75524F4}"/>
              </a:ext>
            </a:extLst>
          </p:cNvPr>
          <p:cNvSpPr txBox="1"/>
          <p:nvPr/>
        </p:nvSpPr>
        <p:spPr>
          <a:xfrm>
            <a:off x="2075901" y="3156491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>
                <a:solidFill>
                  <a:prstClr val="black"/>
                </a:solidFill>
                <a:latin typeface="+mn-ea"/>
                <a:ea typeface="+mn-ea"/>
              </a:rPr>
              <a:t>상태</a:t>
            </a:r>
            <a:endParaRPr kumimoji="0" lang="en-US" sz="90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sp>
        <p:nvSpPr>
          <p:cNvPr id="46" name="Text 32">
            <a:extLst>
              <a:ext uri="{FF2B5EF4-FFF2-40B4-BE49-F238E27FC236}">
                <a16:creationId xmlns:a16="http://schemas.microsoft.com/office/drawing/2014/main" id="{6EAB4B4A-5D02-C7B5-5D25-39C8DE4DE50B}"/>
              </a:ext>
            </a:extLst>
          </p:cNvPr>
          <p:cNvSpPr txBox="1"/>
          <p:nvPr/>
        </p:nvSpPr>
        <p:spPr>
          <a:xfrm>
            <a:off x="3014314" y="3156491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rPr>
              <a:t>방송 시간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돋움" pitchFamily="50" charset="-127"/>
              <a:ea typeface="돋움" pitchFamily="50" charset="-127"/>
              <a:cs typeface="+mn-cs"/>
            </a:endParaRPr>
          </a:p>
        </p:txBody>
      </p:sp>
      <p:sp>
        <p:nvSpPr>
          <p:cNvPr id="47" name="Text 34">
            <a:extLst>
              <a:ext uri="{FF2B5EF4-FFF2-40B4-BE49-F238E27FC236}">
                <a16:creationId xmlns:a16="http://schemas.microsoft.com/office/drawing/2014/main" id="{980D4B95-D90A-F3B1-95DF-2EE91F1CC276}"/>
              </a:ext>
            </a:extLst>
          </p:cNvPr>
          <p:cNvSpPr txBox="1"/>
          <p:nvPr/>
        </p:nvSpPr>
        <p:spPr>
          <a:xfrm>
            <a:off x="3952727" y="3156491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동시 시청자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돋움" pitchFamily="50" charset="-127"/>
              <a:cs typeface="+mn-cs"/>
            </a:endParaRPr>
          </a:p>
        </p:txBody>
      </p:sp>
      <p:sp>
        <p:nvSpPr>
          <p:cNvPr id="48" name="Text 36">
            <a:extLst>
              <a:ext uri="{FF2B5EF4-FFF2-40B4-BE49-F238E27FC236}">
                <a16:creationId xmlns:a16="http://schemas.microsoft.com/office/drawing/2014/main" id="{1AE5548B-6012-0E80-1CB1-372EDB709A41}"/>
              </a:ext>
            </a:extLst>
          </p:cNvPr>
          <p:cNvSpPr txBox="1"/>
          <p:nvPr/>
        </p:nvSpPr>
        <p:spPr>
          <a:xfrm>
            <a:off x="5829553" y="3156491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해상도</a:t>
            </a:r>
            <a:endParaRPr kumimoji="0" lang="en-US" sz="900" dirty="0">
              <a:latin typeface="Calibri" panose="020F0502020204030204"/>
            </a:endParaRPr>
          </a:p>
        </p:txBody>
      </p:sp>
      <p:sp>
        <p:nvSpPr>
          <p:cNvPr id="49" name="Text 36">
            <a:extLst>
              <a:ext uri="{FF2B5EF4-FFF2-40B4-BE49-F238E27FC236}">
                <a16:creationId xmlns:a16="http://schemas.microsoft.com/office/drawing/2014/main" id="{B1468ECC-F481-5F12-8D0A-E36ED6B21C40}"/>
              </a:ext>
            </a:extLst>
          </p:cNvPr>
          <p:cNvSpPr txBox="1"/>
          <p:nvPr/>
        </p:nvSpPr>
        <p:spPr>
          <a:xfrm>
            <a:off x="4891140" y="3156491"/>
            <a:ext cx="842710" cy="231886"/>
          </a:xfrm>
          <a:prstGeom prst="rect">
            <a:avLst/>
          </a:prstGeom>
          <a:solidFill>
            <a:schemeClr val="bg1">
              <a:lumMod val="95000"/>
            </a:schemeClr>
          </a:solidFill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비트트레이</a:t>
            </a:r>
            <a:endParaRPr kumimoji="0" lang="en-US" sz="900" dirty="0">
              <a:latin typeface="Calibri" panose="020F0502020204030204"/>
            </a:endParaRPr>
          </a:p>
        </p:txBody>
      </p:sp>
      <p:sp>
        <p:nvSpPr>
          <p:cNvPr id="50" name="Text 24">
            <a:extLst>
              <a:ext uri="{FF2B5EF4-FFF2-40B4-BE49-F238E27FC236}">
                <a16:creationId xmlns:a16="http://schemas.microsoft.com/office/drawing/2014/main" id="{EF6080DC-8A1D-1D02-A368-2981589E9A86}"/>
              </a:ext>
            </a:extLst>
          </p:cNvPr>
          <p:cNvSpPr txBox="1"/>
          <p:nvPr/>
        </p:nvSpPr>
        <p:spPr>
          <a:xfrm>
            <a:off x="6095999" y="4455963"/>
            <a:ext cx="598523" cy="271815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>
            <a:defPPr>
              <a:defRPr lang="ko-KR"/>
            </a:defPPr>
            <a:lvl1pPr fontAlgn="auto" latinLnBrk="0">
              <a:spcBef>
                <a:spcPts val="0"/>
              </a:spcBef>
              <a:spcAft>
                <a:spcPts val="0"/>
              </a:spcAft>
              <a:defRPr kumimoji="0" sz="80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defRPr>
            </a:lvl1pPr>
          </a:lstStyle>
          <a:p>
            <a:pPr algn="ctr"/>
            <a:r>
              <a:rPr lang="ko-KR" altLang="en-US" b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추가</a:t>
            </a:r>
            <a:endParaRPr lang="en-US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49FDD8B-64AB-DEA8-6C22-41D854672481}"/>
              </a:ext>
            </a:extLst>
          </p:cNvPr>
          <p:cNvSpPr txBox="1"/>
          <p:nvPr/>
        </p:nvSpPr>
        <p:spPr>
          <a:xfrm>
            <a:off x="421209" y="1609645"/>
            <a:ext cx="915635" cy="7550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관리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설정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분석</a:t>
            </a:r>
          </a:p>
        </p:txBody>
      </p:sp>
      <p:sp>
        <p:nvSpPr>
          <p:cNvPr id="52" name="Shape 11">
            <a:extLst>
              <a:ext uri="{FF2B5EF4-FFF2-40B4-BE49-F238E27FC236}">
                <a16:creationId xmlns:a16="http://schemas.microsoft.com/office/drawing/2014/main" id="{F6F83334-4FC5-DA6B-C6A2-DE6820AED081}"/>
              </a:ext>
            </a:extLst>
          </p:cNvPr>
          <p:cNvSpPr/>
          <p:nvPr/>
        </p:nvSpPr>
        <p:spPr>
          <a:xfrm>
            <a:off x="302895" y="1651793"/>
            <a:ext cx="1234440" cy="237744"/>
          </a:xfrm>
          <a:prstGeom prst="rect">
            <a:avLst/>
          </a:prstGeom>
          <a:ln w="28575">
            <a:solidFill>
              <a:srgbClr val="D93025"/>
            </a:solidFill>
            <a:prstDash val="sysDot"/>
          </a:ln>
        </p:spPr>
      </p:sp>
      <p:sp>
        <p:nvSpPr>
          <p:cNvPr id="53" name="Text 28">
            <a:extLst>
              <a:ext uri="{FF2B5EF4-FFF2-40B4-BE49-F238E27FC236}">
                <a16:creationId xmlns:a16="http://schemas.microsoft.com/office/drawing/2014/main" id="{32B63051-5780-31FE-9593-70D6E21E1452}"/>
              </a:ext>
            </a:extLst>
          </p:cNvPr>
          <p:cNvSpPr txBox="1"/>
          <p:nvPr/>
        </p:nvSpPr>
        <p:spPr>
          <a:xfrm>
            <a:off x="2051769" y="5316013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연령 제한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54" name="Text 29">
            <a:extLst>
              <a:ext uri="{FF2B5EF4-FFF2-40B4-BE49-F238E27FC236}">
                <a16:creationId xmlns:a16="http://schemas.microsoft.com/office/drawing/2014/main" id="{235AC2E0-A6F9-E869-3442-BFFEFF792833}"/>
              </a:ext>
            </a:extLst>
          </p:cNvPr>
          <p:cNvSpPr txBox="1"/>
          <p:nvPr/>
        </p:nvSpPr>
        <p:spPr>
          <a:xfrm>
            <a:off x="2737568" y="5316013"/>
            <a:ext cx="335843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en-US" sz="900" dirty="0" err="1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ko-KR" altLang="en-US" sz="900" dirty="0" err="1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이용가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 	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세 이상으로 </a:t>
            </a:r>
            <a:r>
              <a:rPr kumimoji="0" lang="en-US" sz="900" dirty="0" err="1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제한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합니다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1F109EA7-A0D1-745F-C3E1-F034716B9E50}"/>
              </a:ext>
            </a:extLst>
          </p:cNvPr>
          <p:cNvSpPr txBox="1"/>
          <p:nvPr/>
        </p:nvSpPr>
        <p:spPr>
          <a:xfrm>
            <a:off x="2051769" y="5821579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 err="1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채팅</a:t>
            </a: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kumimoji="0"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56" name="Text 31">
            <a:extLst>
              <a:ext uri="{FF2B5EF4-FFF2-40B4-BE49-F238E27FC236}">
                <a16:creationId xmlns:a16="http://schemas.microsoft.com/office/drawing/2014/main" id="{E68BE264-1CA9-159C-847B-090606B52FB8}"/>
              </a:ext>
            </a:extLst>
          </p:cNvPr>
          <p:cNvSpPr txBox="1"/>
          <p:nvPr/>
        </p:nvSpPr>
        <p:spPr>
          <a:xfrm>
            <a:off x="2737569" y="5821579"/>
            <a:ext cx="2179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	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 안 함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57" name="Text 25">
            <a:extLst>
              <a:ext uri="{FF2B5EF4-FFF2-40B4-BE49-F238E27FC236}">
                <a16:creationId xmlns:a16="http://schemas.microsoft.com/office/drawing/2014/main" id="{1D2E7E48-4305-0661-F471-3BD7665ECE34}"/>
              </a:ext>
            </a:extLst>
          </p:cNvPr>
          <p:cNvSpPr txBox="1"/>
          <p:nvPr/>
        </p:nvSpPr>
        <p:spPr>
          <a:xfrm>
            <a:off x="2053128" y="4833156"/>
            <a:ext cx="685800" cy="2324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썸네일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58" name="Text 26">
            <a:extLst>
              <a:ext uri="{FF2B5EF4-FFF2-40B4-BE49-F238E27FC236}">
                <a16:creationId xmlns:a16="http://schemas.microsoft.com/office/drawing/2014/main" id="{630B2EB9-1D5D-82A8-CC32-C87B726BAFA7}"/>
              </a:ext>
            </a:extLst>
          </p:cNvPr>
          <p:cNvSpPr txBox="1"/>
          <p:nvPr/>
        </p:nvSpPr>
        <p:spPr>
          <a:xfrm>
            <a:off x="2730673" y="4833156"/>
            <a:ext cx="1091051" cy="4453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2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+</a:t>
            </a:r>
            <a:br>
              <a:rPr kumimoji="0" lang="en-US" sz="12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</a:br>
            <a:r>
              <a:rPr kumimoji="0" lang="ko-KR" altLang="en-US" sz="800" b="1" dirty="0">
                <a:solidFill>
                  <a:schemeClr val="bg1">
                    <a:lumMod val="65000"/>
                  </a:schemeClr>
                </a:solidFill>
                <a:latin typeface="+mn-ea"/>
                <a:ea typeface="+mn-ea"/>
              </a:rPr>
              <a:t>업로드</a:t>
            </a:r>
            <a:endParaRPr kumimoji="0" lang="en-US" sz="1200" b="1" dirty="0">
              <a:solidFill>
                <a:schemeClr val="bg1">
                  <a:lumMod val="65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044A9BFB-3E4B-3BA7-47B0-EA27EEE52B52}"/>
              </a:ext>
            </a:extLst>
          </p:cNvPr>
          <p:cNvSpPr txBox="1"/>
          <p:nvPr/>
        </p:nvSpPr>
        <p:spPr>
          <a:xfrm>
            <a:off x="3800444" y="5106033"/>
            <a:ext cx="2943628" cy="23813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등록하지 않으면 방송 중인 화면으로 썸네일이 노출됩니다</a:t>
            </a:r>
            <a:r>
              <a:rPr lang="en-US" altLang="ko-KR" sz="800" dirty="0">
                <a:solidFill>
                  <a:schemeClr val="bg1">
                    <a:lumMod val="50000"/>
                  </a:schemeClr>
                </a:solidFill>
                <a:latin typeface="+mn-ea"/>
                <a:ea typeface="+mn-ea"/>
              </a:rPr>
              <a:t>.</a:t>
            </a:r>
            <a:endParaRPr lang="ko-KR" altLang="en-US" sz="800" dirty="0">
              <a:solidFill>
                <a:schemeClr val="bg1">
                  <a:lumMod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60" name="Text 30">
            <a:extLst>
              <a:ext uri="{FF2B5EF4-FFF2-40B4-BE49-F238E27FC236}">
                <a16:creationId xmlns:a16="http://schemas.microsoft.com/office/drawing/2014/main" id="{9DD1F9D5-DBF0-D16F-733C-46F11890FAB9}"/>
              </a:ext>
            </a:extLst>
          </p:cNvPr>
          <p:cNvSpPr txBox="1"/>
          <p:nvPr/>
        </p:nvSpPr>
        <p:spPr>
          <a:xfrm>
            <a:off x="2051769" y="5568796"/>
            <a:ext cx="685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sz="9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 상태</a:t>
            </a:r>
            <a:endParaRPr kumimoji="0" lang="en-US" sz="900" b="1" dirty="0">
              <a:solidFill>
                <a:schemeClr val="tx1">
                  <a:lumMod val="50000"/>
                  <a:lumOff val="50000"/>
                </a:schemeClr>
              </a:solidFill>
              <a:latin typeface="Calibri" panose="020F0502020204030204"/>
            </a:endParaRPr>
          </a:p>
        </p:txBody>
      </p:sp>
      <p:sp>
        <p:nvSpPr>
          <p:cNvPr id="61" name="Text 31">
            <a:extLst>
              <a:ext uri="{FF2B5EF4-FFF2-40B4-BE49-F238E27FC236}">
                <a16:creationId xmlns:a16="http://schemas.microsoft.com/office/drawing/2014/main" id="{64AFFC4E-A505-EB56-1BA9-7DD7BDC70BCB}"/>
              </a:ext>
            </a:extLst>
          </p:cNvPr>
          <p:cNvSpPr txBox="1"/>
          <p:nvPr/>
        </p:nvSpPr>
        <p:spPr>
          <a:xfrm>
            <a:off x="2737569" y="5568796"/>
            <a:ext cx="217961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 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공개</a:t>
            </a:r>
            <a:r>
              <a:rPr kumimoji="0" lang="en-US" altLang="ko-KR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	</a:t>
            </a:r>
            <a:r>
              <a:rPr kumimoji="0" 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</a:t>
            </a:r>
            <a:r>
              <a:rPr kumimoji="0" lang="ko-KR" altLang="en-US" sz="9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비공개</a:t>
            </a:r>
            <a:endParaRPr kumimoji="0" lang="en-US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1" name="Shape 58">
            <a:extLst>
              <a:ext uri="{FF2B5EF4-FFF2-40B4-BE49-F238E27FC236}">
                <a16:creationId xmlns:a16="http://schemas.microsoft.com/office/drawing/2014/main" id="{12E44044-4C87-453D-4E98-F6926F77D1FD}"/>
              </a:ext>
            </a:extLst>
          </p:cNvPr>
          <p:cNvSpPr/>
          <p:nvPr/>
        </p:nvSpPr>
        <p:spPr>
          <a:xfrm>
            <a:off x="1802223" y="1384208"/>
            <a:ext cx="7514524" cy="5177140"/>
          </a:xfrm>
          <a:prstGeom prst="roundRect">
            <a:avLst>
              <a:gd name="adj" fmla="val 1455"/>
            </a:avLst>
          </a:prstGeom>
          <a:solidFill>
            <a:schemeClr val="bg1">
              <a:lumMod val="95000"/>
              <a:alpha val="68000"/>
            </a:schemeClr>
          </a:solidFill>
          <a:ln w="12700">
            <a:solidFill>
              <a:srgbClr val="E3E8F1"/>
            </a:solidFill>
            <a:prstDash val="solid"/>
          </a:ln>
        </p:spPr>
        <p:txBody>
          <a:bodyPr anchor="ctr"/>
          <a:lstStyle/>
          <a:p>
            <a:pPr algn="ctr"/>
            <a:endParaRPr lang="ko-KR" altLang="en-US" sz="1200" b="1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77" name="Shape 11">
            <a:extLst>
              <a:ext uri="{FF2B5EF4-FFF2-40B4-BE49-F238E27FC236}">
                <a16:creationId xmlns:a16="http://schemas.microsoft.com/office/drawing/2014/main" id="{0CD9F028-2C99-7199-427A-27BF73880F71}"/>
              </a:ext>
            </a:extLst>
          </p:cNvPr>
          <p:cNvSpPr/>
          <p:nvPr/>
        </p:nvSpPr>
        <p:spPr>
          <a:xfrm>
            <a:off x="1946292" y="1378402"/>
            <a:ext cx="4870416" cy="177127"/>
          </a:xfrm>
          <a:prstGeom prst="rect">
            <a:avLst/>
          </a:prstGeom>
          <a:solidFill>
            <a:srgbClr val="FFF4E5"/>
          </a:solidFill>
          <a:ln/>
        </p:spPr>
        <p:txBody>
          <a:bodyPr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altLang="ko-KR" sz="800" b="1" dirty="0">
                <a:solidFill>
                  <a:srgbClr val="9A5B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⚠ </a:t>
            </a:r>
            <a:r>
              <a:rPr lang="en-US" altLang="ko-KR" sz="800" b="1" dirty="0" err="1">
                <a:solidFill>
                  <a:srgbClr val="9A5B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채널이</a:t>
            </a:r>
            <a:r>
              <a:rPr lang="en-US" altLang="ko-KR" sz="800" b="1" dirty="0">
                <a:solidFill>
                  <a:srgbClr val="9A5B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b="1" dirty="0" err="1">
                <a:solidFill>
                  <a:srgbClr val="9A5B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정지되었습니다</a:t>
            </a:r>
            <a:r>
              <a:rPr lang="en-US" altLang="ko-KR" sz="800" b="1" dirty="0">
                <a:solidFill>
                  <a:srgbClr val="9A5B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</a:p>
        </p:txBody>
      </p:sp>
      <p:graphicFrame>
        <p:nvGraphicFramePr>
          <p:cNvPr id="78" name="Group 323">
            <a:extLst>
              <a:ext uri="{FF2B5EF4-FFF2-40B4-BE49-F238E27FC236}">
                <a16:creationId xmlns:a16="http://schemas.microsoft.com/office/drawing/2014/main" id="{A557B0AF-7D7C-8AC2-AF8B-891E3AED83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4317359"/>
              </p:ext>
            </p:extLst>
          </p:nvPr>
        </p:nvGraphicFramePr>
        <p:xfrm>
          <a:off x="9625013" y="575703"/>
          <a:ext cx="2519969" cy="1813325"/>
        </p:xfrm>
        <a:graphic>
          <a:graphicData uri="http://schemas.openxmlformats.org/drawingml/2006/table">
            <a:tbl>
              <a:tblPr/>
              <a:tblGrid>
                <a:gridCol w="280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제재 팝업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제재 유저의 경우 입장 시 안내 팝업 노출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사유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제재 기간은 관리자 페이지와 연동되어 노출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방송 셋팅 영역은 비활성화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D0D0D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0" name="Shape 11">
            <a:extLst>
              <a:ext uri="{FF2B5EF4-FFF2-40B4-BE49-F238E27FC236}">
                <a16:creationId xmlns:a16="http://schemas.microsoft.com/office/drawing/2014/main" id="{F830E11C-FC55-E660-455E-8391CD7AF48A}"/>
              </a:ext>
            </a:extLst>
          </p:cNvPr>
          <p:cNvSpPr/>
          <p:nvPr/>
        </p:nvSpPr>
        <p:spPr>
          <a:xfrm>
            <a:off x="1946292" y="1539015"/>
            <a:ext cx="4870416" cy="1520687"/>
          </a:xfrm>
          <a:prstGeom prst="rect">
            <a:avLst/>
          </a:prstGeom>
          <a:solidFill>
            <a:srgbClr val="1A1D28"/>
          </a:solidFill>
          <a:ln/>
        </p:spPr>
      </p:sp>
      <p:sp>
        <p:nvSpPr>
          <p:cNvPr id="81" name="Text 13">
            <a:extLst>
              <a:ext uri="{FF2B5EF4-FFF2-40B4-BE49-F238E27FC236}">
                <a16:creationId xmlns:a16="http://schemas.microsoft.com/office/drawing/2014/main" id="{0C83999C-C820-2AD5-43A6-2C0CD8523A2E}"/>
              </a:ext>
            </a:extLst>
          </p:cNvPr>
          <p:cNvSpPr txBox="1"/>
          <p:nvPr/>
        </p:nvSpPr>
        <p:spPr>
          <a:xfrm>
            <a:off x="2570896" y="2254580"/>
            <a:ext cx="3597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</a:pPr>
            <a:r>
              <a:rPr lang="en-US" altLang="ko-KR" sz="800" dirty="0" err="1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채널</a:t>
            </a:r>
            <a:r>
              <a:rPr lang="en-US" altLang="ko-KR" sz="8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정지</a:t>
            </a:r>
            <a:r>
              <a:rPr lang="en-US" altLang="ko-KR" sz="8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중에는</a:t>
            </a:r>
            <a:r>
              <a:rPr lang="en-US" altLang="ko-KR" sz="8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altLang="ko-KR" sz="800" dirty="0" err="1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사용할</a:t>
            </a:r>
            <a:r>
              <a:rPr lang="en-US" altLang="ko-KR" sz="800" dirty="0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수 </a:t>
            </a:r>
            <a:r>
              <a:rPr lang="en-US" altLang="ko-KR" sz="800" dirty="0" err="1">
                <a:solidFill>
                  <a:schemeClr val="bg1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없습니다</a:t>
            </a:r>
            <a:endParaRPr kumimoji="1" lang="en-US" altLang="ko-KR" sz="7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  <a:cs typeface="+mn-cs"/>
            </a:endParaRPr>
          </a:p>
        </p:txBody>
      </p: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890A1B22-0C30-D851-0B58-95E24F4300FA}"/>
              </a:ext>
            </a:extLst>
          </p:cNvPr>
          <p:cNvGrpSpPr/>
          <p:nvPr/>
        </p:nvGrpSpPr>
        <p:grpSpPr>
          <a:xfrm>
            <a:off x="3965105" y="2536191"/>
            <a:ext cx="2274909" cy="2821709"/>
            <a:chOff x="9744282" y="3846627"/>
            <a:chExt cx="2274909" cy="2759432"/>
          </a:xfrm>
        </p:grpSpPr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8F8A9C5F-FFFF-BCE1-F1A5-5097B2FD0DE1}"/>
                </a:ext>
              </a:extLst>
            </p:cNvPr>
            <p:cNvGrpSpPr/>
            <p:nvPr/>
          </p:nvGrpSpPr>
          <p:grpSpPr>
            <a:xfrm>
              <a:off x="9744282" y="3846627"/>
              <a:ext cx="2274909" cy="2759432"/>
              <a:chOff x="3643721" y="1923194"/>
              <a:chExt cx="2274909" cy="2759432"/>
            </a:xfrm>
          </p:grpSpPr>
          <p:sp>
            <p:nvSpPr>
              <p:cNvPr id="85" name="사각형: 둥근 모서리 84">
                <a:extLst>
                  <a:ext uri="{FF2B5EF4-FFF2-40B4-BE49-F238E27FC236}">
                    <a16:creationId xmlns:a16="http://schemas.microsoft.com/office/drawing/2014/main" id="{90DFE65A-2F58-808A-5277-6704B36950AE}"/>
                  </a:ext>
                </a:extLst>
              </p:cNvPr>
              <p:cNvSpPr/>
              <p:nvPr/>
            </p:nvSpPr>
            <p:spPr>
              <a:xfrm>
                <a:off x="3643721" y="1923194"/>
                <a:ext cx="2268000" cy="2750725"/>
              </a:xfrm>
              <a:prstGeom prst="roundRect">
                <a:avLst>
                  <a:gd name="adj" fmla="val 5119"/>
                </a:avLst>
              </a:prstGeom>
              <a:solidFill>
                <a:schemeClr val="bg1"/>
              </a:solidFill>
              <a:ln w="9525">
                <a:solidFill>
                  <a:schemeClr val="bg1">
                    <a:lumMod val="65000"/>
                  </a:schemeClr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72000" rtlCol="0" anchor="t"/>
              <a:lstStyle/>
              <a:p>
                <a:pPr algn="ctr"/>
                <a:r>
                  <a:rPr lang="ko-KR" altLang="en-US" sz="1200" b="1" dirty="0">
                    <a:solidFill>
                      <a:schemeClr val="tx1"/>
                    </a:solidFill>
                  </a:rPr>
                  <a:t>제재 안내</a:t>
                </a:r>
              </a:p>
            </p:txBody>
          </p:sp>
          <p:sp>
            <p:nvSpPr>
              <p:cNvPr id="86" name="사각형: 둥근 위쪽 모서리 85">
                <a:extLst>
                  <a:ext uri="{FF2B5EF4-FFF2-40B4-BE49-F238E27FC236}">
                    <a16:creationId xmlns:a16="http://schemas.microsoft.com/office/drawing/2014/main" id="{5358545E-19A8-C83C-5876-2F7B9378E6EE}"/>
                  </a:ext>
                </a:extLst>
              </p:cNvPr>
              <p:cNvSpPr/>
              <p:nvPr/>
            </p:nvSpPr>
            <p:spPr>
              <a:xfrm>
                <a:off x="3650630" y="4350779"/>
                <a:ext cx="2268000" cy="331847"/>
              </a:xfrm>
              <a:prstGeom prst="round2SameRect">
                <a:avLst>
                  <a:gd name="adj1" fmla="val 0"/>
                  <a:gd name="adj2" fmla="val 37215"/>
                </a:avLst>
              </a:prstGeom>
              <a:solidFill>
                <a:schemeClr val="tx1">
                  <a:lumMod val="75000"/>
                  <a:lumOff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b="1" dirty="0"/>
                  <a:t>확인</a:t>
                </a:r>
              </a:p>
            </p:txBody>
          </p:sp>
        </p:grpSp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66AA1FB9-260E-A879-6C41-95AE0BD5877E}"/>
                </a:ext>
              </a:extLst>
            </p:cNvPr>
            <p:cNvSpPr txBox="1"/>
            <p:nvPr/>
          </p:nvSpPr>
          <p:spPr>
            <a:xfrm>
              <a:off x="9744429" y="4121172"/>
              <a:ext cx="2267706" cy="1995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회원님은 운영정책 위반에 따라</a:t>
              </a:r>
              <a:endPara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서비스 이용이 제한되었습니다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  <a:p>
              <a:pPr algn="ctr">
                <a:lnSpc>
                  <a:spcPct val="130000"/>
                </a:lnSpc>
              </a:pPr>
              <a:endPara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ko-KR" altLang="en-US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사유</a:t>
              </a:r>
              <a:br>
                <a:rPr lang="en-US" altLang="ko-KR" sz="9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</a:b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제재 사유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$</a:t>
              </a:r>
            </a:p>
            <a:p>
              <a:pPr algn="ctr">
                <a:lnSpc>
                  <a:spcPct val="130000"/>
                </a:lnSpc>
              </a:pPr>
              <a:endPara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ko-KR" altLang="en-US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제재 기간</a:t>
              </a:r>
              <a:endPara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0000.00.00 ~ 0000.00.00</a:t>
              </a:r>
            </a:p>
            <a:p>
              <a:pPr algn="ctr">
                <a:lnSpc>
                  <a:spcPct val="130000"/>
                </a:lnSpc>
              </a:pPr>
              <a:endPara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자세한 내용은 </a:t>
              </a:r>
              <a:r>
                <a:rPr lang="ko-KR" altLang="en-US" sz="800" u="sng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고객센터</a:t>
              </a: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로 문의해 주시기</a:t>
              </a:r>
              <a:endParaRPr lang="en-US" altLang="ko-KR" sz="8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ko-KR" altLang="en-US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바랍니다</a:t>
              </a:r>
              <a:r>
                <a:rPr lang="en-US" altLang="ko-KR" sz="8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.</a:t>
              </a:r>
            </a:p>
          </p:txBody>
        </p:sp>
      </p:grpSp>
      <p:sp>
        <p:nvSpPr>
          <p:cNvPr id="87" name="타원 129">
            <a:extLst>
              <a:ext uri="{FF2B5EF4-FFF2-40B4-BE49-F238E27FC236}">
                <a16:creationId xmlns:a16="http://schemas.microsoft.com/office/drawing/2014/main" id="{93D97E55-9063-D9D7-68E4-1736A5E1CC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8989" y="2539564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8" name="타원 129">
            <a:extLst>
              <a:ext uri="{FF2B5EF4-FFF2-40B4-BE49-F238E27FC236}">
                <a16:creationId xmlns:a16="http://schemas.microsoft.com/office/drawing/2014/main" id="{6D2D362A-3B96-2611-4DD1-658936693C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9965" y="3843868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72617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CB277756-FBC7-C270-97E6-69AFFFEB7F7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라이브 방송 </a:t>
            </a:r>
            <a:r>
              <a:rPr lang="en-US" altLang="ko-KR" dirty="0"/>
              <a:t>&gt; </a:t>
            </a:r>
            <a:r>
              <a:rPr lang="ko-KR" altLang="en-US" dirty="0"/>
              <a:t>방송 설정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EDB62EF5-0CA0-B332-4A49-EF495FC11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크리에이터 스튜디오 </a:t>
            </a:r>
            <a:r>
              <a:rPr lang="en-US" altLang="ko-KR" dirty="0"/>
              <a:t>&gt; </a:t>
            </a:r>
            <a:r>
              <a:rPr lang="ko-KR" altLang="en-US" dirty="0"/>
              <a:t>라이브 방송 </a:t>
            </a:r>
            <a:r>
              <a:rPr lang="en-US" altLang="ko-KR" dirty="0"/>
              <a:t>&gt; </a:t>
            </a:r>
            <a:r>
              <a:rPr lang="ko-KR" altLang="en-US" dirty="0"/>
              <a:t>방송 설정</a:t>
            </a: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37F3B550-C065-4978-50EF-6839F9C54F05}"/>
              </a:ext>
            </a:extLst>
          </p:cNvPr>
          <p:cNvSpPr/>
          <p:nvPr/>
        </p:nvSpPr>
        <p:spPr>
          <a:xfrm>
            <a:off x="1809132" y="908720"/>
            <a:ext cx="7635240" cy="5759935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7CDDA"/>
            </a:solidFill>
            <a:prstDash val="solid"/>
          </a:ln>
        </p:spPr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73623135-7B5D-BEB7-D933-49EDA0AB90CD}"/>
              </a:ext>
            </a:extLst>
          </p:cNvPr>
          <p:cNvSpPr/>
          <p:nvPr/>
        </p:nvSpPr>
        <p:spPr>
          <a:xfrm>
            <a:off x="1809132" y="908720"/>
            <a:ext cx="7635240" cy="36576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BC8BA482-5284-0FCA-CCDB-9E6AE2A8319E}"/>
              </a:ext>
            </a:extLst>
          </p:cNvPr>
          <p:cNvSpPr txBox="1"/>
          <p:nvPr/>
        </p:nvSpPr>
        <p:spPr>
          <a:xfrm>
            <a:off x="1992012" y="908720"/>
            <a:ext cx="755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100" b="1" dirty="0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</a:t>
            </a:r>
            <a:r>
              <a:rPr kumimoji="0" lang="ko-KR" altLang="en-US" sz="11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설정</a:t>
            </a:r>
            <a:endParaRPr kumimoji="0" lang="en-US" sz="1100" dirty="0">
              <a:latin typeface="Calibri" panose="020F0502020204030204"/>
            </a:endParaRPr>
          </a:p>
        </p:txBody>
      </p:sp>
      <p:sp>
        <p:nvSpPr>
          <p:cNvPr id="65" name="Shape 6">
            <a:extLst>
              <a:ext uri="{FF2B5EF4-FFF2-40B4-BE49-F238E27FC236}">
                <a16:creationId xmlns:a16="http://schemas.microsoft.com/office/drawing/2014/main" id="{85A1ECC6-7BD0-ABD1-490E-A7A6BC823430}"/>
              </a:ext>
            </a:extLst>
          </p:cNvPr>
          <p:cNvSpPr/>
          <p:nvPr/>
        </p:nvSpPr>
        <p:spPr>
          <a:xfrm>
            <a:off x="146092" y="908720"/>
            <a:ext cx="1663041" cy="5759935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7CDD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38" name="Shape 58">
            <a:extLst>
              <a:ext uri="{FF2B5EF4-FFF2-40B4-BE49-F238E27FC236}">
                <a16:creationId xmlns:a16="http://schemas.microsoft.com/office/drawing/2014/main" id="{523F5A9F-34C1-14CE-AD1D-DE66CA8B7FF0}"/>
              </a:ext>
            </a:extLst>
          </p:cNvPr>
          <p:cNvSpPr/>
          <p:nvPr/>
        </p:nvSpPr>
        <p:spPr>
          <a:xfrm>
            <a:off x="1946610" y="1448780"/>
            <a:ext cx="7351942" cy="1332148"/>
          </a:xfrm>
          <a:prstGeom prst="roundRect">
            <a:avLst>
              <a:gd name="adj" fmla="val 8457"/>
            </a:avLst>
          </a:prstGeom>
          <a:solidFill>
            <a:schemeClr val="bg1"/>
          </a:solidFill>
          <a:ln w="12700">
            <a:solidFill>
              <a:schemeClr val="bg1">
                <a:lumMod val="85000"/>
              </a:schemeClr>
            </a:solidFill>
            <a:prstDash val="solid"/>
          </a:ln>
        </p:spPr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AD812960-05DA-D6D0-B20C-00BB3BAC2F45}"/>
              </a:ext>
            </a:extLst>
          </p:cNvPr>
          <p:cNvSpPr txBox="1"/>
          <p:nvPr/>
        </p:nvSpPr>
        <p:spPr>
          <a:xfrm>
            <a:off x="2280312" y="1862243"/>
            <a:ext cx="575328" cy="33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서버 주소</a:t>
            </a:r>
            <a:endParaRPr kumimoji="0" lang="en-US" sz="900" b="1" dirty="0">
              <a:latin typeface="Calibri" panose="020F0502020204030204"/>
            </a:endParaRPr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8517CA73-E3EA-B696-E52A-1A241996246F}"/>
              </a:ext>
            </a:extLst>
          </p:cNvPr>
          <p:cNvSpPr txBox="1"/>
          <p:nvPr/>
        </p:nvSpPr>
        <p:spPr>
          <a:xfrm>
            <a:off x="2996038" y="1862243"/>
            <a:ext cx="5354917" cy="332940"/>
          </a:xfrm>
          <a:prstGeom prst="roundRect">
            <a:avLst/>
          </a:prstGeom>
          <a:solidFill>
            <a:srgbClr val="F8FAF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rtmp://xxxxx.toon.at/xxxxxxx</a:t>
            </a:r>
            <a:endParaRPr kumimoji="0"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3" name="Text 41">
            <a:extLst>
              <a:ext uri="{FF2B5EF4-FFF2-40B4-BE49-F238E27FC236}">
                <a16:creationId xmlns:a16="http://schemas.microsoft.com/office/drawing/2014/main" id="{95B1459E-DD50-C0EC-F17B-AEB89A21F0D4}"/>
              </a:ext>
            </a:extLst>
          </p:cNvPr>
          <p:cNvSpPr txBox="1"/>
          <p:nvPr/>
        </p:nvSpPr>
        <p:spPr>
          <a:xfrm>
            <a:off x="2280312" y="2321390"/>
            <a:ext cx="575328" cy="332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9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스트림키</a:t>
            </a:r>
            <a:endParaRPr kumimoji="0" lang="en-US" sz="900" b="1" dirty="0">
              <a:latin typeface="Calibri" panose="020F0502020204030204"/>
            </a:endParaRPr>
          </a:p>
        </p:txBody>
      </p:sp>
      <p:sp>
        <p:nvSpPr>
          <p:cNvPr id="45" name="Text 43">
            <a:extLst>
              <a:ext uri="{FF2B5EF4-FFF2-40B4-BE49-F238E27FC236}">
                <a16:creationId xmlns:a16="http://schemas.microsoft.com/office/drawing/2014/main" id="{2D8D2578-F521-4308-A2DB-9FB6FE2BB3DD}"/>
              </a:ext>
            </a:extLst>
          </p:cNvPr>
          <p:cNvSpPr txBox="1"/>
          <p:nvPr/>
        </p:nvSpPr>
        <p:spPr>
          <a:xfrm>
            <a:off x="2996041" y="2321390"/>
            <a:ext cx="4603427" cy="332940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●●●●●●●●●</a:t>
            </a:r>
            <a:r>
              <a:rPr kumimoji="0" lang="en-US" altLang="ko-KR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●●●●●●●●●●●●●●●●●</a:t>
            </a:r>
            <a:endParaRPr kumimoji="0"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3" name="Shape 9">
            <a:extLst>
              <a:ext uri="{FF2B5EF4-FFF2-40B4-BE49-F238E27FC236}">
                <a16:creationId xmlns:a16="http://schemas.microsoft.com/office/drawing/2014/main" id="{183DBF0C-3872-39B1-A7F0-FCD1CD320321}"/>
              </a:ext>
            </a:extLst>
          </p:cNvPr>
          <p:cNvSpPr/>
          <p:nvPr/>
        </p:nvSpPr>
        <p:spPr>
          <a:xfrm>
            <a:off x="8448209" y="1862242"/>
            <a:ext cx="701532" cy="325678"/>
          </a:xfrm>
          <a:prstGeom prst="roundRect">
            <a:avLst>
              <a:gd name="adj" fmla="val 16492"/>
            </a:avLst>
          </a:prstGeom>
          <a:solidFill>
            <a:srgbClr val="EBF3FF"/>
          </a:solidFill>
          <a:ln/>
        </p:spPr>
        <p:txBody>
          <a:bodyPr anchor="ctr"/>
          <a:lstStyle/>
          <a:p>
            <a:pPr algn="ctr"/>
            <a:r>
              <a:rPr kumimoji="0" lang="ko-KR" altLang="en-US" sz="900" b="1">
                <a:solidFill>
                  <a:srgbClr val="519CFF"/>
                </a:solidFill>
                <a:latin typeface="맑은 고딕" pitchFamily="34" charset="0"/>
                <a:ea typeface="맑은 고딕" pitchFamily="34" charset="-122"/>
              </a:rPr>
              <a:t>복사</a:t>
            </a:r>
            <a:endParaRPr kumimoji="0" lang="en-US" altLang="ko-KR" sz="900" b="1" dirty="0">
              <a:solidFill>
                <a:srgbClr val="519CFF"/>
              </a:solidFill>
              <a:latin typeface="맑은 고딕" pitchFamily="34" charset="0"/>
              <a:ea typeface="맑은 고딕" pitchFamily="34" charset="-122"/>
            </a:endParaRPr>
          </a:p>
        </p:txBody>
      </p:sp>
      <p:sp>
        <p:nvSpPr>
          <p:cNvPr id="74" name="Shape 9">
            <a:extLst>
              <a:ext uri="{FF2B5EF4-FFF2-40B4-BE49-F238E27FC236}">
                <a16:creationId xmlns:a16="http://schemas.microsoft.com/office/drawing/2014/main" id="{3FB94BCA-74EC-64E9-CDBA-85001E740441}"/>
              </a:ext>
            </a:extLst>
          </p:cNvPr>
          <p:cNvSpPr/>
          <p:nvPr/>
        </p:nvSpPr>
        <p:spPr>
          <a:xfrm>
            <a:off x="8448209" y="2314125"/>
            <a:ext cx="701532" cy="340204"/>
          </a:xfrm>
          <a:prstGeom prst="roundRect">
            <a:avLst>
              <a:gd name="adj" fmla="val 11715"/>
            </a:avLst>
          </a:prstGeom>
          <a:solidFill>
            <a:srgbClr val="519CFF"/>
          </a:solidFill>
          <a:ln/>
        </p:spPr>
        <p:txBody>
          <a:bodyPr wrap="none" anchor="ctr"/>
          <a:lstStyle/>
          <a:p>
            <a:pPr algn="ctr"/>
            <a:r>
              <a:rPr kumimoji="0" lang="ko-KR" altLang="en-US" sz="9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재발급</a:t>
            </a:r>
            <a:endParaRPr kumimoji="0" lang="en-US" altLang="ko-KR" sz="900" dirty="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75" name="Shape 9">
            <a:extLst>
              <a:ext uri="{FF2B5EF4-FFF2-40B4-BE49-F238E27FC236}">
                <a16:creationId xmlns:a16="http://schemas.microsoft.com/office/drawing/2014/main" id="{EE7701E3-23C8-4EA4-373A-BA07C12EF46E}"/>
              </a:ext>
            </a:extLst>
          </p:cNvPr>
          <p:cNvSpPr/>
          <p:nvPr/>
        </p:nvSpPr>
        <p:spPr>
          <a:xfrm>
            <a:off x="7701983" y="2314125"/>
            <a:ext cx="701532" cy="340204"/>
          </a:xfrm>
          <a:prstGeom prst="roundRect">
            <a:avLst>
              <a:gd name="adj" fmla="val 11715"/>
            </a:avLst>
          </a:prstGeom>
          <a:solidFill>
            <a:srgbClr val="EBF3FF"/>
          </a:solidFill>
          <a:ln/>
        </p:spPr>
        <p:txBody>
          <a:bodyPr anchor="ctr"/>
          <a:lstStyle/>
          <a:p>
            <a:pPr algn="ctr"/>
            <a:r>
              <a:rPr kumimoji="0" lang="ko-KR" altLang="en-US" sz="900" b="1" dirty="0">
                <a:solidFill>
                  <a:srgbClr val="519C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복사</a:t>
            </a:r>
            <a:endParaRPr kumimoji="0" lang="en-US" altLang="ko-KR" sz="900" dirty="0">
              <a:solidFill>
                <a:srgbClr val="519CFF"/>
              </a:solidFill>
              <a:latin typeface="Calibri" panose="020F0502020204030204"/>
            </a:endParaRPr>
          </a:p>
        </p:txBody>
      </p:sp>
      <p:pic>
        <p:nvPicPr>
          <p:cNvPr id="80" name="그림 79">
            <a:extLst>
              <a:ext uri="{FF2B5EF4-FFF2-40B4-BE49-F238E27FC236}">
                <a16:creationId xmlns:a16="http://schemas.microsoft.com/office/drawing/2014/main" id="{F1BBFE63-330D-23CC-B5FC-15CBD7426D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677"/>
          <a:stretch>
            <a:fillRect/>
          </a:stretch>
        </p:blipFill>
        <p:spPr>
          <a:xfrm>
            <a:off x="176771" y="935489"/>
            <a:ext cx="1606975" cy="398012"/>
          </a:xfrm>
          <a:prstGeom prst="rect">
            <a:avLst/>
          </a:prstGeom>
        </p:spPr>
      </p:pic>
      <p:sp>
        <p:nvSpPr>
          <p:cNvPr id="81" name="TextBox 80">
            <a:extLst>
              <a:ext uri="{FF2B5EF4-FFF2-40B4-BE49-F238E27FC236}">
                <a16:creationId xmlns:a16="http://schemas.microsoft.com/office/drawing/2014/main" id="{84A63F90-5802-B2A7-740B-C8E5501F1ACA}"/>
              </a:ext>
            </a:extLst>
          </p:cNvPr>
          <p:cNvSpPr txBox="1"/>
          <p:nvPr/>
        </p:nvSpPr>
        <p:spPr>
          <a:xfrm>
            <a:off x="263352" y="1340768"/>
            <a:ext cx="11128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l"/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라이브 방송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C21D72E6-0945-E8FE-EB3D-6CBD4391F1B5}"/>
              </a:ext>
            </a:extLst>
          </p:cNvPr>
          <p:cNvSpPr txBox="1"/>
          <p:nvPr/>
        </p:nvSpPr>
        <p:spPr>
          <a:xfrm>
            <a:off x="421209" y="1609645"/>
            <a:ext cx="915635" cy="7550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관리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설정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분석</a:t>
            </a:r>
          </a:p>
        </p:txBody>
      </p:sp>
      <p:sp>
        <p:nvSpPr>
          <p:cNvPr id="83" name="Shape 11">
            <a:extLst>
              <a:ext uri="{FF2B5EF4-FFF2-40B4-BE49-F238E27FC236}">
                <a16:creationId xmlns:a16="http://schemas.microsoft.com/office/drawing/2014/main" id="{DCE72936-8DD7-C7B3-3CFC-966E0D33CD1D}"/>
              </a:ext>
            </a:extLst>
          </p:cNvPr>
          <p:cNvSpPr/>
          <p:nvPr/>
        </p:nvSpPr>
        <p:spPr>
          <a:xfrm>
            <a:off x="302895" y="1876062"/>
            <a:ext cx="1234440" cy="237744"/>
          </a:xfrm>
          <a:prstGeom prst="rect">
            <a:avLst/>
          </a:prstGeom>
          <a:ln w="28575">
            <a:solidFill>
              <a:srgbClr val="D93025"/>
            </a:solidFill>
            <a:prstDash val="sysDot"/>
          </a:ln>
        </p:spPr>
      </p:sp>
      <p:sp>
        <p:nvSpPr>
          <p:cNvPr id="84" name="Text 18">
            <a:extLst>
              <a:ext uri="{FF2B5EF4-FFF2-40B4-BE49-F238E27FC236}">
                <a16:creationId xmlns:a16="http://schemas.microsoft.com/office/drawing/2014/main" id="{B351E466-F93B-C5FE-71E6-037A035870FE}"/>
              </a:ext>
            </a:extLst>
          </p:cNvPr>
          <p:cNvSpPr txBox="1"/>
          <p:nvPr/>
        </p:nvSpPr>
        <p:spPr>
          <a:xfrm>
            <a:off x="2071781" y="1523534"/>
            <a:ext cx="740220" cy="242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ko-KR" altLang="en-US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스트림 설정</a:t>
            </a:r>
            <a:endParaRPr kumimoji="0" lang="en-US" dirty="0">
              <a:latin typeface="Calibri" panose="020F0502020204030204"/>
            </a:endParaRPr>
          </a:p>
        </p:txBody>
      </p:sp>
      <p:grpSp>
        <p:nvGrpSpPr>
          <p:cNvPr id="105" name="그룹 104">
            <a:extLst>
              <a:ext uri="{FF2B5EF4-FFF2-40B4-BE49-F238E27FC236}">
                <a16:creationId xmlns:a16="http://schemas.microsoft.com/office/drawing/2014/main" id="{92544208-C11E-C3A7-0BFD-747DA5602779}"/>
              </a:ext>
            </a:extLst>
          </p:cNvPr>
          <p:cNvGrpSpPr/>
          <p:nvPr/>
        </p:nvGrpSpPr>
        <p:grpSpPr>
          <a:xfrm>
            <a:off x="1942011" y="4545689"/>
            <a:ext cx="7351942" cy="2015783"/>
            <a:chOff x="1942011" y="3313609"/>
            <a:chExt cx="7351942" cy="2015783"/>
          </a:xfrm>
        </p:grpSpPr>
        <p:pic>
          <p:nvPicPr>
            <p:cNvPr id="98" name="그림 97">
              <a:extLst>
                <a:ext uri="{FF2B5EF4-FFF2-40B4-BE49-F238E27FC236}">
                  <a16:creationId xmlns:a16="http://schemas.microsoft.com/office/drawing/2014/main" id="{7AB2E55C-0A42-EFB5-3009-0CCB5D139BD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grayscl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rightnessContrast contrast="-40000"/>
                      </a14:imgEffect>
                    </a14:imgLayer>
                  </a14:imgProps>
                </a:ext>
              </a:extLst>
            </a:blip>
            <a:srcRect l="1250" t="-2" b="12471"/>
            <a:stretch>
              <a:fillRect/>
            </a:stretch>
          </p:blipFill>
          <p:spPr>
            <a:xfrm>
              <a:off x="1942011" y="3313609"/>
              <a:ext cx="7351942" cy="2015783"/>
            </a:xfrm>
            <a:prstGeom prst="rect">
              <a:avLst/>
            </a:prstGeom>
          </p:spPr>
        </p:pic>
        <p:cxnSp>
          <p:nvCxnSpPr>
            <p:cNvPr id="103" name="직선 연결선 102">
              <a:extLst>
                <a:ext uri="{FF2B5EF4-FFF2-40B4-BE49-F238E27FC236}">
                  <a16:creationId xmlns:a16="http://schemas.microsoft.com/office/drawing/2014/main" id="{5F3C9C2D-70D0-E361-D130-DE5A23603BA9}"/>
                </a:ext>
              </a:extLst>
            </p:cNvPr>
            <p:cNvCxnSpPr>
              <a:cxnSpLocks/>
            </p:cNvCxnSpPr>
            <p:nvPr/>
          </p:nvCxnSpPr>
          <p:spPr>
            <a:xfrm>
              <a:off x="1965885" y="5326217"/>
              <a:ext cx="7282890" cy="0"/>
            </a:xfrm>
            <a:prstGeom prst="line">
              <a:avLst/>
            </a:prstGeom>
            <a:ln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6" name="TextBox 105">
            <a:extLst>
              <a:ext uri="{FF2B5EF4-FFF2-40B4-BE49-F238E27FC236}">
                <a16:creationId xmlns:a16="http://schemas.microsoft.com/office/drawing/2014/main" id="{C7FDD82E-03AA-067F-B8CA-00C4306191FA}"/>
              </a:ext>
            </a:extLst>
          </p:cNvPr>
          <p:cNvSpPr txBox="1"/>
          <p:nvPr/>
        </p:nvSpPr>
        <p:spPr>
          <a:xfrm>
            <a:off x="3081541" y="5078011"/>
            <a:ext cx="2089158" cy="230832"/>
          </a:xfrm>
          <a:prstGeom prst="rect">
            <a:avLst/>
          </a:prstGeom>
          <a:solidFill>
            <a:schemeClr val="bg1"/>
          </a:solidFill>
        </p:spPr>
        <p:txBody>
          <a:bodyPr wrap="none" lIns="36000" rtlCol="0" anchor="ctr">
            <a:spAutoFit/>
          </a:bodyPr>
          <a:lstStyle/>
          <a:p>
            <a:pPr algn="l"/>
            <a:r>
              <a:rPr lang="ko-KR" altLang="en-US" sz="900" b="1" dirty="0">
                <a:solidFill>
                  <a:srgbClr val="7D7D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좌측 상단 메뉴 </a:t>
            </a:r>
            <a:r>
              <a:rPr lang="en-US" altLang="ko-KR" sz="900" b="1" dirty="0">
                <a:solidFill>
                  <a:srgbClr val="7D7D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‘</a:t>
            </a:r>
            <a:r>
              <a:rPr lang="ko-KR" altLang="en-US" sz="900" b="1" dirty="0">
                <a:solidFill>
                  <a:srgbClr val="7D7D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파일</a:t>
            </a:r>
            <a:r>
              <a:rPr lang="en-US" altLang="ko-KR" sz="900" b="1" dirty="0">
                <a:solidFill>
                  <a:srgbClr val="7D7D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’ </a:t>
            </a:r>
            <a:r>
              <a:rPr lang="ko-KR" altLang="en-US" sz="900" b="1" dirty="0">
                <a:solidFill>
                  <a:srgbClr val="7D7D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→ 설정 → 방송</a:t>
            </a:r>
          </a:p>
        </p:txBody>
      </p:sp>
      <p:pic>
        <p:nvPicPr>
          <p:cNvPr id="108" name="그림 107">
            <a:extLst>
              <a:ext uri="{FF2B5EF4-FFF2-40B4-BE49-F238E27FC236}">
                <a16:creationId xmlns:a16="http://schemas.microsoft.com/office/drawing/2014/main" id="{5021BD89-F79E-3BCF-C6F2-90CCB81D3A3B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30400" y="4157024"/>
            <a:ext cx="7340600" cy="409669"/>
          </a:xfrm>
          <a:prstGeom prst="rect">
            <a:avLst/>
          </a:prstGeom>
        </p:spPr>
      </p:pic>
      <p:sp>
        <p:nvSpPr>
          <p:cNvPr id="111" name="Shape 58">
            <a:extLst>
              <a:ext uri="{FF2B5EF4-FFF2-40B4-BE49-F238E27FC236}">
                <a16:creationId xmlns:a16="http://schemas.microsoft.com/office/drawing/2014/main" id="{D8531551-6E5F-CF99-E784-427D35ED2EC4}"/>
              </a:ext>
            </a:extLst>
          </p:cNvPr>
          <p:cNvSpPr/>
          <p:nvPr/>
        </p:nvSpPr>
        <p:spPr>
          <a:xfrm>
            <a:off x="2996853" y="2318064"/>
            <a:ext cx="4597852" cy="340204"/>
          </a:xfrm>
          <a:prstGeom prst="roundRect">
            <a:avLst/>
          </a:prstGeom>
          <a:solidFill>
            <a:schemeClr val="bg1">
              <a:lumMod val="65000"/>
              <a:alpha val="96000"/>
            </a:schemeClr>
          </a:solidFill>
          <a:ln w="12700">
            <a:solidFill>
              <a:schemeClr val="bg1">
                <a:lumMod val="75000"/>
              </a:schemeClr>
            </a:solidFill>
            <a:prstDash val="solid"/>
          </a:ln>
        </p:spPr>
        <p:txBody>
          <a:bodyPr anchor="ctr"/>
          <a:lstStyle/>
          <a:p>
            <a:pPr algn="ctr"/>
            <a:r>
              <a:rPr lang="ko-KR" altLang="en-US" b="1" dirty="0">
                <a:solidFill>
                  <a:schemeClr val="bg1"/>
                </a:solidFill>
                <a:latin typeface="+mn-ea"/>
                <a:ea typeface="+mn-ea"/>
              </a:rPr>
              <a:t>클릭하여 </a:t>
            </a:r>
            <a:r>
              <a:rPr lang="ko-KR" altLang="en-US" b="1" dirty="0" err="1">
                <a:solidFill>
                  <a:schemeClr val="bg1"/>
                </a:solidFill>
                <a:latin typeface="+mn-ea"/>
                <a:ea typeface="+mn-ea"/>
              </a:rPr>
              <a:t>스트림키</a:t>
            </a:r>
            <a:r>
              <a:rPr lang="ko-KR" altLang="en-US" b="1" dirty="0">
                <a:solidFill>
                  <a:schemeClr val="bg1"/>
                </a:solidFill>
                <a:latin typeface="+mn-ea"/>
                <a:ea typeface="+mn-ea"/>
              </a:rPr>
              <a:t> 확인</a:t>
            </a:r>
          </a:p>
        </p:txBody>
      </p:sp>
      <p:graphicFrame>
        <p:nvGraphicFramePr>
          <p:cNvPr id="114" name="Group 323">
            <a:extLst>
              <a:ext uri="{FF2B5EF4-FFF2-40B4-BE49-F238E27FC236}">
                <a16:creationId xmlns:a16="http://schemas.microsoft.com/office/drawing/2014/main" id="{60D81A45-49CA-0BD1-95C1-0F4F6B7D356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7546678"/>
              </p:ext>
            </p:extLst>
          </p:nvPr>
        </p:nvGraphicFramePr>
        <p:xfrm>
          <a:off x="9625013" y="575703"/>
          <a:ext cx="2519969" cy="2579823"/>
        </p:xfrm>
        <a:graphic>
          <a:graphicData uri="http://schemas.openxmlformats.org/drawingml/2006/table">
            <a:tbl>
              <a:tblPr/>
              <a:tblGrid>
                <a:gridCol w="280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서버 주소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RTMP URL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고정값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[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복사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] →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토스트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"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복사되었습니다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"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스트림키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[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복사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] →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토스트 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"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복사되었습니다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"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재발급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버튼 클릭 시 팝업 노출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lang="en-US" altLang="ko-KR" sz="800" b="0" dirty="0" err="1"/>
                        <a:t>완료</a:t>
                      </a:r>
                      <a:r>
                        <a:rPr lang="en-US" altLang="ko-KR" sz="800" b="0" dirty="0"/>
                        <a:t> </a:t>
                      </a:r>
                      <a:r>
                        <a:rPr lang="en-US" altLang="ko-KR" sz="800" b="0" dirty="0" err="1"/>
                        <a:t>토스트</a:t>
                      </a:r>
                      <a:r>
                        <a:rPr lang="en-US" altLang="ko-KR" sz="800" b="0" dirty="0"/>
                        <a:t> "</a:t>
                      </a:r>
                      <a:r>
                        <a:rPr lang="en-US" altLang="ko-KR" sz="800" b="0" dirty="0" err="1"/>
                        <a:t>재발급되었습니다</a:t>
                      </a:r>
                      <a:r>
                        <a:rPr lang="en-US" altLang="ko-KR" sz="800" b="0" dirty="0"/>
                        <a:t>. </a:t>
                      </a:r>
                      <a:r>
                        <a:rPr lang="en-US" altLang="ko-KR" sz="800" b="0" dirty="0" err="1"/>
                        <a:t>송출</a:t>
                      </a:r>
                      <a:r>
                        <a:rPr lang="en-US" altLang="ko-KR" sz="800" b="0" dirty="0"/>
                        <a:t> </a:t>
                      </a:r>
                      <a:r>
                        <a:rPr lang="en-US" altLang="ko-KR" sz="800" b="0" dirty="0" err="1"/>
                        <a:t>프로그램에</a:t>
                      </a:r>
                      <a:r>
                        <a:rPr lang="en-US" altLang="ko-KR" sz="800" b="0" dirty="0"/>
                        <a:t> 새 </a:t>
                      </a:r>
                      <a:r>
                        <a:rPr lang="en-US" altLang="ko-KR" sz="800" b="0" dirty="0" err="1"/>
                        <a:t>스트림키를</a:t>
                      </a:r>
                      <a:r>
                        <a:rPr lang="en-US" altLang="ko-KR" sz="800" b="0" dirty="0"/>
                        <a:t> </a:t>
                      </a:r>
                      <a:r>
                        <a:rPr lang="en-US" altLang="ko-KR" sz="800" b="0" dirty="0" err="1"/>
                        <a:t>입력해</a:t>
                      </a:r>
                      <a:r>
                        <a:rPr lang="en-US" altLang="ko-KR" sz="800" b="0" dirty="0"/>
                        <a:t> </a:t>
                      </a:r>
                      <a:r>
                        <a:rPr lang="en-US" altLang="ko-KR" sz="800" b="0" dirty="0" err="1"/>
                        <a:t>주세요</a:t>
                      </a:r>
                      <a:r>
                        <a:rPr lang="en-US" altLang="ko-KR" sz="800" b="0" dirty="0"/>
                        <a:t>“</a:t>
                      </a: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※ </a:t>
                      </a: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정책 정의 필요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방송 중에도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스트림키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재발급이 가능한지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?</a:t>
                      </a: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스트림키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재발급 시 방송이 종료될지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?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방송은 계속 진행되고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다음 회차부터 재발급된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스트림키로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방송할 수 있는지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?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OBS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설정가이드 노출 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1536738"/>
                  </a:ext>
                </a:extLst>
              </a:tr>
            </a:tbl>
          </a:graphicData>
        </a:graphic>
      </p:graphicFrame>
      <p:sp>
        <p:nvSpPr>
          <p:cNvPr id="116" name="타원 129">
            <a:extLst>
              <a:ext uri="{FF2B5EF4-FFF2-40B4-BE49-F238E27FC236}">
                <a16:creationId xmlns:a16="http://schemas.microsoft.com/office/drawing/2014/main" id="{54999ECA-9492-65BE-35CE-417E8A42BA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1079" y="1938517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17" name="타원 129">
            <a:extLst>
              <a:ext uri="{FF2B5EF4-FFF2-40B4-BE49-F238E27FC236}">
                <a16:creationId xmlns:a16="http://schemas.microsoft.com/office/drawing/2014/main" id="{543CC46C-3F1C-51A2-C987-E8E1077F94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41079" y="2404616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29" name="그룹 128">
            <a:extLst>
              <a:ext uri="{FF2B5EF4-FFF2-40B4-BE49-F238E27FC236}">
                <a16:creationId xmlns:a16="http://schemas.microsoft.com/office/drawing/2014/main" id="{E7153BAD-6468-E424-35B7-5693332C6CF3}"/>
              </a:ext>
            </a:extLst>
          </p:cNvPr>
          <p:cNvGrpSpPr/>
          <p:nvPr/>
        </p:nvGrpSpPr>
        <p:grpSpPr>
          <a:xfrm>
            <a:off x="10267997" y="3284983"/>
            <a:ext cx="1865330" cy="3382427"/>
            <a:chOff x="9675620" y="2584358"/>
            <a:chExt cx="2237513" cy="4057310"/>
          </a:xfrm>
        </p:grpSpPr>
        <p:pic>
          <p:nvPicPr>
            <p:cNvPr id="122" name="그림 121">
              <a:extLst>
                <a:ext uri="{FF2B5EF4-FFF2-40B4-BE49-F238E27FC236}">
                  <a16:creationId xmlns:a16="http://schemas.microsoft.com/office/drawing/2014/main" id="{5CEF6A8C-D3D6-58A1-F25B-0CE8A0A5E1E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9678634" y="5164111"/>
              <a:ext cx="2231052" cy="1477557"/>
            </a:xfrm>
            <a:prstGeom prst="rect">
              <a:avLst/>
            </a:prstGeom>
          </p:spPr>
        </p:pic>
        <p:pic>
          <p:nvPicPr>
            <p:cNvPr id="124" name="그림 123">
              <a:extLst>
                <a:ext uri="{FF2B5EF4-FFF2-40B4-BE49-F238E27FC236}">
                  <a16:creationId xmlns:a16="http://schemas.microsoft.com/office/drawing/2014/main" id="{7565DD81-456A-1E39-276E-3C27503B64B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9675620" y="3679310"/>
              <a:ext cx="2234066" cy="1450693"/>
            </a:xfrm>
            <a:prstGeom prst="rect">
              <a:avLst/>
            </a:prstGeom>
          </p:spPr>
        </p:pic>
        <p:pic>
          <p:nvPicPr>
            <p:cNvPr id="127" name="그림 126">
              <a:extLst>
                <a:ext uri="{FF2B5EF4-FFF2-40B4-BE49-F238E27FC236}">
                  <a16:creationId xmlns:a16="http://schemas.microsoft.com/office/drawing/2014/main" id="{7C6C8A1D-4F7A-1A99-4A83-85CC309143C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9682082" y="2584358"/>
              <a:ext cx="2231051" cy="106084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21447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00954FC3-882E-7F0D-9DB5-22D7652A5C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라이브 방송 </a:t>
            </a:r>
            <a:r>
              <a:rPr lang="en-US" altLang="ko-KR" dirty="0"/>
              <a:t>&gt; </a:t>
            </a:r>
            <a:r>
              <a:rPr lang="ko-KR" altLang="en-US" dirty="0"/>
              <a:t>방송 분석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B737968B-05A5-A80E-D52E-A5FEB38C6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크리에이터 스튜디오 </a:t>
            </a:r>
            <a:r>
              <a:rPr lang="en-US" altLang="ko-KR" dirty="0"/>
              <a:t>&gt; </a:t>
            </a:r>
            <a:r>
              <a:rPr lang="ko-KR" altLang="en-US" dirty="0"/>
              <a:t>라이브 방송 </a:t>
            </a:r>
            <a:r>
              <a:rPr lang="en-US" altLang="ko-KR" dirty="0"/>
              <a:t>&gt; </a:t>
            </a:r>
            <a:r>
              <a:rPr lang="ko-KR" altLang="en-US" dirty="0"/>
              <a:t>방송 분석</a:t>
            </a: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E4DE7EB2-B01E-4492-0818-07D268DDD9C4}"/>
              </a:ext>
            </a:extLst>
          </p:cNvPr>
          <p:cNvSpPr/>
          <p:nvPr/>
        </p:nvSpPr>
        <p:spPr>
          <a:xfrm>
            <a:off x="1809132" y="908720"/>
            <a:ext cx="7635240" cy="5759935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7CDDA"/>
            </a:solidFill>
            <a:prstDash val="solid"/>
          </a:ln>
        </p:spPr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42CCCBF7-0478-8ED0-696B-F816EBBEDFF3}"/>
              </a:ext>
            </a:extLst>
          </p:cNvPr>
          <p:cNvSpPr/>
          <p:nvPr/>
        </p:nvSpPr>
        <p:spPr>
          <a:xfrm>
            <a:off x="1809132" y="908720"/>
            <a:ext cx="7635240" cy="36576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AA54FE48-81F9-ADAB-D028-A0B3FA24F9C3}"/>
              </a:ext>
            </a:extLst>
          </p:cNvPr>
          <p:cNvSpPr txBox="1"/>
          <p:nvPr/>
        </p:nvSpPr>
        <p:spPr>
          <a:xfrm>
            <a:off x="1992012" y="908720"/>
            <a:ext cx="755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100" b="1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</a:t>
            </a:r>
            <a:r>
              <a:rPr kumimoji="0" lang="ko-KR" altLang="en-US" sz="11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</a:t>
            </a:r>
            <a:endParaRPr kumimoji="0" lang="en-US" sz="1100" dirty="0">
              <a:latin typeface="Calibri" panose="020F0502020204030204"/>
            </a:endParaRPr>
          </a:p>
        </p:txBody>
      </p:sp>
      <p:sp>
        <p:nvSpPr>
          <p:cNvPr id="16" name="Shape 6">
            <a:extLst>
              <a:ext uri="{FF2B5EF4-FFF2-40B4-BE49-F238E27FC236}">
                <a16:creationId xmlns:a16="http://schemas.microsoft.com/office/drawing/2014/main" id="{FDC654B8-0E21-ABB9-B289-7793DE8489E1}"/>
              </a:ext>
            </a:extLst>
          </p:cNvPr>
          <p:cNvSpPr/>
          <p:nvPr/>
        </p:nvSpPr>
        <p:spPr>
          <a:xfrm>
            <a:off x="146092" y="908720"/>
            <a:ext cx="1663041" cy="5759935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7CDD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21" name="그림 20">
            <a:extLst>
              <a:ext uri="{FF2B5EF4-FFF2-40B4-BE49-F238E27FC236}">
                <a16:creationId xmlns:a16="http://schemas.microsoft.com/office/drawing/2014/main" id="{782A990E-7ABB-2CD2-4C8D-2E2909E720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677"/>
          <a:stretch>
            <a:fillRect/>
          </a:stretch>
        </p:blipFill>
        <p:spPr>
          <a:xfrm>
            <a:off x="176771" y="935489"/>
            <a:ext cx="1606975" cy="39801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F6A1088C-432A-8298-569C-7A4F51C53CCC}"/>
              </a:ext>
            </a:extLst>
          </p:cNvPr>
          <p:cNvSpPr txBox="1"/>
          <p:nvPr/>
        </p:nvSpPr>
        <p:spPr>
          <a:xfrm>
            <a:off x="263352" y="1340768"/>
            <a:ext cx="11128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l"/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라이브 방송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A3865F1-F3A0-E327-DD5A-3DD5E87354C7}"/>
              </a:ext>
            </a:extLst>
          </p:cNvPr>
          <p:cNvSpPr txBox="1"/>
          <p:nvPr/>
        </p:nvSpPr>
        <p:spPr>
          <a:xfrm>
            <a:off x="421209" y="1609645"/>
            <a:ext cx="915635" cy="7550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관리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설정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분석</a:t>
            </a:r>
          </a:p>
        </p:txBody>
      </p:sp>
      <p:sp>
        <p:nvSpPr>
          <p:cNvPr id="24" name="Shape 11">
            <a:extLst>
              <a:ext uri="{FF2B5EF4-FFF2-40B4-BE49-F238E27FC236}">
                <a16:creationId xmlns:a16="http://schemas.microsoft.com/office/drawing/2014/main" id="{5EA0DFF9-947C-3A97-FD2D-22AF4C24212F}"/>
              </a:ext>
            </a:extLst>
          </p:cNvPr>
          <p:cNvSpPr/>
          <p:nvPr/>
        </p:nvSpPr>
        <p:spPr>
          <a:xfrm>
            <a:off x="302895" y="2111136"/>
            <a:ext cx="1234440" cy="237744"/>
          </a:xfrm>
          <a:prstGeom prst="rect">
            <a:avLst/>
          </a:prstGeom>
          <a:ln w="28575">
            <a:solidFill>
              <a:srgbClr val="D93025"/>
            </a:solidFill>
            <a:prstDash val="sysDot"/>
          </a:ln>
        </p:spPr>
      </p:sp>
      <p:sp>
        <p:nvSpPr>
          <p:cNvPr id="40" name="Shape 57">
            <a:extLst>
              <a:ext uri="{FF2B5EF4-FFF2-40B4-BE49-F238E27FC236}">
                <a16:creationId xmlns:a16="http://schemas.microsoft.com/office/drawing/2014/main" id="{54284398-93CD-DFEA-3CAB-D73745043D15}"/>
              </a:ext>
            </a:extLst>
          </p:cNvPr>
          <p:cNvSpPr/>
          <p:nvPr/>
        </p:nvSpPr>
        <p:spPr>
          <a:xfrm>
            <a:off x="1926393" y="1412776"/>
            <a:ext cx="7409968" cy="414958"/>
          </a:xfrm>
          <a:prstGeom prst="rect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grpSp>
        <p:nvGrpSpPr>
          <p:cNvPr id="179" name="그룹 178">
            <a:extLst>
              <a:ext uri="{FF2B5EF4-FFF2-40B4-BE49-F238E27FC236}">
                <a16:creationId xmlns:a16="http://schemas.microsoft.com/office/drawing/2014/main" id="{3755DD46-A6E4-CBCD-71A8-2BA5F9016774}"/>
              </a:ext>
            </a:extLst>
          </p:cNvPr>
          <p:cNvGrpSpPr/>
          <p:nvPr/>
        </p:nvGrpSpPr>
        <p:grpSpPr>
          <a:xfrm>
            <a:off x="1991545" y="1491816"/>
            <a:ext cx="1440160" cy="256879"/>
            <a:chOff x="1991544" y="1491816"/>
            <a:chExt cx="1728993" cy="256879"/>
          </a:xfrm>
        </p:grpSpPr>
        <p:sp>
          <p:nvSpPr>
            <p:cNvPr id="43" name="Shape 60">
              <a:extLst>
                <a:ext uri="{FF2B5EF4-FFF2-40B4-BE49-F238E27FC236}">
                  <a16:creationId xmlns:a16="http://schemas.microsoft.com/office/drawing/2014/main" id="{EB1DDFC8-26D8-4837-C8D3-51FA3824BA30}"/>
                </a:ext>
              </a:extLst>
            </p:cNvPr>
            <p:cNvSpPr/>
            <p:nvPr/>
          </p:nvSpPr>
          <p:spPr>
            <a:xfrm>
              <a:off x="1991544" y="1491816"/>
              <a:ext cx="543398" cy="256879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DDDDDD"/>
              </a:solidFill>
              <a:prstDash val="solid"/>
            </a:ln>
          </p:spPr>
        </p:sp>
        <p:sp>
          <p:nvSpPr>
            <p:cNvPr id="44" name="Text 61">
              <a:extLst>
                <a:ext uri="{FF2B5EF4-FFF2-40B4-BE49-F238E27FC236}">
                  <a16:creationId xmlns:a16="http://schemas.microsoft.com/office/drawing/2014/main" id="{7737E7B1-43D9-47A7-4447-E38E2014C3ED}"/>
                </a:ext>
              </a:extLst>
            </p:cNvPr>
            <p:cNvSpPr txBox="1"/>
            <p:nvPr/>
          </p:nvSpPr>
          <p:spPr>
            <a:xfrm>
              <a:off x="1991544" y="1491816"/>
              <a:ext cx="543398" cy="2568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66666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7일</a:t>
              </a:r>
              <a:endParaRPr lang="en-US" sz="900" dirty="0"/>
            </a:p>
          </p:txBody>
        </p:sp>
        <p:sp>
          <p:nvSpPr>
            <p:cNvPr id="45" name="Shape 62">
              <a:extLst>
                <a:ext uri="{FF2B5EF4-FFF2-40B4-BE49-F238E27FC236}">
                  <a16:creationId xmlns:a16="http://schemas.microsoft.com/office/drawing/2014/main" id="{0C94D5A0-4E6C-89A0-DDC0-FB9F9B6E8AA5}"/>
                </a:ext>
              </a:extLst>
            </p:cNvPr>
            <p:cNvSpPr/>
            <p:nvPr/>
          </p:nvSpPr>
          <p:spPr>
            <a:xfrm>
              <a:off x="2584342" y="1491816"/>
              <a:ext cx="543398" cy="256879"/>
            </a:xfrm>
            <a:prstGeom prst="roundRect">
              <a:avLst>
                <a:gd name="adj" fmla="val 11538"/>
              </a:avLst>
            </a:prstGeom>
            <a:solidFill>
              <a:schemeClr val="bg1"/>
            </a:solidFill>
            <a:ln w="9525">
              <a:solidFill>
                <a:srgbClr val="519CFF"/>
              </a:solidFill>
              <a:prstDash val="solid"/>
            </a:ln>
          </p:spPr>
        </p:sp>
        <p:sp>
          <p:nvSpPr>
            <p:cNvPr id="46" name="Text 63">
              <a:extLst>
                <a:ext uri="{FF2B5EF4-FFF2-40B4-BE49-F238E27FC236}">
                  <a16:creationId xmlns:a16="http://schemas.microsoft.com/office/drawing/2014/main" id="{8549AACE-1552-AF02-E8DA-89FE9DB2FB7B}"/>
                </a:ext>
              </a:extLst>
            </p:cNvPr>
            <p:cNvSpPr txBox="1"/>
            <p:nvPr/>
          </p:nvSpPr>
          <p:spPr>
            <a:xfrm>
              <a:off x="2584342" y="1491816"/>
              <a:ext cx="543398" cy="2568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519C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30일</a:t>
              </a:r>
              <a:endParaRPr lang="en-US" sz="900" dirty="0">
                <a:solidFill>
                  <a:srgbClr val="519CFF"/>
                </a:solidFill>
              </a:endParaRPr>
            </a:p>
          </p:txBody>
        </p:sp>
        <p:sp>
          <p:nvSpPr>
            <p:cNvPr id="47" name="Shape 64">
              <a:extLst>
                <a:ext uri="{FF2B5EF4-FFF2-40B4-BE49-F238E27FC236}">
                  <a16:creationId xmlns:a16="http://schemas.microsoft.com/office/drawing/2014/main" id="{FE5CA96B-1BDF-94E8-0156-D04A562B39A6}"/>
                </a:ext>
              </a:extLst>
            </p:cNvPr>
            <p:cNvSpPr/>
            <p:nvPr/>
          </p:nvSpPr>
          <p:spPr>
            <a:xfrm>
              <a:off x="3177139" y="1491816"/>
              <a:ext cx="543398" cy="256879"/>
            </a:xfrm>
            <a:prstGeom prst="roundRect">
              <a:avLst>
                <a:gd name="adj" fmla="val 11538"/>
              </a:avLst>
            </a:prstGeom>
            <a:solidFill>
              <a:srgbClr val="FFFFFF"/>
            </a:solidFill>
            <a:ln w="9525">
              <a:solidFill>
                <a:srgbClr val="DDDDDD"/>
              </a:solidFill>
              <a:prstDash val="solid"/>
            </a:ln>
          </p:spPr>
        </p:sp>
        <p:sp>
          <p:nvSpPr>
            <p:cNvPr id="48" name="Text 65">
              <a:extLst>
                <a:ext uri="{FF2B5EF4-FFF2-40B4-BE49-F238E27FC236}">
                  <a16:creationId xmlns:a16="http://schemas.microsoft.com/office/drawing/2014/main" id="{550F9E6E-B1E4-10BF-0C45-580F3F56A168}"/>
                </a:ext>
              </a:extLst>
            </p:cNvPr>
            <p:cNvSpPr txBox="1"/>
            <p:nvPr/>
          </p:nvSpPr>
          <p:spPr>
            <a:xfrm>
              <a:off x="3177139" y="1491816"/>
              <a:ext cx="543398" cy="2568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66666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60일</a:t>
              </a:r>
              <a:endParaRPr lang="en-US" sz="900" dirty="0"/>
            </a:p>
          </p:txBody>
        </p:sp>
      </p:grpSp>
      <p:grpSp>
        <p:nvGrpSpPr>
          <p:cNvPr id="178" name="그룹 177">
            <a:extLst>
              <a:ext uri="{FF2B5EF4-FFF2-40B4-BE49-F238E27FC236}">
                <a16:creationId xmlns:a16="http://schemas.microsoft.com/office/drawing/2014/main" id="{9DF47DBE-A832-F644-B186-F2D5EF390910}"/>
              </a:ext>
            </a:extLst>
          </p:cNvPr>
          <p:cNvGrpSpPr/>
          <p:nvPr/>
        </p:nvGrpSpPr>
        <p:grpSpPr>
          <a:xfrm>
            <a:off x="5509696" y="1491816"/>
            <a:ext cx="493998" cy="256879"/>
            <a:chOff x="5927775" y="1491816"/>
            <a:chExt cx="493998" cy="256879"/>
          </a:xfrm>
        </p:grpSpPr>
        <p:sp>
          <p:nvSpPr>
            <p:cNvPr id="49" name="Shape 66">
              <a:extLst>
                <a:ext uri="{FF2B5EF4-FFF2-40B4-BE49-F238E27FC236}">
                  <a16:creationId xmlns:a16="http://schemas.microsoft.com/office/drawing/2014/main" id="{7F5FD321-F913-731B-B6FB-B422E4438D18}"/>
                </a:ext>
              </a:extLst>
            </p:cNvPr>
            <p:cNvSpPr/>
            <p:nvPr/>
          </p:nvSpPr>
          <p:spPr>
            <a:xfrm>
              <a:off x="5927775" y="1491816"/>
              <a:ext cx="493998" cy="256879"/>
            </a:xfrm>
            <a:prstGeom prst="roundRect">
              <a:avLst>
                <a:gd name="adj" fmla="val 15385"/>
              </a:avLst>
            </a:prstGeom>
            <a:solidFill>
              <a:srgbClr val="519CFF"/>
            </a:solidFill>
            <a:ln/>
          </p:spPr>
        </p:sp>
        <p:sp>
          <p:nvSpPr>
            <p:cNvPr id="50" name="Text 67">
              <a:extLst>
                <a:ext uri="{FF2B5EF4-FFF2-40B4-BE49-F238E27FC236}">
                  <a16:creationId xmlns:a16="http://schemas.microsoft.com/office/drawing/2014/main" id="{2CAC283B-D2AE-284D-032A-552CA83ADD76}"/>
                </a:ext>
              </a:extLst>
            </p:cNvPr>
            <p:cNvSpPr txBox="1"/>
            <p:nvPr/>
          </p:nvSpPr>
          <p:spPr>
            <a:xfrm>
              <a:off x="5927775" y="1491816"/>
              <a:ext cx="493998" cy="2568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조회</a:t>
              </a:r>
              <a:endParaRPr lang="en-US" sz="900" dirty="0"/>
            </a:p>
          </p:txBody>
        </p:sp>
      </p:grpSp>
      <p:sp>
        <p:nvSpPr>
          <p:cNvPr id="51" name="Text 68">
            <a:extLst>
              <a:ext uri="{FF2B5EF4-FFF2-40B4-BE49-F238E27FC236}">
                <a16:creationId xmlns:a16="http://schemas.microsoft.com/office/drawing/2014/main" id="{BF33A5DE-D213-6768-5E7F-E95D6185193C}"/>
              </a:ext>
            </a:extLst>
          </p:cNvPr>
          <p:cNvSpPr txBox="1"/>
          <p:nvPr/>
        </p:nvSpPr>
        <p:spPr>
          <a:xfrm>
            <a:off x="6085760" y="1491816"/>
            <a:ext cx="1594416" cy="2568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ko-KR" altLang="en-US" sz="800" b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최근 </a:t>
            </a:r>
            <a:r>
              <a:rPr lang="en-US" altLang="ko-KR" sz="800" b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</a:t>
            </a:r>
            <a:r>
              <a:rPr lang="ko-KR" altLang="en-US" sz="800" b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개월까지 조회 가능합니다</a:t>
            </a:r>
            <a:r>
              <a:rPr lang="en-US" altLang="ko-KR" sz="800" b="1" dirty="0">
                <a:solidFill>
                  <a:srgbClr val="666666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.</a:t>
            </a:r>
            <a:endParaRPr lang="en-US" sz="800" dirty="0"/>
          </a:p>
        </p:txBody>
      </p:sp>
      <p:graphicFrame>
        <p:nvGraphicFramePr>
          <p:cNvPr id="172" name="표 171">
            <a:extLst>
              <a:ext uri="{FF2B5EF4-FFF2-40B4-BE49-F238E27FC236}">
                <a16:creationId xmlns:a16="http://schemas.microsoft.com/office/drawing/2014/main" id="{EC2CA5CB-F01E-7E03-747A-B2C31FE826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557506"/>
              </p:ext>
            </p:extLst>
          </p:nvPr>
        </p:nvGraphicFramePr>
        <p:xfrm>
          <a:off x="1941091" y="1916832"/>
          <a:ext cx="7395268" cy="1080120"/>
        </p:xfrm>
        <a:graphic>
          <a:graphicData uri="http://schemas.openxmlformats.org/drawingml/2006/table">
            <a:tbl>
              <a:tblPr/>
              <a:tblGrid>
                <a:gridCol w="1848817">
                  <a:extLst>
                    <a:ext uri="{9D8B030D-6E8A-4147-A177-3AD203B41FA5}">
                      <a16:colId xmlns:a16="http://schemas.microsoft.com/office/drawing/2014/main" val="1026088283"/>
                    </a:ext>
                  </a:extLst>
                </a:gridCol>
                <a:gridCol w="1848817">
                  <a:extLst>
                    <a:ext uri="{9D8B030D-6E8A-4147-A177-3AD203B41FA5}">
                      <a16:colId xmlns:a16="http://schemas.microsoft.com/office/drawing/2014/main" val="3496974805"/>
                    </a:ext>
                  </a:extLst>
                </a:gridCol>
                <a:gridCol w="1848817">
                  <a:extLst>
                    <a:ext uri="{9D8B030D-6E8A-4147-A177-3AD203B41FA5}">
                      <a16:colId xmlns:a16="http://schemas.microsoft.com/office/drawing/2014/main" val="2155998993"/>
                    </a:ext>
                  </a:extLst>
                </a:gridCol>
                <a:gridCol w="1848817">
                  <a:extLst>
                    <a:ext uri="{9D8B030D-6E8A-4147-A177-3AD203B41FA5}">
                      <a16:colId xmlns:a16="http://schemas.microsoft.com/office/drawing/2014/main" val="1217134166"/>
                    </a:ext>
                  </a:extLst>
                </a:gridCol>
              </a:tblGrid>
              <a:tr h="54006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진행한 방송</a:t>
                      </a:r>
                      <a:endParaRPr lang="en-US" altLang="ko-KR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12</a:t>
                      </a:r>
                      <a:endParaRPr kumimoji="1" lang="en-US" altLang="ko-K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최고 동시 시청자</a:t>
                      </a:r>
                      <a:endParaRPr lang="en-US" altLang="ko-KR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1,502</a:t>
                      </a:r>
                      <a:endParaRPr kumimoji="1" lang="en-US" altLang="ko-K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평균 동시 시청자</a:t>
                      </a:r>
                      <a:endParaRPr lang="en-US" altLang="ko-KR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612</a:t>
                      </a:r>
                      <a:endParaRPr kumimoji="1" lang="en-US" altLang="ko-K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누적 시청자</a:t>
                      </a:r>
                      <a:endParaRPr lang="en-US" altLang="ko-KR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9,840</a:t>
                      </a:r>
                      <a:endParaRPr kumimoji="1" lang="en-US" altLang="ko-K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2642433"/>
                  </a:ext>
                </a:extLst>
              </a:tr>
              <a:tr h="54006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총 방송 시간</a:t>
                      </a:r>
                      <a:endParaRPr kumimoji="0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38:12:05</a:t>
                      </a:r>
                      <a:endParaRPr kumimoji="1" lang="en-US" altLang="ko-K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채팅 참여자</a:t>
                      </a:r>
                      <a:endParaRPr lang="en-US" altLang="ko-KR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9,840</a:t>
                      </a:r>
                      <a:endParaRPr kumimoji="1" lang="en-US" altLang="ko-K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방송 중 후원 횟수</a:t>
                      </a:r>
                      <a:endParaRPr lang="en-US" altLang="ko-KR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9,840</a:t>
                      </a:r>
                      <a:endParaRPr kumimoji="1" lang="en-US" altLang="ko-K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방송 중 </a:t>
                      </a:r>
                      <a:r>
                        <a:rPr lang="ko-KR" altLang="en-US" sz="900" b="0" dirty="0" err="1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후원액</a:t>
                      </a:r>
                      <a:endParaRPr lang="en-US" altLang="ko-KR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9,840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charset="0"/>
                          <a:ea typeface="맑은 고딕" charset="0"/>
                          <a:cs typeface="맑은 고딕" pitchFamily="34" charset="-120"/>
                        </a:rPr>
                        <a:t>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charset="0"/>
                          <a:ea typeface="맑은 고딕" charset="0"/>
                          <a:cs typeface="맑은 고딕" pitchFamily="34" charset="-120"/>
                        </a:rPr>
                        <a:t>캐시</a:t>
                      </a:r>
                      <a:endParaRPr kumimoji="1" lang="en-US" altLang="ko-K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386587"/>
                  </a:ext>
                </a:extLst>
              </a:tr>
            </a:tbl>
          </a:graphicData>
        </a:graphic>
      </p:graphicFrame>
      <p:pic>
        <p:nvPicPr>
          <p:cNvPr id="174" name="그림 173">
            <a:extLst>
              <a:ext uri="{FF2B5EF4-FFF2-40B4-BE49-F238E27FC236}">
                <a16:creationId xmlns:a16="http://schemas.microsoft.com/office/drawing/2014/main" id="{2899034A-1244-AEC7-C11D-57E8105468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2204" y="1466654"/>
            <a:ext cx="1370770" cy="301822"/>
          </a:xfrm>
          <a:prstGeom prst="rect">
            <a:avLst/>
          </a:prstGeom>
        </p:spPr>
      </p:pic>
      <p:pic>
        <p:nvPicPr>
          <p:cNvPr id="176" name="그림 175">
            <a:extLst>
              <a:ext uri="{FF2B5EF4-FFF2-40B4-BE49-F238E27FC236}">
                <a16:creationId xmlns:a16="http://schemas.microsoft.com/office/drawing/2014/main" id="{889EF036-C014-4F6E-7B98-BAFAC1AC6D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7708" y="1472766"/>
            <a:ext cx="2018362" cy="300026"/>
          </a:xfrm>
          <a:prstGeom prst="rect">
            <a:avLst/>
          </a:prstGeom>
        </p:spPr>
      </p:pic>
      <p:graphicFrame>
        <p:nvGraphicFramePr>
          <p:cNvPr id="180" name="표 179">
            <a:extLst>
              <a:ext uri="{FF2B5EF4-FFF2-40B4-BE49-F238E27FC236}">
                <a16:creationId xmlns:a16="http://schemas.microsoft.com/office/drawing/2014/main" id="{82A60EDC-744A-4FC4-3211-7B37C8EF5E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438786"/>
              </p:ext>
            </p:extLst>
          </p:nvPr>
        </p:nvGraphicFramePr>
        <p:xfrm>
          <a:off x="1926907" y="3228016"/>
          <a:ext cx="7409451" cy="1531668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3055">
                  <a:extLst>
                    <a:ext uri="{9D8B030D-6E8A-4147-A177-3AD203B41FA5}">
                      <a16:colId xmlns:a16="http://schemas.microsoft.com/office/drawing/2014/main" val="2969637067"/>
                    </a:ext>
                  </a:extLst>
                </a:gridCol>
                <a:gridCol w="2184427">
                  <a:extLst>
                    <a:ext uri="{9D8B030D-6E8A-4147-A177-3AD203B41FA5}">
                      <a16:colId xmlns:a16="http://schemas.microsoft.com/office/drawing/2014/main" val="2858939313"/>
                    </a:ext>
                  </a:extLst>
                </a:gridCol>
                <a:gridCol w="634567">
                  <a:extLst>
                    <a:ext uri="{9D8B030D-6E8A-4147-A177-3AD203B41FA5}">
                      <a16:colId xmlns:a16="http://schemas.microsoft.com/office/drawing/2014/main" val="2522157283"/>
                    </a:ext>
                  </a:extLst>
                </a:gridCol>
                <a:gridCol w="634567">
                  <a:extLst>
                    <a:ext uri="{9D8B030D-6E8A-4147-A177-3AD203B41FA5}">
                      <a16:colId xmlns:a16="http://schemas.microsoft.com/office/drawing/2014/main" val="4226630376"/>
                    </a:ext>
                  </a:extLst>
                </a:gridCol>
                <a:gridCol w="634567">
                  <a:extLst>
                    <a:ext uri="{9D8B030D-6E8A-4147-A177-3AD203B41FA5}">
                      <a16:colId xmlns:a16="http://schemas.microsoft.com/office/drawing/2014/main" val="2606358781"/>
                    </a:ext>
                  </a:extLst>
                </a:gridCol>
                <a:gridCol w="634567">
                  <a:extLst>
                    <a:ext uri="{9D8B030D-6E8A-4147-A177-3AD203B41FA5}">
                      <a16:colId xmlns:a16="http://schemas.microsoft.com/office/drawing/2014/main" val="3161525545"/>
                    </a:ext>
                  </a:extLst>
                </a:gridCol>
                <a:gridCol w="634567">
                  <a:extLst>
                    <a:ext uri="{9D8B030D-6E8A-4147-A177-3AD203B41FA5}">
                      <a16:colId xmlns:a16="http://schemas.microsoft.com/office/drawing/2014/main" val="113154858"/>
                    </a:ext>
                  </a:extLst>
                </a:gridCol>
                <a:gridCol w="634567">
                  <a:extLst>
                    <a:ext uri="{9D8B030D-6E8A-4147-A177-3AD203B41FA5}">
                      <a16:colId xmlns:a16="http://schemas.microsoft.com/office/drawing/2014/main" val="1389614539"/>
                    </a:ext>
                  </a:extLst>
                </a:gridCol>
                <a:gridCol w="634567">
                  <a:extLst>
                    <a:ext uri="{9D8B030D-6E8A-4147-A177-3AD203B41FA5}">
                      <a16:colId xmlns:a16="http://schemas.microsoft.com/office/drawing/2014/main" val="2231286024"/>
                    </a:ext>
                  </a:extLst>
                </a:gridCol>
              </a:tblGrid>
              <a:tr h="128976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방송 일시</a:t>
                      </a: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제목</a:t>
                      </a: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방송 시간</a:t>
                      </a: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최고 동시 시청자</a:t>
                      </a: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평균 동시 시청자</a:t>
                      </a: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누적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ko-KR" altLang="en-US" sz="800" dirty="0"/>
                        <a:t>시청자</a:t>
                      </a:r>
                      <a:endParaRPr lang="en-US" altLang="ko-KR" sz="800" dirty="0"/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채팅</a:t>
                      </a:r>
                      <a:endParaRPr lang="en-US" altLang="ko-KR" sz="800" dirty="0"/>
                    </a:p>
                    <a:p>
                      <a:pPr algn="ctr" latinLnBrk="1"/>
                      <a:r>
                        <a:rPr lang="ko-KR" altLang="en-US" sz="800" dirty="0"/>
                        <a:t>참여자</a:t>
                      </a: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후원 수</a:t>
                      </a: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/>
                        <a:t>후원 액</a:t>
                      </a:r>
                    </a:p>
                  </a:txBody>
                  <a:tcPr anchor="ctr">
                    <a:solidFill>
                      <a:schemeClr val="tx1">
                        <a:lumMod val="65000"/>
                        <a:lumOff val="3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2060991"/>
                  </a:ext>
                </a:extLst>
              </a:tr>
              <a:tr h="299097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i="0" dirty="0">
                          <a:solidFill>
                            <a:srgbClr val="000000"/>
                          </a:solidFill>
                          <a:effectLst/>
                          <a:latin typeface="-apple-system"/>
                        </a:rPr>
                        <a:t>0000-00-00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800" dirty="0"/>
                        <a:t>방송 제목 </a:t>
                      </a:r>
                      <a:r>
                        <a:rPr lang="ko-KR" altLang="en-US" sz="800" dirty="0" err="1"/>
                        <a:t>제목</a:t>
                      </a:r>
                      <a:r>
                        <a:rPr lang="ko-KR" altLang="en-US" sz="800" dirty="0"/>
                        <a:t> </a:t>
                      </a:r>
                      <a:r>
                        <a:rPr lang="ko-KR" altLang="en-US" sz="800" dirty="0" err="1"/>
                        <a:t>제목</a:t>
                      </a:r>
                      <a:r>
                        <a:rPr lang="en-US" altLang="ko-KR" sz="800" dirty="0"/>
                        <a:t>…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/>
                        <a:t>00:00:00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6032660"/>
                  </a:ext>
                </a:extLst>
              </a:tr>
              <a:tr h="299097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-apple-system"/>
                          <a:ea typeface="맑은 고딕" panose="020B0503020000020004" pitchFamily="50" charset="-127"/>
                          <a:cs typeface="+mn-cs"/>
                        </a:rPr>
                        <a:t>0000-00-00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방송 제목 제목 제목</a:t>
                      </a:r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…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00:00:00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7654977"/>
                  </a:ext>
                </a:extLst>
              </a:tr>
              <a:tr h="299097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-apple-system"/>
                          <a:ea typeface="맑은 고딕" panose="020B0503020000020004" pitchFamily="50" charset="-127"/>
                          <a:cs typeface="+mn-cs"/>
                        </a:rPr>
                        <a:t>0000-00-00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방송 제목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제목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제목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…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00:00:00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7480906"/>
                  </a:ext>
                </a:extLst>
              </a:tr>
              <a:tr h="299097"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-apple-system"/>
                          <a:ea typeface="맑은 고딕" panose="020B0503020000020004" pitchFamily="50" charset="-127"/>
                          <a:cs typeface="+mn-cs"/>
                        </a:rPr>
                        <a:t>0000-00-00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방송 제목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제목</a:t>
                      </a:r>
                      <a:r>
                        <a:rPr kumimoji="0" lang="ko-KR" altLang="en-US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ko-KR" altLang="en-US" sz="8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제목</a:t>
                      </a:r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…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00:00:00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mbria" panose="02040503050406030204"/>
                          <a:ea typeface="맑은 고딕" panose="020B0503020000020004" pitchFamily="50" charset="-127"/>
                          <a:cs typeface="+mn-cs"/>
                        </a:rPr>
                        <a:t>000</a:t>
                      </a:r>
                      <a:endParaRPr lang="ko-KR" altLang="en-US" sz="8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7902726"/>
                  </a:ext>
                </a:extLst>
              </a:tr>
            </a:tbl>
          </a:graphicData>
        </a:graphic>
      </p:graphicFrame>
      <p:sp>
        <p:nvSpPr>
          <p:cNvPr id="181" name="TextBox 180">
            <a:extLst>
              <a:ext uri="{FF2B5EF4-FFF2-40B4-BE49-F238E27FC236}">
                <a16:creationId xmlns:a16="http://schemas.microsoft.com/office/drawing/2014/main" id="{2AA21ED8-79A5-F31E-EC17-A6987BEE8C77}"/>
              </a:ext>
            </a:extLst>
          </p:cNvPr>
          <p:cNvSpPr txBox="1"/>
          <p:nvPr/>
        </p:nvSpPr>
        <p:spPr>
          <a:xfrm>
            <a:off x="5033067" y="6348974"/>
            <a:ext cx="11673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ebdings" panose="05030102010509060703" pitchFamily="18" charset="2"/>
              </a:rPr>
              <a:t>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1 2 3 4 5</a:t>
            </a:r>
            <a:r>
              <a:rPr lang="en-US" altLang="ko-KR" sz="900" dirty="0">
                <a:latin typeface="맑은 고딕" panose="020B0503020000020004" pitchFamily="50" charset="-127"/>
                <a:ea typeface="맑은 고딕" panose="020B0503020000020004" pitchFamily="50" charset="-127"/>
                <a:sym typeface="Webdings" panose="05030102010509060703" pitchFamily="18" charset="2"/>
              </a:rPr>
              <a:t></a:t>
            </a:r>
            <a:endParaRPr lang="ko-KR" altLang="en-US" sz="9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2" name="TextBox 181">
            <a:extLst>
              <a:ext uri="{FF2B5EF4-FFF2-40B4-BE49-F238E27FC236}">
                <a16:creationId xmlns:a16="http://schemas.microsoft.com/office/drawing/2014/main" id="{E7460B76-9286-426E-8D3D-F6C6CF636F67}"/>
              </a:ext>
            </a:extLst>
          </p:cNvPr>
          <p:cNvSpPr txBox="1"/>
          <p:nvPr/>
        </p:nvSpPr>
        <p:spPr>
          <a:xfrm>
            <a:off x="5554823" y="6184342"/>
            <a:ext cx="9621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데이터가 없어요</a:t>
            </a:r>
            <a:r>
              <a:rPr lang="en-US" altLang="ko-KR" sz="8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endParaRPr lang="ko-KR" altLang="en-US" sz="8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3866F695-1B19-2A16-D063-4E99C7E725F7}"/>
              </a:ext>
            </a:extLst>
          </p:cNvPr>
          <p:cNvSpPr txBox="1"/>
          <p:nvPr/>
        </p:nvSpPr>
        <p:spPr>
          <a:xfrm>
            <a:off x="5394391" y="6165304"/>
            <a:ext cx="369332" cy="228589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pPr algn="l"/>
            <a:r>
              <a:rPr lang="en-US" altLang="ko-KR" sz="12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…</a:t>
            </a:r>
            <a:endParaRPr lang="ko-KR" altLang="en-US" sz="1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4" name="Group 323">
            <a:extLst>
              <a:ext uri="{FF2B5EF4-FFF2-40B4-BE49-F238E27FC236}">
                <a16:creationId xmlns:a16="http://schemas.microsoft.com/office/drawing/2014/main" id="{EAF3FB4F-0777-B43B-2152-3A27AE1544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0734704"/>
              </p:ext>
            </p:extLst>
          </p:nvPr>
        </p:nvGraphicFramePr>
        <p:xfrm>
          <a:off x="9625013" y="575703"/>
          <a:ext cx="2519969" cy="1337502"/>
        </p:xfrm>
        <a:graphic>
          <a:graphicData uri="http://schemas.openxmlformats.org/drawingml/2006/table">
            <a:tbl>
              <a:tblPr/>
              <a:tblGrid>
                <a:gridCol w="280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조회 기간 설정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최근 몇 개월까지 조회 가능한지 개발팀 확인 필요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종합 지표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조회된 방송 합계 데이터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일자별 방송 데이터</a:t>
                      </a:r>
                      <a:endParaRPr kumimoji="1" lang="en-US" altLang="ko-KR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클릭하면 다음 페이지 이동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(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일자별 상세 데이터 및 그래프 노출</a:t>
                      </a:r>
                      <a:r>
                        <a:rPr kumimoji="1" lang="en-US" altLang="ko-KR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86" name="타원 129">
            <a:extLst>
              <a:ext uri="{FF2B5EF4-FFF2-40B4-BE49-F238E27FC236}">
                <a16:creationId xmlns:a16="http://schemas.microsoft.com/office/drawing/2014/main" id="{DD24939F-CB7F-7923-8750-AC0B965DAD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603" y="1541465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88" name="타원 129">
            <a:extLst>
              <a:ext uri="{FF2B5EF4-FFF2-40B4-BE49-F238E27FC236}">
                <a16:creationId xmlns:a16="http://schemas.microsoft.com/office/drawing/2014/main" id="{407E9853-1A92-4620-9AD3-587EAA6D3D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603" y="1975554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7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89" name="Table 1">
            <a:extLst>
              <a:ext uri="{FF2B5EF4-FFF2-40B4-BE49-F238E27FC236}">
                <a16:creationId xmlns:a16="http://schemas.microsoft.com/office/drawing/2014/main" id="{F2095BF7-9AC4-F761-F066-0499D624B7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4009587"/>
              </p:ext>
            </p:extLst>
          </p:nvPr>
        </p:nvGraphicFramePr>
        <p:xfrm>
          <a:off x="9687839" y="2153580"/>
          <a:ext cx="2420829" cy="2895600"/>
        </p:xfrm>
        <a:graphic>
          <a:graphicData uri="http://schemas.openxmlformats.org/drawingml/2006/table">
            <a:tbl>
              <a:tblPr/>
              <a:tblGrid>
                <a:gridCol w="584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62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항목</a:t>
                      </a:r>
                      <a:endParaRPr lang="en-US" sz="8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charset="0"/>
                        </a:rPr>
                        <a:t>툴팁</a:t>
                      </a:r>
                      <a:endParaRPr lang="en-US" sz="800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charset="0"/>
                        </a:rPr>
                        <a:t>진행한 방송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기간 내 종료된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회차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 수</a:t>
                      </a: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최고 동시 시청자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기간 내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회차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 방송 시간의 합계</a:t>
                      </a: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평균 동시 시청자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시간 가중 평균</a:t>
                      </a: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누적 시청자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기간 내 중복을 제거한 시청자 수</a:t>
                      </a: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7283811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총 방송 시간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기간 내 </a:t>
                      </a:r>
                      <a:r>
                        <a:rPr lang="ko-KR" altLang="en-US" sz="8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회차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 방송 시간의 합계</a:t>
                      </a: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079622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채팅 참여자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회차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 동안 중복을 제거한 채팅 이용자 수</a:t>
                      </a: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4302842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방송 중 후원 횟수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회차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 동안 누적 후원 횟수 합계</a:t>
                      </a:r>
                      <a:endParaRPr lang="en-US" altLang="ko-KR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5443031"/>
                  </a:ext>
                </a:extLst>
              </a:tr>
              <a:tr h="195535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방송 중 </a:t>
                      </a:r>
                      <a:r>
                        <a:rPr lang="ko-KR" altLang="en-US" sz="800" b="1" dirty="0" err="1">
                          <a:solidFill>
                            <a:schemeClr val="tx1"/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후원액</a:t>
                      </a:r>
                      <a:endParaRPr lang="en-US" sz="800" b="1" dirty="0">
                        <a:solidFill>
                          <a:schemeClr val="tx1"/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ko-KR" altLang="en-US" sz="800" b="0" dirty="0" err="1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회차</a:t>
                      </a:r>
                      <a:r>
                        <a:rPr lang="ko-KR" altLang="en-US" sz="800" b="0" dirty="0">
                          <a:solidFill>
                            <a:schemeClr val="tx1">
                              <a:lumMod val="65000"/>
                              <a:lumOff val="35000"/>
                            </a:schemeClr>
                          </a:solidFill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 동안 누적 후원 액수 합계</a:t>
                      </a:r>
                      <a:endParaRPr lang="en-US" sz="800" b="0" dirty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6000" marR="36000" anchor="ctr">
                    <a:lnL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2108428"/>
                  </a:ext>
                </a:extLst>
              </a:tr>
            </a:tbl>
          </a:graphicData>
        </a:graphic>
      </p:graphicFrame>
      <p:sp>
        <p:nvSpPr>
          <p:cNvPr id="190" name="타원 189">
            <a:extLst>
              <a:ext uri="{FF2B5EF4-FFF2-40B4-BE49-F238E27FC236}">
                <a16:creationId xmlns:a16="http://schemas.microsoft.com/office/drawing/2014/main" id="{0EF09737-BC27-D481-9EF0-FC7EDF58BC68}"/>
              </a:ext>
            </a:extLst>
          </p:cNvPr>
          <p:cNvSpPr/>
          <p:nvPr/>
        </p:nvSpPr>
        <p:spPr>
          <a:xfrm>
            <a:off x="3194117" y="2000067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1" name="타원 190">
            <a:extLst>
              <a:ext uri="{FF2B5EF4-FFF2-40B4-BE49-F238E27FC236}">
                <a16:creationId xmlns:a16="http://schemas.microsoft.com/office/drawing/2014/main" id="{3C6FE23C-E7DC-F0A0-4D84-A10080B7F488}"/>
              </a:ext>
            </a:extLst>
          </p:cNvPr>
          <p:cNvSpPr/>
          <p:nvPr/>
        </p:nvSpPr>
        <p:spPr>
          <a:xfrm>
            <a:off x="5176237" y="2000067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2" name="타원 191">
            <a:extLst>
              <a:ext uri="{FF2B5EF4-FFF2-40B4-BE49-F238E27FC236}">
                <a16:creationId xmlns:a16="http://schemas.microsoft.com/office/drawing/2014/main" id="{DE8818A5-E277-F460-E800-74126974F6DF}"/>
              </a:ext>
            </a:extLst>
          </p:cNvPr>
          <p:cNvSpPr/>
          <p:nvPr/>
        </p:nvSpPr>
        <p:spPr>
          <a:xfrm>
            <a:off x="7040895" y="2000067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3" name="타원 192">
            <a:extLst>
              <a:ext uri="{FF2B5EF4-FFF2-40B4-BE49-F238E27FC236}">
                <a16:creationId xmlns:a16="http://schemas.microsoft.com/office/drawing/2014/main" id="{3B752D28-193D-83DE-DD8D-E8692EE3D035}"/>
              </a:ext>
            </a:extLst>
          </p:cNvPr>
          <p:cNvSpPr/>
          <p:nvPr/>
        </p:nvSpPr>
        <p:spPr>
          <a:xfrm>
            <a:off x="8767250" y="2000067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4" name="타원 193">
            <a:extLst>
              <a:ext uri="{FF2B5EF4-FFF2-40B4-BE49-F238E27FC236}">
                <a16:creationId xmlns:a16="http://schemas.microsoft.com/office/drawing/2014/main" id="{7F9B1E20-5801-F075-39DF-44A598B8FD21}"/>
              </a:ext>
            </a:extLst>
          </p:cNvPr>
          <p:cNvSpPr/>
          <p:nvPr/>
        </p:nvSpPr>
        <p:spPr>
          <a:xfrm>
            <a:off x="8822854" y="2529793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5" name="타원 194">
            <a:extLst>
              <a:ext uri="{FF2B5EF4-FFF2-40B4-BE49-F238E27FC236}">
                <a16:creationId xmlns:a16="http://schemas.microsoft.com/office/drawing/2014/main" id="{4DC4F3B2-A388-7DBF-3D70-7C1C2DA8F3D0}"/>
              </a:ext>
            </a:extLst>
          </p:cNvPr>
          <p:cNvSpPr/>
          <p:nvPr/>
        </p:nvSpPr>
        <p:spPr>
          <a:xfrm>
            <a:off x="7040895" y="2529793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6" name="타원 195">
            <a:extLst>
              <a:ext uri="{FF2B5EF4-FFF2-40B4-BE49-F238E27FC236}">
                <a16:creationId xmlns:a16="http://schemas.microsoft.com/office/drawing/2014/main" id="{F8E95588-B9BA-FF6F-9719-992104DBEB2D}"/>
              </a:ext>
            </a:extLst>
          </p:cNvPr>
          <p:cNvSpPr/>
          <p:nvPr/>
        </p:nvSpPr>
        <p:spPr>
          <a:xfrm>
            <a:off x="5033644" y="2529793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7" name="타원 196">
            <a:extLst>
              <a:ext uri="{FF2B5EF4-FFF2-40B4-BE49-F238E27FC236}">
                <a16:creationId xmlns:a16="http://schemas.microsoft.com/office/drawing/2014/main" id="{52160F5A-B3FE-30AE-180B-5901BD784DB5}"/>
              </a:ext>
            </a:extLst>
          </p:cNvPr>
          <p:cNvSpPr/>
          <p:nvPr/>
        </p:nvSpPr>
        <p:spPr>
          <a:xfrm>
            <a:off x="3223415" y="2529793"/>
            <a:ext cx="117462" cy="117462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?</a:t>
            </a:r>
            <a:endParaRPr lang="ko-KR" altLang="en-US" sz="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8" name="타원 129">
            <a:extLst>
              <a:ext uri="{FF2B5EF4-FFF2-40B4-BE49-F238E27FC236}">
                <a16:creationId xmlns:a16="http://schemas.microsoft.com/office/drawing/2014/main" id="{ECC45DA4-CAFA-720C-0931-C91EE98B21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4603" y="3309265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246010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39A548A-BF38-E8FF-95C0-CA04970840A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55340" y="411980"/>
            <a:ext cx="9436335" cy="424732"/>
          </a:xfrm>
        </p:spPr>
        <p:txBody>
          <a:bodyPr/>
          <a:lstStyle/>
          <a:p>
            <a:r>
              <a:rPr lang="ko-KR" altLang="en-US" dirty="0"/>
              <a:t>라이브 방송 </a:t>
            </a:r>
            <a:r>
              <a:rPr lang="en-US" altLang="ko-KR" dirty="0"/>
              <a:t>&gt; </a:t>
            </a:r>
            <a:r>
              <a:rPr lang="ko-KR" altLang="en-US" dirty="0"/>
              <a:t>방송 분석 </a:t>
            </a:r>
            <a:r>
              <a:rPr lang="en-US" altLang="ko-KR" dirty="0"/>
              <a:t>&gt;</a:t>
            </a:r>
            <a:r>
              <a:rPr lang="ko-KR" altLang="en-US" dirty="0"/>
              <a:t> 일별 분석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DB7AC2F-98DE-392D-E50E-7411C2D508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크리에이터 스튜디오 </a:t>
            </a:r>
            <a:r>
              <a:rPr lang="en-US" altLang="ko-KR" dirty="0"/>
              <a:t>&gt; </a:t>
            </a:r>
            <a:r>
              <a:rPr lang="ko-KR" altLang="en-US" dirty="0"/>
              <a:t>라이브 방송 </a:t>
            </a:r>
            <a:r>
              <a:rPr lang="en-US" altLang="ko-KR" dirty="0"/>
              <a:t>&gt; </a:t>
            </a:r>
            <a:r>
              <a:rPr lang="ko-KR" altLang="en-US" dirty="0"/>
              <a:t>방송 분석 </a:t>
            </a:r>
            <a:r>
              <a:rPr lang="en-US" altLang="ko-KR" dirty="0"/>
              <a:t>&gt; </a:t>
            </a:r>
            <a:r>
              <a:rPr lang="ko-KR" altLang="en-US" dirty="0"/>
              <a:t>일별 분석</a:t>
            </a:r>
          </a:p>
        </p:txBody>
      </p:sp>
      <p:sp>
        <p:nvSpPr>
          <p:cNvPr id="4" name="Shape 6">
            <a:extLst>
              <a:ext uri="{FF2B5EF4-FFF2-40B4-BE49-F238E27FC236}">
                <a16:creationId xmlns:a16="http://schemas.microsoft.com/office/drawing/2014/main" id="{41494459-2E42-27CF-A4AE-58F560DED948}"/>
              </a:ext>
            </a:extLst>
          </p:cNvPr>
          <p:cNvSpPr/>
          <p:nvPr/>
        </p:nvSpPr>
        <p:spPr>
          <a:xfrm>
            <a:off x="1809132" y="908720"/>
            <a:ext cx="7635240" cy="5759935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7CDDA"/>
            </a:solidFill>
            <a:prstDash val="solid"/>
          </a:ln>
        </p:spPr>
      </p:sp>
      <p:sp>
        <p:nvSpPr>
          <p:cNvPr id="5" name="Shape 7">
            <a:extLst>
              <a:ext uri="{FF2B5EF4-FFF2-40B4-BE49-F238E27FC236}">
                <a16:creationId xmlns:a16="http://schemas.microsoft.com/office/drawing/2014/main" id="{0A5ECC67-92B8-F099-36DB-3E37D5E7CCA9}"/>
              </a:ext>
            </a:extLst>
          </p:cNvPr>
          <p:cNvSpPr/>
          <p:nvPr/>
        </p:nvSpPr>
        <p:spPr>
          <a:xfrm>
            <a:off x="1809132" y="908720"/>
            <a:ext cx="7635240" cy="365760"/>
          </a:xfrm>
          <a:prstGeom prst="rect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</p:sp>
      <p:sp>
        <p:nvSpPr>
          <p:cNvPr id="6" name="Text 8">
            <a:extLst>
              <a:ext uri="{FF2B5EF4-FFF2-40B4-BE49-F238E27FC236}">
                <a16:creationId xmlns:a16="http://schemas.microsoft.com/office/drawing/2014/main" id="{87BAA77B-CD63-5561-2F62-498AE4B2F61A}"/>
              </a:ext>
            </a:extLst>
          </p:cNvPr>
          <p:cNvSpPr txBox="1"/>
          <p:nvPr/>
        </p:nvSpPr>
        <p:spPr>
          <a:xfrm>
            <a:off x="1992012" y="908720"/>
            <a:ext cx="7556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1100" b="1" err="1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방송</a:t>
            </a:r>
            <a:r>
              <a:rPr kumimoji="0" lang="ko-KR" altLang="en-US" sz="1100" b="1" dirty="0"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분석</a:t>
            </a:r>
            <a:endParaRPr kumimoji="0" lang="en-US" sz="1100" dirty="0">
              <a:latin typeface="Calibri" panose="020F0502020204030204"/>
            </a:endParaRPr>
          </a:p>
        </p:txBody>
      </p:sp>
      <p:sp>
        <p:nvSpPr>
          <p:cNvPr id="7" name="Shape 6">
            <a:extLst>
              <a:ext uri="{FF2B5EF4-FFF2-40B4-BE49-F238E27FC236}">
                <a16:creationId xmlns:a16="http://schemas.microsoft.com/office/drawing/2014/main" id="{2EA4C701-5FE0-C4CF-5581-2BFCA08FB48D}"/>
              </a:ext>
            </a:extLst>
          </p:cNvPr>
          <p:cNvSpPr/>
          <p:nvPr/>
        </p:nvSpPr>
        <p:spPr>
          <a:xfrm>
            <a:off x="146092" y="908720"/>
            <a:ext cx="1663041" cy="5759935"/>
          </a:xfrm>
          <a:prstGeom prst="roundRect">
            <a:avLst>
              <a:gd name="adj" fmla="val 0"/>
            </a:avLst>
          </a:prstGeom>
          <a:noFill/>
          <a:ln w="12700">
            <a:solidFill>
              <a:srgbClr val="C7CDDA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6B58620-AF05-1EF5-FCB4-EC8690D9406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72677"/>
          <a:stretch>
            <a:fillRect/>
          </a:stretch>
        </p:blipFill>
        <p:spPr>
          <a:xfrm>
            <a:off x="176771" y="935489"/>
            <a:ext cx="1606975" cy="39801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4FBDE0E-82A1-EB72-1FB9-18F1E4A3C448}"/>
              </a:ext>
            </a:extLst>
          </p:cNvPr>
          <p:cNvSpPr txBox="1"/>
          <p:nvPr/>
        </p:nvSpPr>
        <p:spPr>
          <a:xfrm>
            <a:off x="263352" y="1340768"/>
            <a:ext cx="111280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buFont typeface="Wingdings" panose="05000000000000000000" pitchFamily="2" charset="2"/>
              <a:buChar char="l"/>
            </a:pPr>
            <a:r>
              <a:rPr lang="ko-KR" altLang="en-US" sz="11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라이브 방송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733237-4E01-6E22-9256-F37BEE8FC8C3}"/>
              </a:ext>
            </a:extLst>
          </p:cNvPr>
          <p:cNvSpPr txBox="1"/>
          <p:nvPr/>
        </p:nvSpPr>
        <p:spPr>
          <a:xfrm>
            <a:off x="421209" y="1609645"/>
            <a:ext cx="915635" cy="75507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관리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설정</a:t>
            </a:r>
            <a:endParaRPr lang="en-US" altLang="ko-KR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Tx/>
              <a:buChar char="-"/>
            </a:pPr>
            <a:r>
              <a:rPr lang="ko-KR" altLang="en-US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방송 분석</a:t>
            </a:r>
          </a:p>
        </p:txBody>
      </p:sp>
      <p:sp>
        <p:nvSpPr>
          <p:cNvPr id="11" name="Shape 11">
            <a:extLst>
              <a:ext uri="{FF2B5EF4-FFF2-40B4-BE49-F238E27FC236}">
                <a16:creationId xmlns:a16="http://schemas.microsoft.com/office/drawing/2014/main" id="{838A8268-5287-DBDA-E63E-C3371CD5A242}"/>
              </a:ext>
            </a:extLst>
          </p:cNvPr>
          <p:cNvSpPr/>
          <p:nvPr/>
        </p:nvSpPr>
        <p:spPr>
          <a:xfrm>
            <a:off x="302895" y="2111136"/>
            <a:ext cx="1234440" cy="237744"/>
          </a:xfrm>
          <a:prstGeom prst="rect">
            <a:avLst/>
          </a:prstGeom>
          <a:ln w="28575">
            <a:solidFill>
              <a:srgbClr val="D93025"/>
            </a:solidFill>
            <a:prstDash val="sysDot"/>
          </a:ln>
        </p:spPr>
      </p:sp>
      <p:sp>
        <p:nvSpPr>
          <p:cNvPr id="31" name="Shape 57">
            <a:extLst>
              <a:ext uri="{FF2B5EF4-FFF2-40B4-BE49-F238E27FC236}">
                <a16:creationId xmlns:a16="http://schemas.microsoft.com/office/drawing/2014/main" id="{EE80C633-AE8E-40DE-10C8-57A8522D5FD7}"/>
              </a:ext>
            </a:extLst>
          </p:cNvPr>
          <p:cNvSpPr/>
          <p:nvPr/>
        </p:nvSpPr>
        <p:spPr>
          <a:xfrm>
            <a:off x="1926393" y="1412776"/>
            <a:ext cx="7409967" cy="414958"/>
          </a:xfrm>
          <a:prstGeom prst="rect">
            <a:avLst/>
          </a:prstGeom>
          <a:noFill/>
          <a:ln w="9525">
            <a:solidFill>
              <a:srgbClr val="DDDDDD"/>
            </a:solidFill>
            <a:prstDash val="solid"/>
          </a:ln>
        </p:spPr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83DAD383-9284-A9F0-F8C0-7093483B1989}"/>
              </a:ext>
            </a:extLst>
          </p:cNvPr>
          <p:cNvGrpSpPr/>
          <p:nvPr/>
        </p:nvGrpSpPr>
        <p:grpSpPr>
          <a:xfrm>
            <a:off x="2973710" y="1491816"/>
            <a:ext cx="493998" cy="256879"/>
            <a:chOff x="5927775" y="1491816"/>
            <a:chExt cx="493998" cy="256879"/>
          </a:xfrm>
        </p:grpSpPr>
        <p:sp>
          <p:nvSpPr>
            <p:cNvPr id="40" name="Shape 66">
              <a:extLst>
                <a:ext uri="{FF2B5EF4-FFF2-40B4-BE49-F238E27FC236}">
                  <a16:creationId xmlns:a16="http://schemas.microsoft.com/office/drawing/2014/main" id="{B707E4F1-11B7-5F9F-FF47-2BEE2106B5E1}"/>
                </a:ext>
              </a:extLst>
            </p:cNvPr>
            <p:cNvSpPr/>
            <p:nvPr/>
          </p:nvSpPr>
          <p:spPr>
            <a:xfrm>
              <a:off x="5927775" y="1491816"/>
              <a:ext cx="493998" cy="256879"/>
            </a:xfrm>
            <a:prstGeom prst="roundRect">
              <a:avLst>
                <a:gd name="adj" fmla="val 15385"/>
              </a:avLst>
            </a:prstGeom>
            <a:solidFill>
              <a:srgbClr val="519CFF"/>
            </a:solidFill>
            <a:ln/>
          </p:spPr>
        </p:sp>
        <p:sp>
          <p:nvSpPr>
            <p:cNvPr id="41" name="Text 67">
              <a:extLst>
                <a:ext uri="{FF2B5EF4-FFF2-40B4-BE49-F238E27FC236}">
                  <a16:creationId xmlns:a16="http://schemas.microsoft.com/office/drawing/2014/main" id="{A62D7DA3-B030-2B9A-10F3-00C3B2CB8070}"/>
                </a:ext>
              </a:extLst>
            </p:cNvPr>
            <p:cNvSpPr txBox="1"/>
            <p:nvPr/>
          </p:nvSpPr>
          <p:spPr>
            <a:xfrm>
              <a:off x="5927775" y="1491816"/>
              <a:ext cx="493998" cy="256879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조회</a:t>
              </a:r>
              <a:endParaRPr lang="en-US" sz="900" dirty="0"/>
            </a:p>
          </p:txBody>
        </p:sp>
      </p:grpSp>
      <p:pic>
        <p:nvPicPr>
          <p:cNvPr id="43" name="그림 42">
            <a:extLst>
              <a:ext uri="{FF2B5EF4-FFF2-40B4-BE49-F238E27FC236}">
                <a16:creationId xmlns:a16="http://schemas.microsoft.com/office/drawing/2014/main" id="{0954856C-F5EF-7077-0685-5950C9A39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5590" y="1466654"/>
            <a:ext cx="1370770" cy="301822"/>
          </a:xfrm>
          <a:prstGeom prst="rect">
            <a:avLst/>
          </a:prstGeom>
        </p:spPr>
      </p:pic>
      <p:pic>
        <p:nvPicPr>
          <p:cNvPr id="44" name="그림 43">
            <a:extLst>
              <a:ext uri="{FF2B5EF4-FFF2-40B4-BE49-F238E27FC236}">
                <a16:creationId xmlns:a16="http://schemas.microsoft.com/office/drawing/2014/main" id="{98D4EDBF-41BB-2A38-1D5B-068AD549369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1449"/>
          <a:stretch>
            <a:fillRect/>
          </a:stretch>
        </p:blipFill>
        <p:spPr>
          <a:xfrm>
            <a:off x="1970152" y="1472766"/>
            <a:ext cx="979932" cy="300026"/>
          </a:xfrm>
          <a:prstGeom prst="rect">
            <a:avLst/>
          </a:prstGeom>
        </p:spPr>
      </p:pic>
      <p:graphicFrame>
        <p:nvGraphicFramePr>
          <p:cNvPr id="45" name="표 44">
            <a:extLst>
              <a:ext uri="{FF2B5EF4-FFF2-40B4-BE49-F238E27FC236}">
                <a16:creationId xmlns:a16="http://schemas.microsoft.com/office/drawing/2014/main" id="{D9B80D3B-DD4B-B1B9-F1C3-786235F611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154035"/>
              </p:ext>
            </p:extLst>
          </p:nvPr>
        </p:nvGraphicFramePr>
        <p:xfrm>
          <a:off x="1926392" y="1916832"/>
          <a:ext cx="7409451" cy="1368152"/>
        </p:xfrm>
        <a:graphic>
          <a:graphicData uri="http://schemas.openxmlformats.org/drawingml/2006/table">
            <a:tbl>
              <a:tblPr/>
              <a:tblGrid>
                <a:gridCol w="2469817">
                  <a:extLst>
                    <a:ext uri="{9D8B030D-6E8A-4147-A177-3AD203B41FA5}">
                      <a16:colId xmlns:a16="http://schemas.microsoft.com/office/drawing/2014/main" val="3496974805"/>
                    </a:ext>
                  </a:extLst>
                </a:gridCol>
                <a:gridCol w="2469817">
                  <a:extLst>
                    <a:ext uri="{9D8B030D-6E8A-4147-A177-3AD203B41FA5}">
                      <a16:colId xmlns:a16="http://schemas.microsoft.com/office/drawing/2014/main" val="2155998993"/>
                    </a:ext>
                  </a:extLst>
                </a:gridCol>
                <a:gridCol w="2469817">
                  <a:extLst>
                    <a:ext uri="{9D8B030D-6E8A-4147-A177-3AD203B41FA5}">
                      <a16:colId xmlns:a16="http://schemas.microsoft.com/office/drawing/2014/main" val="1217134166"/>
                    </a:ext>
                  </a:extLst>
                </a:gridCol>
              </a:tblGrid>
              <a:tr h="2880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오늘도 즐거운 </a:t>
                      </a:r>
                      <a:r>
                        <a:rPr kumimoji="1" lang="ko-KR" altLang="en-US" sz="10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겜방</a:t>
                      </a:r>
                      <a:r>
                        <a:rPr kumimoji="1" lang="en-US" altLang="ko-KR" sz="10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…</a:t>
                      </a: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총 방송 시간 </a:t>
                      </a:r>
                      <a:r>
                        <a:rPr kumimoji="1" lang="en-US" altLang="ko-KR" sz="9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맑은 고딕" pitchFamily="34" charset="-120"/>
                        </a:rPr>
                        <a:t>38:12:05 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맑은 고딕" pitchFamily="34" charset="-120"/>
                        </a:rPr>
                        <a:t>(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+mn-cs"/>
                        </a:rPr>
                        <a:t>2026-09-23 17:38:11 ~ 2026-09-24 17:46:30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+mn-ea"/>
                          <a:ea typeface="+mn-ea"/>
                          <a:cs typeface="맑은 고딕" pitchFamily="34" charset="-120"/>
                        </a:rPr>
                        <a:t>)</a:t>
                      </a:r>
                      <a:endParaRPr kumimoji="1" lang="en-US" altLang="ko-KR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9556114"/>
                  </a:ext>
                </a:extLst>
              </a:tr>
              <a:tr h="54006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최고 동시 시청자</a:t>
                      </a:r>
                      <a:endParaRPr lang="en-US" altLang="ko-KR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1,502</a:t>
                      </a:r>
                      <a:endParaRPr kumimoji="1" lang="en-US" altLang="ko-K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평균 동시 시청자</a:t>
                      </a:r>
                      <a:endParaRPr lang="en-US" altLang="ko-KR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612</a:t>
                      </a:r>
                      <a:endParaRPr kumimoji="1" lang="en-US" altLang="ko-K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누적 시청자</a:t>
                      </a:r>
                      <a:endParaRPr lang="en-US" altLang="ko-KR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9,840</a:t>
                      </a:r>
                      <a:endParaRPr kumimoji="1" lang="en-US" altLang="ko-K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42642433"/>
                  </a:ext>
                </a:extLst>
              </a:tr>
              <a:tr h="540060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채팅 참여자</a:t>
                      </a:r>
                      <a:endParaRPr lang="en-US" altLang="ko-KR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9,840</a:t>
                      </a:r>
                      <a:endParaRPr kumimoji="1" lang="en-US" altLang="ko-K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방송 중 후원 횟수</a:t>
                      </a:r>
                      <a:endParaRPr lang="en-US" altLang="ko-KR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9,840</a:t>
                      </a:r>
                      <a:endParaRPr kumimoji="1" lang="en-US" altLang="ko-K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20000"/>
                        </a:lnSpc>
                        <a:buNone/>
                      </a:pPr>
                      <a:r>
                        <a:rPr lang="ko-KR" altLang="en-US" sz="900" b="0" dirty="0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방송 중 </a:t>
                      </a:r>
                      <a:r>
                        <a:rPr lang="ko-KR" altLang="en-US" sz="900" b="0" dirty="0" err="1">
                          <a:latin typeface="맑은 고딕" charset="0"/>
                          <a:ea typeface="맑은 고딕" charset="0"/>
                          <a:cs typeface="맑은 고딕" charset="0"/>
                        </a:rPr>
                        <a:t>후원액</a:t>
                      </a:r>
                      <a:endParaRPr lang="en-US" altLang="ko-KR" sz="900" b="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9,840</a:t>
                      </a:r>
                      <a:r>
                        <a:rPr kumimoji="1" lang="en-US" altLang="ko-KR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charset="0"/>
                          <a:ea typeface="맑은 고딕" charset="0"/>
                          <a:cs typeface="맑은 고딕" pitchFamily="34" charset="-120"/>
                        </a:rPr>
                        <a:t> </a:t>
                      </a:r>
                      <a:r>
                        <a:rPr kumimoji="1" lang="ko-KR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222222"/>
                          </a:solidFill>
                          <a:effectLst/>
                          <a:uLnTx/>
                          <a:uFillTx/>
                          <a:latin typeface="맑은 고딕" charset="0"/>
                          <a:ea typeface="맑은 고딕" charset="0"/>
                          <a:cs typeface="맑은 고딕" pitchFamily="34" charset="-120"/>
                        </a:rPr>
                        <a:t>캐시</a:t>
                      </a:r>
                      <a:endParaRPr kumimoji="1" lang="en-US" altLang="ko-KR" sz="16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돋움" pitchFamily="50" charset="-127"/>
                        <a:ea typeface="돋움" pitchFamily="50" charset="-127"/>
                        <a:cs typeface="+mn-cs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8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9386587"/>
                  </a:ext>
                </a:extLst>
              </a:tr>
            </a:tbl>
          </a:graphicData>
        </a:graphic>
      </p:graphicFrame>
      <p:pic>
        <p:nvPicPr>
          <p:cNvPr id="50" name="그림 49">
            <a:extLst>
              <a:ext uri="{FF2B5EF4-FFF2-40B4-BE49-F238E27FC236}">
                <a16:creationId xmlns:a16="http://schemas.microsoft.com/office/drawing/2014/main" id="{205A4A1F-1C3B-0CF4-85C3-8E6DBA67696C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</a:blip>
          <a:stretch>
            <a:fillRect/>
          </a:stretch>
        </p:blipFill>
        <p:spPr>
          <a:xfrm>
            <a:off x="1893770" y="3826542"/>
            <a:ext cx="7464543" cy="2554786"/>
          </a:xfrm>
          <a:prstGeom prst="rect">
            <a:avLst/>
          </a:prstGeom>
        </p:spPr>
      </p:pic>
      <p:sp>
        <p:nvSpPr>
          <p:cNvPr id="51" name="Text 22">
            <a:extLst>
              <a:ext uri="{FF2B5EF4-FFF2-40B4-BE49-F238E27FC236}">
                <a16:creationId xmlns:a16="http://schemas.microsoft.com/office/drawing/2014/main" id="{3864BDE3-8EAC-1C97-E942-B3C7CBD9A2F3}"/>
              </a:ext>
            </a:extLst>
          </p:cNvPr>
          <p:cNvSpPr txBox="1"/>
          <p:nvPr/>
        </p:nvSpPr>
        <p:spPr>
          <a:xfrm>
            <a:off x="7965590" y="3510684"/>
            <a:ext cx="1367136" cy="271815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lIns="0" tIns="0" rIns="0" bIns="0" rtlCol="0" anchor="ctr"/>
          <a:lstStyle/>
          <a:p>
            <a:pPr fontAlgn="auto" latinLnBrk="0">
              <a:spcBef>
                <a:spcPts val="0"/>
              </a:spcBef>
              <a:spcAft>
                <a:spcPts val="0"/>
              </a:spcAft>
            </a:pPr>
            <a:r>
              <a:rPr kumimoji="0" lang="en-US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kumimoji="0" lang="ko-KR" altLang="en-US" sz="800" dirty="0">
                <a:solidFill>
                  <a:srgbClr val="1A1D2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최고 동시 시청자         ▼</a:t>
            </a:r>
            <a:endParaRPr kumimoji="0" lang="en-US" sz="800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55" name="그림 54">
            <a:extLst>
              <a:ext uri="{FF2B5EF4-FFF2-40B4-BE49-F238E27FC236}">
                <a16:creationId xmlns:a16="http://schemas.microsoft.com/office/drawing/2014/main" id="{0DEEEF73-B91E-CD54-8615-899B29EE39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53967" y="6035724"/>
            <a:ext cx="6666369" cy="173737"/>
          </a:xfrm>
          <a:prstGeom prst="rect">
            <a:avLst/>
          </a:prstGeom>
        </p:spPr>
      </p:pic>
      <p:graphicFrame>
        <p:nvGraphicFramePr>
          <p:cNvPr id="56" name="Group 323">
            <a:extLst>
              <a:ext uri="{FF2B5EF4-FFF2-40B4-BE49-F238E27FC236}">
                <a16:creationId xmlns:a16="http://schemas.microsoft.com/office/drawing/2014/main" id="{56DECA04-4592-DA9D-58D9-19EAADE239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58759469"/>
              </p:ext>
            </p:extLst>
          </p:nvPr>
        </p:nvGraphicFramePr>
        <p:xfrm>
          <a:off x="9625013" y="575703"/>
          <a:ext cx="2519969" cy="1482995"/>
        </p:xfrm>
        <a:graphic>
          <a:graphicData uri="http://schemas.openxmlformats.org/drawingml/2006/table">
            <a:tbl>
              <a:tblPr/>
              <a:tblGrid>
                <a:gridCol w="2806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3933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6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각 </a:t>
                      </a:r>
                      <a:r>
                        <a:rPr kumimoji="1" lang="ko-KR" altLang="en-US" sz="8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회차</a:t>
                      </a:r>
                      <a:r>
                        <a:rPr kumimoji="1" lang="ko-KR" altLang="en-US" sz="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방송의 데이터 및 그래프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619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684154" rtl="0" eaLnBrk="1" fontAlgn="auto" latinLnBrk="1" hangingPunct="1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kern="1200" cap="none" normalizeH="0" baseline="0" dirty="0">
                        <a:ln>
                          <a:noFill/>
                        </a:ln>
                        <a:solidFill>
                          <a:srgbClr val="0D0D0D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353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0" marR="0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DDDD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1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7" name="타원 129">
            <a:extLst>
              <a:ext uri="{FF2B5EF4-FFF2-40B4-BE49-F238E27FC236}">
                <a16:creationId xmlns:a16="http://schemas.microsoft.com/office/drawing/2014/main" id="{7E888393-2132-4EE2-B34C-3BA9150BEE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5886" y="1998587"/>
            <a:ext cx="166489" cy="166488"/>
          </a:xfrm>
          <a:prstGeom prst="ellipse">
            <a:avLst/>
          </a:prstGeom>
          <a:gradFill flip="none" rotWithShape="1">
            <a:gsLst>
              <a:gs pos="0">
                <a:srgbClr val="FF0000">
                  <a:lumMod val="89000"/>
                </a:srgbClr>
              </a:gs>
              <a:gs pos="23000">
                <a:srgbClr val="FF0000">
                  <a:lumMod val="89000"/>
                </a:srgbClr>
              </a:gs>
              <a:gs pos="69000">
                <a:srgbClr val="FF0000">
                  <a:lumMod val="75000"/>
                </a:srgbClr>
              </a:gs>
              <a:gs pos="97000">
                <a:srgbClr val="FF0000">
                  <a:lumMod val="70000"/>
                </a:srgbClr>
              </a:gs>
            </a:gsLst>
            <a:path path="circle">
              <a:fillToRect l="50000" t="50000" r="50000" b="50000"/>
            </a:path>
            <a:tileRect/>
          </a:gradFill>
          <a:ln w="19050" algn="ctr">
            <a:solidFill>
              <a:srgbClr val="FF0000">
                <a:lumMod val="40000"/>
                <a:lumOff val="60000"/>
              </a:srgbClr>
            </a:solidFill>
            <a:round/>
            <a:headEnd/>
            <a:tailEnd/>
          </a:ln>
        </p:spPr>
        <p:txBody>
          <a:bodyPr wrap="none" lIns="0" tIns="0" rIns="0" bIns="0" anchor="ctr"/>
          <a:lstStyle>
            <a:lvl1pPr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700" b="1" kern="0" dirty="0">
                <a:solidFill>
                  <a:prstClr val="whit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endParaRPr kumimoji="1" lang="ko-KR" altLang="en-US" sz="7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857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8744420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사용자 지정 4">
      <a:dk1>
        <a:sysClr val="windowText" lastClr="000000"/>
      </a:dk1>
      <a:lt1>
        <a:sysClr val="window" lastClr="FFFFFF"/>
      </a:lt1>
      <a:dk2>
        <a:srgbClr val="212745"/>
      </a:dk2>
      <a:lt2>
        <a:srgbClr val="9933FF"/>
      </a:lt2>
      <a:accent1>
        <a:srgbClr val="4285F4"/>
      </a:accent1>
      <a:accent2>
        <a:srgbClr val="FFFF00"/>
      </a:accent2>
      <a:accent3>
        <a:srgbClr val="A7EA52"/>
      </a:accent3>
      <a:accent4>
        <a:srgbClr val="5DCEAF"/>
      </a:accent4>
      <a:accent5>
        <a:srgbClr val="FF8021"/>
      </a:accent5>
      <a:accent6>
        <a:srgbClr val="FF0000"/>
      </a:accent6>
      <a:hlink>
        <a:srgbClr val="0000FF"/>
      </a:hlink>
      <a:folHlink>
        <a:srgbClr val="59A8D1"/>
      </a:folHlink>
    </a:clrScheme>
    <a:fontScheme name="맑은 고딕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4_디자인 사용자 지정">
  <a:themeElements>
    <a:clrScheme name="사용자 지정 4">
      <a:dk1>
        <a:sysClr val="windowText" lastClr="000000"/>
      </a:dk1>
      <a:lt1>
        <a:sysClr val="window" lastClr="FFFFFF"/>
      </a:lt1>
      <a:dk2>
        <a:srgbClr val="212745"/>
      </a:dk2>
      <a:lt2>
        <a:srgbClr val="9933FF"/>
      </a:lt2>
      <a:accent1>
        <a:srgbClr val="4285F4"/>
      </a:accent1>
      <a:accent2>
        <a:srgbClr val="FFFF00"/>
      </a:accent2>
      <a:accent3>
        <a:srgbClr val="A7EA52"/>
      </a:accent3>
      <a:accent4>
        <a:srgbClr val="5DCEAF"/>
      </a:accent4>
      <a:accent5>
        <a:srgbClr val="FF8021"/>
      </a:accent5>
      <a:accent6>
        <a:srgbClr val="FF0000"/>
      </a:accent6>
      <a:hlink>
        <a:srgbClr val="0000FF"/>
      </a:hlink>
      <a:folHlink>
        <a:srgbClr val="59A8D1"/>
      </a:folHlink>
    </a:clrScheme>
    <a:fontScheme name="Cambria">
      <a:maj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 panose="02040503050406030204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tx1">
            <a:lumMod val="50000"/>
            <a:lumOff val="50000"/>
          </a:schemeClr>
        </a:solidFill>
        <a:ln>
          <a:noFill/>
        </a:ln>
      </a:spPr>
      <a:bodyPr rtlCol="0" anchor="ctr"/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 smtClean="0"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617336</TotalTime>
  <Words>1656</Words>
  <Application>Microsoft Office PowerPoint</Application>
  <PresentationFormat>와이드스크린</PresentationFormat>
  <Paragraphs>529</Paragraphs>
  <Slides>11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6</vt:i4>
      </vt:variant>
      <vt:variant>
        <vt:lpstr>슬라이드 제목</vt:lpstr>
      </vt:variant>
      <vt:variant>
        <vt:i4>11</vt:i4>
      </vt:variant>
    </vt:vector>
  </HeadingPairs>
  <TitlesOfParts>
    <vt:vector size="29" baseType="lpstr">
      <vt:lpstr>-apple-system</vt:lpstr>
      <vt:lpstr>Noto Sans CJK KR Black</vt:lpstr>
      <vt:lpstr>Noto Sans CJK KR Medium</vt:lpstr>
      <vt:lpstr>Noto Sans CJK KR Regular</vt:lpstr>
      <vt:lpstr>돋움</vt:lpstr>
      <vt:lpstr>맑은 고딕</vt:lpstr>
      <vt:lpstr>Arial</vt:lpstr>
      <vt:lpstr>Calibri</vt:lpstr>
      <vt:lpstr>Cambria</vt:lpstr>
      <vt:lpstr>Montserrat ExtraBold</vt:lpstr>
      <vt:lpstr>Wingdings</vt:lpstr>
      <vt:lpstr>Wingdings 2</vt:lpstr>
      <vt:lpstr>디자인 사용자 지정</vt:lpstr>
      <vt:lpstr>3_디자인 사용자 지정</vt:lpstr>
      <vt:lpstr>1_디자인 사용자 지정</vt:lpstr>
      <vt:lpstr>4_디자인 사용자 지정</vt:lpstr>
      <vt:lpstr>2_디자인 사용자 지정</vt:lpstr>
      <vt:lpstr>5_디자인 사용자 지정</vt:lpstr>
      <vt:lpstr>투네이션 스트리밍 서비스</vt:lpstr>
      <vt:lpstr>PowerPoint 프레젠테이션</vt:lpstr>
      <vt:lpstr>PowerPoint 프레젠테이션</vt:lpstr>
      <vt:lpstr>크리에이터 스튜디오 &gt; 라이브 방송 &gt; 방송 관리 &gt; OFF AIR</vt:lpstr>
      <vt:lpstr>방송 관리 화면 분기</vt:lpstr>
      <vt:lpstr>크리에이터 스튜디오 &gt; 라이브 방송 &gt; 방송 관리 &gt; ON AIR</vt:lpstr>
      <vt:lpstr>크리에이터 스튜디오 &gt; 라이브 방송 &gt; 방송 관리 &gt; 제재 안내</vt:lpstr>
      <vt:lpstr>크리에이터 스튜디오 &gt; 라이브 방송 &gt; 방송 설정</vt:lpstr>
      <vt:lpstr>크리에이터 스튜디오 &gt; 라이브 방송 &gt; 방송 분석</vt:lpstr>
      <vt:lpstr>크리에이터 스튜디오 &gt; 라이브 방송 &gt; 방송 분석 &gt; 일별 분석</vt:lpstr>
      <vt:lpstr>PowerPoint 프레젠테이션</vt:lpstr>
    </vt:vector>
  </TitlesOfParts>
  <Company>ACG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손동명</dc:creator>
  <cp:lastModifiedBy>투네이션 주식회사</cp:lastModifiedBy>
  <cp:revision>9235</cp:revision>
  <cp:lastPrinted>2020-03-20T06:02:53Z</cp:lastPrinted>
  <dcterms:created xsi:type="dcterms:W3CDTF">2007-03-12T23:55:15Z</dcterms:created>
  <dcterms:modified xsi:type="dcterms:W3CDTF">2026-10-01T01:35:40Z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Fasoo_Trace_ID">
    <vt:lpwstr>eyJub2RlMSI6eyJkc2QiOiIwMTAwMDAwMDAwMDAzNzUzIiwibG9nVGltZSI6IjIwMjQtMDgtMzBUMDE6MjQ6MDNaIiwicElEIjoxLCJwcm9jZXNzSWQiOjQ2MTIsInByb2Nlc3NOYW1lIjoiUE9XRVJQTlQuRVhFIiwidHJhY2VJZCI6IjlCOERENEIyNkQ4MzRCNzlBNzIyNjJGNzE2MTkzRjcxIiwidXNlckNvZGUiOiJjYXByaXNvbiJ9LCJub2RlMiI6eyJkc2QiOiIwMTAwMDAwMDAwMDAzNzUzIiwibG9nVGltZSI6IjIwMjQtMDgtMzBUMDE6MjQ6MDNaIiwicElEIjoxLCJwcm9jZXNzSWQiOjQ2MTIsInByb2Nlc3NOYW1lIjoiUE9XRVJQTlQuRVhFIiwidHJhY2VJZCI6IjlCOERENEIyNkQ4MzRCNzlBNzIyNjJGNzE2MTkzRjcxIiwidXNlckNvZGUiOiJjYXByaXNvbiJ9LCJub2RlMyI6eyJkc2QiOiIwMTAwMDAwMDAwMDAzNzUzIiwibG9nVGltZSI6IjIwMjQtMDgtMzBUMDE6MjQ6MDNaIiwicElEIjoxLCJwcm9jZXNzSWQiOjQ2MTIsInByb2Nlc3NOYW1lIjoiUE9XRVJQTlQuRVhFIiwidHJhY2VJZCI6IjlCOERENEIyNkQ4MzRCNzlBNzIyNjJGNzE2MTkzRjcxIiwidXNlckNvZGUiOiJjYXByaXNvbiJ9LCJub2RlNCI6eyJkc2QiOiIwMTAwMDAwMDAwMDAzNzUzIiwibG9nVGltZSI6IjIwMjQtMDgtMzBUMDE6MjQ6MDNaIiwicElEIjoxLCJwcm9jZXNzSWQiOjQ2MTIsInByb2Nlc3NOYW1lIjoiUE9XRVJQTlQuRVhFIiwidHJhY2VJZCI6IjlCOERENEIyNkQ4MzRCNzlBNzIyNjJGNzE2MTkzRjcxIiwidXNlckNvZGUiOiJjYXByaXNvbiJ9LCJub2RlNSI6eyJkc2QiOiIwMDAwMDAwMDAwMDAwMDAwIiwibG9nVGltZSI6IjIwMjQtMTAtMTBUMDA6NTY6MTJaIiwicElEIjoyMDQ4LCJwcm9jZXNzSWQiOjQ2MTIsInByb2Nlc3NOYW1lIjoiUE9XRVJQTlQuRVhFIiwidHJhY2VJZCI6IjZGRDcyNkU0ODU0RTQwM0Q4MkVBQkRDODc1OTZFN0I4IiwidXNlckNvZGUiOiJjYXByaXNvbiJ9LCJub2RlQ291bnQiOjIsInJvb3RUcmFjZUlkIjoiOUI4REQ0QjI2RDgzNEI3OUE3MjI2MkY3MTYxOTNGNzEifQ==</vt:lpwstr>
  </property>
</Properties>
</file>