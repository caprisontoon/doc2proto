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  <p:sldMasterId id="2147483768" r:id="rId2"/>
    <p:sldMasterId id="2147483743" r:id="rId3"/>
    <p:sldMasterId id="2147483770" r:id="rId4"/>
    <p:sldMasterId id="2147483756" r:id="rId5"/>
    <p:sldMasterId id="2147483778" r:id="rId6"/>
  </p:sldMasterIdLst>
  <p:notesMasterIdLst>
    <p:notesMasterId r:id="rId69"/>
  </p:notesMasterIdLst>
  <p:handoutMasterIdLst>
    <p:handoutMasterId r:id="rId70"/>
  </p:handoutMasterIdLst>
  <p:sldIdLst>
    <p:sldId id="1081" r:id="rId7"/>
    <p:sldId id="1082" r:id="rId8"/>
    <p:sldId id="1084" r:id="rId9"/>
    <p:sldId id="1154" r:id="rId10"/>
    <p:sldId id="1155" r:id="rId11"/>
    <p:sldId id="1156" r:id="rId12"/>
    <p:sldId id="1143" r:id="rId13"/>
    <p:sldId id="1158" r:id="rId14"/>
    <p:sldId id="1152" r:id="rId15"/>
    <p:sldId id="1145" r:id="rId16"/>
    <p:sldId id="1147" r:id="rId17"/>
    <p:sldId id="1148" r:id="rId18"/>
    <p:sldId id="1146" r:id="rId19"/>
    <p:sldId id="1162" r:id="rId20"/>
    <p:sldId id="1160" r:id="rId21"/>
    <p:sldId id="1163" r:id="rId22"/>
    <p:sldId id="1174" r:id="rId23"/>
    <p:sldId id="1171" r:id="rId24"/>
    <p:sldId id="1170" r:id="rId25"/>
    <p:sldId id="1177" r:id="rId26"/>
    <p:sldId id="1178" r:id="rId27"/>
    <p:sldId id="1188" r:id="rId28"/>
    <p:sldId id="1183" r:id="rId29"/>
    <p:sldId id="1189" r:id="rId30"/>
    <p:sldId id="1182" r:id="rId31"/>
    <p:sldId id="1185" r:id="rId32"/>
    <p:sldId id="1186" r:id="rId33"/>
    <p:sldId id="1187" r:id="rId34"/>
    <p:sldId id="1512" r:id="rId35"/>
    <p:sldId id="1514" r:id="rId36"/>
    <p:sldId id="1520" r:id="rId37"/>
    <p:sldId id="1521" r:id="rId38"/>
    <p:sldId id="1516" r:id="rId39"/>
    <p:sldId id="1515" r:id="rId40"/>
    <p:sldId id="1522" r:id="rId41"/>
    <p:sldId id="1517" r:id="rId42"/>
    <p:sldId id="1523" r:id="rId43"/>
    <p:sldId id="1518" r:id="rId44"/>
    <p:sldId id="1519" r:id="rId45"/>
    <p:sldId id="1191" r:id="rId46"/>
    <p:sldId id="1775" r:id="rId47"/>
    <p:sldId id="1776" r:id="rId48"/>
    <p:sldId id="1755" r:id="rId49"/>
    <p:sldId id="1785" r:id="rId50"/>
    <p:sldId id="1761" r:id="rId51"/>
    <p:sldId id="1764" r:id="rId52"/>
    <p:sldId id="1760" r:id="rId53"/>
    <p:sldId id="1778" r:id="rId54"/>
    <p:sldId id="1765" r:id="rId55"/>
    <p:sldId id="1766" r:id="rId56"/>
    <p:sldId id="1767" r:id="rId57"/>
    <p:sldId id="1769" r:id="rId58"/>
    <p:sldId id="1762" r:id="rId59"/>
    <p:sldId id="1782" r:id="rId60"/>
    <p:sldId id="1763" r:id="rId61"/>
    <p:sldId id="1774" r:id="rId62"/>
    <p:sldId id="1773" r:id="rId63"/>
    <p:sldId id="1786" r:id="rId64"/>
    <p:sldId id="1784" r:id="rId65"/>
    <p:sldId id="1779" r:id="rId66"/>
    <p:sldId id="1780" r:id="rId67"/>
    <p:sldId id="1116" r:id="rId68"/>
  </p:sldIdLst>
  <p:sldSz cx="12192000" cy="6858000"/>
  <p:notesSz cx="6889750" cy="1002188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1pPr>
    <a:lvl2pPr marL="341313" indent="115888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2pPr>
    <a:lvl3pPr marL="682625" indent="231775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3pPr>
    <a:lvl4pPr marL="1025525" indent="346075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4pPr>
    <a:lvl5pPr marL="1366838" indent="461963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5pPr>
    <a:lvl6pPr marL="2286000" algn="l" defTabSz="914400" rtl="0" eaLnBrk="1" latinLnBrk="1" hangingPunct="1"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6pPr>
    <a:lvl7pPr marL="2743200" algn="l" defTabSz="914400" rtl="0" eaLnBrk="1" latinLnBrk="1" hangingPunct="1"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7pPr>
    <a:lvl8pPr marL="3200400" algn="l" defTabSz="914400" rtl="0" eaLnBrk="1" latinLnBrk="1" hangingPunct="1"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8pPr>
    <a:lvl9pPr marL="3657600" algn="l" defTabSz="914400" rtl="0" eaLnBrk="1" latinLnBrk="1" hangingPunct="1"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" userDrawn="1">
          <p15:clr>
            <a:srgbClr val="A4A3A4"/>
          </p15:clr>
        </p15:guide>
        <p15:guide id="2" orient="horz" pos="4319" userDrawn="1">
          <p15:clr>
            <a:srgbClr val="A4A3A4"/>
          </p15:clr>
        </p15:guide>
        <p15:guide id="3" orient="horz" pos="3997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pos="71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CC33"/>
    <a:srgbClr val="519CFF"/>
    <a:srgbClr val="F8FAFB"/>
    <a:srgbClr val="EBF3FF"/>
    <a:srgbClr val="7D7D7D"/>
    <a:srgbClr val="2A3560"/>
    <a:srgbClr val="FFFFFF"/>
    <a:srgbClr val="3A4A7D"/>
    <a:srgbClr val="2C38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650" autoAdjust="0"/>
    <p:restoredTop sz="88015" autoAdjust="0"/>
  </p:normalViewPr>
  <p:slideViewPr>
    <p:cSldViewPr>
      <p:cViewPr varScale="1">
        <p:scale>
          <a:sx n="126" d="100"/>
          <a:sy n="126" d="100"/>
        </p:scale>
        <p:origin x="624" y="120"/>
      </p:cViewPr>
      <p:guideLst>
        <p:guide orient="horz" pos="323"/>
        <p:guide orient="horz" pos="4319"/>
        <p:guide orient="horz" pos="3997"/>
        <p:guide orient="horz" pos="2160"/>
        <p:guide pos="3840"/>
        <p:guide pos="715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7" d="100"/>
          <a:sy n="77" d="100"/>
        </p:scale>
        <p:origin x="3978" y="102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" Type="http://schemas.openxmlformats.org/officeDocument/2006/relationships/slide" Target="slides/slide1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901832" y="0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/>
          <a:lstStyle>
            <a:lvl1pPr algn="r">
              <a:defRPr sz="1200"/>
            </a:lvl1pPr>
          </a:lstStyle>
          <a:p>
            <a:fld id="{4844957C-5EF4-452B-8E5D-B916F06B2912}" type="datetimeFigureOut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520233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901832" y="9520233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 anchor="b"/>
          <a:lstStyle>
            <a:lvl1pPr algn="r">
              <a:defRPr sz="1200"/>
            </a:lvl1pPr>
          </a:lstStyle>
          <a:p>
            <a:fld id="{25EAF9E1-4B6D-4930-A2C9-56C80F5FB52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38085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832" y="0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/>
          <a:lstStyle>
            <a:lvl1pPr algn="r">
              <a:defRPr sz="1200"/>
            </a:lvl1pPr>
          </a:lstStyle>
          <a:p>
            <a:fld id="{156E74EC-D393-4EE5-9F3A-C9131829234C}" type="datetimeFigureOut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3188" y="750888"/>
            <a:ext cx="6683375" cy="3759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38" tIns="46219" rIns="92438" bIns="46219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659" y="4760116"/>
            <a:ext cx="5512444" cy="4510090"/>
          </a:xfrm>
          <a:prstGeom prst="rect">
            <a:avLst/>
          </a:prstGeom>
        </p:spPr>
        <p:txBody>
          <a:bodyPr vert="horz" lIns="92438" tIns="46219" rIns="92438" bIns="4621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8634"/>
            <a:ext cx="2986309" cy="501655"/>
          </a:xfrm>
          <a:prstGeom prst="rect">
            <a:avLst/>
          </a:prstGeom>
        </p:spPr>
        <p:txBody>
          <a:bodyPr vert="horz" lIns="92438" tIns="46219" rIns="92438" bIns="46219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832" y="9518634"/>
            <a:ext cx="2986309" cy="501655"/>
          </a:xfrm>
          <a:prstGeom prst="rect">
            <a:avLst/>
          </a:prstGeom>
        </p:spPr>
        <p:txBody>
          <a:bodyPr vert="horz" lIns="92438" tIns="46219" rIns="92438" bIns="46219" rtlCol="0" anchor="b"/>
          <a:lstStyle>
            <a:lvl1pPr algn="r">
              <a:defRPr sz="1200"/>
            </a:lvl1pPr>
          </a:lstStyle>
          <a:p>
            <a:fld id="{DE28D96F-A56B-4E47-8431-30AAB513CF9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0035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투네이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A5028BC0-7F98-5C25-B4B7-7ABE586123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2871" y="2554226"/>
            <a:ext cx="4347347" cy="1510190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67C13EE4-7538-4E5A-B20F-9F91CABB4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151" y="1851456"/>
            <a:ext cx="10503948" cy="1438585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4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/>
              <a:t>(</a:t>
            </a:r>
            <a:r>
              <a:rPr lang="ko-KR" altLang="en-US" dirty="0"/>
              <a:t>프로젝트명</a:t>
            </a:r>
            <a:r>
              <a:rPr lang="en-US" altLang="ko-KR" dirty="0"/>
              <a:t>) </a:t>
            </a:r>
            <a:r>
              <a:rPr lang="ko-KR" altLang="en-US" dirty="0" err="1"/>
              <a:t>투네이션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문서내용</a:t>
            </a:r>
            <a:r>
              <a:rPr lang="en-US" altLang="ko-KR" dirty="0"/>
              <a:t>) </a:t>
            </a:r>
            <a:r>
              <a:rPr lang="ko-KR" altLang="en-US" dirty="0"/>
              <a:t>관리자</a:t>
            </a:r>
            <a:r>
              <a:rPr lang="en-US" altLang="ko-KR" dirty="0"/>
              <a:t>[Admin]</a:t>
            </a:r>
            <a:endParaRPr lang="ko-KR" altLang="en-US" dirty="0"/>
          </a:p>
        </p:txBody>
      </p:sp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10C6E406-8E0A-40B4-B6AA-B840752845C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68151" y="3304624"/>
            <a:ext cx="10512425" cy="474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 err="1"/>
              <a:t>서브텍스트</a:t>
            </a:r>
            <a:r>
              <a:rPr lang="en-US" altLang="ko-KR" dirty="0"/>
              <a:t>)</a:t>
            </a:r>
            <a:r>
              <a:rPr lang="ko-KR" altLang="en-US" dirty="0"/>
              <a:t>운영 관리</a:t>
            </a:r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B3472764-7B28-4531-84BE-9E21AE7EF95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60417" y="5136325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소속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국내사업본부 </a:t>
            </a:r>
            <a:r>
              <a:rPr lang="ko-KR" altLang="en-US" sz="1600" kern="0" spc="-50" baseline="0" dirty="0" err="1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크리에이터랩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A3BE3F2-C347-445D-BF6E-B0DF882EB2F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0416" y="5481961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팀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문서작성자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서비스기획팀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4" name="텍스트 개체 틀 29">
            <a:extLst>
              <a:ext uri="{FF2B5EF4-FFF2-40B4-BE49-F238E27FC236}">
                <a16:creationId xmlns:a16="http://schemas.microsoft.com/office/drawing/2014/main" id="{8505D54C-4A9A-47E0-8890-FB04DFB56B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0125" y="6112224"/>
            <a:ext cx="10593663" cy="233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2pPr>
            <a:lvl3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3pPr>
            <a:lvl4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4pPr>
            <a:lvl5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5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버전</a:t>
            </a:r>
            <a:r>
              <a:rPr lang="en-US" altLang="ko-KR" dirty="0"/>
              <a:t>) Ver.0.01 (</a:t>
            </a:r>
            <a:r>
              <a:rPr lang="ko-KR" altLang="en-US" dirty="0"/>
              <a:t>날짜</a:t>
            </a:r>
            <a:r>
              <a:rPr lang="en-US" altLang="ko-KR" dirty="0"/>
              <a:t>) 2023-00-00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852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스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7AB000E3-285B-8686-A433-F74EEE9B85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4649" y="2562698"/>
            <a:ext cx="5029200" cy="1390650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ADF2B570-2A09-4C20-9FA3-2A6DECBC13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151" y="1851456"/>
            <a:ext cx="10503948" cy="1438585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4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/>
              <a:t>(</a:t>
            </a:r>
            <a:r>
              <a:rPr lang="ko-KR" altLang="en-US" dirty="0"/>
              <a:t>프로젝트명</a:t>
            </a:r>
            <a:r>
              <a:rPr lang="en-US" altLang="ko-KR" dirty="0"/>
              <a:t>) </a:t>
            </a:r>
            <a:r>
              <a:rPr lang="ko-KR" altLang="en-US" dirty="0" err="1"/>
              <a:t>스플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문서내용</a:t>
            </a:r>
            <a:r>
              <a:rPr lang="en-US" altLang="ko-KR" dirty="0"/>
              <a:t>) </a:t>
            </a:r>
            <a:r>
              <a:rPr lang="ko-KR" altLang="en-US" dirty="0"/>
              <a:t>관리자</a:t>
            </a:r>
            <a:r>
              <a:rPr lang="en-US" altLang="ko-KR" dirty="0"/>
              <a:t>[Admin]</a:t>
            </a:r>
            <a:endParaRPr lang="ko-KR" altLang="en-US" dirty="0"/>
          </a:p>
        </p:txBody>
      </p:sp>
      <p:sp>
        <p:nvSpPr>
          <p:cNvPr id="9" name="내용 개체 틀 4">
            <a:extLst>
              <a:ext uri="{FF2B5EF4-FFF2-40B4-BE49-F238E27FC236}">
                <a16:creationId xmlns:a16="http://schemas.microsoft.com/office/drawing/2014/main" id="{1C5A0537-3A88-4140-8D21-AC2F96D3F0C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68151" y="3304624"/>
            <a:ext cx="10512425" cy="474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 err="1"/>
              <a:t>서브텍스트</a:t>
            </a:r>
            <a:r>
              <a:rPr lang="en-US" altLang="ko-KR" dirty="0"/>
              <a:t>)</a:t>
            </a:r>
            <a:r>
              <a:rPr lang="ko-KR" altLang="en-US" dirty="0"/>
              <a:t>운영 관리</a:t>
            </a:r>
          </a:p>
        </p:txBody>
      </p:sp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E78BF96C-926F-418D-828E-862B269039F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60417" y="5136325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소속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국내사업본부 </a:t>
            </a:r>
            <a:r>
              <a:rPr lang="ko-KR" altLang="en-US" sz="1600" kern="0" spc="-50" baseline="0" dirty="0" err="1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크리에이터랩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836C0084-BF16-474E-A91D-4F9444AA5FD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0416" y="5481961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팀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문서작성자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서비스기획팀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2" name="텍스트 개체 틀 29">
            <a:extLst>
              <a:ext uri="{FF2B5EF4-FFF2-40B4-BE49-F238E27FC236}">
                <a16:creationId xmlns:a16="http://schemas.microsoft.com/office/drawing/2014/main" id="{42693344-1E3D-4F66-9DFE-79BFDD32B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0125" y="6112224"/>
            <a:ext cx="10593663" cy="233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2pPr>
            <a:lvl3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3pPr>
            <a:lvl4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4pPr>
            <a:lvl5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5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버전</a:t>
            </a:r>
            <a:r>
              <a:rPr lang="en-US" altLang="ko-KR" dirty="0"/>
              <a:t>) Ver.0.1 (</a:t>
            </a:r>
            <a:r>
              <a:rPr lang="ko-KR" altLang="en-US" dirty="0"/>
              <a:t>날짜</a:t>
            </a:r>
            <a:r>
              <a:rPr lang="en-US" altLang="ko-KR" dirty="0"/>
              <a:t>) 2021-08-31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3828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더굿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D251D8FB-604C-E6CE-76A9-2971FFB629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831" y="2580878"/>
            <a:ext cx="5005387" cy="200025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78FFAE66-4FF8-47AD-9300-8514C7B813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151" y="1851456"/>
            <a:ext cx="10503948" cy="1438585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4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/>
              <a:t>(</a:t>
            </a:r>
            <a:r>
              <a:rPr lang="ko-KR" altLang="en-US" dirty="0"/>
              <a:t>프로젝트명</a:t>
            </a:r>
            <a:r>
              <a:rPr lang="en-US" altLang="ko-KR" dirty="0"/>
              <a:t>) </a:t>
            </a:r>
            <a:r>
              <a:rPr lang="ko-KR" altLang="en-US" dirty="0" err="1"/>
              <a:t>더굿즈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문서내용</a:t>
            </a:r>
            <a:r>
              <a:rPr lang="en-US" altLang="ko-KR" dirty="0"/>
              <a:t>) </a:t>
            </a:r>
            <a:r>
              <a:rPr lang="ko-KR" altLang="en-US" dirty="0"/>
              <a:t>관리자</a:t>
            </a:r>
            <a:r>
              <a:rPr lang="en-US" altLang="ko-KR" dirty="0"/>
              <a:t>[Admin]</a:t>
            </a:r>
            <a:endParaRPr lang="ko-KR" altLang="en-US" dirty="0"/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234CDA23-47A8-4A0A-8D57-F1C61B6201B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68151" y="3304624"/>
            <a:ext cx="10512425" cy="474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 err="1"/>
              <a:t>서브텍스트</a:t>
            </a:r>
            <a:r>
              <a:rPr lang="en-US" altLang="ko-KR" dirty="0"/>
              <a:t>)</a:t>
            </a:r>
            <a:r>
              <a:rPr lang="ko-KR" altLang="en-US" dirty="0"/>
              <a:t>운영 관리</a:t>
            </a:r>
          </a:p>
        </p:txBody>
      </p:sp>
      <p:sp>
        <p:nvSpPr>
          <p:cNvPr id="9" name="내용 개체 틀 4">
            <a:extLst>
              <a:ext uri="{FF2B5EF4-FFF2-40B4-BE49-F238E27FC236}">
                <a16:creationId xmlns:a16="http://schemas.microsoft.com/office/drawing/2014/main" id="{42F16476-CFFF-4F20-B258-60EFB09D589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60417" y="5136325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소속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국내사업본부 </a:t>
            </a:r>
            <a:r>
              <a:rPr lang="ko-KR" altLang="en-US" sz="1600" kern="0" spc="-50" baseline="0" dirty="0" err="1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크리에이터랩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462AAA3D-9BAB-4B89-80F2-2956F101EE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0416" y="5481961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팀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문서작성자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기획팀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1" name="텍스트 개체 틀 29">
            <a:extLst>
              <a:ext uri="{FF2B5EF4-FFF2-40B4-BE49-F238E27FC236}">
                <a16:creationId xmlns:a16="http://schemas.microsoft.com/office/drawing/2014/main" id="{ECA22345-ABD6-4703-A530-7F7878EBD2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0125" y="6112224"/>
            <a:ext cx="10593663" cy="233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2pPr>
            <a:lvl3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3pPr>
            <a:lvl4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4pPr>
            <a:lvl5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5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버전</a:t>
            </a:r>
            <a:r>
              <a:rPr lang="en-US" altLang="ko-KR" dirty="0"/>
              <a:t>) Ver.0.1 (</a:t>
            </a:r>
            <a:r>
              <a:rPr lang="ko-KR" altLang="en-US" dirty="0"/>
              <a:t>날짜</a:t>
            </a:r>
            <a:r>
              <a:rPr lang="en-US" altLang="ko-KR" dirty="0"/>
              <a:t>) 2021-08-31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2332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74444B16-44AC-4A3A-8779-E5046B9A4C6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16651" y="2528900"/>
            <a:ext cx="11356013" cy="79903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간지 </a:t>
            </a:r>
          </a:p>
        </p:txBody>
      </p:sp>
      <p:sp>
        <p:nvSpPr>
          <p:cNvPr id="10" name="텍스트 개체 틀 34">
            <a:extLst>
              <a:ext uri="{FF2B5EF4-FFF2-40B4-BE49-F238E27FC236}">
                <a16:creationId xmlns:a16="http://schemas.microsoft.com/office/drawing/2014/main" id="{F1BFE14A-B893-4F33-84BF-9A21A5C214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396" y="1186538"/>
            <a:ext cx="1713438" cy="1295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600" b="1">
                <a:solidFill>
                  <a:schemeClr val="bg1">
                    <a:alpha val="2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2504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on Hi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13">
            <a:extLst>
              <a:ext uri="{FF2B5EF4-FFF2-40B4-BE49-F238E27FC236}">
                <a16:creationId xmlns:a16="http://schemas.microsoft.com/office/drawing/2014/main" id="{7B5B99C1-755B-418A-AF7A-E112353631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67596048"/>
              </p:ext>
            </p:extLst>
          </p:nvPr>
        </p:nvGraphicFramePr>
        <p:xfrm>
          <a:off x="839414" y="1124744"/>
          <a:ext cx="10743288" cy="5220502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864098">
                  <a:extLst>
                    <a:ext uri="{9D8B030D-6E8A-4147-A177-3AD203B41FA5}">
                      <a16:colId xmlns:a16="http://schemas.microsoft.com/office/drawing/2014/main" val="259823215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87919816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535266955"/>
                    </a:ext>
                  </a:extLst>
                </a:gridCol>
                <a:gridCol w="6120680">
                  <a:extLst>
                    <a:ext uri="{9D8B030D-6E8A-4147-A177-3AD203B41FA5}">
                      <a16:colId xmlns:a16="http://schemas.microsoft.com/office/drawing/2014/main" val="1000969987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176893632"/>
                    </a:ext>
                  </a:extLst>
                </a:gridCol>
                <a:gridCol w="1022206">
                  <a:extLst>
                    <a:ext uri="{9D8B030D-6E8A-4147-A177-3AD203B41FA5}">
                      <a16:colId xmlns:a16="http://schemas.microsoft.com/office/drawing/2014/main" val="1823104482"/>
                    </a:ext>
                  </a:extLst>
                </a:gridCol>
              </a:tblGrid>
              <a:tr h="4301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No.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Version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변경내용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4095972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852735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41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856841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41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302717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619570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08761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052140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605845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58623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452068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061812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869496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365335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517289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672156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494814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53215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821DA78-8A4A-4A12-B9F9-4EF034E1B41E}"/>
              </a:ext>
            </a:extLst>
          </p:cNvPr>
          <p:cNvSpPr txBox="1"/>
          <p:nvPr userDrawn="1"/>
        </p:nvSpPr>
        <p:spPr>
          <a:xfrm>
            <a:off x="745145" y="342181"/>
            <a:ext cx="6228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kern="1200" noProof="0" dirty="0">
                <a:solidFill>
                  <a:schemeClr val="tx1"/>
                </a:solidFill>
                <a:latin typeface="+mj-ea"/>
                <a:ea typeface="+mj-ea"/>
                <a:cs typeface="+mj-cs"/>
              </a:rPr>
              <a:t>Revision History</a:t>
            </a:r>
            <a:endParaRPr lang="ko-KR" altLang="en-US" sz="3200" b="1" kern="1200" dirty="0">
              <a:solidFill>
                <a:schemeClr val="tx1"/>
              </a:solidFill>
              <a:latin typeface="+mj-ea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70387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1662C9F9-E77E-4BF7-A843-61D97FD3E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04" y="182543"/>
            <a:ext cx="9707848" cy="416675"/>
          </a:xfrm>
          <a:prstGeom prst="rect">
            <a:avLst/>
          </a:prstGeom>
        </p:spPr>
        <p:txBody>
          <a:bodyPr anchor="ctr"/>
          <a:lstStyle>
            <a:lvl1pPr>
              <a:defRPr kumimoji="1" lang="ko-KR" altLang="en-US" sz="1985" b="1" dirty="0" smtClea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377999" lvl="0" indent="-377999" algn="l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D4AE3E2B-4E8C-4162-A5AA-5801B2E6FC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9436" y="763574"/>
            <a:ext cx="9361040" cy="635223"/>
          </a:xfrm>
          <a:prstGeom prst="rect">
            <a:avLst/>
          </a:prstGeom>
        </p:spPr>
        <p:txBody>
          <a:bodyPr/>
          <a:lstStyle>
            <a:lvl1pPr marL="377999" indent="-377999">
              <a:lnSpc>
                <a:spcPts val="1800"/>
              </a:lnSpc>
              <a:buFont typeface="Wingdings" panose="05000000000000000000" pitchFamily="2" charset="2"/>
              <a:buChar char="l"/>
              <a:defRPr kumimoji="1" lang="ko-KR" altLang="en-US" sz="1200" b="1" kern="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defRPr>
            </a:lvl1pPr>
            <a:lvl2pPr>
              <a:lnSpc>
                <a:spcPts val="1800"/>
              </a:lnSpc>
              <a:defRPr sz="1000" b="1">
                <a:latin typeface="+mn-ea"/>
                <a:ea typeface="+mn-ea"/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3B61309-E2C1-4A72-B45F-5683582E6A1A}"/>
              </a:ext>
            </a:extLst>
          </p:cNvPr>
          <p:cNvCxnSpPr>
            <a:cxnSpLocks/>
          </p:cNvCxnSpPr>
          <p:nvPr userDrawn="1"/>
        </p:nvCxnSpPr>
        <p:spPr>
          <a:xfrm>
            <a:off x="731404" y="608979"/>
            <a:ext cx="10693188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114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2FFAE89C-26C2-4A37-9703-B2554DC80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900" y="1247547"/>
            <a:ext cx="2417382" cy="336292"/>
          </a:xfrm>
          <a:prstGeom prst="rect">
            <a:avLst/>
          </a:prstGeom>
          <a:solidFill>
            <a:srgbClr val="121212"/>
          </a:solidFill>
        </p:spPr>
        <p:txBody>
          <a:bodyPr lIns="68415" tIns="34208" rIns="68415" bIns="34208" anchor="b"/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96E08EBE-2F64-4036-98B1-F4BA03AA5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726" y="1658744"/>
            <a:ext cx="10815294" cy="258087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ABED9E1D-64CA-4CB7-A7ED-14931573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7" y="404664"/>
            <a:ext cx="10815295" cy="576064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32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5DD97E93-B710-47CB-BFCE-00E680ED8A1C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67407" y="2685858"/>
            <a:ext cx="10815294" cy="862693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6DE402A5-1D85-467E-804A-4F981AD8A33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62727" y="4015304"/>
            <a:ext cx="10815294" cy="639536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37B18CFD-A4A1-4DF1-9F33-2228C8DC16B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62727" y="5385388"/>
            <a:ext cx="5333273" cy="639536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3" name="내용 개체 틀 3">
            <a:extLst>
              <a:ext uri="{FF2B5EF4-FFF2-40B4-BE49-F238E27FC236}">
                <a16:creationId xmlns:a16="http://schemas.microsoft.com/office/drawing/2014/main" id="{15D26BC7-8465-44E3-812E-CF519DCBE0AB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096000" y="5385388"/>
            <a:ext cx="5333273" cy="639536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0675D0C7-74F0-4E24-B5CD-9E41D747A518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40899" y="2258555"/>
            <a:ext cx="2417383" cy="336292"/>
          </a:xfrm>
          <a:prstGeom prst="rect">
            <a:avLst/>
          </a:prstGeom>
          <a:solidFill>
            <a:srgbClr val="121212"/>
          </a:solidFill>
        </p:spPr>
        <p:txBody>
          <a:bodyPr lIns="68415" tIns="34208" rIns="68415" bIns="34208" anchor="b"/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B9546058-31E6-4BFA-A53A-87FBEE9B9A2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40899" y="3613782"/>
            <a:ext cx="2417384" cy="336292"/>
          </a:xfrm>
          <a:prstGeom prst="rect">
            <a:avLst/>
          </a:prstGeom>
          <a:solidFill>
            <a:srgbClr val="121212"/>
          </a:solidFill>
        </p:spPr>
        <p:txBody>
          <a:bodyPr lIns="68415" tIns="34208" rIns="68415" bIns="34208" anchor="b"/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16" name="텍스트 개체 틀 2">
            <a:extLst>
              <a:ext uri="{FF2B5EF4-FFF2-40B4-BE49-F238E27FC236}">
                <a16:creationId xmlns:a16="http://schemas.microsoft.com/office/drawing/2014/main" id="{BA82B758-C36F-4C38-946D-1DE2884F54DE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7494" y="4913593"/>
            <a:ext cx="2420789" cy="336292"/>
          </a:xfrm>
          <a:prstGeom prst="rect">
            <a:avLst/>
          </a:prstGeom>
          <a:solidFill>
            <a:srgbClr val="121212"/>
          </a:solidFill>
        </p:spPr>
        <p:txBody>
          <a:bodyPr lIns="68415" tIns="34208" rIns="68415" bIns="34208" anchor="b"/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9257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E78587AB-5770-4348-BEE8-0D7014F52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7973" y="2147161"/>
            <a:ext cx="2403710" cy="336292"/>
          </a:xfrm>
          <a:prstGeom prst="rect">
            <a:avLst/>
          </a:prstGeom>
          <a:noFill/>
        </p:spPr>
        <p:txBody>
          <a:bodyPr lIns="68415" tIns="34208" rIns="68415" bIns="34208" anchor="b"/>
          <a:lstStyle>
            <a:lvl1pPr marL="0" indent="0" algn="ctr">
              <a:buNone/>
              <a:defRPr sz="1600" b="1">
                <a:solidFill>
                  <a:srgbClr val="12121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77389F80-B845-4958-B8DD-4E07D70F3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974" y="2790373"/>
            <a:ext cx="2403710" cy="3020062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defRPr sz="1100" b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23248DF7-D6D4-4F8F-8D70-ACCD03D84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7" y="404664"/>
            <a:ext cx="10815295" cy="576064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32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81F1EDFC-76D6-4E99-A218-D8E85DBD30F4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535142" y="2790373"/>
            <a:ext cx="2403710" cy="3020064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 b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441B36D0-6772-4C75-8313-42F1623872F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56794" y="2790373"/>
            <a:ext cx="2403710" cy="3020064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 b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CDA65BD1-CC03-4940-84E6-7935312C731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940316" y="2790372"/>
            <a:ext cx="2403710" cy="3020065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 b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8ED74EE4-7B4D-4879-8C22-661E78387330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3531496" y="2147161"/>
            <a:ext cx="2403712" cy="336292"/>
          </a:xfrm>
          <a:prstGeom prst="rect">
            <a:avLst/>
          </a:prstGeom>
          <a:noFill/>
        </p:spPr>
        <p:txBody>
          <a:bodyPr lIns="68415" tIns="34208" rIns="68415" bIns="34208" anchor="b"/>
          <a:lstStyle>
            <a:lvl1pPr marL="0" indent="0" algn="ctr">
              <a:buNone/>
              <a:defRPr sz="1600" b="1">
                <a:solidFill>
                  <a:srgbClr val="12121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E44D078F-D20D-4923-AD68-FB0A14D6266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256794" y="2147161"/>
            <a:ext cx="2403710" cy="336292"/>
          </a:xfrm>
          <a:prstGeom prst="rect">
            <a:avLst/>
          </a:prstGeom>
          <a:noFill/>
        </p:spPr>
        <p:txBody>
          <a:bodyPr lIns="68415" tIns="34208" rIns="68415" bIns="34208" anchor="b"/>
          <a:lstStyle>
            <a:lvl1pPr marL="0" indent="0" algn="ctr">
              <a:buNone/>
              <a:defRPr sz="1600" b="1">
                <a:solidFill>
                  <a:srgbClr val="12121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E2D1E237-2CDF-42AA-9676-9428D1707D40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940316" y="2147161"/>
            <a:ext cx="2403710" cy="336292"/>
          </a:xfrm>
          <a:prstGeom prst="rect">
            <a:avLst/>
          </a:prstGeom>
          <a:noFill/>
        </p:spPr>
        <p:txBody>
          <a:bodyPr lIns="68415" tIns="34208" rIns="68415" bIns="34208" anchor="b"/>
          <a:lstStyle>
            <a:lvl1pPr marL="0" indent="0" algn="ctr">
              <a:buNone/>
              <a:defRPr sz="1600" b="1">
                <a:solidFill>
                  <a:srgbClr val="12121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BE35CA5-5996-46C3-B34E-E5CCCB574C19}"/>
              </a:ext>
            </a:extLst>
          </p:cNvPr>
          <p:cNvCxnSpPr/>
          <p:nvPr userDrawn="1"/>
        </p:nvCxnSpPr>
        <p:spPr bwMode="auto">
          <a:xfrm>
            <a:off x="847974" y="2636912"/>
            <a:ext cx="240371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3C39B7D-98B4-46AE-80F7-73CFC9193500}"/>
              </a:ext>
            </a:extLst>
          </p:cNvPr>
          <p:cNvCxnSpPr/>
          <p:nvPr userDrawn="1"/>
        </p:nvCxnSpPr>
        <p:spPr bwMode="auto">
          <a:xfrm>
            <a:off x="3545421" y="2636912"/>
            <a:ext cx="240371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0FB8ADE-B5C4-4FC1-975D-393A59B12515}"/>
              </a:ext>
            </a:extLst>
          </p:cNvPr>
          <p:cNvCxnSpPr/>
          <p:nvPr userDrawn="1"/>
        </p:nvCxnSpPr>
        <p:spPr bwMode="auto">
          <a:xfrm>
            <a:off x="6242868" y="2636912"/>
            <a:ext cx="240371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52D6394-1AD7-4D7A-86DD-9CDDAAE6908B}"/>
              </a:ext>
            </a:extLst>
          </p:cNvPr>
          <p:cNvCxnSpPr/>
          <p:nvPr userDrawn="1"/>
        </p:nvCxnSpPr>
        <p:spPr bwMode="auto">
          <a:xfrm>
            <a:off x="8940316" y="2631266"/>
            <a:ext cx="240371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650341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1774E-E425-43E9-B72D-999EE3A96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7" y="404664"/>
            <a:ext cx="10815295" cy="576064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32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9989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74444B16-44AC-4A3A-8779-E5046B9A4C6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16651" y="2528900"/>
            <a:ext cx="9231777" cy="79903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간지 </a:t>
            </a:r>
          </a:p>
        </p:txBody>
      </p:sp>
      <p:sp>
        <p:nvSpPr>
          <p:cNvPr id="10" name="텍스트 개체 틀 34">
            <a:extLst>
              <a:ext uri="{FF2B5EF4-FFF2-40B4-BE49-F238E27FC236}">
                <a16:creationId xmlns:a16="http://schemas.microsoft.com/office/drawing/2014/main" id="{F1BFE14A-B893-4F33-84BF-9A21A5C214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396" y="1186538"/>
            <a:ext cx="1713438" cy="1295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600" b="1">
                <a:solidFill>
                  <a:schemeClr val="bg1">
                    <a:alpha val="2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2567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49928AEF-070D-4FA2-914F-02A332F4C96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358599"/>
            <a:ext cx="2520000" cy="215900"/>
          </a:xfrm>
          <a:prstGeom prst="rect">
            <a:avLst/>
          </a:prstGeom>
          <a:solidFill>
            <a:srgbClr val="000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Noto Sans CJK KR Bold" panose="020B0800000000000000" pitchFamily="34" charset="-127"/>
              </a:rPr>
              <a:t>Description</a:t>
            </a: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99C53D33-D8E3-401B-864E-5F415930A2B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574500"/>
            <a:ext cx="2520000" cy="609458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08444F5-C798-498E-A546-658293836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66733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A2547EB0-3659-1B95-4773-78F38A57A9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kumimoji="1"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2522564-8278-7D7D-228C-E9E5AC41D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4D1BC07-5CCE-F0DE-35DF-DB61BED312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358599"/>
            <a:ext cx="2520000" cy="215900"/>
          </a:xfrm>
          <a:prstGeom prst="rect">
            <a:avLst/>
          </a:prstGeom>
          <a:solidFill>
            <a:srgbClr val="000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Noto Sans CJK KR Bold" panose="020B0800000000000000" pitchFamily="34" charset="-127"/>
              </a:rPr>
              <a:t>Description</a:t>
            </a:r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9A54BA25-51B9-AD8E-E4ED-8F13124661C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574500"/>
            <a:ext cx="2520000" cy="609458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2738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3">
            <a:extLst>
              <a:ext uri="{FF2B5EF4-FFF2-40B4-BE49-F238E27FC236}">
                <a16:creationId xmlns:a16="http://schemas.microsoft.com/office/drawing/2014/main" id="{A81F42EB-2C01-4027-B5AC-D3FA0BF1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  <p:sp>
        <p:nvSpPr>
          <p:cNvPr id="2" name="텍스트 개체 틀 3">
            <a:extLst>
              <a:ext uri="{FF2B5EF4-FFF2-40B4-BE49-F238E27FC236}">
                <a16:creationId xmlns:a16="http://schemas.microsoft.com/office/drawing/2014/main" id="{10AFACCB-775B-B405-F5ED-A3DBE7BC17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kumimoji="1"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093036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49928AEF-070D-4FA2-914F-02A332F4C96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358599"/>
            <a:ext cx="2520000" cy="215900"/>
          </a:xfrm>
          <a:prstGeom prst="rect">
            <a:avLst/>
          </a:prstGeom>
          <a:solidFill>
            <a:srgbClr val="000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Noto Sans CJK KR Bold" panose="020B0800000000000000" pitchFamily="34" charset="-127"/>
              </a:rPr>
              <a:t>Description</a:t>
            </a: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99C53D33-D8E3-401B-864E-5F415930A2B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574500"/>
            <a:ext cx="2520000" cy="609458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6" name="제목 3">
            <a:extLst>
              <a:ext uri="{FF2B5EF4-FFF2-40B4-BE49-F238E27FC236}">
                <a16:creationId xmlns:a16="http://schemas.microsoft.com/office/drawing/2014/main" id="{D7053FFE-96F8-4423-B515-993136B44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93237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E67DB4B-E592-4196-8C94-AFFFB6C60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70902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96E04349-9913-4672-8033-1D329B8505C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332" y="5697252"/>
            <a:ext cx="12061340" cy="2159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Noto Sans CJK KR Bold" panose="020B0800000000000000" pitchFamily="34" charset="-127"/>
              </a:rPr>
              <a:t>Description</a:t>
            </a:r>
          </a:p>
        </p:txBody>
      </p:sp>
      <p:sp>
        <p:nvSpPr>
          <p:cNvPr id="10" name="Rectangle 30">
            <a:extLst>
              <a:ext uri="{FF2B5EF4-FFF2-40B4-BE49-F238E27FC236}">
                <a16:creationId xmlns:a16="http://schemas.microsoft.com/office/drawing/2014/main" id="{AE8E236D-5BF6-4129-812E-212CC8620B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332" y="5913152"/>
            <a:ext cx="12061512" cy="7559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969696"/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5" name="제목 3">
            <a:extLst>
              <a:ext uri="{FF2B5EF4-FFF2-40B4-BE49-F238E27FC236}">
                <a16:creationId xmlns:a16="http://schemas.microsoft.com/office/drawing/2014/main" id="{46496B94-50A9-44E0-983D-2A5B7DD7B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72859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2AB3B99-282F-4432-9446-316555E9B24D}"/>
              </a:ext>
            </a:extLst>
          </p:cNvPr>
          <p:cNvCxnSpPr>
            <a:cxnSpLocks/>
          </p:cNvCxnSpPr>
          <p:nvPr userDrawn="1"/>
        </p:nvCxnSpPr>
        <p:spPr>
          <a:xfrm>
            <a:off x="1559496" y="731916"/>
            <a:ext cx="0" cy="5937172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644DC8CF-4752-487E-9058-BFE9CD4F30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1256794" y="873718"/>
            <a:ext cx="61759" cy="61759"/>
          </a:xfrm>
          <a:prstGeom prst="rect">
            <a:avLst/>
          </a:prstGeom>
        </p:spPr>
      </p:pic>
      <p:cxnSp>
        <p:nvCxnSpPr>
          <p:cNvPr id="22" name="Shape 150">
            <a:extLst>
              <a:ext uri="{FF2B5EF4-FFF2-40B4-BE49-F238E27FC236}">
                <a16:creationId xmlns:a16="http://schemas.microsoft.com/office/drawing/2014/main" id="{31A099EB-BBC7-4FA7-8275-4EB08188CB22}"/>
              </a:ext>
            </a:extLst>
          </p:cNvPr>
          <p:cNvCxnSpPr>
            <a:cxnSpLocks/>
          </p:cNvCxnSpPr>
          <p:nvPr userDrawn="1"/>
        </p:nvCxnSpPr>
        <p:spPr>
          <a:xfrm>
            <a:off x="119336" y="720445"/>
            <a:ext cx="9286582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Shape 152">
            <a:extLst>
              <a:ext uri="{FF2B5EF4-FFF2-40B4-BE49-F238E27FC236}">
                <a16:creationId xmlns:a16="http://schemas.microsoft.com/office/drawing/2014/main" id="{3C52B3C2-3283-4911-8A36-6A439DFDA55D}"/>
              </a:ext>
            </a:extLst>
          </p:cNvPr>
          <p:cNvSpPr txBox="1"/>
          <p:nvPr userDrawn="1"/>
        </p:nvSpPr>
        <p:spPr>
          <a:xfrm>
            <a:off x="7752184" y="469543"/>
            <a:ext cx="1653734" cy="20005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ko-KR" sz="800" dirty="0">
                <a:solidFill>
                  <a:srgbClr val="FF0000"/>
                </a:solidFill>
                <a:latin typeface="+mn-ea"/>
                <a:ea typeface="+mn-ea"/>
                <a:cs typeface="Arial"/>
                <a:sym typeface="Arial"/>
              </a:rPr>
              <a:t>로그아웃</a:t>
            </a:r>
          </a:p>
        </p:txBody>
      </p:sp>
      <p:sp>
        <p:nvSpPr>
          <p:cNvPr id="24" name="Shape 151">
            <a:extLst>
              <a:ext uri="{FF2B5EF4-FFF2-40B4-BE49-F238E27FC236}">
                <a16:creationId xmlns:a16="http://schemas.microsoft.com/office/drawing/2014/main" id="{24F040E7-595D-43B1-B343-ADEEEC8046EB}"/>
              </a:ext>
            </a:extLst>
          </p:cNvPr>
          <p:cNvSpPr txBox="1"/>
          <p:nvPr userDrawn="1"/>
        </p:nvSpPr>
        <p:spPr>
          <a:xfrm>
            <a:off x="373460" y="431073"/>
            <a:ext cx="1353760" cy="27699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ko-KR" altLang="en-US" sz="1200" b="1" dirty="0">
                <a:solidFill>
                  <a:schemeClr val="dk1"/>
                </a:solidFill>
                <a:latin typeface="+mj-ea"/>
                <a:ea typeface="+mj-ea"/>
                <a:cs typeface="Arial"/>
                <a:sym typeface="Arial"/>
              </a:rPr>
              <a:t>관리자</a:t>
            </a:r>
            <a:endParaRPr lang="ko-KR" sz="1000" b="0" dirty="0">
              <a:solidFill>
                <a:schemeClr val="dk1"/>
              </a:solidFill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B2D8B714-3826-4235-A274-B371A86496A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55340" y="808790"/>
            <a:ext cx="883334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6" name="내용 개체 틀 2">
            <a:extLst>
              <a:ext uri="{FF2B5EF4-FFF2-40B4-BE49-F238E27FC236}">
                <a16:creationId xmlns:a16="http://schemas.microsoft.com/office/drawing/2014/main" id="{F3FFBB85-3D49-478E-8A0A-4190E79615B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0906" y="1065070"/>
            <a:ext cx="1104824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FFCFE054-0ECC-4302-AC88-9F4FB17796F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358599"/>
            <a:ext cx="2520000" cy="215900"/>
          </a:xfrm>
          <a:prstGeom prst="rect">
            <a:avLst/>
          </a:prstGeom>
          <a:solidFill>
            <a:srgbClr val="000000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</a:rPr>
              <a:t>Description</a:t>
            </a:r>
          </a:p>
        </p:txBody>
      </p:sp>
      <p:sp>
        <p:nvSpPr>
          <p:cNvPr id="16" name="Rectangle 30">
            <a:extLst>
              <a:ext uri="{FF2B5EF4-FFF2-40B4-BE49-F238E27FC236}">
                <a16:creationId xmlns:a16="http://schemas.microsoft.com/office/drawing/2014/main" id="{2E5BA5BB-C182-41DB-8951-9969058283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574500"/>
            <a:ext cx="2520000" cy="609458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12" name="제목 3">
            <a:extLst>
              <a:ext uri="{FF2B5EF4-FFF2-40B4-BE49-F238E27FC236}">
                <a16:creationId xmlns:a16="http://schemas.microsoft.com/office/drawing/2014/main" id="{A5FAEA02-93C1-4975-8F3C-41659756A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209870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74075621-C8CC-4F8A-8E6B-C71CD4F344F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31504" y="134250"/>
            <a:ext cx="4716524" cy="191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86871D33-3ABF-460D-8BF7-350CE83F6AB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631504" y="350274"/>
            <a:ext cx="4716524" cy="191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01D8848F-6271-4F9A-820F-3833086784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1504" y="566299"/>
            <a:ext cx="4716524" cy="1813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D624A110-63E5-4953-8E44-DE1FC01A552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68208" y="116632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0CC34DEB-4287-4967-9547-87C363BC55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68208" y="341464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320021F2-4856-4BDF-A4BA-EC1AC94ADDD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968208" y="543342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05142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FEEC407-B1BA-4908-8319-AE741334BFEF}"/>
              </a:ext>
            </a:extLst>
          </p:cNvPr>
          <p:cNvCxnSpPr>
            <a:cxnSpLocks/>
          </p:cNvCxnSpPr>
          <p:nvPr userDrawn="1"/>
        </p:nvCxnSpPr>
        <p:spPr>
          <a:xfrm>
            <a:off x="1559496" y="1127960"/>
            <a:ext cx="0" cy="5577404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FB03B96E-0EE1-4078-8996-DA2B60EDDC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1256794" y="1269762"/>
            <a:ext cx="61759" cy="61759"/>
          </a:xfrm>
          <a:prstGeom prst="rect">
            <a:avLst/>
          </a:prstGeom>
        </p:spPr>
      </p:pic>
      <p:cxnSp>
        <p:nvCxnSpPr>
          <p:cNvPr id="11" name="Shape 150">
            <a:extLst>
              <a:ext uri="{FF2B5EF4-FFF2-40B4-BE49-F238E27FC236}">
                <a16:creationId xmlns:a16="http://schemas.microsoft.com/office/drawing/2014/main" id="{A00C0042-810B-4753-9057-7D65FCBF3409}"/>
              </a:ext>
            </a:extLst>
          </p:cNvPr>
          <p:cNvCxnSpPr>
            <a:cxnSpLocks/>
          </p:cNvCxnSpPr>
          <p:nvPr userDrawn="1"/>
        </p:nvCxnSpPr>
        <p:spPr>
          <a:xfrm>
            <a:off x="119336" y="1116489"/>
            <a:ext cx="9937105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Shape 152">
            <a:extLst>
              <a:ext uri="{FF2B5EF4-FFF2-40B4-BE49-F238E27FC236}">
                <a16:creationId xmlns:a16="http://schemas.microsoft.com/office/drawing/2014/main" id="{2B814782-4AF7-48A9-AF9A-E66F6B54BDCD}"/>
              </a:ext>
            </a:extLst>
          </p:cNvPr>
          <p:cNvSpPr txBox="1"/>
          <p:nvPr userDrawn="1"/>
        </p:nvSpPr>
        <p:spPr>
          <a:xfrm>
            <a:off x="8402706" y="865587"/>
            <a:ext cx="1653734" cy="20005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ko-KR" sz="800" dirty="0">
                <a:solidFill>
                  <a:srgbClr val="FF0000"/>
                </a:solidFill>
                <a:latin typeface="+mn-ea"/>
                <a:ea typeface="+mn-ea"/>
                <a:cs typeface="Arial"/>
                <a:sym typeface="Arial"/>
              </a:rPr>
              <a:t>로그아웃</a:t>
            </a:r>
          </a:p>
        </p:txBody>
      </p:sp>
      <p:sp>
        <p:nvSpPr>
          <p:cNvPr id="13" name="Shape 151">
            <a:extLst>
              <a:ext uri="{FF2B5EF4-FFF2-40B4-BE49-F238E27FC236}">
                <a16:creationId xmlns:a16="http://schemas.microsoft.com/office/drawing/2014/main" id="{C31813A7-069D-4E10-9146-BB9F72984203}"/>
              </a:ext>
            </a:extLst>
          </p:cNvPr>
          <p:cNvSpPr txBox="1"/>
          <p:nvPr userDrawn="1"/>
        </p:nvSpPr>
        <p:spPr>
          <a:xfrm>
            <a:off x="373460" y="827117"/>
            <a:ext cx="1353760" cy="27699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ko-KR" altLang="en-US" sz="1200" b="1" dirty="0">
                <a:solidFill>
                  <a:schemeClr val="dk1"/>
                </a:solidFill>
                <a:latin typeface="+mn-ea"/>
                <a:ea typeface="+mn-ea"/>
                <a:cs typeface="Arial"/>
                <a:sym typeface="Arial"/>
              </a:rPr>
              <a:t>관리자</a:t>
            </a:r>
            <a:endParaRPr lang="ko-KR" sz="1000" b="0" dirty="0">
              <a:solidFill>
                <a:schemeClr val="dk1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C14F0D94-7541-4D11-B362-58ADA5A2AB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31504" y="134250"/>
            <a:ext cx="4716524" cy="191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11AA27BD-7B4F-4830-A709-8D8521736B3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631504" y="350274"/>
            <a:ext cx="4716524" cy="191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74D4EB2C-2217-4113-8475-BA6DC183B55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1504" y="566299"/>
            <a:ext cx="4716524" cy="1813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10BA991B-9DE3-4BA6-A82D-AAAD5944FB1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68208" y="116632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6" name="내용 개체 틀 2">
            <a:extLst>
              <a:ext uri="{FF2B5EF4-FFF2-40B4-BE49-F238E27FC236}">
                <a16:creationId xmlns:a16="http://schemas.microsoft.com/office/drawing/2014/main" id="{371E2156-5B63-41E6-BC82-C70067336D8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68208" y="341464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2C122C07-68A4-4E85-A833-DE60517A306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968208" y="543342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E00C3773-94AB-4EAB-B140-7BC5CEEB8D4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55340" y="1204834"/>
            <a:ext cx="883334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4559F9D6-638B-43CD-8C6D-85734348F6E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0906" y="1461114"/>
            <a:ext cx="1104824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03309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D4F21E7-C2FE-E7BC-DEE4-72665C45E2E9}"/>
              </a:ext>
            </a:extLst>
          </p:cNvPr>
          <p:cNvSpPr txBox="1"/>
          <p:nvPr userDrawn="1"/>
        </p:nvSpPr>
        <p:spPr>
          <a:xfrm>
            <a:off x="3357079" y="2492896"/>
            <a:ext cx="5477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spc="300" dirty="0">
                <a:solidFill>
                  <a:srgbClr val="EAEAEA"/>
                </a:solidFill>
                <a:latin typeface="Montserrat ExtraBold" panose="00000900000000000000" pitchFamily="2" charset="0"/>
              </a:rPr>
              <a:t>THANK YOU</a:t>
            </a:r>
            <a:endParaRPr lang="ko-KR" altLang="en-US" sz="4800" spc="300" dirty="0">
              <a:solidFill>
                <a:srgbClr val="EAEAEA"/>
              </a:solidFill>
              <a:latin typeface="Montserrat ExtraBold" panose="00000900000000000000" pitchFamily="2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F03EC9B-960B-C51D-4154-3842B8BA3A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902" y="3285731"/>
            <a:ext cx="4316342" cy="286537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AA16194F-8309-5EDA-6B88-4395AE7796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4379" y="3692336"/>
            <a:ext cx="1663241" cy="19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9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9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416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F6C1181-D904-8123-8AA6-7A9BB98909B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975" y="474684"/>
            <a:ext cx="3133616" cy="286537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80CEB5CB-463F-E4F6-530D-E1CF3472D59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5420" y="484780"/>
            <a:ext cx="1663238" cy="19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660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9" r:id="rId2"/>
    <p:sldLayoutId id="2147483742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4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1A793A2-C065-17D4-D6AF-5C61681A2B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005" y="692696"/>
            <a:ext cx="274344" cy="5797798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CA9DFC71-0185-9164-0361-91588FC065E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078" y="6174394"/>
            <a:ext cx="1438073" cy="17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701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6EB1DE36-CC80-4EA8-BA53-BA2B824457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872772" y="6696583"/>
            <a:ext cx="263952" cy="159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7987" tIns="17987" rIns="17987" bIns="17987" anchor="ctr">
            <a:spAutoFit/>
          </a:bodyPr>
          <a:lstStyle/>
          <a:p>
            <a:pPr algn="r" defTabSz="914581">
              <a:defRPr/>
            </a:pPr>
            <a:fld id="{47234B63-C68F-4032-AC0C-95FA31D64F75}" type="slidenum">
              <a:rPr lang="en-US" altLang="ko-KR" sz="800">
                <a:solidFill>
                  <a:srgbClr val="969696"/>
                </a:solidFill>
                <a:latin typeface="Arial" panose="020B0604020202020204" pitchFamily="34" charset="0"/>
                <a:ea typeface="Noto Sans CJK KR Black" panose="020B0A00000000000000" pitchFamily="34" charset="-127"/>
                <a:cs typeface="Arial" panose="020B0604020202020204" pitchFamily="34" charset="0"/>
              </a:rPr>
              <a:pPr algn="r" defTabSz="914581">
                <a:defRPr/>
              </a:pPr>
              <a:t>‹#›</a:t>
            </a:fld>
            <a:r>
              <a:rPr lang="en-US" altLang="ko-KR" sz="800" dirty="0">
                <a:solidFill>
                  <a:srgbClr val="969696"/>
                </a:solidFill>
                <a:latin typeface="Arial" panose="020B0604020202020204" pitchFamily="34" charset="0"/>
                <a:ea typeface="Noto Sans CJK KR Black" panose="020B0A00000000000000" pitchFamily="34" charset="-127"/>
                <a:cs typeface="Arial" panose="020B0604020202020204" pitchFamily="34" charset="0"/>
              </a:rPr>
              <a:t> P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3AC9A696-4914-4603-B107-D817A64E58D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28448" y="6696583"/>
            <a:ext cx="1744324" cy="161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8415" tIns="34208" rIns="68415" bIns="34208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altLang="ko-KR" sz="600" dirty="0">
                <a:solidFill>
                  <a:srgbClr val="969696"/>
                </a:solidFill>
                <a:latin typeface="Arial" panose="020B0604020202020204" pitchFamily="34" charset="0"/>
                <a:ea typeface="Noto Sans CJK KR Regular" panose="020B0500000000000000" pitchFamily="34" charset="-127"/>
                <a:cs typeface="Arial" panose="020B0604020202020204" pitchFamily="34" charset="0"/>
              </a:rPr>
              <a:t>© </a:t>
            </a:r>
            <a:r>
              <a:rPr lang="en-US" altLang="ko-KR" sz="600" dirty="0" err="1">
                <a:solidFill>
                  <a:srgbClr val="969696"/>
                </a:solidFill>
                <a:latin typeface="Arial" panose="020B0604020202020204" pitchFamily="34" charset="0"/>
                <a:ea typeface="Noto Sans CJK KR Regular" panose="020B0500000000000000" pitchFamily="34" charset="-127"/>
                <a:cs typeface="Arial" panose="020B0604020202020204" pitchFamily="34" charset="0"/>
              </a:rPr>
              <a:t>Toonation</a:t>
            </a:r>
            <a:r>
              <a:rPr lang="en-US" altLang="ko-KR" sz="600" dirty="0">
                <a:solidFill>
                  <a:srgbClr val="969696"/>
                </a:solidFill>
                <a:latin typeface="Arial" panose="020B0604020202020204" pitchFamily="34" charset="0"/>
                <a:ea typeface="Noto Sans CJK KR Regular" panose="020B0500000000000000" pitchFamily="34" charset="-127"/>
                <a:cs typeface="Arial" panose="020B0604020202020204" pitchFamily="34" charset="0"/>
              </a:rPr>
              <a:t> Co., Ltd. All rights reserved.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DCB3F2C-96FD-4C2D-A509-18F1957D5D2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6" y="6696583"/>
            <a:ext cx="2017493" cy="18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029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8" r:id="rId2"/>
    <p:sldLayoutId id="2147483744" r:id="rId3"/>
    <p:sldLayoutId id="2147483745" r:id="rId4"/>
    <p:sldLayoutId id="2147483747" r:id="rId5"/>
    <p:sldLayoutId id="2147483780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549">
            <a:extLst>
              <a:ext uri="{FF2B5EF4-FFF2-40B4-BE49-F238E27FC236}">
                <a16:creationId xmlns:a16="http://schemas.microsoft.com/office/drawing/2014/main" id="{510E24F9-855F-4E48-A8E2-19F4A2FCF6A4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533973800"/>
              </p:ext>
            </p:extLst>
          </p:nvPr>
        </p:nvGraphicFramePr>
        <p:xfrm>
          <a:off x="144103" y="119789"/>
          <a:ext cx="12000569" cy="219760"/>
        </p:xfrm>
        <a:graphic>
          <a:graphicData uri="http://schemas.openxmlformats.org/drawingml/2006/table">
            <a:tbl>
              <a:tblPr/>
              <a:tblGrid>
                <a:gridCol w="1423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lt"/>
                          <a:ea typeface="+mn-ea"/>
                        </a:rPr>
                        <a:t>Page Name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lt"/>
                          <a:ea typeface="+mn-ea"/>
                        </a:rPr>
                        <a:t>Project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5">
            <a:extLst>
              <a:ext uri="{FF2B5EF4-FFF2-40B4-BE49-F238E27FC236}">
                <a16:creationId xmlns:a16="http://schemas.microsoft.com/office/drawing/2014/main" id="{A776E1B4-E3CA-41FB-AFE1-32E9AECB39F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872772" y="6696583"/>
            <a:ext cx="263952" cy="159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7987" tIns="17987" rIns="17987" bIns="17987" anchor="ctr">
            <a:spAutoFit/>
          </a:bodyPr>
          <a:lstStyle/>
          <a:p>
            <a:pPr algn="r" defTabSz="914581">
              <a:defRPr/>
            </a:pPr>
            <a:fld id="{47234B63-C68F-4032-AC0C-95FA31D64F75}" type="slidenum">
              <a:rPr lang="en-US" altLang="ko-KR" sz="80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pPr algn="r" defTabSz="914581">
                <a:defRPr/>
              </a:pPr>
              <a:t>‹#›</a:t>
            </a:fld>
            <a:r>
              <a:rPr lang="en-US" altLang="ko-KR" sz="800" dirty="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t> P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0658C5B-FEDB-4CC2-848E-D718EEB4B6E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6" y="6696583"/>
            <a:ext cx="2017493" cy="1844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1F065A-F145-4DF5-8199-BCBDC6326A40}"/>
              </a:ext>
            </a:extLst>
          </p:cNvPr>
          <p:cNvSpPr txBox="1"/>
          <p:nvPr userDrawn="1"/>
        </p:nvSpPr>
        <p:spPr>
          <a:xfrm>
            <a:off x="9642514" y="125608"/>
            <a:ext cx="9765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프로젝트 명 입력</a:t>
            </a:r>
          </a:p>
        </p:txBody>
      </p:sp>
      <p:sp>
        <p:nvSpPr>
          <p:cNvPr id="2" name="Rectangle 12">
            <a:extLst>
              <a:ext uri="{FF2B5EF4-FFF2-40B4-BE49-F238E27FC236}">
                <a16:creationId xmlns:a16="http://schemas.microsoft.com/office/drawing/2014/main" id="{D6C96E3D-DFF9-0F3C-188E-B429D2FFD8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28448" y="6696583"/>
            <a:ext cx="1744324" cy="161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8415" tIns="34208" rIns="68415" bIns="34208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altLang="ko-KR" sz="600" dirty="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© </a:t>
            </a:r>
            <a:r>
              <a:rPr lang="en-US" altLang="ko-KR" sz="600" dirty="0" err="1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Toonation</a:t>
            </a:r>
            <a:r>
              <a:rPr lang="en-US" altLang="ko-KR" sz="600" dirty="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04853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9" r:id="rId2"/>
    <p:sldLayoutId id="2147483773" r:id="rId3"/>
    <p:sldLayoutId id="2147483776" r:id="rId4"/>
    <p:sldLayoutId id="2147483777" r:id="rId5"/>
    <p:sldLayoutId id="2147483772" r:id="rId6"/>
    <p:sldLayoutId id="2147483775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549">
            <a:extLst>
              <a:ext uri="{FF2B5EF4-FFF2-40B4-BE49-F238E27FC236}">
                <a16:creationId xmlns:a16="http://schemas.microsoft.com/office/drawing/2014/main" id="{456A41FA-2756-48B1-955C-A9B209F21139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891659835"/>
              </p:ext>
            </p:extLst>
          </p:nvPr>
        </p:nvGraphicFramePr>
        <p:xfrm>
          <a:off x="144103" y="119789"/>
          <a:ext cx="9912338" cy="627829"/>
        </p:xfrm>
        <a:graphic>
          <a:graphicData uri="http://schemas.openxmlformats.org/drawingml/2006/table">
            <a:tbl>
              <a:tblPr/>
              <a:tblGrid>
                <a:gridCol w="1423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4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3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09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Screen ID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System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12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경로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작성자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94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페이지 설명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수정사항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작성일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/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버전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F191E0DB-7277-41D0-BCF4-B74530CADA9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54860" y="101901"/>
            <a:ext cx="1992931" cy="215900"/>
          </a:xfrm>
          <a:prstGeom prst="rect">
            <a:avLst/>
          </a:prstGeom>
          <a:solidFill>
            <a:srgbClr val="000000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Description</a:t>
            </a:r>
          </a:p>
        </p:txBody>
      </p:sp>
      <p:sp>
        <p:nvSpPr>
          <p:cNvPr id="9" name="Rectangle 30">
            <a:extLst>
              <a:ext uri="{FF2B5EF4-FFF2-40B4-BE49-F238E27FC236}">
                <a16:creationId xmlns:a16="http://schemas.microsoft.com/office/drawing/2014/main" id="{B014AFA6-4984-46E9-86E6-872BC27BF6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54860" y="317800"/>
            <a:ext cx="1989984" cy="635128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969696"/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A9843BCF-3D38-4A96-BDFD-4C3AD1DE59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872772" y="6696583"/>
            <a:ext cx="263952" cy="159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7987" tIns="17987" rIns="17987" bIns="17987" anchor="ctr">
            <a:spAutoFit/>
          </a:bodyPr>
          <a:lstStyle/>
          <a:p>
            <a:pPr algn="r" defTabSz="914581">
              <a:defRPr/>
            </a:pPr>
            <a:fld id="{47234B63-C68F-4032-AC0C-95FA31D64F75}" type="slidenum">
              <a:rPr lang="en-US" altLang="ko-KR" sz="80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pPr algn="r" defTabSz="914581">
                <a:defRPr/>
              </a:pPr>
              <a:t>‹#›</a:t>
            </a:fld>
            <a:r>
              <a:rPr lang="en-US" altLang="ko-KR" sz="800" dirty="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t> P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C310CE9-4709-47D4-9850-5A2A37A637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6" y="6696583"/>
            <a:ext cx="2017493" cy="184479"/>
          </a:xfrm>
          <a:prstGeom prst="rect">
            <a:avLst/>
          </a:prstGeom>
        </p:spPr>
      </p:pic>
      <p:sp>
        <p:nvSpPr>
          <p:cNvPr id="2" name="Rectangle 12">
            <a:extLst>
              <a:ext uri="{FF2B5EF4-FFF2-40B4-BE49-F238E27FC236}">
                <a16:creationId xmlns:a16="http://schemas.microsoft.com/office/drawing/2014/main" id="{BF1C5698-D9D0-2C1D-508E-7C2E66F70C8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28448" y="6696583"/>
            <a:ext cx="1744324" cy="161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8415" tIns="34208" rIns="68415" bIns="34208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altLang="ko-KR" sz="600" dirty="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© </a:t>
            </a:r>
            <a:r>
              <a:rPr lang="en-US" altLang="ko-KR" sz="600" dirty="0" err="1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Toonation</a:t>
            </a:r>
            <a:r>
              <a:rPr lang="en-US" altLang="ko-KR" sz="600" dirty="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04535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1718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microsoft.com/office/2007/relationships/hdphoto" Target="../media/hdphoto3.wdp"/><Relationship Id="rId5" Type="http://schemas.openxmlformats.org/officeDocument/2006/relationships/image" Target="../media/image18.png"/><Relationship Id="rId4" Type="http://schemas.microsoft.com/office/2007/relationships/hdphoto" Target="../media/hdphoto2.wdp"/><Relationship Id="rId9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1.png"/><Relationship Id="rId11" Type="http://schemas.openxmlformats.org/officeDocument/2006/relationships/image" Target="../media/image37.png"/><Relationship Id="rId5" Type="http://schemas.openxmlformats.org/officeDocument/2006/relationships/image" Target="../media/image30.png"/><Relationship Id="rId10" Type="http://schemas.openxmlformats.org/officeDocument/2006/relationships/image" Target="../media/image36.png"/><Relationship Id="rId4" Type="http://schemas.openxmlformats.org/officeDocument/2006/relationships/image" Target="../media/image29.png"/><Relationship Id="rId9" Type="http://schemas.openxmlformats.org/officeDocument/2006/relationships/image" Target="../media/image35.png"/><Relationship Id="rId1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4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5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4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1.png"/><Relationship Id="rId11" Type="http://schemas.openxmlformats.org/officeDocument/2006/relationships/image" Target="../media/image33.png"/><Relationship Id="rId5" Type="http://schemas.openxmlformats.org/officeDocument/2006/relationships/image" Target="../media/image30.png"/><Relationship Id="rId10" Type="http://schemas.openxmlformats.org/officeDocument/2006/relationships/image" Target="../media/image26.png"/><Relationship Id="rId4" Type="http://schemas.openxmlformats.org/officeDocument/2006/relationships/image" Target="../media/image29.png"/><Relationship Id="rId9" Type="http://schemas.openxmlformats.org/officeDocument/2006/relationships/image" Target="../media/image43.png"/><Relationship Id="rId14" Type="http://schemas.openxmlformats.org/officeDocument/2006/relationships/image" Target="../media/image4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0.png"/><Relationship Id="rId3" Type="http://schemas.openxmlformats.org/officeDocument/2006/relationships/image" Target="../media/image30.png"/><Relationship Id="rId7" Type="http://schemas.openxmlformats.org/officeDocument/2006/relationships/image" Target="../media/image43.png"/><Relationship Id="rId12" Type="http://schemas.openxmlformats.org/officeDocument/2006/relationships/image" Target="../media/image4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5.png"/><Relationship Id="rId11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26.png"/><Relationship Id="rId4" Type="http://schemas.openxmlformats.org/officeDocument/2006/relationships/image" Target="../media/image31.png"/><Relationship Id="rId9" Type="http://schemas.openxmlformats.org/officeDocument/2006/relationships/image" Target="../media/image48.png"/><Relationship Id="rId14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3.png"/><Relationship Id="rId4" Type="http://schemas.openxmlformats.org/officeDocument/2006/relationships/image" Target="../media/image29.png"/><Relationship Id="rId9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3.png"/><Relationship Id="rId4" Type="http://schemas.openxmlformats.org/officeDocument/2006/relationships/image" Target="../media/image29.png"/><Relationship Id="rId9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54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5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1.png"/><Relationship Id="rId11" Type="http://schemas.openxmlformats.org/officeDocument/2006/relationships/image" Target="../media/image52.png"/><Relationship Id="rId5" Type="http://schemas.openxmlformats.org/officeDocument/2006/relationships/image" Target="../media/image30.png"/><Relationship Id="rId10" Type="http://schemas.openxmlformats.org/officeDocument/2006/relationships/image" Target="../media/image33.png"/><Relationship Id="rId4" Type="http://schemas.openxmlformats.org/officeDocument/2006/relationships/image" Target="../media/image29.png"/><Relationship Id="rId9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57.png"/><Relationship Id="rId3" Type="http://schemas.openxmlformats.org/officeDocument/2006/relationships/image" Target="../media/image28.png"/><Relationship Id="rId7" Type="http://schemas.openxmlformats.org/officeDocument/2006/relationships/image" Target="../media/image35.png"/><Relationship Id="rId12" Type="http://schemas.openxmlformats.org/officeDocument/2006/relationships/image" Target="../media/image5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2.png"/><Relationship Id="rId11" Type="http://schemas.openxmlformats.org/officeDocument/2006/relationships/image" Target="../media/image55.png"/><Relationship Id="rId5" Type="http://schemas.openxmlformats.org/officeDocument/2006/relationships/image" Target="../media/image31.png"/><Relationship Id="rId10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3.png"/><Relationship Id="rId4" Type="http://schemas.openxmlformats.org/officeDocument/2006/relationships/image" Target="../media/image6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5.png"/><Relationship Id="rId7" Type="http://schemas.openxmlformats.org/officeDocument/2006/relationships/image" Target="../media/image68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2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66.png"/><Relationship Id="rId18" Type="http://schemas.openxmlformats.org/officeDocument/2006/relationships/image" Target="../media/image77.png"/><Relationship Id="rId3" Type="http://schemas.openxmlformats.org/officeDocument/2006/relationships/image" Target="../media/image64.png"/><Relationship Id="rId7" Type="http://schemas.openxmlformats.org/officeDocument/2006/relationships/image" Target="../media/image72.png"/><Relationship Id="rId12" Type="http://schemas.openxmlformats.org/officeDocument/2006/relationships/image" Target="../media/image76.png"/><Relationship Id="rId17" Type="http://schemas.openxmlformats.org/officeDocument/2006/relationships/image" Target="../media/image69.png"/><Relationship Id="rId2" Type="http://schemas.openxmlformats.org/officeDocument/2006/relationships/image" Target="../media/image61.png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png"/><Relationship Id="rId11" Type="http://schemas.openxmlformats.org/officeDocument/2006/relationships/image" Target="../media/image75.png"/><Relationship Id="rId5" Type="http://schemas.openxmlformats.org/officeDocument/2006/relationships/image" Target="../media/image70.png"/><Relationship Id="rId15" Type="http://schemas.openxmlformats.org/officeDocument/2006/relationships/image" Target="../media/image62.png"/><Relationship Id="rId10" Type="http://schemas.openxmlformats.org/officeDocument/2006/relationships/image" Target="../media/image63.png"/><Relationship Id="rId19" Type="http://schemas.openxmlformats.org/officeDocument/2006/relationships/image" Target="../media/image78.png"/><Relationship Id="rId4" Type="http://schemas.openxmlformats.org/officeDocument/2006/relationships/image" Target="../media/image65.png"/><Relationship Id="rId9" Type="http://schemas.openxmlformats.org/officeDocument/2006/relationships/image" Target="../media/image74.png"/><Relationship Id="rId14" Type="http://schemas.openxmlformats.org/officeDocument/2006/relationships/image" Target="../media/image67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9.png"/><Relationship Id="rId18" Type="http://schemas.openxmlformats.org/officeDocument/2006/relationships/image" Target="../media/image68.png"/><Relationship Id="rId3" Type="http://schemas.openxmlformats.org/officeDocument/2006/relationships/image" Target="../media/image64.png"/><Relationship Id="rId7" Type="http://schemas.openxmlformats.org/officeDocument/2006/relationships/image" Target="../media/image72.png"/><Relationship Id="rId12" Type="http://schemas.openxmlformats.org/officeDocument/2006/relationships/image" Target="../media/image76.png"/><Relationship Id="rId17" Type="http://schemas.openxmlformats.org/officeDocument/2006/relationships/image" Target="../media/image62.png"/><Relationship Id="rId2" Type="http://schemas.openxmlformats.org/officeDocument/2006/relationships/image" Target="../media/image61.png"/><Relationship Id="rId16" Type="http://schemas.openxmlformats.org/officeDocument/2006/relationships/image" Target="../media/image67.png"/><Relationship Id="rId20" Type="http://schemas.openxmlformats.org/officeDocument/2006/relationships/image" Target="../media/image7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png"/><Relationship Id="rId11" Type="http://schemas.openxmlformats.org/officeDocument/2006/relationships/image" Target="../media/image75.png"/><Relationship Id="rId5" Type="http://schemas.openxmlformats.org/officeDocument/2006/relationships/image" Target="../media/image70.png"/><Relationship Id="rId15" Type="http://schemas.openxmlformats.org/officeDocument/2006/relationships/image" Target="../media/image66.png"/><Relationship Id="rId10" Type="http://schemas.openxmlformats.org/officeDocument/2006/relationships/image" Target="../media/image63.png"/><Relationship Id="rId19" Type="http://schemas.openxmlformats.org/officeDocument/2006/relationships/image" Target="../media/image69.png"/><Relationship Id="rId4" Type="http://schemas.openxmlformats.org/officeDocument/2006/relationships/image" Target="../media/image65.png"/><Relationship Id="rId9" Type="http://schemas.openxmlformats.org/officeDocument/2006/relationships/image" Target="../media/image74.png"/><Relationship Id="rId14" Type="http://schemas.openxmlformats.org/officeDocument/2006/relationships/image" Target="../media/image8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81.png"/><Relationship Id="rId18" Type="http://schemas.openxmlformats.org/officeDocument/2006/relationships/image" Target="../media/image68.png"/><Relationship Id="rId3" Type="http://schemas.openxmlformats.org/officeDocument/2006/relationships/image" Target="../media/image64.png"/><Relationship Id="rId7" Type="http://schemas.openxmlformats.org/officeDocument/2006/relationships/image" Target="../media/image72.png"/><Relationship Id="rId12" Type="http://schemas.openxmlformats.org/officeDocument/2006/relationships/image" Target="../media/image76.png"/><Relationship Id="rId17" Type="http://schemas.openxmlformats.org/officeDocument/2006/relationships/image" Target="../media/image62.png"/><Relationship Id="rId2" Type="http://schemas.openxmlformats.org/officeDocument/2006/relationships/image" Target="../media/image61.png"/><Relationship Id="rId16" Type="http://schemas.openxmlformats.org/officeDocument/2006/relationships/image" Target="../media/image67.png"/><Relationship Id="rId20" Type="http://schemas.openxmlformats.org/officeDocument/2006/relationships/image" Target="../media/image7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png"/><Relationship Id="rId11" Type="http://schemas.openxmlformats.org/officeDocument/2006/relationships/image" Target="../media/image75.png"/><Relationship Id="rId5" Type="http://schemas.openxmlformats.org/officeDocument/2006/relationships/image" Target="../media/image70.png"/><Relationship Id="rId15" Type="http://schemas.openxmlformats.org/officeDocument/2006/relationships/image" Target="../media/image66.png"/><Relationship Id="rId10" Type="http://schemas.openxmlformats.org/officeDocument/2006/relationships/image" Target="../media/image63.png"/><Relationship Id="rId19" Type="http://schemas.openxmlformats.org/officeDocument/2006/relationships/image" Target="../media/image69.png"/><Relationship Id="rId4" Type="http://schemas.openxmlformats.org/officeDocument/2006/relationships/image" Target="../media/image65.png"/><Relationship Id="rId9" Type="http://schemas.openxmlformats.org/officeDocument/2006/relationships/image" Target="../media/image74.png"/><Relationship Id="rId14" Type="http://schemas.openxmlformats.org/officeDocument/2006/relationships/image" Target="../media/image82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74.png"/><Relationship Id="rId18" Type="http://schemas.openxmlformats.org/officeDocument/2006/relationships/image" Target="../media/image67.png"/><Relationship Id="rId3" Type="http://schemas.openxmlformats.org/officeDocument/2006/relationships/image" Target="../media/image64.png"/><Relationship Id="rId21" Type="http://schemas.openxmlformats.org/officeDocument/2006/relationships/image" Target="../media/image69.png"/><Relationship Id="rId7" Type="http://schemas.openxmlformats.org/officeDocument/2006/relationships/image" Target="../media/image83.png"/><Relationship Id="rId12" Type="http://schemas.openxmlformats.org/officeDocument/2006/relationships/image" Target="../media/image71.png"/><Relationship Id="rId17" Type="http://schemas.openxmlformats.org/officeDocument/2006/relationships/image" Target="../media/image66.png"/><Relationship Id="rId25" Type="http://schemas.openxmlformats.org/officeDocument/2006/relationships/image" Target="../media/image88.png"/><Relationship Id="rId2" Type="http://schemas.openxmlformats.org/officeDocument/2006/relationships/image" Target="../media/image61.png"/><Relationship Id="rId16" Type="http://schemas.openxmlformats.org/officeDocument/2006/relationships/image" Target="../media/image72.png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png"/><Relationship Id="rId11" Type="http://schemas.openxmlformats.org/officeDocument/2006/relationships/image" Target="../media/image85.png"/><Relationship Id="rId24" Type="http://schemas.openxmlformats.org/officeDocument/2006/relationships/image" Target="../media/image78.png"/><Relationship Id="rId5" Type="http://schemas.openxmlformats.org/officeDocument/2006/relationships/image" Target="../media/image70.png"/><Relationship Id="rId15" Type="http://schemas.openxmlformats.org/officeDocument/2006/relationships/image" Target="../media/image73.png"/><Relationship Id="rId23" Type="http://schemas.openxmlformats.org/officeDocument/2006/relationships/image" Target="../media/image87.png"/><Relationship Id="rId10" Type="http://schemas.openxmlformats.org/officeDocument/2006/relationships/image" Target="../media/image82.png"/><Relationship Id="rId19" Type="http://schemas.openxmlformats.org/officeDocument/2006/relationships/image" Target="../media/image62.png"/><Relationship Id="rId4" Type="http://schemas.openxmlformats.org/officeDocument/2006/relationships/image" Target="../media/image65.png"/><Relationship Id="rId9" Type="http://schemas.openxmlformats.org/officeDocument/2006/relationships/image" Target="../media/image84.png"/><Relationship Id="rId14" Type="http://schemas.openxmlformats.org/officeDocument/2006/relationships/image" Target="../media/image75.png"/><Relationship Id="rId22" Type="http://schemas.openxmlformats.org/officeDocument/2006/relationships/image" Target="../media/image86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67.png"/><Relationship Id="rId3" Type="http://schemas.openxmlformats.org/officeDocument/2006/relationships/image" Target="../media/image65.png"/><Relationship Id="rId7" Type="http://schemas.openxmlformats.org/officeDocument/2006/relationships/image" Target="../media/image73.png"/><Relationship Id="rId12" Type="http://schemas.openxmlformats.org/officeDocument/2006/relationships/image" Target="../media/image66.png"/><Relationship Id="rId17" Type="http://schemas.openxmlformats.org/officeDocument/2006/relationships/image" Target="../media/image78.png"/><Relationship Id="rId2" Type="http://schemas.openxmlformats.org/officeDocument/2006/relationships/image" Target="../media/image64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2.png"/><Relationship Id="rId11" Type="http://schemas.openxmlformats.org/officeDocument/2006/relationships/image" Target="../media/image76.png"/><Relationship Id="rId5" Type="http://schemas.openxmlformats.org/officeDocument/2006/relationships/image" Target="../media/image71.png"/><Relationship Id="rId15" Type="http://schemas.openxmlformats.org/officeDocument/2006/relationships/image" Target="../media/image68.png"/><Relationship Id="rId10" Type="http://schemas.openxmlformats.org/officeDocument/2006/relationships/image" Target="../media/image75.png"/><Relationship Id="rId4" Type="http://schemas.openxmlformats.org/officeDocument/2006/relationships/image" Target="../media/image70.png"/><Relationship Id="rId9" Type="http://schemas.openxmlformats.org/officeDocument/2006/relationships/image" Target="../media/image63.png"/><Relationship Id="rId14" Type="http://schemas.openxmlformats.org/officeDocument/2006/relationships/image" Target="../media/image62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68.png"/><Relationship Id="rId18" Type="http://schemas.openxmlformats.org/officeDocument/2006/relationships/image" Target="../media/image63.png"/><Relationship Id="rId3" Type="http://schemas.openxmlformats.org/officeDocument/2006/relationships/image" Target="../media/image65.png"/><Relationship Id="rId7" Type="http://schemas.openxmlformats.org/officeDocument/2006/relationships/image" Target="../media/image73.png"/><Relationship Id="rId12" Type="http://schemas.openxmlformats.org/officeDocument/2006/relationships/image" Target="../media/image62.png"/><Relationship Id="rId17" Type="http://schemas.openxmlformats.org/officeDocument/2006/relationships/image" Target="../media/image78.png"/><Relationship Id="rId2" Type="http://schemas.openxmlformats.org/officeDocument/2006/relationships/image" Target="../media/image64.png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2.png"/><Relationship Id="rId11" Type="http://schemas.openxmlformats.org/officeDocument/2006/relationships/image" Target="../media/image67.png"/><Relationship Id="rId5" Type="http://schemas.openxmlformats.org/officeDocument/2006/relationships/image" Target="../media/image71.png"/><Relationship Id="rId15" Type="http://schemas.openxmlformats.org/officeDocument/2006/relationships/image" Target="../media/image86.png"/><Relationship Id="rId10" Type="http://schemas.openxmlformats.org/officeDocument/2006/relationships/image" Target="../media/image66.png"/><Relationship Id="rId4" Type="http://schemas.openxmlformats.org/officeDocument/2006/relationships/image" Target="../media/image70.png"/><Relationship Id="rId9" Type="http://schemas.openxmlformats.org/officeDocument/2006/relationships/image" Target="../media/image76.png"/><Relationship Id="rId14" Type="http://schemas.openxmlformats.org/officeDocument/2006/relationships/image" Target="../media/image69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88.png"/><Relationship Id="rId3" Type="http://schemas.openxmlformats.org/officeDocument/2006/relationships/image" Target="../media/image64.png"/><Relationship Id="rId7" Type="http://schemas.openxmlformats.org/officeDocument/2006/relationships/image" Target="../media/image72.png"/><Relationship Id="rId12" Type="http://schemas.openxmlformats.org/officeDocument/2006/relationships/image" Target="../media/image7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png"/><Relationship Id="rId11" Type="http://schemas.openxmlformats.org/officeDocument/2006/relationships/image" Target="../media/image75.png"/><Relationship Id="rId5" Type="http://schemas.openxmlformats.org/officeDocument/2006/relationships/image" Target="../media/image70.png"/><Relationship Id="rId10" Type="http://schemas.openxmlformats.org/officeDocument/2006/relationships/image" Target="../media/image63.png"/><Relationship Id="rId4" Type="http://schemas.openxmlformats.org/officeDocument/2006/relationships/image" Target="../media/image65.png"/><Relationship Id="rId9" Type="http://schemas.openxmlformats.org/officeDocument/2006/relationships/image" Target="../media/image74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0.png"/><Relationship Id="rId7" Type="http://schemas.openxmlformats.org/officeDocument/2006/relationships/image" Target="../media/image6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4.png"/><Relationship Id="rId5" Type="http://schemas.openxmlformats.org/officeDocument/2006/relationships/image" Target="../media/image72.png"/><Relationship Id="rId10" Type="http://schemas.openxmlformats.org/officeDocument/2006/relationships/image" Target="../media/image90.png"/><Relationship Id="rId4" Type="http://schemas.openxmlformats.org/officeDocument/2006/relationships/image" Target="../media/image71.png"/><Relationship Id="rId9" Type="http://schemas.openxmlformats.org/officeDocument/2006/relationships/image" Target="../media/image87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82.png"/><Relationship Id="rId3" Type="http://schemas.openxmlformats.org/officeDocument/2006/relationships/image" Target="../media/image64.png"/><Relationship Id="rId7" Type="http://schemas.openxmlformats.org/officeDocument/2006/relationships/image" Target="../media/image72.png"/><Relationship Id="rId12" Type="http://schemas.openxmlformats.org/officeDocument/2006/relationships/image" Target="../media/image90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png"/><Relationship Id="rId11" Type="http://schemas.openxmlformats.org/officeDocument/2006/relationships/image" Target="../media/image87.png"/><Relationship Id="rId5" Type="http://schemas.openxmlformats.org/officeDocument/2006/relationships/image" Target="../media/image70.png"/><Relationship Id="rId10" Type="http://schemas.openxmlformats.org/officeDocument/2006/relationships/image" Target="../media/image76.png"/><Relationship Id="rId4" Type="http://schemas.openxmlformats.org/officeDocument/2006/relationships/image" Target="../media/image65.png"/><Relationship Id="rId9" Type="http://schemas.openxmlformats.org/officeDocument/2006/relationships/image" Target="../media/image63.png"/><Relationship Id="rId14" Type="http://schemas.openxmlformats.org/officeDocument/2006/relationships/image" Target="../media/image91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2.png"/><Relationship Id="rId18" Type="http://schemas.openxmlformats.org/officeDocument/2006/relationships/image" Target="../media/image78.png"/><Relationship Id="rId3" Type="http://schemas.openxmlformats.org/officeDocument/2006/relationships/image" Target="../media/image65.png"/><Relationship Id="rId7" Type="http://schemas.openxmlformats.org/officeDocument/2006/relationships/image" Target="../media/image62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" Type="http://schemas.openxmlformats.org/officeDocument/2006/relationships/image" Target="../media/image64.png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7.png"/><Relationship Id="rId11" Type="http://schemas.openxmlformats.org/officeDocument/2006/relationships/image" Target="../media/image92.png"/><Relationship Id="rId5" Type="http://schemas.openxmlformats.org/officeDocument/2006/relationships/image" Target="../media/image66.png"/><Relationship Id="rId15" Type="http://schemas.openxmlformats.org/officeDocument/2006/relationships/image" Target="../media/image74.png"/><Relationship Id="rId10" Type="http://schemas.openxmlformats.org/officeDocument/2006/relationships/image" Target="../media/image63.png"/><Relationship Id="rId4" Type="http://schemas.openxmlformats.org/officeDocument/2006/relationships/image" Target="../media/image70.png"/><Relationship Id="rId9" Type="http://schemas.openxmlformats.org/officeDocument/2006/relationships/image" Target="../media/image69.png"/><Relationship Id="rId14" Type="http://schemas.openxmlformats.org/officeDocument/2006/relationships/image" Target="../media/image73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5.png"/><Relationship Id="rId7" Type="http://schemas.openxmlformats.org/officeDocument/2006/relationships/image" Target="../media/image62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10" Type="http://schemas.openxmlformats.org/officeDocument/2006/relationships/image" Target="../media/image63.png"/><Relationship Id="rId4" Type="http://schemas.openxmlformats.org/officeDocument/2006/relationships/image" Target="../media/image70.png"/><Relationship Id="rId9" Type="http://schemas.openxmlformats.org/officeDocument/2006/relationships/image" Target="../media/image69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5.png"/><Relationship Id="rId7" Type="http://schemas.openxmlformats.org/officeDocument/2006/relationships/image" Target="../media/image62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10" Type="http://schemas.openxmlformats.org/officeDocument/2006/relationships/image" Target="../media/image63.png"/><Relationship Id="rId4" Type="http://schemas.openxmlformats.org/officeDocument/2006/relationships/image" Target="../media/image70.png"/><Relationship Id="rId9" Type="http://schemas.openxmlformats.org/officeDocument/2006/relationships/image" Target="../media/image69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67.png"/><Relationship Id="rId18" Type="http://schemas.openxmlformats.org/officeDocument/2006/relationships/image" Target="../media/image61.png"/><Relationship Id="rId3" Type="http://schemas.openxmlformats.org/officeDocument/2006/relationships/image" Target="../media/image65.png"/><Relationship Id="rId7" Type="http://schemas.openxmlformats.org/officeDocument/2006/relationships/image" Target="../media/image73.png"/><Relationship Id="rId12" Type="http://schemas.openxmlformats.org/officeDocument/2006/relationships/image" Target="../media/image66.png"/><Relationship Id="rId17" Type="http://schemas.openxmlformats.org/officeDocument/2006/relationships/image" Target="../media/image78.png"/><Relationship Id="rId2" Type="http://schemas.openxmlformats.org/officeDocument/2006/relationships/image" Target="../media/image64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2.png"/><Relationship Id="rId11" Type="http://schemas.openxmlformats.org/officeDocument/2006/relationships/image" Target="../media/image76.png"/><Relationship Id="rId5" Type="http://schemas.openxmlformats.org/officeDocument/2006/relationships/image" Target="../media/image71.png"/><Relationship Id="rId15" Type="http://schemas.openxmlformats.org/officeDocument/2006/relationships/image" Target="../media/image68.png"/><Relationship Id="rId10" Type="http://schemas.openxmlformats.org/officeDocument/2006/relationships/image" Target="../media/image75.png"/><Relationship Id="rId4" Type="http://schemas.openxmlformats.org/officeDocument/2006/relationships/image" Target="../media/image70.png"/><Relationship Id="rId9" Type="http://schemas.openxmlformats.org/officeDocument/2006/relationships/image" Target="../media/image63.png"/><Relationship Id="rId14" Type="http://schemas.openxmlformats.org/officeDocument/2006/relationships/image" Target="../media/image62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67.png"/><Relationship Id="rId18" Type="http://schemas.openxmlformats.org/officeDocument/2006/relationships/image" Target="../media/image93.png"/><Relationship Id="rId3" Type="http://schemas.openxmlformats.org/officeDocument/2006/relationships/image" Target="../media/image65.png"/><Relationship Id="rId7" Type="http://schemas.openxmlformats.org/officeDocument/2006/relationships/image" Target="../media/image73.png"/><Relationship Id="rId12" Type="http://schemas.openxmlformats.org/officeDocument/2006/relationships/image" Target="../media/image66.png"/><Relationship Id="rId17" Type="http://schemas.openxmlformats.org/officeDocument/2006/relationships/image" Target="../media/image78.png"/><Relationship Id="rId2" Type="http://schemas.openxmlformats.org/officeDocument/2006/relationships/image" Target="../media/image64.png"/><Relationship Id="rId16" Type="http://schemas.openxmlformats.org/officeDocument/2006/relationships/image" Target="../media/image69.pn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2.png"/><Relationship Id="rId11" Type="http://schemas.openxmlformats.org/officeDocument/2006/relationships/image" Target="../media/image76.png"/><Relationship Id="rId5" Type="http://schemas.openxmlformats.org/officeDocument/2006/relationships/image" Target="../media/image71.png"/><Relationship Id="rId15" Type="http://schemas.openxmlformats.org/officeDocument/2006/relationships/image" Target="../media/image68.png"/><Relationship Id="rId10" Type="http://schemas.openxmlformats.org/officeDocument/2006/relationships/image" Target="../media/image75.png"/><Relationship Id="rId19" Type="http://schemas.openxmlformats.org/officeDocument/2006/relationships/image" Target="../media/image94.png"/><Relationship Id="rId4" Type="http://schemas.openxmlformats.org/officeDocument/2006/relationships/image" Target="../media/image70.png"/><Relationship Id="rId9" Type="http://schemas.openxmlformats.org/officeDocument/2006/relationships/image" Target="../media/image63.png"/><Relationship Id="rId14" Type="http://schemas.openxmlformats.org/officeDocument/2006/relationships/image" Target="../media/image62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65.png"/><Relationship Id="rId7" Type="http://schemas.openxmlformats.org/officeDocument/2006/relationships/image" Target="../media/image6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png"/><Relationship Id="rId5" Type="http://schemas.openxmlformats.org/officeDocument/2006/relationships/image" Target="../media/image63.png"/><Relationship Id="rId10" Type="http://schemas.openxmlformats.org/officeDocument/2006/relationships/image" Target="../media/image69.png"/><Relationship Id="rId4" Type="http://schemas.openxmlformats.org/officeDocument/2006/relationships/image" Target="../media/image70.png"/><Relationship Id="rId9" Type="http://schemas.openxmlformats.org/officeDocument/2006/relationships/image" Target="../media/image68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3.png"/><Relationship Id="rId4" Type="http://schemas.openxmlformats.org/officeDocument/2006/relationships/image" Target="../media/image60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66.png"/><Relationship Id="rId18" Type="http://schemas.openxmlformats.org/officeDocument/2006/relationships/image" Target="../media/image78.png"/><Relationship Id="rId3" Type="http://schemas.openxmlformats.org/officeDocument/2006/relationships/image" Target="../media/image64.png"/><Relationship Id="rId7" Type="http://schemas.openxmlformats.org/officeDocument/2006/relationships/image" Target="../media/image72.png"/><Relationship Id="rId12" Type="http://schemas.openxmlformats.org/officeDocument/2006/relationships/image" Target="../media/image76.png"/><Relationship Id="rId17" Type="http://schemas.openxmlformats.org/officeDocument/2006/relationships/image" Target="../media/image69.png"/><Relationship Id="rId2" Type="http://schemas.openxmlformats.org/officeDocument/2006/relationships/image" Target="../media/image61.png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png"/><Relationship Id="rId11" Type="http://schemas.openxmlformats.org/officeDocument/2006/relationships/image" Target="../media/image75.png"/><Relationship Id="rId5" Type="http://schemas.openxmlformats.org/officeDocument/2006/relationships/image" Target="../media/image70.png"/><Relationship Id="rId15" Type="http://schemas.openxmlformats.org/officeDocument/2006/relationships/image" Target="../media/image62.png"/><Relationship Id="rId10" Type="http://schemas.openxmlformats.org/officeDocument/2006/relationships/image" Target="../media/image63.png"/><Relationship Id="rId4" Type="http://schemas.openxmlformats.org/officeDocument/2006/relationships/image" Target="../media/image65.png"/><Relationship Id="rId9" Type="http://schemas.openxmlformats.org/officeDocument/2006/relationships/image" Target="../media/image74.png"/><Relationship Id="rId14" Type="http://schemas.openxmlformats.org/officeDocument/2006/relationships/image" Target="../media/image67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A5BCB3C8-8883-4771-8176-8A65EC6FC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투네이션</a:t>
            </a:r>
            <a:br>
              <a:rPr lang="en-US" altLang="ko-KR" dirty="0"/>
            </a:br>
            <a:r>
              <a:rPr lang="ko-KR" altLang="en-US" dirty="0"/>
              <a:t>스트리밍 서비스</a:t>
            </a:r>
          </a:p>
        </p:txBody>
      </p:sp>
      <p:sp>
        <p:nvSpPr>
          <p:cNvPr id="28" name="내용 개체 틀 27">
            <a:extLst>
              <a:ext uri="{FF2B5EF4-FFF2-40B4-BE49-F238E27FC236}">
                <a16:creationId xmlns:a16="http://schemas.microsoft.com/office/drawing/2014/main" id="{7774B75F-EDD9-4B0B-B112-4286278F838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68152" y="3304624"/>
            <a:ext cx="10503948" cy="474663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29" name="내용 개체 틀 28">
            <a:extLst>
              <a:ext uri="{FF2B5EF4-FFF2-40B4-BE49-F238E27FC236}">
                <a16:creationId xmlns:a16="http://schemas.microsoft.com/office/drawing/2014/main" id="{7EA06A42-3296-472D-9EA4-7BF46436466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/>
              <a:t>국내사업본부</a:t>
            </a:r>
          </a:p>
        </p:txBody>
      </p:sp>
      <p:sp>
        <p:nvSpPr>
          <p:cNvPr id="30" name="내용 개체 틀 29">
            <a:extLst>
              <a:ext uri="{FF2B5EF4-FFF2-40B4-BE49-F238E27FC236}">
                <a16:creationId xmlns:a16="http://schemas.microsoft.com/office/drawing/2014/main" id="{FE77C7E4-9CFD-4704-AA4F-4B83D24C53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8152" y="5481961"/>
            <a:ext cx="10503948" cy="344903"/>
          </a:xfrm>
        </p:spPr>
        <p:txBody>
          <a:bodyPr/>
          <a:lstStyle/>
          <a:p>
            <a:r>
              <a:rPr lang="ko-KR" altLang="en-US"/>
              <a:t>서비스기획팀</a:t>
            </a:r>
            <a:endParaRPr lang="ko-KR" altLang="en-US" dirty="0"/>
          </a:p>
        </p:txBody>
      </p:sp>
      <p:sp>
        <p:nvSpPr>
          <p:cNvPr id="31" name="텍스트 개체 틀 30">
            <a:extLst>
              <a:ext uri="{FF2B5EF4-FFF2-40B4-BE49-F238E27FC236}">
                <a16:creationId xmlns:a16="http://schemas.microsoft.com/office/drawing/2014/main" id="{522B0536-ADF8-4F80-B6A1-9DA18A6749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8152" y="6112224"/>
            <a:ext cx="10503948" cy="233013"/>
          </a:xfr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6959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3">
            <a:extLst>
              <a:ext uri="{FF2B5EF4-FFF2-40B4-BE49-F238E27FC236}">
                <a16:creationId xmlns:a16="http://schemas.microsoft.com/office/drawing/2014/main" id="{7AB72FEA-6106-477F-8EED-CAD15F0F5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536330"/>
              </p:ext>
            </p:extLst>
          </p:nvPr>
        </p:nvGraphicFramePr>
        <p:xfrm>
          <a:off x="839413" y="1124744"/>
          <a:ext cx="10737685" cy="5220502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047579">
                  <a:extLst>
                    <a:ext uri="{9D8B030D-6E8A-4147-A177-3AD203B41FA5}">
                      <a16:colId xmlns:a16="http://schemas.microsoft.com/office/drawing/2014/main" val="2879198162"/>
                    </a:ext>
                  </a:extLst>
                </a:gridCol>
                <a:gridCol w="1047579">
                  <a:extLst>
                    <a:ext uri="{9D8B030D-6E8A-4147-A177-3AD203B41FA5}">
                      <a16:colId xmlns:a16="http://schemas.microsoft.com/office/drawing/2014/main" val="3535266955"/>
                    </a:ext>
                  </a:extLst>
                </a:gridCol>
                <a:gridCol w="7420351">
                  <a:extLst>
                    <a:ext uri="{9D8B030D-6E8A-4147-A177-3AD203B41FA5}">
                      <a16:colId xmlns:a16="http://schemas.microsoft.com/office/drawing/2014/main" val="1000969987"/>
                    </a:ext>
                  </a:extLst>
                </a:gridCol>
                <a:gridCol w="1222176">
                  <a:extLst>
                    <a:ext uri="{9D8B030D-6E8A-4147-A177-3AD203B41FA5}">
                      <a16:colId xmlns:a16="http://schemas.microsoft.com/office/drawing/2014/main" val="4176893632"/>
                    </a:ext>
                  </a:extLst>
                </a:gridCol>
              </a:tblGrid>
              <a:tr h="4301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Version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변경일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4095972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0.01</a:t>
                      </a: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2026-09-17</a:t>
                      </a: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최초 작성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852735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41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856841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41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302717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619570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08761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052140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605845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58623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452068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061812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869496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365335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517289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672156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494814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532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4388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FB4E776-F6B2-4B99-9A58-1BE5B53F779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0E5E45-5696-48A6-8FE3-419CDADBDA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0545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90E2DE-13D1-71B3-AEA4-5A919546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228FE4-5CC4-7E7F-DEFD-9ACF092C87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스트리밍 서비스 관계별 개념도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78D28633-439B-7CE8-FA8E-DBCC95A28415}"/>
              </a:ext>
            </a:extLst>
          </p:cNvPr>
          <p:cNvSpPr/>
          <p:nvPr/>
        </p:nvSpPr>
        <p:spPr>
          <a:xfrm>
            <a:off x="4937760" y="1468720"/>
            <a:ext cx="2286000" cy="749808"/>
          </a:xfrm>
          <a:prstGeom prst="roundRect">
            <a:avLst>
              <a:gd name="adj" fmla="val 7317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EBB50DF3-D2E8-64BD-D14F-8BDE3B27E17C}"/>
              </a:ext>
            </a:extLst>
          </p:cNvPr>
          <p:cNvSpPr txBox="1"/>
          <p:nvPr/>
        </p:nvSpPr>
        <p:spPr>
          <a:xfrm>
            <a:off x="4937760" y="157584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4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</a:t>
            </a:r>
            <a:endParaRPr kumimoji="0" lang="en-US" sz="1400" dirty="0">
              <a:latin typeface="Calibri" panose="020F0502020204030204"/>
              <a:ea typeface="+mn-ea"/>
            </a:endParaRPr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B69E9E7-3395-1C75-010B-F7FC9A02EAA6}"/>
              </a:ext>
            </a:extLst>
          </p:cNvPr>
          <p:cNvSpPr txBox="1"/>
          <p:nvPr/>
        </p:nvSpPr>
        <p:spPr>
          <a:xfrm>
            <a:off x="4937760" y="188673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모니터링 · 제재 · 정책</a:t>
            </a:r>
            <a:endParaRPr kumimoji="0" lang="en-US" sz="900" dirty="0">
              <a:latin typeface="Calibri" panose="020F0502020204030204"/>
              <a:ea typeface="+mn-ea"/>
            </a:endParaRPr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CA47E9B8-686A-9CBE-17AD-C1EE45C984E2}"/>
              </a:ext>
            </a:extLst>
          </p:cNvPr>
          <p:cNvSpPr/>
          <p:nvPr/>
        </p:nvSpPr>
        <p:spPr>
          <a:xfrm>
            <a:off x="3566160" y="2630008"/>
            <a:ext cx="5029200" cy="2084832"/>
          </a:xfrm>
          <a:prstGeom prst="roundRect">
            <a:avLst>
              <a:gd name="adj" fmla="val 2632"/>
            </a:avLst>
          </a:prstGeom>
          <a:solidFill>
            <a:srgbClr val="1B2A5B"/>
          </a:solidFill>
          <a:ln/>
        </p:spPr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9D250059-9AD2-02DF-79A2-74C8688DFE61}"/>
              </a:ext>
            </a:extLst>
          </p:cNvPr>
          <p:cNvSpPr txBox="1"/>
          <p:nvPr/>
        </p:nvSpPr>
        <p:spPr>
          <a:xfrm>
            <a:off x="3566160" y="27031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투네이션 스트리밍 플랫폼 (1단계)</a:t>
            </a:r>
            <a:endParaRPr kumimoji="0" lang="en-US" sz="12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7189DD8E-9D11-BC68-9F07-0B551E4D8758}"/>
              </a:ext>
            </a:extLst>
          </p:cNvPr>
          <p:cNvSpPr/>
          <p:nvPr/>
        </p:nvSpPr>
        <p:spPr>
          <a:xfrm>
            <a:off x="3730752" y="3114640"/>
            <a:ext cx="877824" cy="713232"/>
          </a:xfrm>
          <a:prstGeom prst="roundRect">
            <a:avLst>
              <a:gd name="adj" fmla="val 7692"/>
            </a:avLst>
          </a:prstGeom>
          <a:solidFill>
            <a:srgbClr val="313F71"/>
          </a:solidFill>
          <a:ln/>
        </p:spPr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146244C2-262B-293E-3BD1-2A169A297B8D}"/>
              </a:ext>
            </a:extLst>
          </p:cNvPr>
          <p:cNvSpPr txBox="1"/>
          <p:nvPr/>
        </p:nvSpPr>
        <p:spPr>
          <a:xfrm>
            <a:off x="3730752" y="3160360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수신</a:t>
            </a:r>
            <a:endParaRPr kumimoji="0" lang="en-US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A6441F5B-D2F1-F704-45CC-F9254C318819}"/>
              </a:ext>
            </a:extLst>
          </p:cNvPr>
          <p:cNvSpPr txBox="1"/>
          <p:nvPr/>
        </p:nvSpPr>
        <p:spPr>
          <a:xfrm>
            <a:off x="3730752" y="345296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스트림키 인증</a:t>
            </a:r>
            <a:endParaRPr kumimoji="0" lang="en-US" sz="800" dirty="0">
              <a:solidFill>
                <a:schemeClr val="bg1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7B50195D-6414-5B34-28C9-18E0B7D1321E}"/>
              </a:ext>
            </a:extLst>
          </p:cNvPr>
          <p:cNvSpPr/>
          <p:nvPr/>
        </p:nvSpPr>
        <p:spPr>
          <a:xfrm>
            <a:off x="4681728" y="3114640"/>
            <a:ext cx="877824" cy="713232"/>
          </a:xfrm>
          <a:prstGeom prst="roundRect">
            <a:avLst>
              <a:gd name="adj" fmla="val 7692"/>
            </a:avLst>
          </a:prstGeom>
          <a:solidFill>
            <a:srgbClr val="313F71"/>
          </a:solidFill>
          <a:ln/>
        </p:spPr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5C704B1E-9950-5D03-EE9D-456AE59C1544}"/>
              </a:ext>
            </a:extLst>
          </p:cNvPr>
          <p:cNvSpPr txBox="1"/>
          <p:nvPr/>
        </p:nvSpPr>
        <p:spPr>
          <a:xfrm>
            <a:off x="4681728" y="3160360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트랜스코딩</a:t>
            </a:r>
            <a:endParaRPr kumimoji="0" lang="en-US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3AED987E-B351-82AE-2D13-1B8CAD26B15B}"/>
              </a:ext>
            </a:extLst>
          </p:cNvPr>
          <p:cNvSpPr txBox="1"/>
          <p:nvPr/>
        </p:nvSpPr>
        <p:spPr>
          <a:xfrm>
            <a:off x="4681728" y="345296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ABR</a:t>
            </a:r>
            <a:endParaRPr kumimoji="0" lang="en-US" sz="800" dirty="0">
              <a:solidFill>
                <a:schemeClr val="bg1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15" name="Shape 17">
            <a:extLst>
              <a:ext uri="{FF2B5EF4-FFF2-40B4-BE49-F238E27FC236}">
                <a16:creationId xmlns:a16="http://schemas.microsoft.com/office/drawing/2014/main" id="{012AEB8F-373F-62A7-7A6F-477360B06992}"/>
              </a:ext>
            </a:extLst>
          </p:cNvPr>
          <p:cNvSpPr/>
          <p:nvPr/>
        </p:nvSpPr>
        <p:spPr>
          <a:xfrm>
            <a:off x="5632704" y="3114640"/>
            <a:ext cx="877824" cy="713232"/>
          </a:xfrm>
          <a:prstGeom prst="roundRect">
            <a:avLst>
              <a:gd name="adj" fmla="val 7692"/>
            </a:avLst>
          </a:prstGeom>
          <a:solidFill>
            <a:srgbClr val="313F71"/>
          </a:solidFill>
          <a:ln/>
        </p:spPr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80EE0298-420F-C885-6C76-7B07428B511B}"/>
              </a:ext>
            </a:extLst>
          </p:cNvPr>
          <p:cNvSpPr txBox="1"/>
          <p:nvPr/>
        </p:nvSpPr>
        <p:spPr>
          <a:xfrm>
            <a:off x="5632704" y="3160360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CDN · 그리드</a:t>
            </a:r>
            <a:endParaRPr kumimoji="0" lang="en-US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22D53BDC-CA24-7889-20CC-71A5778A050A}"/>
              </a:ext>
            </a:extLst>
          </p:cNvPr>
          <p:cNvSpPr txBox="1"/>
          <p:nvPr/>
        </p:nvSpPr>
        <p:spPr>
          <a:xfrm>
            <a:off x="5632704" y="345296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kumimoji="0" lang="en-US" sz="800" dirty="0">
              <a:solidFill>
                <a:schemeClr val="bg1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ADEBD539-19C4-01D6-C3CE-74BDD72E9B7B}"/>
              </a:ext>
            </a:extLst>
          </p:cNvPr>
          <p:cNvSpPr/>
          <p:nvPr/>
        </p:nvSpPr>
        <p:spPr>
          <a:xfrm>
            <a:off x="6583680" y="3114640"/>
            <a:ext cx="877824" cy="713232"/>
          </a:xfrm>
          <a:prstGeom prst="roundRect">
            <a:avLst>
              <a:gd name="adj" fmla="val 7692"/>
            </a:avLst>
          </a:prstGeom>
          <a:solidFill>
            <a:srgbClr val="313F71"/>
          </a:solidFill>
          <a:ln/>
        </p:spPr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DED83640-E092-B1DA-4C22-3800F4CFE9DE}"/>
              </a:ext>
            </a:extLst>
          </p:cNvPr>
          <p:cNvSpPr txBox="1"/>
          <p:nvPr/>
        </p:nvSpPr>
        <p:spPr>
          <a:xfrm>
            <a:off x="6583680" y="3160360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</a:t>
            </a:r>
            <a:endParaRPr kumimoji="0" lang="en-US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5BB9ECDC-A15E-2C60-6B53-09BBEA39ADCF}"/>
              </a:ext>
            </a:extLst>
          </p:cNvPr>
          <p:cNvSpPr txBox="1"/>
          <p:nvPr/>
        </p:nvSpPr>
        <p:spPr>
          <a:xfrm>
            <a:off x="6583680" y="345296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</a:t>
            </a:r>
            <a:endParaRPr kumimoji="0" lang="en-US" sz="800" dirty="0">
              <a:solidFill>
                <a:schemeClr val="bg1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21" name="Shape 23">
            <a:extLst>
              <a:ext uri="{FF2B5EF4-FFF2-40B4-BE49-F238E27FC236}">
                <a16:creationId xmlns:a16="http://schemas.microsoft.com/office/drawing/2014/main" id="{0508216D-5574-C4F7-843C-119AF89935D1}"/>
              </a:ext>
            </a:extLst>
          </p:cNvPr>
          <p:cNvSpPr/>
          <p:nvPr/>
        </p:nvSpPr>
        <p:spPr>
          <a:xfrm>
            <a:off x="7534656" y="3114640"/>
            <a:ext cx="877824" cy="713232"/>
          </a:xfrm>
          <a:prstGeom prst="roundRect">
            <a:avLst>
              <a:gd name="adj" fmla="val 7692"/>
            </a:avLst>
          </a:prstGeom>
          <a:solidFill>
            <a:srgbClr val="313F71"/>
          </a:solidFill>
          <a:ln/>
        </p:spPr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0447B876-C758-E872-15AF-1FC168EB9683}"/>
              </a:ext>
            </a:extLst>
          </p:cNvPr>
          <p:cNvSpPr txBox="1"/>
          <p:nvPr/>
        </p:nvSpPr>
        <p:spPr>
          <a:xfrm>
            <a:off x="7534656" y="3160360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 · 집계</a:t>
            </a:r>
            <a:endParaRPr kumimoji="0" lang="en-US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23" name="Text 25">
            <a:extLst>
              <a:ext uri="{FF2B5EF4-FFF2-40B4-BE49-F238E27FC236}">
                <a16:creationId xmlns:a16="http://schemas.microsoft.com/office/drawing/2014/main" id="{7FCA5837-9100-3DD7-8074-A48AD6AF09FD}"/>
              </a:ext>
            </a:extLst>
          </p:cNvPr>
          <p:cNvSpPr txBox="1"/>
          <p:nvPr/>
        </p:nvSpPr>
        <p:spPr>
          <a:xfrm>
            <a:off x="7534656" y="345296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· 통계</a:t>
            </a:r>
            <a:endParaRPr kumimoji="0" lang="en-US" sz="800" dirty="0">
              <a:solidFill>
                <a:schemeClr val="bg1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24" name="Shape 26">
            <a:extLst>
              <a:ext uri="{FF2B5EF4-FFF2-40B4-BE49-F238E27FC236}">
                <a16:creationId xmlns:a16="http://schemas.microsoft.com/office/drawing/2014/main" id="{06E60A09-BE4B-F073-B7F0-1144B6D4BAB5}"/>
              </a:ext>
            </a:extLst>
          </p:cNvPr>
          <p:cNvSpPr/>
          <p:nvPr/>
        </p:nvSpPr>
        <p:spPr>
          <a:xfrm>
            <a:off x="3730752" y="3937600"/>
            <a:ext cx="4700016" cy="640080"/>
          </a:xfrm>
          <a:prstGeom prst="roundRect">
            <a:avLst>
              <a:gd name="adj" fmla="val 8571"/>
            </a:avLst>
          </a:prstGeom>
          <a:solidFill>
            <a:srgbClr val="313F71"/>
          </a:solidFill>
          <a:ln/>
        </p:spPr>
      </p:sp>
      <p:sp>
        <p:nvSpPr>
          <p:cNvPr id="25" name="Text 27">
            <a:extLst>
              <a:ext uri="{FF2B5EF4-FFF2-40B4-BE49-F238E27FC236}">
                <a16:creationId xmlns:a16="http://schemas.microsoft.com/office/drawing/2014/main" id="{1968E5A0-671B-9D20-BAA0-7D21AC507AD6}"/>
              </a:ext>
            </a:extLst>
          </p:cNvPr>
          <p:cNvSpPr txBox="1"/>
          <p:nvPr/>
        </p:nvSpPr>
        <p:spPr>
          <a:xfrm>
            <a:off x="3840480" y="40575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FF4D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자동 판정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26" name="Text 28">
            <a:extLst>
              <a:ext uri="{FF2B5EF4-FFF2-40B4-BE49-F238E27FC236}">
                <a16:creationId xmlns:a16="http://schemas.microsoft.com/office/drawing/2014/main" id="{2A5CD111-2813-8668-A5F6-9E9DE28C0C15}"/>
              </a:ext>
            </a:extLst>
          </p:cNvPr>
          <p:cNvSpPr txBox="1"/>
          <p:nvPr/>
        </p:nvSpPr>
        <p:spPr>
          <a:xfrm>
            <a:off x="3840480" y="421759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시작 · 종료 판정  ·  재접속 90초 유예  ·  유령 방송 30초  ·  인프라 보호 강제 종료</a:t>
            </a:r>
            <a:endParaRPr kumimoji="0" lang="en-US" sz="900" dirty="0">
              <a:solidFill>
                <a:schemeClr val="bg1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27" name="Shape 29">
            <a:extLst>
              <a:ext uri="{FF2B5EF4-FFF2-40B4-BE49-F238E27FC236}">
                <a16:creationId xmlns:a16="http://schemas.microsoft.com/office/drawing/2014/main" id="{CFBDCDBB-F9BE-11E0-0ACE-F509CB367BF9}"/>
              </a:ext>
            </a:extLst>
          </p:cNvPr>
          <p:cNvSpPr/>
          <p:nvPr/>
        </p:nvSpPr>
        <p:spPr>
          <a:xfrm>
            <a:off x="548640" y="297748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E9EFFD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4676CFC9-1240-A99B-45B2-A1691BAE6652}"/>
              </a:ext>
            </a:extLst>
          </p:cNvPr>
          <p:cNvSpPr txBox="1"/>
          <p:nvPr/>
        </p:nvSpPr>
        <p:spPr>
          <a:xfrm>
            <a:off x="548640" y="31901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4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크리에이터</a:t>
            </a:r>
            <a:endParaRPr kumimoji="0" lang="en-US" sz="14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29" name="Text 31">
            <a:extLst>
              <a:ext uri="{FF2B5EF4-FFF2-40B4-BE49-F238E27FC236}">
                <a16:creationId xmlns:a16="http://schemas.microsoft.com/office/drawing/2014/main" id="{8793CD80-9673-92D9-5399-3875B6AA2672}"/>
              </a:ext>
            </a:extLst>
          </p:cNvPr>
          <p:cNvSpPr txBox="1"/>
          <p:nvPr/>
        </p:nvSpPr>
        <p:spPr>
          <a:xfrm>
            <a:off x="548640" y="336152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OBS 등 송출 프로그램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스튜디오에서 방송 정보 설정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위젯을 브라우저 소스로 추가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30" name="Shape 32">
            <a:extLst>
              <a:ext uri="{FF2B5EF4-FFF2-40B4-BE49-F238E27FC236}">
                <a16:creationId xmlns:a16="http://schemas.microsoft.com/office/drawing/2014/main" id="{DE657110-FF30-8185-02B2-2191D211AD0A}"/>
              </a:ext>
            </a:extLst>
          </p:cNvPr>
          <p:cNvSpPr/>
          <p:nvPr/>
        </p:nvSpPr>
        <p:spPr>
          <a:xfrm>
            <a:off x="9326880" y="297748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E9EFFD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31" name="Text 33">
            <a:extLst>
              <a:ext uri="{FF2B5EF4-FFF2-40B4-BE49-F238E27FC236}">
                <a16:creationId xmlns:a16="http://schemas.microsoft.com/office/drawing/2014/main" id="{6DF879C8-E3DE-1B5A-7999-45ACE26F847C}"/>
              </a:ext>
            </a:extLst>
          </p:cNvPr>
          <p:cNvSpPr txBox="1"/>
          <p:nvPr/>
        </p:nvSpPr>
        <p:spPr>
          <a:xfrm>
            <a:off x="9326880" y="31901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4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시청자</a:t>
            </a:r>
            <a:endParaRPr kumimoji="0" lang="en-US" sz="14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34FAB454-5272-24E5-13EA-3593F99486BB}"/>
              </a:ext>
            </a:extLst>
          </p:cNvPr>
          <p:cNvSpPr txBox="1"/>
          <p:nvPr/>
        </p:nvSpPr>
        <p:spPr>
          <a:xfrm>
            <a:off x="9326880" y="336152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브라우저로 시청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고화질은 그리드 설치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· 후원 · 즐겨찾기 · 신고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33" name="Shape 35">
            <a:extLst>
              <a:ext uri="{FF2B5EF4-FFF2-40B4-BE49-F238E27FC236}">
                <a16:creationId xmlns:a16="http://schemas.microsoft.com/office/drawing/2014/main" id="{8ECB9BAF-D1CE-5D60-1952-93465C196A09}"/>
              </a:ext>
            </a:extLst>
          </p:cNvPr>
          <p:cNvSpPr/>
          <p:nvPr/>
        </p:nvSpPr>
        <p:spPr>
          <a:xfrm>
            <a:off x="3566160" y="5217760"/>
            <a:ext cx="5029200" cy="731520"/>
          </a:xfrm>
          <a:prstGeom prst="roundRect">
            <a:avLst>
              <a:gd name="adj" fmla="val 7500"/>
            </a:avLst>
          </a:prstGeom>
          <a:solidFill>
            <a:srgbClr val="F5F7FB"/>
          </a:solidFill>
          <a:ln w="12700">
            <a:solidFill>
              <a:srgbClr val="E3E8F1"/>
            </a:solidFill>
            <a:prstDash val="solid"/>
          </a:ln>
        </p:spPr>
      </p:sp>
      <p:sp>
        <p:nvSpPr>
          <p:cNvPr id="34" name="Text 36">
            <a:extLst>
              <a:ext uri="{FF2B5EF4-FFF2-40B4-BE49-F238E27FC236}">
                <a16:creationId xmlns:a16="http://schemas.microsoft.com/office/drawing/2014/main" id="{004D2F5B-EB83-42AF-CE38-E9543AB2AB10}"/>
              </a:ext>
            </a:extLst>
          </p:cNvPr>
          <p:cNvSpPr txBox="1"/>
          <p:nvPr/>
        </p:nvSpPr>
        <p:spPr>
          <a:xfrm>
            <a:off x="3566160" y="53656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00" b="1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투네이션 (후원 · 위젯 · 정산 · 멤버십)</a:t>
            </a:r>
            <a:endParaRPr kumimoji="0" lang="en-US" sz="11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35" name="Text 37">
            <a:extLst>
              <a:ext uri="{FF2B5EF4-FFF2-40B4-BE49-F238E27FC236}">
                <a16:creationId xmlns:a16="http://schemas.microsoft.com/office/drawing/2014/main" id="{5EDAFE4A-862A-CC2D-3583-DB2413B5FBCF}"/>
              </a:ext>
            </a:extLst>
          </p:cNvPr>
          <p:cNvSpPr txBox="1"/>
          <p:nvPr/>
        </p:nvSpPr>
        <p:spPr>
          <a:xfrm>
            <a:off x="3566160" y="5586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1단계에서는 후원이 이 경로로 흐름 — 시청 화면 내 후원 UI 없음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36" name="Shape 38">
            <a:extLst>
              <a:ext uri="{FF2B5EF4-FFF2-40B4-BE49-F238E27FC236}">
                <a16:creationId xmlns:a16="http://schemas.microsoft.com/office/drawing/2014/main" id="{33F982A8-8460-01E6-618F-458E8E35CA39}"/>
              </a:ext>
            </a:extLst>
          </p:cNvPr>
          <p:cNvSpPr/>
          <p:nvPr/>
        </p:nvSpPr>
        <p:spPr>
          <a:xfrm>
            <a:off x="2834640" y="3343240"/>
            <a:ext cx="731520" cy="0"/>
          </a:xfrm>
          <a:prstGeom prst="line">
            <a:avLst/>
          </a:prstGeom>
          <a:noFill/>
          <a:ln w="27940">
            <a:solidFill>
              <a:srgbClr val="2E6BE6"/>
            </a:solidFill>
            <a:prstDash val="solid"/>
            <a:tailEnd type="triangle"/>
          </a:ln>
        </p:spPr>
      </p:sp>
      <p:sp>
        <p:nvSpPr>
          <p:cNvPr id="37" name="Text 39">
            <a:extLst>
              <a:ext uri="{FF2B5EF4-FFF2-40B4-BE49-F238E27FC236}">
                <a16:creationId xmlns:a16="http://schemas.microsoft.com/office/drawing/2014/main" id="{B0948E31-24DE-77B2-46DF-137763C2E6FF}"/>
              </a:ext>
            </a:extLst>
          </p:cNvPr>
          <p:cNvSpPr txBox="1"/>
          <p:nvPr/>
        </p:nvSpPr>
        <p:spPr>
          <a:xfrm>
            <a:off x="2697480" y="30528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b="1" dirty="0">
                <a:solidFill>
                  <a:srgbClr val="2E6B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</a:t>
            </a:r>
            <a:r>
              <a:rPr kumimoji="0" lang="en-US" sz="900" b="1" dirty="0">
                <a:solidFill>
                  <a:srgbClr val="2E6B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sz="900" b="1" dirty="0" err="1">
                <a:solidFill>
                  <a:srgbClr val="2E6B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송출</a:t>
            </a:r>
            <a:endParaRPr kumimoji="0" lang="en-US" sz="900" b="1" dirty="0">
              <a:solidFill>
                <a:srgbClr val="2E6BE6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algn="ctr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 err="1">
                <a:solidFill>
                  <a:srgbClr val="2E6B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스트림키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38" name="Shape 40">
            <a:extLst>
              <a:ext uri="{FF2B5EF4-FFF2-40B4-BE49-F238E27FC236}">
                <a16:creationId xmlns:a16="http://schemas.microsoft.com/office/drawing/2014/main" id="{518636D1-93AD-C492-9F5D-1E37B6098BCD}"/>
              </a:ext>
            </a:extLst>
          </p:cNvPr>
          <p:cNvSpPr/>
          <p:nvPr/>
        </p:nvSpPr>
        <p:spPr>
          <a:xfrm flipH="1">
            <a:off x="2834640" y="3937600"/>
            <a:ext cx="731520" cy="0"/>
          </a:xfrm>
          <a:prstGeom prst="line">
            <a:avLst/>
          </a:prstGeom>
          <a:noFill/>
          <a:ln w="22860">
            <a:solidFill>
              <a:srgbClr val="9AA4B8"/>
            </a:solidFill>
            <a:prstDash val="solid"/>
            <a:tailEnd type="triangle"/>
          </a:ln>
        </p:spPr>
      </p:sp>
      <p:sp>
        <p:nvSpPr>
          <p:cNvPr id="39" name="Text 41">
            <a:extLst>
              <a:ext uri="{FF2B5EF4-FFF2-40B4-BE49-F238E27FC236}">
                <a16:creationId xmlns:a16="http://schemas.microsoft.com/office/drawing/2014/main" id="{0CDF0738-0E3F-E000-9A19-393265E8BA3A}"/>
              </a:ext>
            </a:extLst>
          </p:cNvPr>
          <p:cNvSpPr txBox="1"/>
          <p:nvPr/>
        </p:nvSpPr>
        <p:spPr>
          <a:xfrm>
            <a:off x="2697480" y="40581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 err="1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</a:t>
            </a:r>
            <a:r>
              <a:rPr kumimoji="0" lang="en-US" sz="900" b="1" dirty="0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sz="900" b="1" dirty="0" err="1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kumimoji="0" lang="en-US" sz="900" b="1" dirty="0">
              <a:solidFill>
                <a:srgbClr val="5A6478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algn="ctr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 err="1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40" name="Shape 42">
            <a:extLst>
              <a:ext uri="{FF2B5EF4-FFF2-40B4-BE49-F238E27FC236}">
                <a16:creationId xmlns:a16="http://schemas.microsoft.com/office/drawing/2014/main" id="{206ADCB1-83EA-2C73-8189-DA6DC6437F1E}"/>
              </a:ext>
            </a:extLst>
          </p:cNvPr>
          <p:cNvSpPr/>
          <p:nvPr/>
        </p:nvSpPr>
        <p:spPr>
          <a:xfrm>
            <a:off x="8595360" y="3343240"/>
            <a:ext cx="731520" cy="0"/>
          </a:xfrm>
          <a:prstGeom prst="line">
            <a:avLst/>
          </a:prstGeom>
          <a:noFill/>
          <a:ln w="27940">
            <a:solidFill>
              <a:srgbClr val="2E6BE6"/>
            </a:solidFill>
            <a:prstDash val="solid"/>
            <a:tailEnd type="triangle"/>
          </a:ln>
        </p:spPr>
      </p:sp>
      <p:sp>
        <p:nvSpPr>
          <p:cNvPr id="41" name="Text 43">
            <a:extLst>
              <a:ext uri="{FF2B5EF4-FFF2-40B4-BE49-F238E27FC236}">
                <a16:creationId xmlns:a16="http://schemas.microsoft.com/office/drawing/2014/main" id="{16F125E3-9B50-1AE6-7DCA-8C803E2343FA}"/>
              </a:ext>
            </a:extLst>
          </p:cNvPr>
          <p:cNvSpPr txBox="1"/>
          <p:nvPr/>
        </p:nvSpPr>
        <p:spPr>
          <a:xfrm>
            <a:off x="8458200" y="30528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b="1" dirty="0">
                <a:solidFill>
                  <a:srgbClr val="2E6B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</a:t>
            </a:r>
            <a:r>
              <a:rPr kumimoji="0" lang="en-US" sz="900" b="1" dirty="0">
                <a:solidFill>
                  <a:srgbClr val="2E6B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sz="900" b="1" dirty="0" err="1">
                <a:solidFill>
                  <a:srgbClr val="2E6B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시청</a:t>
            </a:r>
            <a:endParaRPr kumimoji="0" lang="en-US" sz="900" b="1" dirty="0">
              <a:solidFill>
                <a:srgbClr val="2E6BE6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algn="ctr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 err="1">
                <a:solidFill>
                  <a:srgbClr val="2E6B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그리드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42" name="Shape 44">
            <a:extLst>
              <a:ext uri="{FF2B5EF4-FFF2-40B4-BE49-F238E27FC236}">
                <a16:creationId xmlns:a16="http://schemas.microsoft.com/office/drawing/2014/main" id="{3E5EFF9C-2488-3274-CA9B-E6235AA1A5C3}"/>
              </a:ext>
            </a:extLst>
          </p:cNvPr>
          <p:cNvSpPr/>
          <p:nvPr/>
        </p:nvSpPr>
        <p:spPr>
          <a:xfrm flipH="1">
            <a:off x="8595360" y="3937600"/>
            <a:ext cx="731520" cy="0"/>
          </a:xfrm>
          <a:prstGeom prst="line">
            <a:avLst/>
          </a:prstGeom>
          <a:noFill/>
          <a:ln w="22860">
            <a:solidFill>
              <a:srgbClr val="9AA4B8"/>
            </a:solidFill>
            <a:prstDash val="solid"/>
            <a:tailEnd type="triangle"/>
          </a:ln>
        </p:spPr>
      </p:sp>
      <p:sp>
        <p:nvSpPr>
          <p:cNvPr id="43" name="Shape 45">
            <a:extLst>
              <a:ext uri="{FF2B5EF4-FFF2-40B4-BE49-F238E27FC236}">
                <a16:creationId xmlns:a16="http://schemas.microsoft.com/office/drawing/2014/main" id="{9508D8AA-5562-2283-7200-D62F81F873BC}"/>
              </a:ext>
            </a:extLst>
          </p:cNvPr>
          <p:cNvSpPr/>
          <p:nvPr/>
        </p:nvSpPr>
        <p:spPr>
          <a:xfrm>
            <a:off x="8595360" y="4074760"/>
            <a:ext cx="731520" cy="0"/>
          </a:xfrm>
          <a:prstGeom prst="line">
            <a:avLst/>
          </a:prstGeom>
          <a:noFill/>
          <a:ln w="22860">
            <a:solidFill>
              <a:srgbClr val="9AA4B8"/>
            </a:solidFill>
            <a:prstDash val="solid"/>
            <a:tailEnd type="triangle"/>
          </a:ln>
        </p:spPr>
      </p:sp>
      <p:sp>
        <p:nvSpPr>
          <p:cNvPr id="44" name="Text 46">
            <a:extLst>
              <a:ext uri="{FF2B5EF4-FFF2-40B4-BE49-F238E27FC236}">
                <a16:creationId xmlns:a16="http://schemas.microsoft.com/office/drawing/2014/main" id="{D18839DD-B2EA-9933-4BE8-3F82A82DADB1}"/>
              </a:ext>
            </a:extLst>
          </p:cNvPr>
          <p:cNvSpPr txBox="1"/>
          <p:nvPr/>
        </p:nvSpPr>
        <p:spPr>
          <a:xfrm>
            <a:off x="8458200" y="41838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 err="1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</a:t>
            </a:r>
            <a:endParaRPr kumimoji="0" lang="en-US" sz="900" b="1" dirty="0">
              <a:solidFill>
                <a:srgbClr val="5A6478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algn="ctr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 err="1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신고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45" name="Shape 47">
            <a:extLst>
              <a:ext uri="{FF2B5EF4-FFF2-40B4-BE49-F238E27FC236}">
                <a16:creationId xmlns:a16="http://schemas.microsoft.com/office/drawing/2014/main" id="{3FC68317-AFB8-E244-5A7C-1ED0253ECC4A}"/>
              </a:ext>
            </a:extLst>
          </p:cNvPr>
          <p:cNvSpPr/>
          <p:nvPr/>
        </p:nvSpPr>
        <p:spPr>
          <a:xfrm>
            <a:off x="6080760" y="2218528"/>
            <a:ext cx="0" cy="41148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6" name="Text 48">
            <a:extLst>
              <a:ext uri="{FF2B5EF4-FFF2-40B4-BE49-F238E27FC236}">
                <a16:creationId xmlns:a16="http://schemas.microsoft.com/office/drawing/2014/main" id="{D11E3A94-C422-C253-D8BD-93687803308D}"/>
              </a:ext>
            </a:extLst>
          </p:cNvPr>
          <p:cNvSpPr txBox="1"/>
          <p:nvPr/>
        </p:nvSpPr>
        <p:spPr>
          <a:xfrm>
            <a:off x="6096000" y="2291680"/>
            <a:ext cx="11881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모니터링</a:t>
            </a:r>
            <a:r>
              <a:rPr kumimoji="0" lang="en-US" sz="9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</a:t>
            </a:r>
            <a:r>
              <a:rPr kumimoji="0" lang="en-US" sz="9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</a:t>
            </a:r>
            <a:r>
              <a:rPr kumimoji="0" lang="en-US" sz="9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설정</a:t>
            </a:r>
            <a:endParaRPr kumimoji="0" lang="en-US" sz="900" dirty="0">
              <a:latin typeface="Calibri" panose="020F0502020204030204"/>
              <a:ea typeface="+mn-ea"/>
            </a:endParaRPr>
          </a:p>
        </p:txBody>
      </p:sp>
      <p:sp>
        <p:nvSpPr>
          <p:cNvPr id="47" name="Shape 49">
            <a:extLst>
              <a:ext uri="{FF2B5EF4-FFF2-40B4-BE49-F238E27FC236}">
                <a16:creationId xmlns:a16="http://schemas.microsoft.com/office/drawing/2014/main" id="{46535C6E-331D-E37D-57ED-C9B00BAD2D8A}"/>
              </a:ext>
            </a:extLst>
          </p:cNvPr>
          <p:cNvSpPr/>
          <p:nvPr/>
        </p:nvSpPr>
        <p:spPr>
          <a:xfrm flipH="1">
            <a:off x="1691640" y="1843624"/>
            <a:ext cx="32461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48" name="Shape 50">
            <a:extLst>
              <a:ext uri="{FF2B5EF4-FFF2-40B4-BE49-F238E27FC236}">
                <a16:creationId xmlns:a16="http://schemas.microsoft.com/office/drawing/2014/main" id="{350E933F-847D-3E58-7ECF-D60A2142416B}"/>
              </a:ext>
            </a:extLst>
          </p:cNvPr>
          <p:cNvSpPr/>
          <p:nvPr/>
        </p:nvSpPr>
        <p:spPr>
          <a:xfrm>
            <a:off x="1691640" y="1843624"/>
            <a:ext cx="0" cy="1133856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tailEnd type="triangle"/>
          </a:ln>
        </p:spPr>
      </p:sp>
      <p:sp>
        <p:nvSpPr>
          <p:cNvPr id="49" name="Text 51">
            <a:extLst>
              <a:ext uri="{FF2B5EF4-FFF2-40B4-BE49-F238E27FC236}">
                <a16:creationId xmlns:a16="http://schemas.microsoft.com/office/drawing/2014/main" id="{A2C0E081-0054-E0E3-292B-F8199D737208}"/>
              </a:ext>
            </a:extLst>
          </p:cNvPr>
          <p:cNvSpPr txBox="1"/>
          <p:nvPr/>
        </p:nvSpPr>
        <p:spPr>
          <a:xfrm>
            <a:off x="1578340" y="19156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제재 · 통지</a:t>
            </a:r>
            <a:endParaRPr kumimoji="0" lang="en-US" sz="900" dirty="0">
              <a:latin typeface="Calibri" panose="020F0502020204030204"/>
              <a:ea typeface="+mn-ea"/>
            </a:endParaRPr>
          </a:p>
        </p:txBody>
      </p:sp>
      <p:sp>
        <p:nvSpPr>
          <p:cNvPr id="50" name="Shape 52">
            <a:extLst>
              <a:ext uri="{FF2B5EF4-FFF2-40B4-BE49-F238E27FC236}">
                <a16:creationId xmlns:a16="http://schemas.microsoft.com/office/drawing/2014/main" id="{F3452E5A-EFB6-AD7D-2114-A165CF95B3C5}"/>
              </a:ext>
            </a:extLst>
          </p:cNvPr>
          <p:cNvSpPr/>
          <p:nvPr/>
        </p:nvSpPr>
        <p:spPr>
          <a:xfrm>
            <a:off x="7223760" y="1843624"/>
            <a:ext cx="32461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51" name="Shape 53">
            <a:extLst>
              <a:ext uri="{FF2B5EF4-FFF2-40B4-BE49-F238E27FC236}">
                <a16:creationId xmlns:a16="http://schemas.microsoft.com/office/drawing/2014/main" id="{C7F3A4D8-2ADF-5F56-D4E6-32EB11153208}"/>
              </a:ext>
            </a:extLst>
          </p:cNvPr>
          <p:cNvSpPr/>
          <p:nvPr/>
        </p:nvSpPr>
        <p:spPr>
          <a:xfrm>
            <a:off x="10469880" y="1843624"/>
            <a:ext cx="0" cy="1133856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tailEnd type="triangle"/>
          </a:ln>
        </p:spPr>
      </p:sp>
      <p:sp>
        <p:nvSpPr>
          <p:cNvPr id="52" name="Text 54">
            <a:extLst>
              <a:ext uri="{FF2B5EF4-FFF2-40B4-BE49-F238E27FC236}">
                <a16:creationId xmlns:a16="http://schemas.microsoft.com/office/drawing/2014/main" id="{B4DCC901-6952-FD9C-2B72-D0833CAE9F46}"/>
              </a:ext>
            </a:extLst>
          </p:cNvPr>
          <p:cNvSpPr txBox="1"/>
          <p:nvPr/>
        </p:nvSpPr>
        <p:spPr>
          <a:xfrm>
            <a:off x="9281160" y="19156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제재 ↓  신고 ↑</a:t>
            </a:r>
            <a:endParaRPr kumimoji="0" lang="en-US" sz="900" dirty="0">
              <a:latin typeface="Calibri" panose="020F0502020204030204"/>
              <a:ea typeface="+mn-ea"/>
            </a:endParaRPr>
          </a:p>
        </p:txBody>
      </p:sp>
      <p:sp>
        <p:nvSpPr>
          <p:cNvPr id="53" name="Shape 55">
            <a:extLst>
              <a:ext uri="{FF2B5EF4-FFF2-40B4-BE49-F238E27FC236}">
                <a16:creationId xmlns:a16="http://schemas.microsoft.com/office/drawing/2014/main" id="{6C18AD92-6B5A-C8C5-3151-D00309DD6754}"/>
              </a:ext>
            </a:extLst>
          </p:cNvPr>
          <p:cNvSpPr/>
          <p:nvPr/>
        </p:nvSpPr>
        <p:spPr>
          <a:xfrm>
            <a:off x="10469880" y="4349080"/>
            <a:ext cx="0" cy="123444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54" name="Shape 56">
            <a:extLst>
              <a:ext uri="{FF2B5EF4-FFF2-40B4-BE49-F238E27FC236}">
                <a16:creationId xmlns:a16="http://schemas.microsoft.com/office/drawing/2014/main" id="{AADAA675-57B4-1382-FF87-3C12566CECCD}"/>
              </a:ext>
            </a:extLst>
          </p:cNvPr>
          <p:cNvSpPr/>
          <p:nvPr/>
        </p:nvSpPr>
        <p:spPr>
          <a:xfrm flipH="1">
            <a:off x="8595360" y="5583520"/>
            <a:ext cx="18745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tailEnd type="triangle"/>
          </a:ln>
        </p:spPr>
      </p:sp>
      <p:sp>
        <p:nvSpPr>
          <p:cNvPr id="55" name="Text 57">
            <a:extLst>
              <a:ext uri="{FF2B5EF4-FFF2-40B4-BE49-F238E27FC236}">
                <a16:creationId xmlns:a16="http://schemas.microsoft.com/office/drawing/2014/main" id="{F66EE4CD-A7BB-4628-2472-746725210310}"/>
              </a:ext>
            </a:extLst>
          </p:cNvPr>
          <p:cNvSpPr txBox="1"/>
          <p:nvPr/>
        </p:nvSpPr>
        <p:spPr>
          <a:xfrm>
            <a:off x="9084332" y="5335036"/>
            <a:ext cx="1341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후원 (기존 후원 페이지)</a:t>
            </a:r>
            <a:endParaRPr kumimoji="0" lang="en-US" sz="900" dirty="0">
              <a:latin typeface="Calibri" panose="020F0502020204030204"/>
              <a:ea typeface="+mn-ea"/>
            </a:endParaRPr>
          </a:p>
        </p:txBody>
      </p:sp>
      <p:sp>
        <p:nvSpPr>
          <p:cNvPr id="56" name="Shape 58">
            <a:extLst>
              <a:ext uri="{FF2B5EF4-FFF2-40B4-BE49-F238E27FC236}">
                <a16:creationId xmlns:a16="http://schemas.microsoft.com/office/drawing/2014/main" id="{AD5CC0A0-F3BF-3D0F-BDBE-2E0530FE123F}"/>
              </a:ext>
            </a:extLst>
          </p:cNvPr>
          <p:cNvSpPr/>
          <p:nvPr/>
        </p:nvSpPr>
        <p:spPr>
          <a:xfrm flipH="1">
            <a:off x="1691640" y="5583520"/>
            <a:ext cx="18745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57" name="Shape 59">
            <a:extLst>
              <a:ext uri="{FF2B5EF4-FFF2-40B4-BE49-F238E27FC236}">
                <a16:creationId xmlns:a16="http://schemas.microsoft.com/office/drawing/2014/main" id="{9D362542-C243-C59B-9B82-F7E5C1AC3E96}"/>
              </a:ext>
            </a:extLst>
          </p:cNvPr>
          <p:cNvSpPr/>
          <p:nvPr/>
        </p:nvSpPr>
        <p:spPr>
          <a:xfrm flipV="1">
            <a:off x="1691640" y="4349080"/>
            <a:ext cx="0" cy="123444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tailEnd type="triangle"/>
          </a:ln>
        </p:spPr>
      </p:sp>
      <p:sp>
        <p:nvSpPr>
          <p:cNvPr id="58" name="Text 60">
            <a:extLst>
              <a:ext uri="{FF2B5EF4-FFF2-40B4-BE49-F238E27FC236}">
                <a16:creationId xmlns:a16="http://schemas.microsoft.com/office/drawing/2014/main" id="{5049ED64-5B5C-5864-AFA8-8ED5D77E76F8}"/>
              </a:ext>
            </a:extLst>
          </p:cNvPr>
          <p:cNvSpPr txBox="1"/>
          <p:nvPr/>
        </p:nvSpPr>
        <p:spPr>
          <a:xfrm>
            <a:off x="1658622" y="5335036"/>
            <a:ext cx="1341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위젯 (브라우저 소스)</a:t>
            </a:r>
            <a:endParaRPr kumimoji="0" lang="en-US" sz="900" dirty="0">
              <a:latin typeface="Calibri" panose="020F0502020204030204"/>
              <a:ea typeface="+mn-ea"/>
            </a:endParaRPr>
          </a:p>
        </p:txBody>
      </p:sp>
      <p:sp>
        <p:nvSpPr>
          <p:cNvPr id="59" name="Shape 61">
            <a:extLst>
              <a:ext uri="{FF2B5EF4-FFF2-40B4-BE49-F238E27FC236}">
                <a16:creationId xmlns:a16="http://schemas.microsoft.com/office/drawing/2014/main" id="{A91B1823-9E81-90B0-43E3-FB952DCD6D5A}"/>
              </a:ext>
            </a:extLst>
          </p:cNvPr>
          <p:cNvSpPr/>
          <p:nvPr/>
        </p:nvSpPr>
        <p:spPr>
          <a:xfrm>
            <a:off x="6080760" y="4714840"/>
            <a:ext cx="0" cy="502920"/>
          </a:xfrm>
          <a:prstGeom prst="line">
            <a:avLst/>
          </a:prstGeom>
          <a:noFill/>
          <a:ln w="22860">
            <a:solidFill>
              <a:srgbClr val="9AA4B8"/>
            </a:solidFill>
            <a:prstDash val="solid"/>
            <a:tailEnd type="triangle"/>
          </a:ln>
        </p:spPr>
      </p:sp>
      <p:sp>
        <p:nvSpPr>
          <p:cNvPr id="60" name="Shape 62">
            <a:extLst>
              <a:ext uri="{FF2B5EF4-FFF2-40B4-BE49-F238E27FC236}">
                <a16:creationId xmlns:a16="http://schemas.microsoft.com/office/drawing/2014/main" id="{29B1B7D6-B26E-244A-367B-10A03F6F195B}"/>
              </a:ext>
            </a:extLst>
          </p:cNvPr>
          <p:cNvSpPr/>
          <p:nvPr/>
        </p:nvSpPr>
        <p:spPr>
          <a:xfrm flipV="1">
            <a:off x="6263640" y="4714840"/>
            <a:ext cx="0" cy="502920"/>
          </a:xfrm>
          <a:prstGeom prst="line">
            <a:avLst/>
          </a:prstGeom>
          <a:noFill/>
          <a:ln w="22860">
            <a:solidFill>
              <a:srgbClr val="9AA4B8"/>
            </a:solidFill>
            <a:prstDash val="solid"/>
            <a:tailEnd type="triangle"/>
          </a:ln>
        </p:spPr>
      </p:sp>
      <p:sp>
        <p:nvSpPr>
          <p:cNvPr id="62" name="Text 64">
            <a:extLst>
              <a:ext uri="{FF2B5EF4-FFF2-40B4-BE49-F238E27FC236}">
                <a16:creationId xmlns:a16="http://schemas.microsoft.com/office/drawing/2014/main" id="{70F7CEA2-44DC-F03E-96E8-EE7D0238E79B}"/>
              </a:ext>
            </a:extLst>
          </p:cNvPr>
          <p:cNvSpPr txBox="1"/>
          <p:nvPr/>
        </p:nvSpPr>
        <p:spPr>
          <a:xfrm>
            <a:off x="9552383" y="6067425"/>
            <a:ext cx="2540557" cy="5659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72000" tIns="0" rIns="0" bIns="0" rtlCol="0" anchor="ctr"/>
          <a:lstStyle/>
          <a:p>
            <a:pPr marL="171450" indent="-171450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kumimoji="0" lang="en-US" sz="9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실선</a:t>
            </a:r>
            <a:r>
              <a:rPr kumimoji="0" lang="en-US" sz="9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스트리밍 플랫폼 </a:t>
            </a:r>
            <a:r>
              <a:rPr kumimoji="0" lang="en-US" sz="9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안의</a:t>
            </a:r>
            <a:r>
              <a:rPr kumimoji="0" lang="en-US" sz="9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sz="9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</a:t>
            </a:r>
            <a:endParaRPr kumimoji="0" lang="en-US" sz="900" b="1" dirty="0"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171450" indent="-171450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kumimoji="0" lang="en-US" sz="9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점선</a:t>
            </a:r>
            <a:r>
              <a:rPr kumimoji="0" lang="en-US" sz="9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플랫폼 밖 또는 운영 개입</a:t>
            </a:r>
            <a:endParaRPr kumimoji="0" lang="en-US" sz="900" b="1" dirty="0">
              <a:latin typeface="Calibri" panose="020F050202020403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04290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64090-9479-0D1F-A425-846371D96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개요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0331E1-8C41-120B-AD26-810EBA2A65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스트리밍 서비스 데이터 플로우</a:t>
            </a:r>
          </a:p>
        </p:txBody>
      </p:sp>
      <p:sp>
        <p:nvSpPr>
          <p:cNvPr id="64" name="Text 6">
            <a:extLst>
              <a:ext uri="{FF2B5EF4-FFF2-40B4-BE49-F238E27FC236}">
                <a16:creationId xmlns:a16="http://schemas.microsoft.com/office/drawing/2014/main" id="{13759424-4EBD-4A8C-8BAD-39C07558699B}"/>
              </a:ext>
            </a:extLst>
          </p:cNvPr>
          <p:cNvSpPr txBox="1"/>
          <p:nvPr/>
        </p:nvSpPr>
        <p:spPr>
          <a:xfrm>
            <a:off x="548640" y="12327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50" b="1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kumimoji="0" lang="en-US" sz="1150" b="1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</a:t>
            </a:r>
            <a:endParaRPr kumimoji="0" lang="en-US" sz="11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65" name="Shape 7">
            <a:extLst>
              <a:ext uri="{FF2B5EF4-FFF2-40B4-BE49-F238E27FC236}">
                <a16:creationId xmlns:a16="http://schemas.microsoft.com/office/drawing/2014/main" id="{BB732503-DF70-0DA3-CB3C-CECB86ABEEDD}"/>
              </a:ext>
            </a:extLst>
          </p:cNvPr>
          <p:cNvSpPr/>
          <p:nvPr/>
        </p:nvSpPr>
        <p:spPr>
          <a:xfrm>
            <a:off x="548640" y="1561940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E9EFFD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66" name="Text 8">
            <a:extLst>
              <a:ext uri="{FF2B5EF4-FFF2-40B4-BE49-F238E27FC236}">
                <a16:creationId xmlns:a16="http://schemas.microsoft.com/office/drawing/2014/main" id="{C9A5338A-2D92-D2A4-6EA8-D26AD253CC50}"/>
              </a:ext>
            </a:extLst>
          </p:cNvPr>
          <p:cNvSpPr txBox="1"/>
          <p:nvPr/>
        </p:nvSpPr>
        <p:spPr>
          <a:xfrm>
            <a:off x="548640" y="167815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05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크리에이터 OBS</a:t>
            </a:r>
            <a:endParaRPr kumimoji="0" lang="en-US" sz="10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67" name="Text 9">
            <a:extLst>
              <a:ext uri="{FF2B5EF4-FFF2-40B4-BE49-F238E27FC236}">
                <a16:creationId xmlns:a16="http://schemas.microsoft.com/office/drawing/2014/main" id="{763E2691-D352-9A48-43CA-88AB1231B2B9}"/>
              </a:ext>
            </a:extLst>
          </p:cNvPr>
          <p:cNvSpPr txBox="1"/>
          <p:nvPr/>
        </p:nvSpPr>
        <p:spPr>
          <a:xfrm>
            <a:off x="548640" y="19094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85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송출</a:t>
            </a:r>
            <a:endParaRPr kumimoji="0" lang="en-US" sz="8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68" name="Shape 10">
            <a:extLst>
              <a:ext uri="{FF2B5EF4-FFF2-40B4-BE49-F238E27FC236}">
                <a16:creationId xmlns:a16="http://schemas.microsoft.com/office/drawing/2014/main" id="{9A984D68-FCED-EAAC-1615-0B215289D684}"/>
              </a:ext>
            </a:extLst>
          </p:cNvPr>
          <p:cNvSpPr/>
          <p:nvPr/>
        </p:nvSpPr>
        <p:spPr>
          <a:xfrm>
            <a:off x="2258568" y="2043914"/>
            <a:ext cx="146304" cy="0"/>
          </a:xfrm>
          <a:prstGeom prst="line">
            <a:avLst/>
          </a:prstGeom>
          <a:noFill/>
          <a:ln w="25400">
            <a:solidFill>
              <a:srgbClr val="2E6BE6"/>
            </a:solidFill>
            <a:prstDash val="solid"/>
            <a:tailEnd type="triangle"/>
          </a:ln>
        </p:spPr>
      </p:sp>
      <p:sp>
        <p:nvSpPr>
          <p:cNvPr id="69" name="Shape 11">
            <a:extLst>
              <a:ext uri="{FF2B5EF4-FFF2-40B4-BE49-F238E27FC236}">
                <a16:creationId xmlns:a16="http://schemas.microsoft.com/office/drawing/2014/main" id="{BAB654C8-4F51-A8B0-D5A6-4B96A84E6B02}"/>
              </a:ext>
            </a:extLst>
          </p:cNvPr>
          <p:cNvSpPr/>
          <p:nvPr/>
        </p:nvSpPr>
        <p:spPr>
          <a:xfrm>
            <a:off x="2423160" y="1561940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1B2A5B"/>
          </a:solidFill>
          <a:ln/>
        </p:spPr>
      </p:sp>
      <p:sp>
        <p:nvSpPr>
          <p:cNvPr id="70" name="Text 12">
            <a:extLst>
              <a:ext uri="{FF2B5EF4-FFF2-40B4-BE49-F238E27FC236}">
                <a16:creationId xmlns:a16="http://schemas.microsoft.com/office/drawing/2014/main" id="{61999D42-7090-41DA-85D6-367DCB8A2A91}"/>
              </a:ext>
            </a:extLst>
          </p:cNvPr>
          <p:cNvSpPr txBox="1"/>
          <p:nvPr/>
        </p:nvSpPr>
        <p:spPr>
          <a:xfrm>
            <a:off x="2423160" y="167815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수신</a:t>
            </a:r>
            <a:endParaRPr kumimoji="0" lang="en-US" sz="10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71" name="Text 13">
            <a:extLst>
              <a:ext uri="{FF2B5EF4-FFF2-40B4-BE49-F238E27FC236}">
                <a16:creationId xmlns:a16="http://schemas.microsoft.com/office/drawing/2014/main" id="{7BB83005-5903-1B2B-E0B4-D9DDEBE78EED}"/>
              </a:ext>
            </a:extLst>
          </p:cNvPr>
          <p:cNvSpPr txBox="1"/>
          <p:nvPr/>
        </p:nvSpPr>
        <p:spPr>
          <a:xfrm>
            <a:off x="2423160" y="19094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850" dirty="0">
                <a:solidFill>
                  <a:srgbClr val="AEBB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RTMP 수신</a:t>
            </a:r>
            <a:endParaRPr kumimoji="0" lang="en-US" sz="8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  <a:p>
            <a:pPr algn="ctr" fontAlgn="auto" latinLnBrk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850" dirty="0">
                <a:solidFill>
                  <a:srgbClr val="AEBB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스트림키 인증</a:t>
            </a:r>
            <a:endParaRPr kumimoji="0" lang="en-US" sz="8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72" name="Shape 14">
            <a:extLst>
              <a:ext uri="{FF2B5EF4-FFF2-40B4-BE49-F238E27FC236}">
                <a16:creationId xmlns:a16="http://schemas.microsoft.com/office/drawing/2014/main" id="{9B2B66A8-B425-7EDA-59DC-37A20DE7DE89}"/>
              </a:ext>
            </a:extLst>
          </p:cNvPr>
          <p:cNvSpPr/>
          <p:nvPr/>
        </p:nvSpPr>
        <p:spPr>
          <a:xfrm>
            <a:off x="4133088" y="2043914"/>
            <a:ext cx="146304" cy="0"/>
          </a:xfrm>
          <a:prstGeom prst="line">
            <a:avLst/>
          </a:prstGeom>
          <a:noFill/>
          <a:ln w="25400">
            <a:solidFill>
              <a:srgbClr val="2E6BE6"/>
            </a:solidFill>
            <a:prstDash val="solid"/>
            <a:tailEnd type="triangle"/>
          </a:ln>
        </p:spPr>
      </p:sp>
      <p:sp>
        <p:nvSpPr>
          <p:cNvPr id="73" name="Shape 15">
            <a:extLst>
              <a:ext uri="{FF2B5EF4-FFF2-40B4-BE49-F238E27FC236}">
                <a16:creationId xmlns:a16="http://schemas.microsoft.com/office/drawing/2014/main" id="{5129C197-1C38-CEEE-2659-1EF5B58BFE74}"/>
              </a:ext>
            </a:extLst>
          </p:cNvPr>
          <p:cNvSpPr/>
          <p:nvPr/>
        </p:nvSpPr>
        <p:spPr>
          <a:xfrm>
            <a:off x="4297680" y="1561940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1B2A5B"/>
          </a:solidFill>
          <a:ln/>
        </p:spPr>
      </p:sp>
      <p:sp>
        <p:nvSpPr>
          <p:cNvPr id="74" name="Text 16">
            <a:extLst>
              <a:ext uri="{FF2B5EF4-FFF2-40B4-BE49-F238E27FC236}">
                <a16:creationId xmlns:a16="http://schemas.microsoft.com/office/drawing/2014/main" id="{0F897AAF-280B-5242-64AD-A35A0DAC68C0}"/>
              </a:ext>
            </a:extLst>
          </p:cNvPr>
          <p:cNvSpPr txBox="1"/>
          <p:nvPr/>
        </p:nvSpPr>
        <p:spPr>
          <a:xfrm>
            <a:off x="4297680" y="167815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트랜스코딩</a:t>
            </a:r>
            <a:endParaRPr kumimoji="0" lang="en-US" sz="10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75" name="Text 17">
            <a:extLst>
              <a:ext uri="{FF2B5EF4-FFF2-40B4-BE49-F238E27FC236}">
                <a16:creationId xmlns:a16="http://schemas.microsoft.com/office/drawing/2014/main" id="{C6505982-2E75-EC1F-C564-23C7287790EE}"/>
              </a:ext>
            </a:extLst>
          </p:cNvPr>
          <p:cNvSpPr txBox="1"/>
          <p:nvPr/>
        </p:nvSpPr>
        <p:spPr>
          <a:xfrm>
            <a:off x="4297680" y="19094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50" dirty="0">
                <a:solidFill>
                  <a:srgbClr val="AEBB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화질 단계</a:t>
            </a:r>
            <a:endParaRPr kumimoji="0" lang="en-US" sz="8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  <a:p>
            <a:pPr algn="ctr" fontAlgn="auto" latinLnBrk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850" dirty="0">
                <a:solidFill>
                  <a:srgbClr val="AEBB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(개발자 제안)</a:t>
            </a:r>
            <a:endParaRPr kumimoji="0" lang="en-US" sz="8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76" name="Shape 18">
            <a:extLst>
              <a:ext uri="{FF2B5EF4-FFF2-40B4-BE49-F238E27FC236}">
                <a16:creationId xmlns:a16="http://schemas.microsoft.com/office/drawing/2014/main" id="{225F6E93-7A4B-A344-69B6-333545D0770C}"/>
              </a:ext>
            </a:extLst>
          </p:cNvPr>
          <p:cNvSpPr/>
          <p:nvPr/>
        </p:nvSpPr>
        <p:spPr>
          <a:xfrm>
            <a:off x="6007608" y="2043914"/>
            <a:ext cx="146304" cy="0"/>
          </a:xfrm>
          <a:prstGeom prst="line">
            <a:avLst/>
          </a:prstGeom>
          <a:noFill/>
          <a:ln w="25400">
            <a:solidFill>
              <a:srgbClr val="2E6BE6"/>
            </a:solidFill>
            <a:prstDash val="solid"/>
            <a:tailEnd type="triangle"/>
          </a:ln>
        </p:spPr>
      </p:sp>
      <p:sp>
        <p:nvSpPr>
          <p:cNvPr id="77" name="Shape 19">
            <a:extLst>
              <a:ext uri="{FF2B5EF4-FFF2-40B4-BE49-F238E27FC236}">
                <a16:creationId xmlns:a16="http://schemas.microsoft.com/office/drawing/2014/main" id="{CE63BFF0-1FA1-AE87-DD53-512522E1BC56}"/>
              </a:ext>
            </a:extLst>
          </p:cNvPr>
          <p:cNvSpPr/>
          <p:nvPr/>
        </p:nvSpPr>
        <p:spPr>
          <a:xfrm>
            <a:off x="6172200" y="1561940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1B2A5B"/>
          </a:solidFill>
          <a:ln/>
        </p:spPr>
      </p:sp>
      <p:sp>
        <p:nvSpPr>
          <p:cNvPr id="78" name="Text 20">
            <a:extLst>
              <a:ext uri="{FF2B5EF4-FFF2-40B4-BE49-F238E27FC236}">
                <a16:creationId xmlns:a16="http://schemas.microsoft.com/office/drawing/2014/main" id="{1684605F-EB05-CA9C-EB98-FBDA41D010D2}"/>
              </a:ext>
            </a:extLst>
          </p:cNvPr>
          <p:cNvSpPr txBox="1"/>
          <p:nvPr/>
        </p:nvSpPr>
        <p:spPr>
          <a:xfrm>
            <a:off x="6172200" y="167815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패키징</a:t>
            </a:r>
            <a:endParaRPr kumimoji="0" lang="en-US" sz="10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79" name="Text 21">
            <a:extLst>
              <a:ext uri="{FF2B5EF4-FFF2-40B4-BE49-F238E27FC236}">
                <a16:creationId xmlns:a16="http://schemas.microsoft.com/office/drawing/2014/main" id="{CAD29B67-007D-DC87-C693-BB898F2F0167}"/>
              </a:ext>
            </a:extLst>
          </p:cNvPr>
          <p:cNvSpPr txBox="1"/>
          <p:nvPr/>
        </p:nvSpPr>
        <p:spPr>
          <a:xfrm>
            <a:off x="6172200" y="19094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850" dirty="0">
                <a:solidFill>
                  <a:srgbClr val="AEBB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HLS </a:t>
            </a:r>
            <a:r>
              <a:rPr kumimoji="0" lang="ko-KR" altLang="en-US" sz="850" dirty="0">
                <a:solidFill>
                  <a:srgbClr val="AEBB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단위</a:t>
            </a:r>
            <a:endParaRPr kumimoji="0" lang="en-US" sz="8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80" name="Shape 22">
            <a:extLst>
              <a:ext uri="{FF2B5EF4-FFF2-40B4-BE49-F238E27FC236}">
                <a16:creationId xmlns:a16="http://schemas.microsoft.com/office/drawing/2014/main" id="{A51B31F7-37AF-2873-3190-75B1C5DA9616}"/>
              </a:ext>
            </a:extLst>
          </p:cNvPr>
          <p:cNvSpPr/>
          <p:nvPr/>
        </p:nvSpPr>
        <p:spPr>
          <a:xfrm>
            <a:off x="7882128" y="2043914"/>
            <a:ext cx="146304" cy="0"/>
          </a:xfrm>
          <a:prstGeom prst="line">
            <a:avLst/>
          </a:prstGeom>
          <a:noFill/>
          <a:ln w="25400">
            <a:solidFill>
              <a:srgbClr val="2E6BE6"/>
            </a:solidFill>
            <a:prstDash val="solid"/>
            <a:tailEnd type="triangle"/>
          </a:ln>
        </p:spPr>
      </p:sp>
      <p:sp>
        <p:nvSpPr>
          <p:cNvPr id="81" name="Shape 23">
            <a:extLst>
              <a:ext uri="{FF2B5EF4-FFF2-40B4-BE49-F238E27FC236}">
                <a16:creationId xmlns:a16="http://schemas.microsoft.com/office/drawing/2014/main" id="{81B2B739-17B2-7091-8689-E68759AB87A8}"/>
              </a:ext>
            </a:extLst>
          </p:cNvPr>
          <p:cNvSpPr/>
          <p:nvPr/>
        </p:nvSpPr>
        <p:spPr>
          <a:xfrm>
            <a:off x="8046720" y="1561940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1B2A5B"/>
          </a:solidFill>
          <a:ln/>
        </p:spPr>
      </p:sp>
      <p:sp>
        <p:nvSpPr>
          <p:cNvPr id="82" name="Text 24">
            <a:extLst>
              <a:ext uri="{FF2B5EF4-FFF2-40B4-BE49-F238E27FC236}">
                <a16:creationId xmlns:a16="http://schemas.microsoft.com/office/drawing/2014/main" id="{3620D6D8-C727-E0D3-2DA2-E4C9C142D236}"/>
              </a:ext>
            </a:extLst>
          </p:cNvPr>
          <p:cNvSpPr txBox="1"/>
          <p:nvPr/>
        </p:nvSpPr>
        <p:spPr>
          <a:xfrm>
            <a:off x="8046720" y="167815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CDN</a:t>
            </a:r>
            <a:endParaRPr kumimoji="0" lang="en-US" sz="10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83" name="Text 25">
            <a:extLst>
              <a:ext uri="{FF2B5EF4-FFF2-40B4-BE49-F238E27FC236}">
                <a16:creationId xmlns:a16="http://schemas.microsoft.com/office/drawing/2014/main" id="{38A7ADCD-1E47-3E02-7808-47F1C0380E10}"/>
              </a:ext>
            </a:extLst>
          </p:cNvPr>
          <p:cNvSpPr txBox="1"/>
          <p:nvPr/>
        </p:nvSpPr>
        <p:spPr>
          <a:xfrm>
            <a:off x="8046720" y="19094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850" dirty="0">
                <a:solidFill>
                  <a:srgbClr val="AEBB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kumimoji="0" lang="en-US" sz="8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84" name="Shape 26">
            <a:extLst>
              <a:ext uri="{FF2B5EF4-FFF2-40B4-BE49-F238E27FC236}">
                <a16:creationId xmlns:a16="http://schemas.microsoft.com/office/drawing/2014/main" id="{5A9181E3-7A82-D5BF-CB7D-29D44E6B325E}"/>
              </a:ext>
            </a:extLst>
          </p:cNvPr>
          <p:cNvSpPr/>
          <p:nvPr/>
        </p:nvSpPr>
        <p:spPr>
          <a:xfrm>
            <a:off x="9756648" y="2043914"/>
            <a:ext cx="146304" cy="0"/>
          </a:xfrm>
          <a:prstGeom prst="line">
            <a:avLst/>
          </a:prstGeom>
          <a:noFill/>
          <a:ln w="25400">
            <a:solidFill>
              <a:srgbClr val="2E6BE6"/>
            </a:solidFill>
            <a:prstDash val="solid"/>
            <a:tailEnd type="triangle"/>
          </a:ln>
        </p:spPr>
      </p:sp>
      <p:sp>
        <p:nvSpPr>
          <p:cNvPr id="85" name="Shape 27">
            <a:extLst>
              <a:ext uri="{FF2B5EF4-FFF2-40B4-BE49-F238E27FC236}">
                <a16:creationId xmlns:a16="http://schemas.microsoft.com/office/drawing/2014/main" id="{0CE94EB7-50A9-79B4-C0E4-60B78E3FCFB9}"/>
              </a:ext>
            </a:extLst>
          </p:cNvPr>
          <p:cNvSpPr/>
          <p:nvPr/>
        </p:nvSpPr>
        <p:spPr>
          <a:xfrm>
            <a:off x="9921240" y="1561940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E9EFFD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86" name="Text 28">
            <a:extLst>
              <a:ext uri="{FF2B5EF4-FFF2-40B4-BE49-F238E27FC236}">
                <a16:creationId xmlns:a16="http://schemas.microsoft.com/office/drawing/2014/main" id="{2BDAD28E-090A-9AE3-3667-345A58939A1B}"/>
              </a:ext>
            </a:extLst>
          </p:cNvPr>
          <p:cNvSpPr txBox="1"/>
          <p:nvPr/>
        </p:nvSpPr>
        <p:spPr>
          <a:xfrm>
            <a:off x="9921240" y="167815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05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플레이어</a:t>
            </a:r>
            <a:endParaRPr kumimoji="0" lang="en-US" sz="10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87" name="Text 29">
            <a:extLst>
              <a:ext uri="{FF2B5EF4-FFF2-40B4-BE49-F238E27FC236}">
                <a16:creationId xmlns:a16="http://schemas.microsoft.com/office/drawing/2014/main" id="{B913D65E-1CC2-AAD0-2528-B53D185EFD5F}"/>
              </a:ext>
            </a:extLst>
          </p:cNvPr>
          <p:cNvSpPr txBox="1"/>
          <p:nvPr/>
        </p:nvSpPr>
        <p:spPr>
          <a:xfrm>
            <a:off x="9921240" y="19094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85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시청 · 화질 선택</a:t>
            </a:r>
            <a:endParaRPr kumimoji="0" lang="en-US" sz="8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88" name="Shape 30">
            <a:extLst>
              <a:ext uri="{FF2B5EF4-FFF2-40B4-BE49-F238E27FC236}">
                <a16:creationId xmlns:a16="http://schemas.microsoft.com/office/drawing/2014/main" id="{ED24171A-B87F-C01E-FE24-270325EE4A66}"/>
              </a:ext>
            </a:extLst>
          </p:cNvPr>
          <p:cNvSpPr/>
          <p:nvPr/>
        </p:nvSpPr>
        <p:spPr>
          <a:xfrm>
            <a:off x="8046720" y="2631788"/>
            <a:ext cx="1691640" cy="548640"/>
          </a:xfrm>
          <a:prstGeom prst="roundRect">
            <a:avLst>
              <a:gd name="adj" fmla="val 10000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89" name="Text 31">
            <a:extLst>
              <a:ext uri="{FF2B5EF4-FFF2-40B4-BE49-F238E27FC236}">
                <a16:creationId xmlns:a16="http://schemas.microsoft.com/office/drawing/2014/main" id="{26206A86-D612-0742-824E-304F0C189022}"/>
              </a:ext>
            </a:extLst>
          </p:cNvPr>
          <p:cNvSpPr txBox="1"/>
          <p:nvPr/>
        </p:nvSpPr>
        <p:spPr>
          <a:xfrm>
            <a:off x="8046720" y="26592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5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그리드 (P2P)</a:t>
            </a:r>
            <a:endParaRPr kumimoji="0" lang="en-US" sz="950" dirty="0">
              <a:latin typeface="Calibri" panose="020F0502020204030204"/>
              <a:ea typeface="+mn-ea"/>
            </a:endParaRPr>
          </a:p>
        </p:txBody>
      </p:sp>
      <p:sp>
        <p:nvSpPr>
          <p:cNvPr id="90" name="Text 32">
            <a:extLst>
              <a:ext uri="{FF2B5EF4-FFF2-40B4-BE49-F238E27FC236}">
                <a16:creationId xmlns:a16="http://schemas.microsoft.com/office/drawing/2014/main" id="{B554E0B3-BA1B-D934-4084-E064F289F3A1}"/>
              </a:ext>
            </a:extLst>
          </p:cNvPr>
          <p:cNvSpPr txBox="1"/>
          <p:nvPr/>
        </p:nvSpPr>
        <p:spPr>
          <a:xfrm>
            <a:off x="8046720" y="290610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시청자 간 전달 · CDN</a:t>
            </a:r>
            <a:r>
              <a:rPr kumimoji="0" lang="ko-KR" altLang="en-US" sz="8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전환</a:t>
            </a:r>
            <a:endParaRPr kumimoji="0" lang="en-US" sz="800" dirty="0">
              <a:latin typeface="Calibri" panose="020F0502020204030204"/>
              <a:ea typeface="+mn-ea"/>
            </a:endParaRPr>
          </a:p>
        </p:txBody>
      </p:sp>
      <p:sp>
        <p:nvSpPr>
          <p:cNvPr id="91" name="Shape 33">
            <a:extLst>
              <a:ext uri="{FF2B5EF4-FFF2-40B4-BE49-F238E27FC236}">
                <a16:creationId xmlns:a16="http://schemas.microsoft.com/office/drawing/2014/main" id="{4CC1A037-46C6-4C34-152E-E0D5B16D2C01}"/>
              </a:ext>
            </a:extLst>
          </p:cNvPr>
          <p:cNvSpPr/>
          <p:nvPr/>
        </p:nvSpPr>
        <p:spPr>
          <a:xfrm>
            <a:off x="8887968" y="24031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ash"/>
            <a:tailEnd type="triangle"/>
          </a:ln>
        </p:spPr>
      </p:sp>
      <p:sp>
        <p:nvSpPr>
          <p:cNvPr id="92" name="Shape 34">
            <a:extLst>
              <a:ext uri="{FF2B5EF4-FFF2-40B4-BE49-F238E27FC236}">
                <a16:creationId xmlns:a16="http://schemas.microsoft.com/office/drawing/2014/main" id="{D65DC60B-0AC2-23E7-1DB8-2D645F242B0E}"/>
              </a:ext>
            </a:extLst>
          </p:cNvPr>
          <p:cNvSpPr/>
          <p:nvPr/>
        </p:nvSpPr>
        <p:spPr>
          <a:xfrm>
            <a:off x="9738360" y="2906108"/>
            <a:ext cx="1828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ash"/>
            <a:tailEnd type="none"/>
          </a:ln>
        </p:spPr>
      </p:sp>
      <p:sp>
        <p:nvSpPr>
          <p:cNvPr id="93" name="Shape 35">
            <a:extLst>
              <a:ext uri="{FF2B5EF4-FFF2-40B4-BE49-F238E27FC236}">
                <a16:creationId xmlns:a16="http://schemas.microsoft.com/office/drawing/2014/main" id="{3A70ABE9-7A8E-AD61-7893-6FEBAAC5BE83}"/>
              </a:ext>
            </a:extLst>
          </p:cNvPr>
          <p:cNvSpPr/>
          <p:nvPr/>
        </p:nvSpPr>
        <p:spPr>
          <a:xfrm>
            <a:off x="9921240" y="2403188"/>
            <a:ext cx="0" cy="50292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ash"/>
            <a:headEnd type="triangle"/>
          </a:ln>
        </p:spPr>
      </p:sp>
      <p:sp>
        <p:nvSpPr>
          <p:cNvPr id="94" name="Text 36">
            <a:extLst>
              <a:ext uri="{FF2B5EF4-FFF2-40B4-BE49-F238E27FC236}">
                <a16:creationId xmlns:a16="http://schemas.microsoft.com/office/drawing/2014/main" id="{9AB36803-515C-03A1-7D91-AC97BFFBFE1B}"/>
              </a:ext>
            </a:extLst>
          </p:cNvPr>
          <p:cNvSpPr txBox="1"/>
          <p:nvPr/>
        </p:nvSpPr>
        <p:spPr>
          <a:xfrm>
            <a:off x="8046720" y="320786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</a:t>
            </a:r>
            <a:r>
              <a:rPr kumimoji="0" lang="ko-KR" altLang="en-US" sz="80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</a:t>
            </a:r>
            <a:r>
              <a:rPr kumimoji="0" lang="en-US" altLang="ko-KR" sz="80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r>
              <a:rPr kumimoji="0" lang="en-US" sz="80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모듈 설치 시청자만</a:t>
            </a:r>
            <a:endParaRPr kumimoji="0" lang="en-US" sz="800" dirty="0">
              <a:solidFill>
                <a:srgbClr val="C00000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95" name="Shape 37">
            <a:extLst>
              <a:ext uri="{FF2B5EF4-FFF2-40B4-BE49-F238E27FC236}">
                <a16:creationId xmlns:a16="http://schemas.microsoft.com/office/drawing/2014/main" id="{8F08A58D-4627-986C-C275-152B2E300CD8}"/>
              </a:ext>
            </a:extLst>
          </p:cNvPr>
          <p:cNvSpPr/>
          <p:nvPr/>
        </p:nvSpPr>
        <p:spPr>
          <a:xfrm>
            <a:off x="2423160" y="2677508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F5F7FB"/>
          </a:solidFill>
          <a:ln w="12700">
            <a:solidFill>
              <a:srgbClr val="E3E8F1"/>
            </a:solidFill>
            <a:prstDash val="solid"/>
          </a:ln>
        </p:spPr>
      </p:sp>
      <p:sp>
        <p:nvSpPr>
          <p:cNvPr id="96" name="Text 38">
            <a:extLst>
              <a:ext uri="{FF2B5EF4-FFF2-40B4-BE49-F238E27FC236}">
                <a16:creationId xmlns:a16="http://schemas.microsoft.com/office/drawing/2014/main" id="{2704B1FD-A997-226C-602F-7BA585E19F8E}"/>
              </a:ext>
            </a:extLst>
          </p:cNvPr>
          <p:cNvSpPr txBox="1"/>
          <p:nvPr/>
        </p:nvSpPr>
        <p:spPr>
          <a:xfrm>
            <a:off x="2514600" y="267750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850" b="1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r>
              <a:rPr kumimoji="0" lang="en-US" sz="850" b="1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sz="850" b="1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</a:t>
            </a:r>
            <a:endParaRPr kumimoji="0" lang="en-US" sz="850" b="1" dirty="0">
              <a:solidFill>
                <a:srgbClr val="1A1D28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algn="ctr" fontAlgn="auto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85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</a:t>
            </a:r>
            <a:r>
              <a:rPr kumimoji="0" lang="en-US" sz="85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시작(첫 </a:t>
            </a:r>
            <a:r>
              <a:rPr kumimoji="0" lang="ko-KR" altLang="en-US" sz="85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단위</a:t>
            </a:r>
            <a:r>
              <a:rPr kumimoji="0" lang="en-US" sz="85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→ 라이브 → 끊김 시 일시중단(90초) → 종료(정상 신호 즉시 · 타임아웃)</a:t>
            </a:r>
            <a:endParaRPr kumimoji="0" lang="en-US" sz="8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97" name="Text 39">
            <a:extLst>
              <a:ext uri="{FF2B5EF4-FFF2-40B4-BE49-F238E27FC236}">
                <a16:creationId xmlns:a16="http://schemas.microsoft.com/office/drawing/2014/main" id="{12BF1A97-477D-B9B7-5417-88881665827A}"/>
              </a:ext>
            </a:extLst>
          </p:cNvPr>
          <p:cNvSpPr txBox="1"/>
          <p:nvPr/>
        </p:nvSpPr>
        <p:spPr>
          <a:xfrm>
            <a:off x="548640" y="38838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50" b="1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채팅 (양방향)</a:t>
            </a:r>
            <a:endParaRPr kumimoji="0" lang="en-US" sz="11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98" name="Shape 40">
            <a:extLst>
              <a:ext uri="{FF2B5EF4-FFF2-40B4-BE49-F238E27FC236}">
                <a16:creationId xmlns:a16="http://schemas.microsoft.com/office/drawing/2014/main" id="{8078E532-8A4E-068D-110D-1EA0DC8D3A3B}"/>
              </a:ext>
            </a:extLst>
          </p:cNvPr>
          <p:cNvSpPr/>
          <p:nvPr/>
        </p:nvSpPr>
        <p:spPr>
          <a:xfrm>
            <a:off x="548640" y="4176504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E9EFFD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99" name="Text 41">
            <a:extLst>
              <a:ext uri="{FF2B5EF4-FFF2-40B4-BE49-F238E27FC236}">
                <a16:creationId xmlns:a16="http://schemas.microsoft.com/office/drawing/2014/main" id="{8E621285-FF97-5FA3-2201-1DA752737264}"/>
              </a:ext>
            </a:extLst>
          </p:cNvPr>
          <p:cNvSpPr txBox="1"/>
          <p:nvPr/>
        </p:nvSpPr>
        <p:spPr>
          <a:xfrm>
            <a:off x="548640" y="417650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850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크리에이터 스튜디오</a:t>
            </a:r>
            <a:endParaRPr kumimoji="0" lang="en-US" sz="8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  <a:p>
            <a:pPr algn="ctr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850" dirty="0" err="1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</a:t>
            </a:r>
            <a:r>
              <a:rPr kumimoji="0" lang="en-US" sz="850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sz="850" dirty="0" err="1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</a:t>
            </a:r>
            <a:endParaRPr kumimoji="0" lang="en-US" sz="8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18655D42-033F-C101-BA77-3B1F7F641D7A}"/>
              </a:ext>
            </a:extLst>
          </p:cNvPr>
          <p:cNvGrpSpPr/>
          <p:nvPr/>
        </p:nvGrpSpPr>
        <p:grpSpPr>
          <a:xfrm>
            <a:off x="3683732" y="4176504"/>
            <a:ext cx="4794056" cy="548640"/>
            <a:chOff x="4297680" y="3865624"/>
            <a:chExt cx="3566160" cy="548640"/>
          </a:xfrm>
        </p:grpSpPr>
        <p:sp>
          <p:nvSpPr>
            <p:cNvPr id="100" name="Shape 42">
              <a:extLst>
                <a:ext uri="{FF2B5EF4-FFF2-40B4-BE49-F238E27FC236}">
                  <a16:creationId xmlns:a16="http://schemas.microsoft.com/office/drawing/2014/main" id="{103A40BE-D810-F25D-7ED0-22F99A79D7A9}"/>
                </a:ext>
              </a:extLst>
            </p:cNvPr>
            <p:cNvSpPr/>
            <p:nvPr/>
          </p:nvSpPr>
          <p:spPr>
            <a:xfrm>
              <a:off x="4297680" y="3865624"/>
              <a:ext cx="3566160" cy="548640"/>
            </a:xfrm>
            <a:prstGeom prst="roundRect">
              <a:avLst>
                <a:gd name="adj" fmla="val 10000"/>
              </a:avLst>
            </a:prstGeom>
            <a:solidFill>
              <a:srgbClr val="1B2A5B"/>
            </a:solidFill>
            <a:ln/>
          </p:spPr>
        </p:sp>
        <p:sp>
          <p:nvSpPr>
            <p:cNvPr id="101" name="Text 43">
              <a:extLst>
                <a:ext uri="{FF2B5EF4-FFF2-40B4-BE49-F238E27FC236}">
                  <a16:creationId xmlns:a16="http://schemas.microsoft.com/office/drawing/2014/main" id="{DC56D44D-309E-C4DB-AC4F-5E626B0A46FF}"/>
                </a:ext>
              </a:extLst>
            </p:cNvPr>
            <p:cNvSpPr txBox="1"/>
            <p:nvPr/>
          </p:nvSpPr>
          <p:spPr>
            <a:xfrm>
              <a:off x="4297680" y="3865624"/>
              <a:ext cx="35661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채팅</a:t>
              </a:r>
              <a:r>
                <a:rPr kumimoji="0"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kumimoji="0" lang="en-US" sz="9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서버</a:t>
              </a:r>
              <a:r>
                <a:rPr kumimoji="0"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 · </a:t>
              </a:r>
              <a:r>
                <a:rPr kumimoji="0" lang="en-US" sz="9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차단</a:t>
              </a:r>
              <a:r>
                <a:rPr kumimoji="0"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· 금칙어 · 이모티콘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</p:txBody>
        </p:sp>
      </p:grpSp>
      <p:sp>
        <p:nvSpPr>
          <p:cNvPr id="102" name="Shape 44">
            <a:extLst>
              <a:ext uri="{FF2B5EF4-FFF2-40B4-BE49-F238E27FC236}">
                <a16:creationId xmlns:a16="http://schemas.microsoft.com/office/drawing/2014/main" id="{7C0166EA-5E30-2906-C97A-62A5E480B525}"/>
              </a:ext>
            </a:extLst>
          </p:cNvPr>
          <p:cNvSpPr/>
          <p:nvPr/>
        </p:nvSpPr>
        <p:spPr>
          <a:xfrm>
            <a:off x="9921240" y="4176504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E9EFFD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103" name="Text 45">
            <a:extLst>
              <a:ext uri="{FF2B5EF4-FFF2-40B4-BE49-F238E27FC236}">
                <a16:creationId xmlns:a16="http://schemas.microsoft.com/office/drawing/2014/main" id="{EBE95E54-5648-EE22-5F8B-BBB176B4C78A}"/>
              </a:ext>
            </a:extLst>
          </p:cNvPr>
          <p:cNvSpPr txBox="1"/>
          <p:nvPr/>
        </p:nvSpPr>
        <p:spPr>
          <a:xfrm>
            <a:off x="9921240" y="417650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850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시청자 플레이어</a:t>
            </a:r>
            <a:endParaRPr kumimoji="0" lang="en-US" sz="8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  <a:p>
            <a:pPr algn="ctr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850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· 이모티콘 · 신고</a:t>
            </a:r>
            <a:endParaRPr kumimoji="0" lang="en-US" sz="8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46A9EA7-680B-F4A4-F417-06FCCF040DDD}"/>
              </a:ext>
            </a:extLst>
          </p:cNvPr>
          <p:cNvGrpSpPr/>
          <p:nvPr/>
        </p:nvGrpSpPr>
        <p:grpSpPr>
          <a:xfrm>
            <a:off x="2240280" y="4359384"/>
            <a:ext cx="1443452" cy="182880"/>
            <a:chOff x="2240280" y="4048504"/>
            <a:chExt cx="2057400" cy="182880"/>
          </a:xfrm>
        </p:grpSpPr>
        <p:sp>
          <p:nvSpPr>
            <p:cNvPr id="104" name="Shape 46">
              <a:extLst>
                <a:ext uri="{FF2B5EF4-FFF2-40B4-BE49-F238E27FC236}">
                  <a16:creationId xmlns:a16="http://schemas.microsoft.com/office/drawing/2014/main" id="{6D114C03-AF95-8068-00FA-693367264920}"/>
                </a:ext>
              </a:extLst>
            </p:cNvPr>
            <p:cNvSpPr/>
            <p:nvPr/>
          </p:nvSpPr>
          <p:spPr>
            <a:xfrm>
              <a:off x="2240280" y="4048504"/>
              <a:ext cx="2057400" cy="0"/>
            </a:xfrm>
            <a:prstGeom prst="line">
              <a:avLst/>
            </a:prstGeom>
            <a:noFill/>
            <a:ln w="22860">
              <a:solidFill>
                <a:srgbClr val="9AA4B8"/>
              </a:solidFill>
              <a:prstDash val="solid"/>
              <a:tailEnd type="triangle"/>
            </a:ln>
          </p:spPr>
        </p:sp>
        <p:sp>
          <p:nvSpPr>
            <p:cNvPr id="105" name="Shape 47">
              <a:extLst>
                <a:ext uri="{FF2B5EF4-FFF2-40B4-BE49-F238E27FC236}">
                  <a16:creationId xmlns:a16="http://schemas.microsoft.com/office/drawing/2014/main" id="{3BBFDB7C-9565-F85B-32FC-168373CFFC2E}"/>
                </a:ext>
              </a:extLst>
            </p:cNvPr>
            <p:cNvSpPr/>
            <p:nvPr/>
          </p:nvSpPr>
          <p:spPr>
            <a:xfrm flipH="1">
              <a:off x="2240280" y="4231384"/>
              <a:ext cx="2057400" cy="0"/>
            </a:xfrm>
            <a:prstGeom prst="line">
              <a:avLst/>
            </a:prstGeom>
            <a:noFill/>
            <a:ln w="22860">
              <a:solidFill>
                <a:srgbClr val="9AA4B8"/>
              </a:solidFill>
              <a:prstDash val="solid"/>
              <a:tailEnd type="triangle"/>
            </a:ln>
          </p:spPr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9BD8FEA9-7B75-07B2-E113-76D3E5E7D255}"/>
              </a:ext>
            </a:extLst>
          </p:cNvPr>
          <p:cNvGrpSpPr/>
          <p:nvPr/>
        </p:nvGrpSpPr>
        <p:grpSpPr>
          <a:xfrm>
            <a:off x="8477788" y="4359384"/>
            <a:ext cx="1443452" cy="182880"/>
            <a:chOff x="7863840" y="4048504"/>
            <a:chExt cx="2057400" cy="182880"/>
          </a:xfrm>
        </p:grpSpPr>
        <p:sp>
          <p:nvSpPr>
            <p:cNvPr id="106" name="Shape 48">
              <a:extLst>
                <a:ext uri="{FF2B5EF4-FFF2-40B4-BE49-F238E27FC236}">
                  <a16:creationId xmlns:a16="http://schemas.microsoft.com/office/drawing/2014/main" id="{391C1D48-C5AE-7272-34EF-AC396EAE17FD}"/>
                </a:ext>
              </a:extLst>
            </p:cNvPr>
            <p:cNvSpPr/>
            <p:nvPr/>
          </p:nvSpPr>
          <p:spPr>
            <a:xfrm flipH="1">
              <a:off x="7863840" y="4048504"/>
              <a:ext cx="2057400" cy="0"/>
            </a:xfrm>
            <a:prstGeom prst="line">
              <a:avLst/>
            </a:prstGeom>
            <a:noFill/>
            <a:ln w="22860">
              <a:solidFill>
                <a:srgbClr val="9AA4B8"/>
              </a:solidFill>
              <a:prstDash val="solid"/>
              <a:tailEnd type="triangle"/>
            </a:ln>
          </p:spPr>
        </p:sp>
        <p:sp>
          <p:nvSpPr>
            <p:cNvPr id="107" name="Shape 49">
              <a:extLst>
                <a:ext uri="{FF2B5EF4-FFF2-40B4-BE49-F238E27FC236}">
                  <a16:creationId xmlns:a16="http://schemas.microsoft.com/office/drawing/2014/main" id="{F93EDAC7-53C5-D875-0DF4-30361808B54F}"/>
                </a:ext>
              </a:extLst>
            </p:cNvPr>
            <p:cNvSpPr/>
            <p:nvPr/>
          </p:nvSpPr>
          <p:spPr>
            <a:xfrm>
              <a:off x="7863840" y="4231384"/>
              <a:ext cx="2057400" cy="0"/>
            </a:xfrm>
            <a:prstGeom prst="line">
              <a:avLst/>
            </a:prstGeom>
            <a:noFill/>
            <a:ln w="22860">
              <a:solidFill>
                <a:srgbClr val="9AA4B8"/>
              </a:solidFill>
              <a:prstDash val="solid"/>
              <a:tailEnd type="triangle"/>
            </a:ln>
          </p:spPr>
        </p:sp>
      </p:grpSp>
      <p:sp>
        <p:nvSpPr>
          <p:cNvPr id="108" name="Text 50">
            <a:extLst>
              <a:ext uri="{FF2B5EF4-FFF2-40B4-BE49-F238E27FC236}">
                <a16:creationId xmlns:a16="http://schemas.microsoft.com/office/drawing/2014/main" id="{FC5D6A92-3759-AFCE-8ECA-EB473BC27B8B}"/>
              </a:ext>
            </a:extLst>
          </p:cNvPr>
          <p:cNvSpPr txBox="1"/>
          <p:nvPr/>
        </p:nvSpPr>
        <p:spPr>
          <a:xfrm>
            <a:off x="548640" y="55017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50" b="1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로그 · 데이터 (⑧)</a:t>
            </a:r>
            <a:endParaRPr kumimoji="0" lang="en-US" sz="11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109" name="Shape 51">
            <a:extLst>
              <a:ext uri="{FF2B5EF4-FFF2-40B4-BE49-F238E27FC236}">
                <a16:creationId xmlns:a16="http://schemas.microsoft.com/office/drawing/2014/main" id="{665515F2-8BFB-7D6A-472A-5B590015E915}"/>
              </a:ext>
            </a:extLst>
          </p:cNvPr>
          <p:cNvSpPr/>
          <p:nvPr/>
        </p:nvSpPr>
        <p:spPr>
          <a:xfrm>
            <a:off x="548640" y="5794396"/>
            <a:ext cx="3566160" cy="566928"/>
          </a:xfrm>
          <a:prstGeom prst="roundRect">
            <a:avLst>
              <a:gd name="adj" fmla="val 9677"/>
            </a:avLst>
          </a:prstGeom>
          <a:solidFill>
            <a:srgbClr val="F5F7FB"/>
          </a:solidFill>
          <a:ln w="12700">
            <a:solidFill>
              <a:srgbClr val="E3E8F1"/>
            </a:solidFill>
            <a:prstDash val="solid"/>
          </a:ln>
        </p:spPr>
      </p:sp>
      <p:sp>
        <p:nvSpPr>
          <p:cNvPr id="110" name="Text 52">
            <a:extLst>
              <a:ext uri="{FF2B5EF4-FFF2-40B4-BE49-F238E27FC236}">
                <a16:creationId xmlns:a16="http://schemas.microsoft.com/office/drawing/2014/main" id="{8B13938E-9973-48D4-C5F2-EFE372B075DE}"/>
              </a:ext>
            </a:extLst>
          </p:cNvPr>
          <p:cNvSpPr txBox="1"/>
          <p:nvPr/>
        </p:nvSpPr>
        <p:spPr>
          <a:xfrm>
            <a:off x="640080" y="576926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kumimoji="0" lang="ko-KR" altLang="en-US" sz="85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</a:t>
            </a:r>
            <a:r>
              <a:rPr kumimoji="0" lang="en-US" altLang="ko-KR" sz="85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</a:t>
            </a:r>
            <a:r>
              <a:rPr kumimoji="0" lang="ko-KR" altLang="en-US" sz="85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</a:t>
            </a:r>
            <a:r>
              <a:rPr kumimoji="0" lang="en-US" altLang="ko-KR" sz="85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</a:t>
            </a:r>
            <a:r>
              <a:rPr kumimoji="0" lang="ko-KR" altLang="en-US" sz="85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시청 </a:t>
            </a:r>
            <a:r>
              <a:rPr kumimoji="0" lang="en-US" altLang="ko-KR" sz="85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</a:t>
            </a:r>
            <a:r>
              <a:rPr kumimoji="0" lang="ko-KR" altLang="en-US" sz="85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</a:t>
            </a:r>
            <a:r>
              <a:rPr kumimoji="0" lang="en-US" altLang="ko-KR" sz="85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</a:t>
            </a:r>
            <a:r>
              <a:rPr kumimoji="0" lang="ko-KR" altLang="en-US" sz="85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그리드 </a:t>
            </a:r>
            <a:r>
              <a:rPr kumimoji="0" lang="en-US" altLang="ko-KR" sz="85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</a:t>
            </a:r>
            <a:r>
              <a:rPr kumimoji="0" lang="ko-KR" altLang="en-US" sz="85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운영 기록</a:t>
            </a:r>
            <a:endParaRPr kumimoji="0" lang="en-US" altLang="ko-KR" sz="850" dirty="0">
              <a:solidFill>
                <a:srgbClr val="1A1D28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171450" indent="-171450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kumimoji="0" lang="ko-KR" altLang="en-US" sz="85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 </a:t>
            </a:r>
            <a:r>
              <a:rPr kumimoji="0" lang="en-US" altLang="ko-KR" sz="85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</a:t>
            </a:r>
            <a:r>
              <a:rPr kumimoji="0" lang="ko-KR" altLang="en-US" sz="85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방송 </a:t>
            </a:r>
            <a:r>
              <a:rPr kumimoji="0" lang="en-US" altLang="ko-KR" sz="85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</a:t>
            </a:r>
            <a:r>
              <a:rPr kumimoji="0" lang="ko-KR" altLang="en-US" sz="85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방송</a:t>
            </a:r>
            <a:endParaRPr kumimoji="0" lang="en-US" sz="8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111" name="Shape 53">
            <a:extLst>
              <a:ext uri="{FF2B5EF4-FFF2-40B4-BE49-F238E27FC236}">
                <a16:creationId xmlns:a16="http://schemas.microsoft.com/office/drawing/2014/main" id="{71DA991E-5399-D59A-2667-5A19EFE831C2}"/>
              </a:ext>
            </a:extLst>
          </p:cNvPr>
          <p:cNvSpPr/>
          <p:nvPr/>
        </p:nvSpPr>
        <p:spPr>
          <a:xfrm>
            <a:off x="4663440" y="5794396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1B2A5B"/>
          </a:solidFill>
          <a:ln/>
        </p:spPr>
      </p:sp>
      <p:sp>
        <p:nvSpPr>
          <p:cNvPr id="112" name="Text 54">
            <a:extLst>
              <a:ext uri="{FF2B5EF4-FFF2-40B4-BE49-F238E27FC236}">
                <a16:creationId xmlns:a16="http://schemas.microsoft.com/office/drawing/2014/main" id="{4AC75A43-0868-066A-05F7-00A748EDC9BF}"/>
              </a:ext>
            </a:extLst>
          </p:cNvPr>
          <p:cNvSpPr txBox="1"/>
          <p:nvPr/>
        </p:nvSpPr>
        <p:spPr>
          <a:xfrm>
            <a:off x="4663440" y="57943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집계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· 준실시간 · 일배치</a:t>
            </a:r>
            <a:endParaRPr kumimoji="0" lang="en-US" sz="8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113" name="Shape 55">
            <a:extLst>
              <a:ext uri="{FF2B5EF4-FFF2-40B4-BE49-F238E27FC236}">
                <a16:creationId xmlns:a16="http://schemas.microsoft.com/office/drawing/2014/main" id="{3A54F1BE-F6A6-CFFA-F7FD-BA883ACD7CF2}"/>
              </a:ext>
            </a:extLst>
          </p:cNvPr>
          <p:cNvSpPr/>
          <p:nvPr/>
        </p:nvSpPr>
        <p:spPr>
          <a:xfrm>
            <a:off x="7589520" y="5684668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E9EFFD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114" name="Text 56">
            <a:extLst>
              <a:ext uri="{FF2B5EF4-FFF2-40B4-BE49-F238E27FC236}">
                <a16:creationId xmlns:a16="http://schemas.microsoft.com/office/drawing/2014/main" id="{6C0EED31-301D-4FA6-E878-F2DBC34FDC5F}"/>
              </a:ext>
            </a:extLst>
          </p:cNvPr>
          <p:cNvSpPr txBox="1"/>
          <p:nvPr/>
        </p:nvSpPr>
        <p:spPr>
          <a:xfrm>
            <a:off x="7589520" y="56846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5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크리에이터 → </a:t>
            </a:r>
            <a:r>
              <a:rPr kumimoji="0" lang="en-US" sz="850" b="1" dirty="0" err="1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</a:t>
            </a:r>
            <a:r>
              <a:rPr kumimoji="0" lang="en-US" sz="85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sz="850" b="1" dirty="0" err="1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kumimoji="0" lang="en-US" sz="8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115" name="Shape 57">
            <a:extLst>
              <a:ext uri="{FF2B5EF4-FFF2-40B4-BE49-F238E27FC236}">
                <a16:creationId xmlns:a16="http://schemas.microsoft.com/office/drawing/2014/main" id="{643E8B4B-386D-103E-7D68-ACC90B4DE501}"/>
              </a:ext>
            </a:extLst>
          </p:cNvPr>
          <p:cNvSpPr/>
          <p:nvPr/>
        </p:nvSpPr>
        <p:spPr>
          <a:xfrm>
            <a:off x="7589520" y="6123580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FFECF3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16" name="Text 58">
            <a:extLst>
              <a:ext uri="{FF2B5EF4-FFF2-40B4-BE49-F238E27FC236}">
                <a16:creationId xmlns:a16="http://schemas.microsoft.com/office/drawing/2014/main" id="{715A57E7-4B4E-9406-094E-72E090D5C1C1}"/>
              </a:ext>
            </a:extLst>
          </p:cNvPr>
          <p:cNvSpPr txBox="1"/>
          <p:nvPr/>
        </p:nvSpPr>
        <p:spPr>
          <a:xfrm>
            <a:off x="7589520" y="6123580"/>
            <a:ext cx="1920240" cy="3657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5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 → 대시보드 · </a:t>
            </a:r>
            <a:r>
              <a:rPr kumimoji="0" lang="en-US" sz="85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</a:t>
            </a:r>
            <a:endParaRPr kumimoji="0" lang="en-US" sz="850" dirty="0">
              <a:latin typeface="Calibri" panose="020F0502020204030204"/>
              <a:ea typeface="+mn-ea"/>
            </a:endParaRPr>
          </a:p>
        </p:txBody>
      </p:sp>
      <p:sp>
        <p:nvSpPr>
          <p:cNvPr id="117" name="Shape 59">
            <a:extLst>
              <a:ext uri="{FF2B5EF4-FFF2-40B4-BE49-F238E27FC236}">
                <a16:creationId xmlns:a16="http://schemas.microsoft.com/office/drawing/2014/main" id="{28BE313A-C6D1-930F-8A96-D2600F6471E7}"/>
              </a:ext>
            </a:extLst>
          </p:cNvPr>
          <p:cNvSpPr/>
          <p:nvPr/>
        </p:nvSpPr>
        <p:spPr>
          <a:xfrm>
            <a:off x="4114800" y="6077860"/>
            <a:ext cx="548640" cy="0"/>
          </a:xfrm>
          <a:prstGeom prst="line">
            <a:avLst/>
          </a:prstGeom>
          <a:noFill/>
          <a:ln w="22860">
            <a:solidFill>
              <a:srgbClr val="9AA4B8"/>
            </a:solidFill>
            <a:prstDash val="solid"/>
            <a:tailEnd type="triangle"/>
          </a:ln>
        </p:spPr>
      </p:sp>
      <p:sp>
        <p:nvSpPr>
          <p:cNvPr id="118" name="Shape 60">
            <a:extLst>
              <a:ext uri="{FF2B5EF4-FFF2-40B4-BE49-F238E27FC236}">
                <a16:creationId xmlns:a16="http://schemas.microsoft.com/office/drawing/2014/main" id="{9FF15E9E-7DAB-4908-379F-700716233541}"/>
              </a:ext>
            </a:extLst>
          </p:cNvPr>
          <p:cNvSpPr/>
          <p:nvPr/>
        </p:nvSpPr>
        <p:spPr>
          <a:xfrm flipV="1">
            <a:off x="7040880" y="5867548"/>
            <a:ext cx="548640" cy="73152"/>
          </a:xfrm>
          <a:prstGeom prst="line">
            <a:avLst/>
          </a:prstGeom>
          <a:noFill/>
          <a:ln w="22860">
            <a:solidFill>
              <a:srgbClr val="9AA4B8"/>
            </a:solidFill>
            <a:prstDash val="solid"/>
            <a:tailEnd type="triangle"/>
          </a:ln>
        </p:spPr>
      </p:sp>
      <p:sp>
        <p:nvSpPr>
          <p:cNvPr id="119" name="Shape 61">
            <a:extLst>
              <a:ext uri="{FF2B5EF4-FFF2-40B4-BE49-F238E27FC236}">
                <a16:creationId xmlns:a16="http://schemas.microsoft.com/office/drawing/2014/main" id="{D00E5B86-3906-CC42-B94C-A2D6FB5C9A59}"/>
              </a:ext>
            </a:extLst>
          </p:cNvPr>
          <p:cNvSpPr/>
          <p:nvPr/>
        </p:nvSpPr>
        <p:spPr>
          <a:xfrm>
            <a:off x="7040880" y="6215020"/>
            <a:ext cx="548640" cy="91440"/>
          </a:xfrm>
          <a:prstGeom prst="line">
            <a:avLst/>
          </a:prstGeom>
          <a:noFill/>
          <a:ln w="22860">
            <a:solidFill>
              <a:srgbClr val="9AA4B8"/>
            </a:solidFill>
            <a:prstDash val="solid"/>
            <a:tailEnd type="triangle"/>
          </a:ln>
        </p:spPr>
      </p:sp>
      <p:sp>
        <p:nvSpPr>
          <p:cNvPr id="120" name="Shape 62">
            <a:extLst>
              <a:ext uri="{FF2B5EF4-FFF2-40B4-BE49-F238E27FC236}">
                <a16:creationId xmlns:a16="http://schemas.microsoft.com/office/drawing/2014/main" id="{777783A5-482D-8004-9DAF-BE93707655EC}"/>
              </a:ext>
            </a:extLst>
          </p:cNvPr>
          <p:cNvSpPr/>
          <p:nvPr/>
        </p:nvSpPr>
        <p:spPr>
          <a:xfrm>
            <a:off x="9784080" y="5794396"/>
            <a:ext cx="1828800" cy="566928"/>
          </a:xfrm>
          <a:prstGeom prst="roundRect">
            <a:avLst>
              <a:gd name="adj" fmla="val 9677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21" name="Text 63">
            <a:extLst>
              <a:ext uri="{FF2B5EF4-FFF2-40B4-BE49-F238E27FC236}">
                <a16:creationId xmlns:a16="http://schemas.microsoft.com/office/drawing/2014/main" id="{3BADFF4A-87BE-AE40-47BF-24D6900629AA}"/>
              </a:ext>
            </a:extLst>
          </p:cNvPr>
          <p:cNvSpPr txBox="1"/>
          <p:nvPr/>
        </p:nvSpPr>
        <p:spPr>
          <a:xfrm>
            <a:off x="9829800" y="579439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8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r>
              <a:rPr kumimoji="0" lang="en-US" sz="8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ko-KR" altLang="en-US" sz="8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r>
              <a:rPr kumimoji="0" lang="en-US" sz="8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회차 · 로그 · 지표</a:t>
            </a:r>
            <a:endParaRPr kumimoji="0" lang="en-US" sz="800" dirty="0">
              <a:latin typeface="Calibri" panose="020F0502020204030204"/>
              <a:ea typeface="+mn-ea"/>
            </a:endParaRPr>
          </a:p>
          <a:p>
            <a:pPr algn="ctr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</a:t>
            </a:r>
            <a:r>
              <a:rPr kumimoji="0" lang="en-US" sz="800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다시보기</a:t>
            </a:r>
            <a:r>
              <a:rPr kumimoji="0" lang="en-US" sz="8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영상은 1단계 </a:t>
            </a:r>
            <a:r>
              <a:rPr kumimoji="0" lang="en-US" sz="800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제외</a:t>
            </a:r>
            <a:endParaRPr kumimoji="0" lang="en-US" sz="800" dirty="0">
              <a:latin typeface="Calibri" panose="020F0502020204030204"/>
              <a:ea typeface="+mn-ea"/>
            </a:endParaRPr>
          </a:p>
        </p:txBody>
      </p:sp>
      <p:sp>
        <p:nvSpPr>
          <p:cNvPr id="122" name="Shape 64">
            <a:extLst>
              <a:ext uri="{FF2B5EF4-FFF2-40B4-BE49-F238E27FC236}">
                <a16:creationId xmlns:a16="http://schemas.microsoft.com/office/drawing/2014/main" id="{690AEE41-AD91-6984-0B07-97EF2E41D3A7}"/>
              </a:ext>
            </a:extLst>
          </p:cNvPr>
          <p:cNvSpPr/>
          <p:nvPr/>
        </p:nvSpPr>
        <p:spPr>
          <a:xfrm>
            <a:off x="9509760" y="6077860"/>
            <a:ext cx="2743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ash"/>
            <a:tailEnd type="triangle"/>
          </a:ln>
        </p:spPr>
      </p: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16A5A68A-E57E-6581-838F-856A0565C1EE}"/>
              </a:ext>
            </a:extLst>
          </p:cNvPr>
          <p:cNvCxnSpPr/>
          <p:nvPr/>
        </p:nvCxnSpPr>
        <p:spPr>
          <a:xfrm>
            <a:off x="548640" y="3628984"/>
            <a:ext cx="11064240" cy="8804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08B54A52-1B51-534F-FB17-1F95C3039EAE}"/>
              </a:ext>
            </a:extLst>
          </p:cNvPr>
          <p:cNvCxnSpPr/>
          <p:nvPr/>
        </p:nvCxnSpPr>
        <p:spPr>
          <a:xfrm>
            <a:off x="548640" y="5157192"/>
            <a:ext cx="11064240" cy="8804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1669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CFB571-B66B-4165-D992-41EE7644D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개요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444150-027C-AD13-2368-8ED21349C5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한 방송 </a:t>
            </a:r>
            <a:r>
              <a:rPr lang="ko-KR" altLang="en-US" dirty="0" err="1"/>
              <a:t>회차의</a:t>
            </a:r>
            <a:r>
              <a:rPr lang="ko-KR" altLang="en-US" dirty="0"/>
              <a:t> 통합 플로우</a:t>
            </a:r>
          </a:p>
        </p:txBody>
      </p:sp>
      <p:sp>
        <p:nvSpPr>
          <p:cNvPr id="58" name="Shape 12">
            <a:extLst>
              <a:ext uri="{FF2B5EF4-FFF2-40B4-BE49-F238E27FC236}">
                <a16:creationId xmlns:a16="http://schemas.microsoft.com/office/drawing/2014/main" id="{978393C0-FD35-E959-04FA-64520E1F17CC}"/>
              </a:ext>
            </a:extLst>
          </p:cNvPr>
          <p:cNvSpPr/>
          <p:nvPr/>
        </p:nvSpPr>
        <p:spPr>
          <a:xfrm>
            <a:off x="947428" y="1750545"/>
            <a:ext cx="1209087" cy="1061383"/>
          </a:xfrm>
          <a:prstGeom prst="roundRect">
            <a:avLst>
              <a:gd name="adj" fmla="val 6000"/>
            </a:avLst>
          </a:prstGeom>
          <a:solidFill>
            <a:srgbClr val="E9EFFD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59" name="Text 13">
            <a:extLst>
              <a:ext uri="{FF2B5EF4-FFF2-40B4-BE49-F238E27FC236}">
                <a16:creationId xmlns:a16="http://schemas.microsoft.com/office/drawing/2014/main" id="{E44A30AC-7F79-CB88-B1DB-E0C7DC972267}"/>
              </a:ext>
            </a:extLst>
          </p:cNvPr>
          <p:cNvSpPr txBox="1"/>
          <p:nvPr/>
        </p:nvSpPr>
        <p:spPr>
          <a:xfrm>
            <a:off x="947428" y="1750545"/>
            <a:ext cx="1209087" cy="106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5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크리에이터</a:t>
            </a:r>
            <a:endParaRPr kumimoji="0" lang="en-US" sz="11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66" name="Shape 20">
            <a:extLst>
              <a:ext uri="{FF2B5EF4-FFF2-40B4-BE49-F238E27FC236}">
                <a16:creationId xmlns:a16="http://schemas.microsoft.com/office/drawing/2014/main" id="{DBBE9A5D-EC81-2530-1979-706A947A875B}"/>
              </a:ext>
            </a:extLst>
          </p:cNvPr>
          <p:cNvSpPr/>
          <p:nvPr/>
        </p:nvSpPr>
        <p:spPr>
          <a:xfrm>
            <a:off x="947428" y="2918066"/>
            <a:ext cx="1209087" cy="1061383"/>
          </a:xfrm>
          <a:prstGeom prst="roundRect">
            <a:avLst>
              <a:gd name="adj" fmla="val 6000"/>
            </a:avLst>
          </a:prstGeom>
          <a:solidFill>
            <a:srgbClr val="1B2A5B"/>
          </a:solidFill>
          <a:ln/>
        </p:spPr>
      </p:sp>
      <p:sp>
        <p:nvSpPr>
          <p:cNvPr id="67" name="Text 21">
            <a:extLst>
              <a:ext uri="{FF2B5EF4-FFF2-40B4-BE49-F238E27FC236}">
                <a16:creationId xmlns:a16="http://schemas.microsoft.com/office/drawing/2014/main" id="{76B5FFCE-DBA1-B4DD-FE39-DA8758935968}"/>
              </a:ext>
            </a:extLst>
          </p:cNvPr>
          <p:cNvSpPr txBox="1"/>
          <p:nvPr/>
        </p:nvSpPr>
        <p:spPr>
          <a:xfrm>
            <a:off x="947428" y="2918066"/>
            <a:ext cx="1209087" cy="106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kumimoji="0" lang="en-US" sz="11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74" name="Shape 28">
            <a:extLst>
              <a:ext uri="{FF2B5EF4-FFF2-40B4-BE49-F238E27FC236}">
                <a16:creationId xmlns:a16="http://schemas.microsoft.com/office/drawing/2014/main" id="{12F019A0-EB2A-2180-EBCC-CA7F731DCAAB}"/>
              </a:ext>
            </a:extLst>
          </p:cNvPr>
          <p:cNvSpPr/>
          <p:nvPr/>
        </p:nvSpPr>
        <p:spPr>
          <a:xfrm>
            <a:off x="947428" y="4085588"/>
            <a:ext cx="1209087" cy="1061383"/>
          </a:xfrm>
          <a:prstGeom prst="roundRect">
            <a:avLst>
              <a:gd name="adj" fmla="val 6000"/>
            </a:avLst>
          </a:prstGeom>
          <a:solidFill>
            <a:srgbClr val="E9EFFD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75" name="Text 29">
            <a:extLst>
              <a:ext uri="{FF2B5EF4-FFF2-40B4-BE49-F238E27FC236}">
                <a16:creationId xmlns:a16="http://schemas.microsoft.com/office/drawing/2014/main" id="{77146AF8-5F98-0F46-C894-99F553C834BB}"/>
              </a:ext>
            </a:extLst>
          </p:cNvPr>
          <p:cNvSpPr txBox="1"/>
          <p:nvPr/>
        </p:nvSpPr>
        <p:spPr>
          <a:xfrm>
            <a:off x="947428" y="4085588"/>
            <a:ext cx="1209087" cy="106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5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시청자</a:t>
            </a:r>
            <a:endParaRPr kumimoji="0" lang="en-US" sz="11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82" name="Shape 36">
            <a:extLst>
              <a:ext uri="{FF2B5EF4-FFF2-40B4-BE49-F238E27FC236}">
                <a16:creationId xmlns:a16="http://schemas.microsoft.com/office/drawing/2014/main" id="{643912CF-CCE5-8C4F-1658-0944798891AF}"/>
              </a:ext>
            </a:extLst>
          </p:cNvPr>
          <p:cNvSpPr/>
          <p:nvPr/>
        </p:nvSpPr>
        <p:spPr>
          <a:xfrm>
            <a:off x="947428" y="5253109"/>
            <a:ext cx="1209087" cy="1061383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83" name="Text 37">
            <a:extLst>
              <a:ext uri="{FF2B5EF4-FFF2-40B4-BE49-F238E27FC236}">
                <a16:creationId xmlns:a16="http://schemas.microsoft.com/office/drawing/2014/main" id="{28274F87-C68C-D817-8C5E-4460AE25A134}"/>
              </a:ext>
            </a:extLst>
          </p:cNvPr>
          <p:cNvSpPr txBox="1"/>
          <p:nvPr/>
        </p:nvSpPr>
        <p:spPr>
          <a:xfrm>
            <a:off x="947428" y="5253109"/>
            <a:ext cx="1209087" cy="106138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5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</a:t>
            </a:r>
            <a:endParaRPr kumimoji="0" lang="en-US" sz="1150" dirty="0">
              <a:latin typeface="Calibri" panose="020F0502020204030204"/>
              <a:ea typeface="+mn-ea"/>
            </a:endParaRPr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7750D163-85BE-4771-B4B4-F00F86F53A3D}"/>
              </a:ext>
            </a:extLst>
          </p:cNvPr>
          <p:cNvGrpSpPr/>
          <p:nvPr/>
        </p:nvGrpSpPr>
        <p:grpSpPr>
          <a:xfrm>
            <a:off x="2246077" y="1304764"/>
            <a:ext cx="2517876" cy="5009728"/>
            <a:chOff x="1874520" y="1371600"/>
            <a:chExt cx="2743200" cy="4315968"/>
          </a:xfrm>
        </p:grpSpPr>
        <p:sp>
          <p:nvSpPr>
            <p:cNvPr id="52" name="Shape 6">
              <a:extLst>
                <a:ext uri="{FF2B5EF4-FFF2-40B4-BE49-F238E27FC236}">
                  <a16:creationId xmlns:a16="http://schemas.microsoft.com/office/drawing/2014/main" id="{A4053110-D16C-19AD-F35C-8F84F49E1CA7}"/>
                </a:ext>
              </a:extLst>
            </p:cNvPr>
            <p:cNvSpPr/>
            <p:nvPr/>
          </p:nvSpPr>
          <p:spPr>
            <a:xfrm>
              <a:off x="1874520" y="1371600"/>
              <a:ext cx="2743200" cy="310896"/>
            </a:xfrm>
            <a:prstGeom prst="roundRect">
              <a:avLst>
                <a:gd name="adj" fmla="val 17647"/>
              </a:avLst>
            </a:prstGeom>
            <a:solidFill>
              <a:srgbClr val="3A4A7D"/>
            </a:solidFill>
            <a:ln/>
          </p:spPr>
        </p:sp>
        <p:sp>
          <p:nvSpPr>
            <p:cNvPr id="53" name="Text 7">
              <a:extLst>
                <a:ext uri="{FF2B5EF4-FFF2-40B4-BE49-F238E27FC236}">
                  <a16:creationId xmlns:a16="http://schemas.microsoft.com/office/drawing/2014/main" id="{DE8D08F0-2CEA-7AE4-7562-F464E220E78C}"/>
                </a:ext>
              </a:extLst>
            </p:cNvPr>
            <p:cNvSpPr txBox="1"/>
            <p:nvPr/>
          </p:nvSpPr>
          <p:spPr>
            <a:xfrm>
              <a:off x="1874520" y="1371600"/>
              <a:ext cx="27432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105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준비</a:t>
              </a:r>
              <a:endParaRPr kumimoji="0" lang="en-US" sz="10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</p:txBody>
        </p:sp>
        <p:sp>
          <p:nvSpPr>
            <p:cNvPr id="60" name="Shape 14">
              <a:extLst>
                <a:ext uri="{FF2B5EF4-FFF2-40B4-BE49-F238E27FC236}">
                  <a16:creationId xmlns:a16="http://schemas.microsoft.com/office/drawing/2014/main" id="{AC082672-5135-6154-0EDF-6BF6DD6FBE79}"/>
                </a:ext>
              </a:extLst>
            </p:cNvPr>
            <p:cNvSpPr/>
            <p:nvPr/>
          </p:nvSpPr>
          <p:spPr>
            <a:xfrm>
              <a:off x="1874520" y="1755648"/>
              <a:ext cx="2743200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E3E8F1"/>
              </a:solidFill>
              <a:prstDash val="solid"/>
            </a:ln>
          </p:spPr>
        </p:sp>
        <p:sp>
          <p:nvSpPr>
            <p:cNvPr id="61" name="Text 15">
              <a:extLst>
                <a:ext uri="{FF2B5EF4-FFF2-40B4-BE49-F238E27FC236}">
                  <a16:creationId xmlns:a16="http://schemas.microsoft.com/office/drawing/2014/main" id="{437FC290-D4CC-ECFA-4417-024DE8741E0F}"/>
                </a:ext>
              </a:extLst>
            </p:cNvPr>
            <p:cNvSpPr txBox="1"/>
            <p:nvPr/>
          </p:nvSpPr>
          <p:spPr>
            <a:xfrm>
              <a:off x="1984248" y="1801368"/>
              <a:ext cx="2523744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fontAlgn="auto" latinLnBrk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채널 개설 →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스트림키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발급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→ OBS에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서버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· 키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입력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→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방송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정보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설정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(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제목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·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카테고리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)</a:t>
              </a:r>
              <a:endParaRPr kumimoji="0" lang="en-US" sz="8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</p:txBody>
        </p:sp>
        <p:sp>
          <p:nvSpPr>
            <p:cNvPr id="68" name="Shape 22">
              <a:extLst>
                <a:ext uri="{FF2B5EF4-FFF2-40B4-BE49-F238E27FC236}">
                  <a16:creationId xmlns:a16="http://schemas.microsoft.com/office/drawing/2014/main" id="{8284DA8F-74D1-4912-FD4A-48A8B33D1AE5}"/>
                </a:ext>
              </a:extLst>
            </p:cNvPr>
            <p:cNvSpPr/>
            <p:nvPr/>
          </p:nvSpPr>
          <p:spPr>
            <a:xfrm>
              <a:off x="1874520" y="2761488"/>
              <a:ext cx="2743200" cy="914400"/>
            </a:xfrm>
            <a:prstGeom prst="roundRect">
              <a:avLst>
                <a:gd name="adj" fmla="val 6000"/>
              </a:avLst>
            </a:prstGeom>
            <a:solidFill>
              <a:srgbClr val="F0F3F9"/>
            </a:solidFill>
            <a:ln w="12700">
              <a:solidFill>
                <a:srgbClr val="E3E8F1"/>
              </a:solidFill>
              <a:prstDash val="solid"/>
            </a:ln>
          </p:spPr>
        </p:sp>
        <p:sp>
          <p:nvSpPr>
            <p:cNvPr id="69" name="Text 23">
              <a:extLst>
                <a:ext uri="{FF2B5EF4-FFF2-40B4-BE49-F238E27FC236}">
                  <a16:creationId xmlns:a16="http://schemas.microsoft.com/office/drawing/2014/main" id="{2B869647-953D-9DDE-2718-D93460B02739}"/>
                </a:ext>
              </a:extLst>
            </p:cNvPr>
            <p:cNvSpPr txBox="1"/>
            <p:nvPr/>
          </p:nvSpPr>
          <p:spPr>
            <a:xfrm>
              <a:off x="1984248" y="2807208"/>
              <a:ext cx="2523744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fontAlgn="auto" latinLnBrk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스트림키 발급 ·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저장</a:t>
              </a:r>
              <a:r>
                <a:rPr kumimoji="0" lang="en-US" altLang="ko-KR" sz="850" b="0" i="0" u="none" strike="noStrike" kern="1200" cap="none" spc="0" normalizeH="0" baseline="0" noProof="0" dirty="0">
                  <a:ln>
                    <a:noFill/>
                  </a:ln>
                  <a:solidFill>
                    <a:srgbClr val="1A1D28"/>
                  </a:solidFill>
                  <a:effectLst/>
                  <a:uLnTx/>
                  <a:uFillTx/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·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인증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대기</a:t>
              </a:r>
              <a:endParaRPr kumimoji="0" lang="en-US" sz="8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</p:txBody>
        </p:sp>
        <p:sp>
          <p:nvSpPr>
            <p:cNvPr id="76" name="Shape 30">
              <a:extLst>
                <a:ext uri="{FF2B5EF4-FFF2-40B4-BE49-F238E27FC236}">
                  <a16:creationId xmlns:a16="http://schemas.microsoft.com/office/drawing/2014/main" id="{8427CF4A-B7D5-71F1-E6CC-496A51AF239E}"/>
                </a:ext>
              </a:extLst>
            </p:cNvPr>
            <p:cNvSpPr/>
            <p:nvPr/>
          </p:nvSpPr>
          <p:spPr>
            <a:xfrm>
              <a:off x="1874520" y="3767328"/>
              <a:ext cx="2743200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E3E8F1"/>
              </a:solidFill>
              <a:prstDash val="solid"/>
            </a:ln>
          </p:spPr>
        </p:sp>
        <p:sp>
          <p:nvSpPr>
            <p:cNvPr id="77" name="Text 31">
              <a:extLst>
                <a:ext uri="{FF2B5EF4-FFF2-40B4-BE49-F238E27FC236}">
                  <a16:creationId xmlns:a16="http://schemas.microsoft.com/office/drawing/2014/main" id="{1183B90F-66DD-922B-61B8-44448B8C3978}"/>
                </a:ext>
              </a:extLst>
            </p:cNvPr>
            <p:cNvSpPr txBox="1"/>
            <p:nvPr/>
          </p:nvSpPr>
          <p:spPr>
            <a:xfrm>
              <a:off x="1984248" y="3813048"/>
              <a:ext cx="2523744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fontAlgn="auto" latinLnBrk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즐겨찾기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채널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방송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시작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알림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수신</a:t>
              </a:r>
              <a:endParaRPr kumimoji="0" lang="en-US" sz="8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</p:txBody>
        </p:sp>
        <p:sp>
          <p:nvSpPr>
            <p:cNvPr id="84" name="Shape 38">
              <a:extLst>
                <a:ext uri="{FF2B5EF4-FFF2-40B4-BE49-F238E27FC236}">
                  <a16:creationId xmlns:a16="http://schemas.microsoft.com/office/drawing/2014/main" id="{43DC21B1-23F7-4A15-F455-3C2D0E40076F}"/>
                </a:ext>
              </a:extLst>
            </p:cNvPr>
            <p:cNvSpPr/>
            <p:nvPr/>
          </p:nvSpPr>
          <p:spPr>
            <a:xfrm>
              <a:off x="1874520" y="4773168"/>
              <a:ext cx="2743200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E3E8F1"/>
              </a:solidFill>
              <a:prstDash val="solid"/>
            </a:ln>
          </p:spPr>
        </p:sp>
        <p:sp>
          <p:nvSpPr>
            <p:cNvPr id="85" name="Text 39">
              <a:extLst>
                <a:ext uri="{FF2B5EF4-FFF2-40B4-BE49-F238E27FC236}">
                  <a16:creationId xmlns:a16="http://schemas.microsoft.com/office/drawing/2014/main" id="{7437FF29-0B16-5C51-FDD7-89851C1B7B83}"/>
                </a:ext>
              </a:extLst>
            </p:cNvPr>
            <p:cNvSpPr txBox="1"/>
            <p:nvPr/>
          </p:nvSpPr>
          <p:spPr>
            <a:xfrm>
              <a:off x="1984248" y="4818888"/>
              <a:ext cx="2523744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fontAlgn="auto" latinLnBrk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운영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정책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설정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(유예 · 판정 · 상한값)</a:t>
              </a:r>
              <a:endParaRPr kumimoji="0" lang="en-US" sz="8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  <a:p>
              <a:pPr marL="171450" indent="-171450" fontAlgn="auto" latinLnBrk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카테고리 관리</a:t>
              </a:r>
              <a:endParaRPr kumimoji="0" lang="en-US" sz="8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B8FF4F34-5BF1-10DD-1D2F-77509668AB8C}"/>
              </a:ext>
            </a:extLst>
          </p:cNvPr>
          <p:cNvGrpSpPr/>
          <p:nvPr/>
        </p:nvGrpSpPr>
        <p:grpSpPr>
          <a:xfrm>
            <a:off x="4829217" y="1304764"/>
            <a:ext cx="4118510" cy="5009728"/>
            <a:chOff x="4663440" y="1371600"/>
            <a:chExt cx="4663440" cy="4315968"/>
          </a:xfrm>
        </p:grpSpPr>
        <p:sp>
          <p:nvSpPr>
            <p:cNvPr id="54" name="Shape 8">
              <a:extLst>
                <a:ext uri="{FF2B5EF4-FFF2-40B4-BE49-F238E27FC236}">
                  <a16:creationId xmlns:a16="http://schemas.microsoft.com/office/drawing/2014/main" id="{7FD63623-EECD-B06D-0FCE-9F3E51BC540C}"/>
                </a:ext>
              </a:extLst>
            </p:cNvPr>
            <p:cNvSpPr/>
            <p:nvPr/>
          </p:nvSpPr>
          <p:spPr>
            <a:xfrm>
              <a:off x="4663440" y="1371600"/>
              <a:ext cx="4663440" cy="310896"/>
            </a:xfrm>
            <a:prstGeom prst="roundRect">
              <a:avLst>
                <a:gd name="adj" fmla="val 17647"/>
              </a:avLst>
            </a:prstGeom>
            <a:solidFill>
              <a:srgbClr val="1B2A5B"/>
            </a:solidFill>
            <a:ln/>
          </p:spPr>
        </p:sp>
        <p:sp>
          <p:nvSpPr>
            <p:cNvPr id="55" name="Text 9">
              <a:extLst>
                <a:ext uri="{FF2B5EF4-FFF2-40B4-BE49-F238E27FC236}">
                  <a16:creationId xmlns:a16="http://schemas.microsoft.com/office/drawing/2014/main" id="{D5B87642-AD6D-B490-0E50-C63386DADAF1}"/>
                </a:ext>
              </a:extLst>
            </p:cNvPr>
            <p:cNvSpPr txBox="1"/>
            <p:nvPr/>
          </p:nvSpPr>
          <p:spPr>
            <a:xfrm>
              <a:off x="4663440" y="1371600"/>
              <a:ext cx="46634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105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방송 중</a:t>
              </a:r>
              <a:endParaRPr kumimoji="0" lang="en-US" sz="10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</p:txBody>
        </p:sp>
        <p:sp>
          <p:nvSpPr>
            <p:cNvPr id="62" name="Shape 16">
              <a:extLst>
                <a:ext uri="{FF2B5EF4-FFF2-40B4-BE49-F238E27FC236}">
                  <a16:creationId xmlns:a16="http://schemas.microsoft.com/office/drawing/2014/main" id="{D907C9B5-B11F-167D-845B-8FA991796F1A}"/>
                </a:ext>
              </a:extLst>
            </p:cNvPr>
            <p:cNvSpPr/>
            <p:nvPr/>
          </p:nvSpPr>
          <p:spPr>
            <a:xfrm>
              <a:off x="4663440" y="1755648"/>
              <a:ext cx="4663440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E3E8F1"/>
              </a:solidFill>
              <a:prstDash val="solid"/>
            </a:ln>
          </p:spPr>
        </p:sp>
        <p:sp>
          <p:nvSpPr>
            <p:cNvPr id="63" name="Text 17">
              <a:extLst>
                <a:ext uri="{FF2B5EF4-FFF2-40B4-BE49-F238E27FC236}">
                  <a16:creationId xmlns:a16="http://schemas.microsoft.com/office/drawing/2014/main" id="{E54E433E-A01B-F835-715D-93E775CB8C9E}"/>
                </a:ext>
              </a:extLst>
            </p:cNvPr>
            <p:cNvSpPr txBox="1"/>
            <p:nvPr/>
          </p:nvSpPr>
          <p:spPr>
            <a:xfrm>
              <a:off x="4773168" y="1801368"/>
              <a:ext cx="4443984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fontAlgn="auto" latinLnBrk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송출 시작 (OBS) → 방송 중 정보 변경 · 채팅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관리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(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팔로워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전용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)</a:t>
              </a:r>
              <a:r>
                <a:rPr kumimoji="0" lang="en-US" sz="850" dirty="0">
                  <a:solidFill>
                    <a:prstClr val="black"/>
                  </a:solidFill>
                  <a:latin typeface="Calibri" panose="020F0502020204030204"/>
                  <a:ea typeface="+mn-ea"/>
                </a:rPr>
                <a:t> 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→ 송출 상태 확인 (비트레이트 · 지연)</a:t>
              </a:r>
              <a:endParaRPr kumimoji="0" lang="en-US" sz="8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</p:txBody>
        </p:sp>
        <p:sp>
          <p:nvSpPr>
            <p:cNvPr id="70" name="Shape 24">
              <a:extLst>
                <a:ext uri="{FF2B5EF4-FFF2-40B4-BE49-F238E27FC236}">
                  <a16:creationId xmlns:a16="http://schemas.microsoft.com/office/drawing/2014/main" id="{AFDCD057-89AC-C92D-8F27-3CDA1410640C}"/>
                </a:ext>
              </a:extLst>
            </p:cNvPr>
            <p:cNvSpPr/>
            <p:nvPr/>
          </p:nvSpPr>
          <p:spPr>
            <a:xfrm>
              <a:off x="4663440" y="2761488"/>
              <a:ext cx="4663440" cy="914400"/>
            </a:xfrm>
            <a:prstGeom prst="roundRect">
              <a:avLst>
                <a:gd name="adj" fmla="val 6000"/>
              </a:avLst>
            </a:prstGeom>
            <a:solidFill>
              <a:srgbClr val="F0F3F9"/>
            </a:solidFill>
            <a:ln w="12700">
              <a:solidFill>
                <a:srgbClr val="E3E8F1"/>
              </a:solidFill>
              <a:prstDash val="solid"/>
            </a:ln>
          </p:spPr>
        </p:sp>
        <p:sp>
          <p:nvSpPr>
            <p:cNvPr id="71" name="Text 25">
              <a:extLst>
                <a:ext uri="{FF2B5EF4-FFF2-40B4-BE49-F238E27FC236}">
                  <a16:creationId xmlns:a16="http://schemas.microsoft.com/office/drawing/2014/main" id="{FBDE9729-840F-CB03-0D67-D3BE9A95802D}"/>
                </a:ext>
              </a:extLst>
            </p:cNvPr>
            <p:cNvSpPr txBox="1"/>
            <p:nvPr/>
          </p:nvSpPr>
          <p:spPr>
            <a:xfrm>
              <a:off x="4773168" y="2807208"/>
              <a:ext cx="4443984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fontAlgn="auto" latinLnBrk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인증 → 준비 → 첫 </a:t>
              </a:r>
              <a:r>
                <a:rPr kumimoji="0" lang="ko-KR" alt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영상 단위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→ 라이브 노출</a:t>
              </a:r>
              <a:endParaRPr kumimoji="0" lang="en-US" sz="8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  <a:p>
              <a:pPr marL="171450" indent="-171450" fontAlgn="auto" latinLnBrk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트랜스코딩 · CDN · 그리드 배포 · 채팅 중계</a:t>
              </a:r>
              <a:endParaRPr kumimoji="0" lang="en-US" sz="8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  <a:p>
              <a:pPr marL="171450" indent="-171450" fontAlgn="auto" latinLnBrk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끊김 감지 → 일시중단(90초) → 재접속 / 종료</a:t>
              </a:r>
              <a:endParaRPr kumimoji="0" lang="en-US" sz="8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  <a:p>
              <a:pPr marL="171450" indent="-171450" fontAlgn="auto" latinLnBrk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유령 방송 30초 · 로그 수집</a:t>
              </a:r>
              <a:endParaRPr kumimoji="0" lang="en-US" sz="8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</p:txBody>
        </p:sp>
        <p:sp>
          <p:nvSpPr>
            <p:cNvPr id="78" name="Shape 32">
              <a:extLst>
                <a:ext uri="{FF2B5EF4-FFF2-40B4-BE49-F238E27FC236}">
                  <a16:creationId xmlns:a16="http://schemas.microsoft.com/office/drawing/2014/main" id="{C82F175C-8F4E-7CBB-CC5D-D68B76CEEE71}"/>
                </a:ext>
              </a:extLst>
            </p:cNvPr>
            <p:cNvSpPr/>
            <p:nvPr/>
          </p:nvSpPr>
          <p:spPr>
            <a:xfrm>
              <a:off x="4663440" y="3767328"/>
              <a:ext cx="4663440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E3E8F1"/>
              </a:solidFill>
              <a:prstDash val="solid"/>
            </a:ln>
          </p:spPr>
        </p:sp>
        <p:sp>
          <p:nvSpPr>
            <p:cNvPr id="79" name="Text 33">
              <a:extLst>
                <a:ext uri="{FF2B5EF4-FFF2-40B4-BE49-F238E27FC236}">
                  <a16:creationId xmlns:a16="http://schemas.microsoft.com/office/drawing/2014/main" id="{ECC65268-7DF7-74E9-F883-7AC0274DF532}"/>
                </a:ext>
              </a:extLst>
            </p:cNvPr>
            <p:cNvSpPr txBox="1"/>
            <p:nvPr/>
          </p:nvSpPr>
          <p:spPr>
            <a:xfrm>
              <a:off x="4773168" y="3813048"/>
              <a:ext cx="4443984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fontAlgn="auto" latinLnBrk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라이브 탐색 → 채널 진입 → 시청 (화질 선택 · 그리드)</a:t>
              </a:r>
              <a:endParaRPr kumimoji="0" lang="en-US" sz="8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  <a:p>
              <a:pPr marL="171450" indent="-171450" fontAlgn="auto" latinLnBrk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채팅 · 이모티콘 · 후원(기존 위젯 경로) · 신고</a:t>
              </a:r>
              <a:endParaRPr kumimoji="0" lang="en-US" sz="8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  <a:p>
              <a:pPr marL="171450" indent="-171450" fontAlgn="auto" latinLnBrk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일시중단 시 '연결 끊김' 안내 · 채팅 유지</a:t>
              </a:r>
              <a:endParaRPr kumimoji="0" lang="en-US" sz="8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</p:txBody>
        </p:sp>
        <p:sp>
          <p:nvSpPr>
            <p:cNvPr id="86" name="Shape 40">
              <a:extLst>
                <a:ext uri="{FF2B5EF4-FFF2-40B4-BE49-F238E27FC236}">
                  <a16:creationId xmlns:a16="http://schemas.microsoft.com/office/drawing/2014/main" id="{4C944CA8-93C1-388E-CD29-C852A351EA9E}"/>
                </a:ext>
              </a:extLst>
            </p:cNvPr>
            <p:cNvSpPr/>
            <p:nvPr/>
          </p:nvSpPr>
          <p:spPr>
            <a:xfrm>
              <a:off x="4663440" y="4773168"/>
              <a:ext cx="4663440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E3E8F1"/>
              </a:solidFill>
              <a:prstDash val="solid"/>
            </a:ln>
          </p:spPr>
        </p:sp>
        <p:sp>
          <p:nvSpPr>
            <p:cNvPr id="87" name="Text 41">
              <a:extLst>
                <a:ext uri="{FF2B5EF4-FFF2-40B4-BE49-F238E27FC236}">
                  <a16:creationId xmlns:a16="http://schemas.microsoft.com/office/drawing/2014/main" id="{8924B134-3F21-00B3-EF25-66A0B5FBCAE5}"/>
                </a:ext>
              </a:extLst>
            </p:cNvPr>
            <p:cNvSpPr txBox="1"/>
            <p:nvPr/>
          </p:nvSpPr>
          <p:spPr>
            <a:xfrm>
              <a:off x="4773168" y="4818888"/>
              <a:ext cx="4443984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fontAlgn="auto" latinLnBrk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라이브 모니터링 (시청자 · 비트레이트 · 지연 · 신고)</a:t>
              </a:r>
              <a:endParaRPr kumimoji="0" lang="en-US" sz="8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  <a:p>
              <a:pPr marL="171450" indent="-171450" fontAlgn="auto" latinLnBrk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이상 감지 · 신고 접수 →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검토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→ 강제 종료 · 채팅 제재 · 채널 정지 → 통지</a:t>
              </a:r>
              <a:endParaRPr kumimoji="0" lang="en-US" sz="8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423DCE68-4FB8-C8B9-5DA2-D80DBDF37FDF}"/>
              </a:ext>
            </a:extLst>
          </p:cNvPr>
          <p:cNvGrpSpPr/>
          <p:nvPr/>
        </p:nvGrpSpPr>
        <p:grpSpPr>
          <a:xfrm>
            <a:off x="9025700" y="1304764"/>
            <a:ext cx="2224124" cy="5009728"/>
            <a:chOff x="9372600" y="1371600"/>
            <a:chExt cx="2423160" cy="4315968"/>
          </a:xfrm>
        </p:grpSpPr>
        <p:sp>
          <p:nvSpPr>
            <p:cNvPr id="56" name="Shape 10">
              <a:extLst>
                <a:ext uri="{FF2B5EF4-FFF2-40B4-BE49-F238E27FC236}">
                  <a16:creationId xmlns:a16="http://schemas.microsoft.com/office/drawing/2014/main" id="{080CC1BA-6EC0-4874-F237-83F2D88E18B9}"/>
                </a:ext>
              </a:extLst>
            </p:cNvPr>
            <p:cNvSpPr/>
            <p:nvPr/>
          </p:nvSpPr>
          <p:spPr>
            <a:xfrm>
              <a:off x="9372600" y="1371600"/>
              <a:ext cx="2423160" cy="310896"/>
            </a:xfrm>
            <a:prstGeom prst="roundRect">
              <a:avLst>
                <a:gd name="adj" fmla="val 17647"/>
              </a:avLst>
            </a:prstGeom>
            <a:solidFill>
              <a:srgbClr val="3A4A7D"/>
            </a:solidFill>
            <a:ln/>
          </p:spPr>
        </p:sp>
        <p:sp>
          <p:nvSpPr>
            <p:cNvPr id="57" name="Text 11">
              <a:extLst>
                <a:ext uri="{FF2B5EF4-FFF2-40B4-BE49-F238E27FC236}">
                  <a16:creationId xmlns:a16="http://schemas.microsoft.com/office/drawing/2014/main" id="{BBAB851F-E421-A2A1-C108-304E475D3360}"/>
                </a:ext>
              </a:extLst>
            </p:cNvPr>
            <p:cNvSpPr txBox="1"/>
            <p:nvPr/>
          </p:nvSpPr>
          <p:spPr>
            <a:xfrm>
              <a:off x="9372600" y="1371600"/>
              <a:ext cx="24231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105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종료 후</a:t>
              </a:r>
              <a:endParaRPr kumimoji="0" lang="en-US" sz="10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</p:txBody>
        </p:sp>
        <p:sp>
          <p:nvSpPr>
            <p:cNvPr id="64" name="Shape 18">
              <a:extLst>
                <a:ext uri="{FF2B5EF4-FFF2-40B4-BE49-F238E27FC236}">
                  <a16:creationId xmlns:a16="http://schemas.microsoft.com/office/drawing/2014/main" id="{59B697CB-A539-5AB4-0D64-A90FC1251457}"/>
                </a:ext>
              </a:extLst>
            </p:cNvPr>
            <p:cNvSpPr/>
            <p:nvPr/>
          </p:nvSpPr>
          <p:spPr>
            <a:xfrm>
              <a:off x="9372600" y="1755648"/>
              <a:ext cx="2423160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E3E8F1"/>
              </a:solidFill>
              <a:prstDash val="solid"/>
            </a:ln>
          </p:spPr>
        </p:sp>
        <p:sp>
          <p:nvSpPr>
            <p:cNvPr id="65" name="Text 19">
              <a:extLst>
                <a:ext uri="{FF2B5EF4-FFF2-40B4-BE49-F238E27FC236}">
                  <a16:creationId xmlns:a16="http://schemas.microsoft.com/office/drawing/2014/main" id="{386ACD77-629E-CFDE-1AB0-1F69A5FFC56F}"/>
                </a:ext>
              </a:extLst>
            </p:cNvPr>
            <p:cNvSpPr txBox="1"/>
            <p:nvPr/>
          </p:nvSpPr>
          <p:spPr>
            <a:xfrm>
              <a:off x="9482328" y="1801368"/>
              <a:ext cx="2203704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fontAlgn="auto" latinLnBrk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송출 중지 (정상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종료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) →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방송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확인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 (시청자 · 시청 시간 · 채팅)</a:t>
              </a:r>
              <a:endParaRPr kumimoji="0" lang="en-US" sz="8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</p:txBody>
        </p:sp>
        <p:sp>
          <p:nvSpPr>
            <p:cNvPr id="72" name="Shape 26">
              <a:extLst>
                <a:ext uri="{FF2B5EF4-FFF2-40B4-BE49-F238E27FC236}">
                  <a16:creationId xmlns:a16="http://schemas.microsoft.com/office/drawing/2014/main" id="{5D1EBE52-B641-EADC-1608-547A718688EE}"/>
                </a:ext>
              </a:extLst>
            </p:cNvPr>
            <p:cNvSpPr/>
            <p:nvPr/>
          </p:nvSpPr>
          <p:spPr>
            <a:xfrm>
              <a:off x="9372600" y="2761488"/>
              <a:ext cx="2423160" cy="914400"/>
            </a:xfrm>
            <a:prstGeom prst="roundRect">
              <a:avLst>
                <a:gd name="adj" fmla="val 6000"/>
              </a:avLst>
            </a:prstGeom>
            <a:solidFill>
              <a:srgbClr val="F0F3F9"/>
            </a:solidFill>
            <a:ln w="12700">
              <a:solidFill>
                <a:srgbClr val="E3E8F1"/>
              </a:solidFill>
              <a:prstDash val="solid"/>
            </a:ln>
          </p:spPr>
        </p:sp>
        <p:sp>
          <p:nvSpPr>
            <p:cNvPr id="73" name="Text 27">
              <a:extLst>
                <a:ext uri="{FF2B5EF4-FFF2-40B4-BE49-F238E27FC236}">
                  <a16:creationId xmlns:a16="http://schemas.microsoft.com/office/drawing/2014/main" id="{C5F67568-9041-F493-AAE9-3CCDA0D4B7D4}"/>
                </a:ext>
              </a:extLst>
            </p:cNvPr>
            <p:cNvSpPr txBox="1"/>
            <p:nvPr/>
          </p:nvSpPr>
          <p:spPr>
            <a:xfrm>
              <a:off x="9482327" y="2807208"/>
              <a:ext cx="230771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fontAlgn="auto" latinLnBrk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종료 판정 (정상 신호 즉시 / 90초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타임아웃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)</a:t>
              </a:r>
              <a:r>
                <a:rPr kumimoji="0" lang="en-US" sz="850" dirty="0">
                  <a:solidFill>
                    <a:prstClr val="black"/>
                  </a:solidFill>
                  <a:latin typeface="Calibri" panose="020F0502020204030204"/>
                  <a:ea typeface="+mn-ea"/>
                </a:rPr>
                <a:t> 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→ 회차 마감 →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지표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kumimoji="0" lang="en-US" sz="85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집계</a:t>
              </a: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→ 분석 · 대시보드 반영</a:t>
              </a:r>
              <a:endParaRPr kumimoji="0" lang="en-US" sz="8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</p:txBody>
        </p:sp>
        <p:sp>
          <p:nvSpPr>
            <p:cNvPr id="80" name="Shape 34">
              <a:extLst>
                <a:ext uri="{FF2B5EF4-FFF2-40B4-BE49-F238E27FC236}">
                  <a16:creationId xmlns:a16="http://schemas.microsoft.com/office/drawing/2014/main" id="{E7E5BABC-1BB2-7D8F-1819-8E399839B1D4}"/>
                </a:ext>
              </a:extLst>
            </p:cNvPr>
            <p:cNvSpPr/>
            <p:nvPr/>
          </p:nvSpPr>
          <p:spPr>
            <a:xfrm>
              <a:off x="9372600" y="3767328"/>
              <a:ext cx="2423160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E3E8F1"/>
              </a:solidFill>
              <a:prstDash val="solid"/>
            </a:ln>
          </p:spPr>
        </p:sp>
        <p:sp>
          <p:nvSpPr>
            <p:cNvPr id="81" name="Text 35">
              <a:extLst>
                <a:ext uri="{FF2B5EF4-FFF2-40B4-BE49-F238E27FC236}">
                  <a16:creationId xmlns:a16="http://schemas.microsoft.com/office/drawing/2014/main" id="{91561905-D61E-5CC5-68FA-FDE7BECD7FE5}"/>
                </a:ext>
              </a:extLst>
            </p:cNvPr>
            <p:cNvSpPr txBox="1"/>
            <p:nvPr/>
          </p:nvSpPr>
          <p:spPr>
            <a:xfrm>
              <a:off x="9482328" y="3813048"/>
              <a:ext cx="2203704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fontAlgn="auto" latinLnBrk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오프라인 안내</a:t>
              </a:r>
              <a:endParaRPr kumimoji="0" lang="en-US" sz="8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  <a:p>
              <a:pPr marL="171450" indent="-171450" fontAlgn="auto" latinLnBrk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최근 방송 정보 표시</a:t>
              </a:r>
              <a:endParaRPr kumimoji="0" lang="en-US" sz="8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  <a:p>
              <a:pPr marL="171450" indent="-171450" fontAlgn="auto" latinLnBrk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즐겨찾기 · 다음 방송 알림</a:t>
              </a:r>
              <a:endParaRPr kumimoji="0" lang="en-US" sz="8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</p:txBody>
        </p:sp>
        <p:sp>
          <p:nvSpPr>
            <p:cNvPr id="88" name="Shape 42">
              <a:extLst>
                <a:ext uri="{FF2B5EF4-FFF2-40B4-BE49-F238E27FC236}">
                  <a16:creationId xmlns:a16="http://schemas.microsoft.com/office/drawing/2014/main" id="{7AAB5B08-6EFF-EF08-34A7-193C58CF9135}"/>
                </a:ext>
              </a:extLst>
            </p:cNvPr>
            <p:cNvSpPr/>
            <p:nvPr/>
          </p:nvSpPr>
          <p:spPr>
            <a:xfrm>
              <a:off x="9372600" y="4773168"/>
              <a:ext cx="2423160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E3E8F1"/>
              </a:solidFill>
              <a:prstDash val="solid"/>
            </a:ln>
          </p:spPr>
        </p:sp>
        <p:sp>
          <p:nvSpPr>
            <p:cNvPr id="89" name="Text 43">
              <a:extLst>
                <a:ext uri="{FF2B5EF4-FFF2-40B4-BE49-F238E27FC236}">
                  <a16:creationId xmlns:a16="http://schemas.microsoft.com/office/drawing/2014/main" id="{9928AD86-6C6C-4ACA-D155-7D4EBA2E39EB}"/>
                </a:ext>
              </a:extLst>
            </p:cNvPr>
            <p:cNvSpPr txBox="1"/>
            <p:nvPr/>
          </p:nvSpPr>
          <p:spPr>
            <a:xfrm>
              <a:off x="9482328" y="4818888"/>
              <a:ext cx="2203704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fontAlgn="auto" latinLnBrk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회차 이력 확인 (일시중단 · 종료 사유)</a:t>
              </a:r>
              <a:endParaRPr kumimoji="0" lang="en-US" sz="8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  <a:p>
              <a:pPr marL="171450" indent="-171450" fontAlgn="auto" latinLnBrk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통계 · 감사 로그</a:t>
              </a:r>
              <a:endParaRPr kumimoji="0" lang="en-US" sz="8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  <a:p>
              <a:pPr marL="171450" indent="-171450" fontAlgn="auto" latinLnBrk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kumimoji="0" lang="en-US" sz="85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정책값 조정 근거 확보</a:t>
              </a:r>
              <a:endParaRPr kumimoji="0" lang="en-US" sz="850" dirty="0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1183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">
            <a:extLst>
              <a:ext uri="{FF2B5EF4-FFF2-40B4-BE49-F238E27FC236}">
                <a16:creationId xmlns:a16="http://schemas.microsoft.com/office/drawing/2014/main" id="{E793CAE7-5467-D280-090D-6396C8CE902B}"/>
              </a:ext>
            </a:extLst>
          </p:cNvPr>
          <p:cNvSpPr/>
          <p:nvPr/>
        </p:nvSpPr>
        <p:spPr>
          <a:xfrm>
            <a:off x="896112" y="1124140"/>
            <a:ext cx="3003771" cy="1368755"/>
          </a:xfrm>
          <a:prstGeom prst="roundRect">
            <a:avLst>
              <a:gd name="adj" fmla="val 3158"/>
            </a:avLst>
          </a:prstGeom>
          <a:solidFill>
            <a:srgbClr val="F5F7FB"/>
          </a:solidFill>
          <a:ln w="12700">
            <a:solidFill>
              <a:srgbClr val="E3E8F1"/>
            </a:solidFill>
            <a:prstDash val="solid"/>
          </a:ln>
        </p:spPr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8E867545-93E0-30A4-313F-D339E24B3B84}"/>
              </a:ext>
            </a:extLst>
          </p:cNvPr>
          <p:cNvSpPr txBox="1"/>
          <p:nvPr/>
        </p:nvSpPr>
        <p:spPr>
          <a:xfrm>
            <a:off x="1110667" y="1233868"/>
            <a:ext cx="2574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크리에이터</a:t>
            </a:r>
            <a:endParaRPr lang="en-US" sz="1300" dirty="0"/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2BAC5E08-7E6B-F164-AC03-82BE0F4EA07A}"/>
              </a:ext>
            </a:extLst>
          </p:cNvPr>
          <p:cNvSpPr/>
          <p:nvPr/>
        </p:nvSpPr>
        <p:spPr>
          <a:xfrm>
            <a:off x="4586459" y="1124140"/>
            <a:ext cx="3003771" cy="1368755"/>
          </a:xfrm>
          <a:prstGeom prst="roundRect">
            <a:avLst>
              <a:gd name="adj" fmla="val 3158"/>
            </a:avLst>
          </a:prstGeom>
          <a:solidFill>
            <a:srgbClr val="00B0F0"/>
          </a:solidFill>
          <a:ln/>
        </p:spPr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8229962A-54DD-4709-410D-0A3DF7C6801E}"/>
              </a:ext>
            </a:extLst>
          </p:cNvPr>
          <p:cNvSpPr txBox="1"/>
          <p:nvPr/>
        </p:nvSpPr>
        <p:spPr>
          <a:xfrm>
            <a:off x="4758103" y="1233868"/>
            <a:ext cx="26604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투네이션 서버</a:t>
            </a:r>
            <a:endParaRPr lang="en-US" sz="1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A11B56FD-DE1A-F3DA-5C98-EF7B3FE65B7D}"/>
              </a:ext>
            </a:extLst>
          </p:cNvPr>
          <p:cNvSpPr txBox="1"/>
          <p:nvPr/>
        </p:nvSpPr>
        <p:spPr>
          <a:xfrm>
            <a:off x="4758103" y="1507309"/>
            <a:ext cx="2703394" cy="899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ko-KR" altLang="en-US" sz="1100" b="1" dirty="0">
                <a:solidFill>
                  <a:schemeClr val="bg1"/>
                </a:solidFill>
                <a:latin typeface="+mn-ea"/>
                <a:ea typeface="+mn-ea"/>
                <a:cs typeface="맑은 고딕" pitchFamily="34" charset="-120"/>
              </a:rPr>
              <a:t>실시간 영상 송출 관련</a:t>
            </a:r>
            <a:endParaRPr lang="en-US" altLang="ko-KR" sz="1100" b="1" dirty="0">
              <a:solidFill>
                <a:schemeClr val="bg1"/>
              </a:solidFill>
              <a:latin typeface="+mn-ea"/>
              <a:ea typeface="+mn-ea"/>
              <a:cs typeface="맑은 고딕" pitchFamily="34" charset="-120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ko-KR" altLang="en-US" sz="1100" b="1" dirty="0">
                <a:solidFill>
                  <a:schemeClr val="bg1"/>
                </a:solidFill>
                <a:latin typeface="+mn-ea"/>
                <a:ea typeface="+mn-ea"/>
                <a:cs typeface="맑은 고딕" pitchFamily="34" charset="-120"/>
              </a:rPr>
              <a:t>제반 기술 개발하여 탑재</a:t>
            </a:r>
            <a:endParaRPr lang="en-US" sz="11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6689895B-1CD5-C4BD-AA5A-A30DB2243A22}"/>
              </a:ext>
            </a:extLst>
          </p:cNvPr>
          <p:cNvSpPr/>
          <p:nvPr/>
        </p:nvSpPr>
        <p:spPr>
          <a:xfrm>
            <a:off x="8276805" y="1124140"/>
            <a:ext cx="3003771" cy="1368755"/>
          </a:xfrm>
          <a:prstGeom prst="roundRect">
            <a:avLst>
              <a:gd name="adj" fmla="val 3158"/>
            </a:avLst>
          </a:prstGeom>
          <a:solidFill>
            <a:srgbClr val="E9EFFD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1D50E354-1ECF-C3CF-158D-1ACF056391FC}"/>
              </a:ext>
            </a:extLst>
          </p:cNvPr>
          <p:cNvSpPr txBox="1"/>
          <p:nvPr/>
        </p:nvSpPr>
        <p:spPr>
          <a:xfrm>
            <a:off x="8487282" y="1233868"/>
            <a:ext cx="2570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시청자</a:t>
            </a:r>
            <a:endParaRPr lang="en-US" sz="1300" dirty="0"/>
          </a:p>
        </p:txBody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FC6DE845-73E0-1DF6-D657-35C23970D6DB}"/>
              </a:ext>
            </a:extLst>
          </p:cNvPr>
          <p:cNvSpPr/>
          <p:nvPr/>
        </p:nvSpPr>
        <p:spPr>
          <a:xfrm>
            <a:off x="4016359" y="1808820"/>
            <a:ext cx="472021" cy="0"/>
          </a:xfrm>
          <a:prstGeom prst="line">
            <a:avLst/>
          </a:prstGeom>
          <a:noFill/>
          <a:ln w="31750">
            <a:solidFill>
              <a:srgbClr val="9AA4B8"/>
            </a:solidFill>
            <a:prstDash val="solid"/>
            <a:tailEnd type="triangle"/>
          </a:ln>
        </p:spPr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6068655F-8252-94DF-5522-9B500840AF2F}"/>
              </a:ext>
            </a:extLst>
          </p:cNvPr>
          <p:cNvSpPr/>
          <p:nvPr/>
        </p:nvSpPr>
        <p:spPr>
          <a:xfrm>
            <a:off x="7696495" y="1808820"/>
            <a:ext cx="472021" cy="0"/>
          </a:xfrm>
          <a:prstGeom prst="line">
            <a:avLst/>
          </a:prstGeom>
          <a:noFill/>
          <a:ln w="31750">
            <a:solidFill>
              <a:srgbClr val="9AA4B8"/>
            </a:solidFill>
            <a:prstDash val="solid"/>
            <a:tailEnd type="triangle"/>
          </a:ln>
        </p:spPr>
      </p:sp>
      <p:sp>
        <p:nvSpPr>
          <p:cNvPr id="17" name="Shape 19">
            <a:extLst>
              <a:ext uri="{FF2B5EF4-FFF2-40B4-BE49-F238E27FC236}">
                <a16:creationId xmlns:a16="http://schemas.microsoft.com/office/drawing/2014/main" id="{F00C27EB-8B9A-98C0-2893-FD974BF37570}"/>
              </a:ext>
            </a:extLst>
          </p:cNvPr>
          <p:cNvSpPr/>
          <p:nvPr/>
        </p:nvSpPr>
        <p:spPr>
          <a:xfrm>
            <a:off x="896112" y="2600908"/>
            <a:ext cx="10384464" cy="367936"/>
          </a:xfrm>
          <a:prstGeom prst="roundRect">
            <a:avLst>
              <a:gd name="adj" fmla="val 1285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200" b="1" dirty="0">
                <a:latin typeface="+mn-ea"/>
                <a:ea typeface="+mn-ea"/>
              </a:rPr>
              <a:t>그리드 모듈 </a:t>
            </a:r>
            <a:r>
              <a:rPr lang="en-US" altLang="ko-KR" sz="1200" b="1" dirty="0">
                <a:latin typeface="+mn-ea"/>
                <a:ea typeface="+mn-ea"/>
              </a:rPr>
              <a:t>- </a:t>
            </a:r>
            <a:r>
              <a:rPr lang="ko-KR" altLang="en-US" sz="1200" b="1" dirty="0">
                <a:latin typeface="+mn-ea"/>
                <a:ea typeface="+mn-ea"/>
              </a:rPr>
              <a:t>설치 프로그램</a:t>
            </a:r>
            <a:r>
              <a:rPr lang="en-US" altLang="ko-KR" sz="1200" b="1" dirty="0">
                <a:latin typeface="+mn-ea"/>
                <a:ea typeface="+mn-ea"/>
              </a:rPr>
              <a:t>, </a:t>
            </a:r>
            <a:r>
              <a:rPr lang="ko-KR" altLang="en-US" sz="1200" b="1" dirty="0">
                <a:latin typeface="+mn-ea"/>
                <a:ea typeface="+mn-ea"/>
              </a:rPr>
              <a:t>고화질 시청 시 설치 요구</a:t>
            </a:r>
          </a:p>
        </p:txBody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B6FB088C-5EA0-EEFD-0786-AFAFB868C5BA}"/>
              </a:ext>
            </a:extLst>
          </p:cNvPr>
          <p:cNvSpPr txBox="1"/>
          <p:nvPr/>
        </p:nvSpPr>
        <p:spPr>
          <a:xfrm>
            <a:off x="976807" y="3514720"/>
            <a:ext cx="42911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완료 기준</a:t>
            </a:r>
            <a:endParaRPr lang="en-US" sz="1200" dirty="0"/>
          </a:p>
        </p:txBody>
      </p: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E7E4C04F-BB1B-1DC8-9B61-DFC775BF4F89}"/>
              </a:ext>
            </a:extLst>
          </p:cNvPr>
          <p:cNvGrpSpPr/>
          <p:nvPr/>
        </p:nvGrpSpPr>
        <p:grpSpPr>
          <a:xfrm>
            <a:off x="896112" y="3828589"/>
            <a:ext cx="10384464" cy="1604776"/>
            <a:chOff x="896112" y="4019356"/>
            <a:chExt cx="10384464" cy="2083438"/>
          </a:xfrm>
        </p:grpSpPr>
        <p:sp>
          <p:nvSpPr>
            <p:cNvPr id="20" name="Shape 22">
              <a:extLst>
                <a:ext uri="{FF2B5EF4-FFF2-40B4-BE49-F238E27FC236}">
                  <a16:creationId xmlns:a16="http://schemas.microsoft.com/office/drawing/2014/main" id="{45385F80-AC64-533B-1E14-122D3356D631}"/>
                </a:ext>
              </a:extLst>
            </p:cNvPr>
            <p:cNvSpPr/>
            <p:nvPr/>
          </p:nvSpPr>
          <p:spPr>
            <a:xfrm>
              <a:off x="896112" y="4019356"/>
              <a:ext cx="5083608" cy="462986"/>
            </a:xfrm>
            <a:prstGeom prst="roundRect">
              <a:avLst>
                <a:gd name="adj" fmla="val 16667"/>
              </a:avLst>
            </a:prstGeom>
            <a:solidFill>
              <a:srgbClr val="F5F7FB"/>
            </a:solidFill>
            <a:ln w="12700">
              <a:solidFill>
                <a:srgbClr val="C7D1E3"/>
              </a:solidFill>
              <a:prstDash val="solid"/>
            </a:ln>
          </p:spPr>
        </p:sp>
        <p:sp>
          <p:nvSpPr>
            <p:cNvPr id="24" name="Shape 26">
              <a:extLst>
                <a:ext uri="{FF2B5EF4-FFF2-40B4-BE49-F238E27FC236}">
                  <a16:creationId xmlns:a16="http://schemas.microsoft.com/office/drawing/2014/main" id="{8BC4A121-86FA-3179-5994-94D831FD2818}"/>
                </a:ext>
              </a:extLst>
            </p:cNvPr>
            <p:cNvSpPr/>
            <p:nvPr/>
          </p:nvSpPr>
          <p:spPr>
            <a:xfrm>
              <a:off x="6196968" y="4019356"/>
              <a:ext cx="5083608" cy="462986"/>
            </a:xfrm>
            <a:prstGeom prst="roundRect">
              <a:avLst>
                <a:gd name="adj" fmla="val 16667"/>
              </a:avLst>
            </a:prstGeom>
            <a:solidFill>
              <a:srgbClr val="F5F7FB"/>
            </a:solidFill>
            <a:ln w="12700">
              <a:solidFill>
                <a:srgbClr val="C7D1E3"/>
              </a:solidFill>
              <a:prstDash val="solid"/>
            </a:ln>
          </p:spPr>
        </p:sp>
        <p:sp>
          <p:nvSpPr>
            <p:cNvPr id="28" name="Shape 30">
              <a:extLst>
                <a:ext uri="{FF2B5EF4-FFF2-40B4-BE49-F238E27FC236}">
                  <a16:creationId xmlns:a16="http://schemas.microsoft.com/office/drawing/2014/main" id="{64EB2951-821B-FB9B-FBFB-E9AB9886A1F0}"/>
                </a:ext>
              </a:extLst>
            </p:cNvPr>
            <p:cNvSpPr/>
            <p:nvPr/>
          </p:nvSpPr>
          <p:spPr>
            <a:xfrm>
              <a:off x="896112" y="4559507"/>
              <a:ext cx="5083608" cy="462986"/>
            </a:xfrm>
            <a:prstGeom prst="roundRect">
              <a:avLst>
                <a:gd name="adj" fmla="val 16667"/>
              </a:avLst>
            </a:prstGeom>
            <a:solidFill>
              <a:srgbClr val="F5F7FB"/>
            </a:solidFill>
            <a:ln w="12700">
              <a:solidFill>
                <a:srgbClr val="C7D1E3"/>
              </a:solidFill>
              <a:prstDash val="solid"/>
            </a:ln>
          </p:spPr>
        </p:sp>
        <p:sp>
          <p:nvSpPr>
            <p:cNvPr id="32" name="Shape 34">
              <a:extLst>
                <a:ext uri="{FF2B5EF4-FFF2-40B4-BE49-F238E27FC236}">
                  <a16:creationId xmlns:a16="http://schemas.microsoft.com/office/drawing/2014/main" id="{F74A2B80-15DF-3955-1B9C-D30077781C2A}"/>
                </a:ext>
              </a:extLst>
            </p:cNvPr>
            <p:cNvSpPr/>
            <p:nvPr/>
          </p:nvSpPr>
          <p:spPr>
            <a:xfrm>
              <a:off x="6196968" y="4559507"/>
              <a:ext cx="5083608" cy="462986"/>
            </a:xfrm>
            <a:prstGeom prst="roundRect">
              <a:avLst>
                <a:gd name="adj" fmla="val 16667"/>
              </a:avLst>
            </a:prstGeom>
            <a:solidFill>
              <a:srgbClr val="F5F7FB"/>
            </a:solidFill>
            <a:ln w="12700">
              <a:solidFill>
                <a:srgbClr val="C7D1E3"/>
              </a:solidFill>
              <a:prstDash val="solid"/>
            </a:ln>
          </p:spPr>
        </p:sp>
        <p:sp>
          <p:nvSpPr>
            <p:cNvPr id="36" name="Shape 38">
              <a:extLst>
                <a:ext uri="{FF2B5EF4-FFF2-40B4-BE49-F238E27FC236}">
                  <a16:creationId xmlns:a16="http://schemas.microsoft.com/office/drawing/2014/main" id="{FC2CC1DF-C591-17BE-01E3-9CC8086A6CB7}"/>
                </a:ext>
              </a:extLst>
            </p:cNvPr>
            <p:cNvSpPr/>
            <p:nvPr/>
          </p:nvSpPr>
          <p:spPr>
            <a:xfrm>
              <a:off x="896112" y="5099657"/>
              <a:ext cx="5083608" cy="462986"/>
            </a:xfrm>
            <a:prstGeom prst="roundRect">
              <a:avLst>
                <a:gd name="adj" fmla="val 16667"/>
              </a:avLst>
            </a:prstGeom>
            <a:solidFill>
              <a:srgbClr val="F5F7FB"/>
            </a:solidFill>
            <a:ln w="12700">
              <a:solidFill>
                <a:srgbClr val="C7D1E3"/>
              </a:solidFill>
              <a:prstDash val="solid"/>
            </a:ln>
          </p:spPr>
        </p:sp>
        <p:sp>
          <p:nvSpPr>
            <p:cNvPr id="40" name="Shape 42">
              <a:extLst>
                <a:ext uri="{FF2B5EF4-FFF2-40B4-BE49-F238E27FC236}">
                  <a16:creationId xmlns:a16="http://schemas.microsoft.com/office/drawing/2014/main" id="{44327270-E7AD-7328-9143-648B7E9871A7}"/>
                </a:ext>
              </a:extLst>
            </p:cNvPr>
            <p:cNvSpPr/>
            <p:nvPr/>
          </p:nvSpPr>
          <p:spPr>
            <a:xfrm>
              <a:off x="6196968" y="5099657"/>
              <a:ext cx="5083608" cy="462986"/>
            </a:xfrm>
            <a:prstGeom prst="roundRect">
              <a:avLst>
                <a:gd name="adj" fmla="val 16667"/>
              </a:avLst>
            </a:prstGeom>
            <a:solidFill>
              <a:srgbClr val="F5F7FB"/>
            </a:solidFill>
            <a:ln w="12700">
              <a:solidFill>
                <a:srgbClr val="C7D1E3"/>
              </a:solidFill>
              <a:prstDash val="solid"/>
            </a:ln>
          </p:spPr>
        </p:sp>
        <p:sp>
          <p:nvSpPr>
            <p:cNvPr id="44" name="Shape 46">
              <a:extLst>
                <a:ext uri="{FF2B5EF4-FFF2-40B4-BE49-F238E27FC236}">
                  <a16:creationId xmlns:a16="http://schemas.microsoft.com/office/drawing/2014/main" id="{A78C8806-B5D6-2F4A-0680-F1623FADFFD5}"/>
                </a:ext>
              </a:extLst>
            </p:cNvPr>
            <p:cNvSpPr/>
            <p:nvPr/>
          </p:nvSpPr>
          <p:spPr>
            <a:xfrm>
              <a:off x="896112" y="5639808"/>
              <a:ext cx="5083608" cy="462986"/>
            </a:xfrm>
            <a:prstGeom prst="roundRect">
              <a:avLst>
                <a:gd name="adj" fmla="val 16667"/>
              </a:avLst>
            </a:prstGeom>
            <a:solidFill>
              <a:srgbClr val="F5F7FB"/>
            </a:solidFill>
            <a:ln w="12700">
              <a:solidFill>
                <a:srgbClr val="C7D1E3"/>
              </a:solidFill>
              <a:prstDash val="solid"/>
            </a:ln>
          </p:spPr>
        </p:sp>
        <p:sp>
          <p:nvSpPr>
            <p:cNvPr id="23" name="Text 25">
              <a:extLst>
                <a:ext uri="{FF2B5EF4-FFF2-40B4-BE49-F238E27FC236}">
                  <a16:creationId xmlns:a16="http://schemas.microsoft.com/office/drawing/2014/main" id="{AEEF0B03-9FDA-5D25-28D6-E05EFB278055}"/>
                </a:ext>
              </a:extLst>
            </p:cNvPr>
            <p:cNvSpPr txBox="1"/>
            <p:nvPr/>
          </p:nvSpPr>
          <p:spPr>
            <a:xfrm>
              <a:off x="1325222" y="4019356"/>
              <a:ext cx="4505656" cy="4629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altLang="ko-KR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크리에이터가</a:t>
              </a:r>
              <a:r>
                <a:rPr lang="en-US" altLang="ko-KR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방송</a:t>
              </a:r>
              <a:r>
                <a:rPr lang="en-US" altLang="ko-KR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정보를</a:t>
              </a:r>
              <a:r>
                <a:rPr lang="en-US" altLang="ko-KR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설정하고</a:t>
              </a:r>
              <a:r>
                <a:rPr lang="en-US" altLang="ko-KR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스트림키</a:t>
              </a:r>
              <a:r>
                <a:rPr lang="en-US" altLang="ko-KR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관리</a:t>
              </a:r>
              <a:r>
                <a:rPr lang="en-US" altLang="ko-KR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가능</a:t>
              </a:r>
              <a:endParaRPr lang="en-US" altLang="ko-KR" b="1" dirty="0"/>
            </a:p>
          </p:txBody>
        </p:sp>
        <p:sp>
          <p:nvSpPr>
            <p:cNvPr id="27" name="Text 29">
              <a:extLst>
                <a:ext uri="{FF2B5EF4-FFF2-40B4-BE49-F238E27FC236}">
                  <a16:creationId xmlns:a16="http://schemas.microsoft.com/office/drawing/2014/main" id="{E895B7D8-B236-A6A7-6EE3-E8F3F4640D42}"/>
                </a:ext>
              </a:extLst>
            </p:cNvPr>
            <p:cNvSpPr txBox="1"/>
            <p:nvPr/>
          </p:nvSpPr>
          <p:spPr>
            <a:xfrm>
              <a:off x="6630904" y="4019356"/>
              <a:ext cx="4505656" cy="4629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altLang="ko-KR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크리에이터가</a:t>
              </a:r>
              <a:r>
                <a:rPr lang="en-US" altLang="ko-KR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스트림키로</a:t>
              </a:r>
              <a:r>
                <a:rPr lang="en-US" altLang="ko-KR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송출하면</a:t>
              </a:r>
              <a:r>
                <a:rPr lang="en-US" altLang="ko-KR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시청자가 </a:t>
              </a:r>
              <a:r>
                <a:rPr lang="en-US" altLang="ko-KR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투네이션 </a:t>
              </a:r>
              <a:r>
                <a:rPr lang="en-US" altLang="ko-KR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웹에서</a:t>
              </a:r>
              <a:r>
                <a:rPr lang="en-US" altLang="ko-KR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시청</a:t>
              </a:r>
              <a:r>
                <a:rPr lang="en-US" altLang="ko-KR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가능</a:t>
              </a:r>
              <a:endParaRPr lang="en-US" altLang="ko-KR" b="1" dirty="0"/>
            </a:p>
          </p:txBody>
        </p:sp>
        <p:sp>
          <p:nvSpPr>
            <p:cNvPr id="31" name="Text 33">
              <a:extLst>
                <a:ext uri="{FF2B5EF4-FFF2-40B4-BE49-F238E27FC236}">
                  <a16:creationId xmlns:a16="http://schemas.microsoft.com/office/drawing/2014/main" id="{49384AE1-6C2E-FCA8-EB2E-DD2D9BFDAC05}"/>
                </a:ext>
              </a:extLst>
            </p:cNvPr>
            <p:cNvSpPr txBox="1"/>
            <p:nvPr/>
          </p:nvSpPr>
          <p:spPr>
            <a:xfrm>
              <a:off x="1325222" y="4559507"/>
              <a:ext cx="4505656" cy="4629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altLang="ko-KR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시청자가</a:t>
              </a:r>
              <a:r>
                <a:rPr lang="en-US" altLang="ko-KR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화질을</a:t>
              </a:r>
              <a:r>
                <a:rPr lang="en-US" altLang="ko-KR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선택</a:t>
              </a:r>
              <a:r>
                <a:rPr lang="en-US" altLang="ko-KR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가능</a:t>
              </a:r>
              <a:endParaRPr lang="en-US" altLang="ko-KR" b="1" dirty="0"/>
            </a:p>
          </p:txBody>
        </p:sp>
        <p:sp>
          <p:nvSpPr>
            <p:cNvPr id="35" name="Text 37">
              <a:extLst>
                <a:ext uri="{FF2B5EF4-FFF2-40B4-BE49-F238E27FC236}">
                  <a16:creationId xmlns:a16="http://schemas.microsoft.com/office/drawing/2014/main" id="{56FE510E-EDD2-12F2-03A6-56F388EECCFE}"/>
                </a:ext>
              </a:extLst>
            </p:cNvPr>
            <p:cNvSpPr txBox="1"/>
            <p:nvPr/>
          </p:nvSpPr>
          <p:spPr>
            <a:xfrm>
              <a:off x="6630904" y="4559507"/>
              <a:ext cx="4505656" cy="4629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altLang="ko-KR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실시간</a:t>
              </a:r>
              <a:r>
                <a:rPr lang="en-US" altLang="ko-KR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채팅이</a:t>
              </a:r>
              <a:r>
                <a:rPr lang="en-US" altLang="ko-KR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동작</a:t>
              </a:r>
              <a:endParaRPr lang="en-US" altLang="ko-KR" b="1" dirty="0"/>
            </a:p>
          </p:txBody>
        </p:sp>
        <p:sp>
          <p:nvSpPr>
            <p:cNvPr id="39" name="Text 41">
              <a:extLst>
                <a:ext uri="{FF2B5EF4-FFF2-40B4-BE49-F238E27FC236}">
                  <a16:creationId xmlns:a16="http://schemas.microsoft.com/office/drawing/2014/main" id="{A9B4D241-18F7-9464-82FD-42192EFD13FD}"/>
                </a:ext>
              </a:extLst>
            </p:cNvPr>
            <p:cNvSpPr txBox="1"/>
            <p:nvPr/>
          </p:nvSpPr>
          <p:spPr>
            <a:xfrm>
              <a:off x="1325222" y="5099657"/>
              <a:ext cx="4505656" cy="4629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방송 </a:t>
              </a:r>
              <a:r>
                <a:rPr lang="en-US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회차별</a:t>
              </a:r>
              <a:r>
                <a:rPr lang="en-US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지표</a:t>
              </a:r>
              <a:r>
                <a:rPr lang="en-US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확인</a:t>
              </a:r>
              <a:r>
                <a:rPr lang="en-US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가능</a:t>
              </a:r>
              <a:endParaRPr lang="en-US" b="1" dirty="0"/>
            </a:p>
          </p:txBody>
        </p:sp>
        <p:sp>
          <p:nvSpPr>
            <p:cNvPr id="43" name="Text 45">
              <a:extLst>
                <a:ext uri="{FF2B5EF4-FFF2-40B4-BE49-F238E27FC236}">
                  <a16:creationId xmlns:a16="http://schemas.microsoft.com/office/drawing/2014/main" id="{C212D434-E15C-9F7D-492B-62FFD04BD22A}"/>
                </a:ext>
              </a:extLst>
            </p:cNvPr>
            <p:cNvSpPr txBox="1"/>
            <p:nvPr/>
          </p:nvSpPr>
          <p:spPr>
            <a:xfrm>
              <a:off x="6630904" y="5099657"/>
              <a:ext cx="4505656" cy="4629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그리드 모듈이 설치 · </a:t>
              </a:r>
              <a:r>
                <a:rPr lang="en-US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동작</a:t>
              </a:r>
              <a:r>
                <a:rPr lang="ko-KR" altLang="en-US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이 가능하고</a:t>
              </a:r>
              <a:r>
                <a:rPr lang="en-US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분산 전송 비율</a:t>
              </a:r>
              <a:r>
                <a:rPr lang="en-US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측정</a:t>
              </a:r>
              <a:r>
                <a:rPr lang="en-US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가능</a:t>
              </a:r>
              <a:endParaRPr lang="en-US" b="1" dirty="0"/>
            </a:p>
          </p:txBody>
        </p:sp>
        <p:sp>
          <p:nvSpPr>
            <p:cNvPr id="47" name="Text 49">
              <a:extLst>
                <a:ext uri="{FF2B5EF4-FFF2-40B4-BE49-F238E27FC236}">
                  <a16:creationId xmlns:a16="http://schemas.microsoft.com/office/drawing/2014/main" id="{ADC24CEC-EDED-3825-8EA8-6D3EFE3A3614}"/>
                </a:ext>
              </a:extLst>
            </p:cNvPr>
            <p:cNvSpPr txBox="1"/>
            <p:nvPr/>
          </p:nvSpPr>
          <p:spPr>
            <a:xfrm>
              <a:off x="1325222" y="5639808"/>
              <a:ext cx="4505656" cy="4629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운영자가 </a:t>
              </a:r>
              <a:r>
                <a:rPr lang="en-US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방송을</a:t>
              </a:r>
              <a:r>
                <a:rPr lang="en-US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모니터링하</a:t>
              </a:r>
              <a:r>
                <a:rPr lang="ko-KR" altLang="en-US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며</a:t>
              </a:r>
              <a:r>
                <a:rPr lang="en-US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강제</a:t>
              </a:r>
              <a:r>
                <a:rPr lang="en-US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b="1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종료</a:t>
              </a:r>
              <a:r>
                <a:rPr lang="en-US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b="1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가능</a:t>
              </a:r>
              <a:endParaRPr lang="en-US" b="1" dirty="0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60D47D4C-2DED-32F8-DD1D-E8DA1352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21" name="Shape 23">
            <a:extLst>
              <a:ext uri="{FF2B5EF4-FFF2-40B4-BE49-F238E27FC236}">
                <a16:creationId xmlns:a16="http://schemas.microsoft.com/office/drawing/2014/main" id="{44237EA9-0F52-2DB4-D325-FF52C70CEFEE}"/>
              </a:ext>
            </a:extLst>
          </p:cNvPr>
          <p:cNvSpPr/>
          <p:nvPr/>
        </p:nvSpPr>
        <p:spPr>
          <a:xfrm>
            <a:off x="983432" y="3892750"/>
            <a:ext cx="237744" cy="23774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086A6190-8C19-059A-890E-A78909E5A41C}"/>
              </a:ext>
            </a:extLst>
          </p:cNvPr>
          <p:cNvSpPr txBox="1"/>
          <p:nvPr/>
        </p:nvSpPr>
        <p:spPr>
          <a:xfrm>
            <a:off x="983432" y="389275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Shape 27">
            <a:extLst>
              <a:ext uri="{FF2B5EF4-FFF2-40B4-BE49-F238E27FC236}">
                <a16:creationId xmlns:a16="http://schemas.microsoft.com/office/drawing/2014/main" id="{68806B84-1FFF-96DF-1437-22C8DD382DA2}"/>
              </a:ext>
            </a:extLst>
          </p:cNvPr>
          <p:cNvSpPr/>
          <p:nvPr/>
        </p:nvSpPr>
        <p:spPr>
          <a:xfrm>
            <a:off x="6290304" y="3892750"/>
            <a:ext cx="237744" cy="23774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6" name="Text 28">
            <a:extLst>
              <a:ext uri="{FF2B5EF4-FFF2-40B4-BE49-F238E27FC236}">
                <a16:creationId xmlns:a16="http://schemas.microsoft.com/office/drawing/2014/main" id="{2BDAC5D5-C733-EA5C-6471-21FF0C0CA580}"/>
              </a:ext>
            </a:extLst>
          </p:cNvPr>
          <p:cNvSpPr txBox="1"/>
          <p:nvPr/>
        </p:nvSpPr>
        <p:spPr>
          <a:xfrm>
            <a:off x="6290304" y="389275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29" name="Shape 31">
            <a:extLst>
              <a:ext uri="{FF2B5EF4-FFF2-40B4-BE49-F238E27FC236}">
                <a16:creationId xmlns:a16="http://schemas.microsoft.com/office/drawing/2014/main" id="{4B8E4BA9-7FE4-F3EE-E9B9-EEA608C6A121}"/>
              </a:ext>
            </a:extLst>
          </p:cNvPr>
          <p:cNvSpPr/>
          <p:nvPr/>
        </p:nvSpPr>
        <p:spPr>
          <a:xfrm>
            <a:off x="983432" y="4310514"/>
            <a:ext cx="237744" cy="23774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0" name="Text 32">
            <a:extLst>
              <a:ext uri="{FF2B5EF4-FFF2-40B4-BE49-F238E27FC236}">
                <a16:creationId xmlns:a16="http://schemas.microsoft.com/office/drawing/2014/main" id="{0B4860B3-A307-5825-ED82-BCEA3E1F23AB}"/>
              </a:ext>
            </a:extLst>
          </p:cNvPr>
          <p:cNvSpPr txBox="1"/>
          <p:nvPr/>
        </p:nvSpPr>
        <p:spPr>
          <a:xfrm>
            <a:off x="983432" y="431051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33" name="Shape 35">
            <a:extLst>
              <a:ext uri="{FF2B5EF4-FFF2-40B4-BE49-F238E27FC236}">
                <a16:creationId xmlns:a16="http://schemas.microsoft.com/office/drawing/2014/main" id="{8D9AB213-DBEA-D238-441D-3CAE9C74A1E0}"/>
              </a:ext>
            </a:extLst>
          </p:cNvPr>
          <p:cNvSpPr/>
          <p:nvPr/>
        </p:nvSpPr>
        <p:spPr>
          <a:xfrm>
            <a:off x="6290304" y="4310514"/>
            <a:ext cx="237744" cy="23774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4" name="Text 36">
            <a:extLst>
              <a:ext uri="{FF2B5EF4-FFF2-40B4-BE49-F238E27FC236}">
                <a16:creationId xmlns:a16="http://schemas.microsoft.com/office/drawing/2014/main" id="{C9D0A4B7-DFC4-00AB-0345-8876F10D3D6D}"/>
              </a:ext>
            </a:extLst>
          </p:cNvPr>
          <p:cNvSpPr txBox="1"/>
          <p:nvPr/>
        </p:nvSpPr>
        <p:spPr>
          <a:xfrm>
            <a:off x="6290304" y="431051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37" name="Shape 39">
            <a:extLst>
              <a:ext uri="{FF2B5EF4-FFF2-40B4-BE49-F238E27FC236}">
                <a16:creationId xmlns:a16="http://schemas.microsoft.com/office/drawing/2014/main" id="{2FEDD6D6-9FDC-7BBC-0C4F-BA6445D80862}"/>
              </a:ext>
            </a:extLst>
          </p:cNvPr>
          <p:cNvSpPr/>
          <p:nvPr/>
        </p:nvSpPr>
        <p:spPr>
          <a:xfrm>
            <a:off x="983432" y="4725144"/>
            <a:ext cx="237744" cy="23774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8" name="Text 40">
            <a:extLst>
              <a:ext uri="{FF2B5EF4-FFF2-40B4-BE49-F238E27FC236}">
                <a16:creationId xmlns:a16="http://schemas.microsoft.com/office/drawing/2014/main" id="{E38F25C9-EB1C-F37A-4C34-0E1CF966261E}"/>
              </a:ext>
            </a:extLst>
          </p:cNvPr>
          <p:cNvSpPr txBox="1"/>
          <p:nvPr/>
        </p:nvSpPr>
        <p:spPr>
          <a:xfrm>
            <a:off x="983432" y="47251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41" name="Shape 43">
            <a:extLst>
              <a:ext uri="{FF2B5EF4-FFF2-40B4-BE49-F238E27FC236}">
                <a16:creationId xmlns:a16="http://schemas.microsoft.com/office/drawing/2014/main" id="{0B14FFD7-F57D-535C-AD5A-A0B057195D25}"/>
              </a:ext>
            </a:extLst>
          </p:cNvPr>
          <p:cNvSpPr/>
          <p:nvPr/>
        </p:nvSpPr>
        <p:spPr>
          <a:xfrm>
            <a:off x="6290304" y="4725144"/>
            <a:ext cx="237744" cy="23774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42" name="Text 44">
            <a:extLst>
              <a:ext uri="{FF2B5EF4-FFF2-40B4-BE49-F238E27FC236}">
                <a16:creationId xmlns:a16="http://schemas.microsoft.com/office/drawing/2014/main" id="{FF04EEC4-5F44-D93C-1FE0-AD78C3693F50}"/>
              </a:ext>
            </a:extLst>
          </p:cNvPr>
          <p:cNvSpPr txBox="1"/>
          <p:nvPr/>
        </p:nvSpPr>
        <p:spPr>
          <a:xfrm>
            <a:off x="6290304" y="47251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50" dirty="0"/>
          </a:p>
        </p:txBody>
      </p:sp>
      <p:sp>
        <p:nvSpPr>
          <p:cNvPr id="45" name="Shape 47">
            <a:extLst>
              <a:ext uri="{FF2B5EF4-FFF2-40B4-BE49-F238E27FC236}">
                <a16:creationId xmlns:a16="http://schemas.microsoft.com/office/drawing/2014/main" id="{C3765748-03E3-924C-161D-4AE768C5A3AB}"/>
              </a:ext>
            </a:extLst>
          </p:cNvPr>
          <p:cNvSpPr/>
          <p:nvPr/>
        </p:nvSpPr>
        <p:spPr>
          <a:xfrm>
            <a:off x="983432" y="5135472"/>
            <a:ext cx="237744" cy="23774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46" name="Text 48">
            <a:extLst>
              <a:ext uri="{FF2B5EF4-FFF2-40B4-BE49-F238E27FC236}">
                <a16:creationId xmlns:a16="http://schemas.microsoft.com/office/drawing/2014/main" id="{BD5BF156-E75C-350F-FA5C-FCD82A8BF382}"/>
              </a:ext>
            </a:extLst>
          </p:cNvPr>
          <p:cNvSpPr txBox="1"/>
          <p:nvPr/>
        </p:nvSpPr>
        <p:spPr>
          <a:xfrm>
            <a:off x="983432" y="5135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50" dirty="0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5DE1204C-F072-2535-CB96-73B76475AF2D}"/>
              </a:ext>
            </a:extLst>
          </p:cNvPr>
          <p:cNvSpPr txBox="1"/>
          <p:nvPr/>
        </p:nvSpPr>
        <p:spPr>
          <a:xfrm>
            <a:off x="976807" y="778416"/>
            <a:ext cx="42911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투네이션 </a:t>
            </a:r>
            <a:r>
              <a:rPr lang="en-US" sz="1200" b="1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</a:t>
            </a:r>
            <a:r>
              <a:rPr lang="ko-KR" altLang="en-US" sz="1200" b="1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범위</a:t>
            </a:r>
            <a:endParaRPr lang="en-US" sz="1200" dirty="0"/>
          </a:p>
        </p:txBody>
      </p:sp>
      <p:sp>
        <p:nvSpPr>
          <p:cNvPr id="56" name="화살표: 아래쪽 55">
            <a:extLst>
              <a:ext uri="{FF2B5EF4-FFF2-40B4-BE49-F238E27FC236}">
                <a16:creationId xmlns:a16="http://schemas.microsoft.com/office/drawing/2014/main" id="{A13C95AA-7DA8-C605-D2C1-B2FB7C477F41}"/>
              </a:ext>
            </a:extLst>
          </p:cNvPr>
          <p:cNvSpPr/>
          <p:nvPr/>
        </p:nvSpPr>
        <p:spPr>
          <a:xfrm>
            <a:off x="4773416" y="3032956"/>
            <a:ext cx="2645170" cy="324033"/>
          </a:xfrm>
          <a:prstGeom prst="downArrow">
            <a:avLst>
              <a:gd name="adj1" fmla="val 50000"/>
              <a:gd name="adj2" fmla="val 52726"/>
            </a:avLst>
          </a:prstGeom>
          <a:gradFill flip="none" rotWithShape="1">
            <a:gsLst>
              <a:gs pos="0">
                <a:schemeClr val="bg1"/>
              </a:gs>
              <a:gs pos="11000">
                <a:schemeClr val="bg1"/>
              </a:gs>
              <a:gs pos="92000">
                <a:schemeClr val="bg1">
                  <a:lumMod val="6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6C8AA30-44F7-1606-4125-06FA175CE529}"/>
              </a:ext>
            </a:extLst>
          </p:cNvPr>
          <p:cNvSpPr txBox="1"/>
          <p:nvPr/>
        </p:nvSpPr>
        <p:spPr>
          <a:xfrm>
            <a:off x="1053885" y="1484784"/>
            <a:ext cx="2156360" cy="909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 dirty="0">
                <a:latin typeface="+mn-ea"/>
                <a:ea typeface="+mn-ea"/>
              </a:rPr>
              <a:t>· </a:t>
            </a:r>
            <a:r>
              <a:rPr lang="ko-KR" altLang="en-US" sz="1050" dirty="0">
                <a:latin typeface="+mn-ea"/>
                <a:ea typeface="+mn-ea"/>
              </a:rPr>
              <a:t>기존 송출 프로그램 사용</a:t>
            </a:r>
          </a:p>
          <a:p>
            <a:pPr>
              <a:lnSpc>
                <a:spcPct val="130000"/>
              </a:lnSpc>
            </a:pPr>
            <a:r>
              <a:rPr lang="ko-KR" altLang="en-US" sz="1050" dirty="0">
                <a:latin typeface="+mn-ea"/>
                <a:ea typeface="+mn-ea"/>
              </a:rPr>
              <a:t>   </a:t>
            </a:r>
            <a:r>
              <a:rPr lang="en-US" altLang="ko-KR" sz="1050" dirty="0">
                <a:latin typeface="+mn-ea"/>
                <a:ea typeface="+mn-ea"/>
              </a:rPr>
              <a:t>(OBS · </a:t>
            </a:r>
            <a:r>
              <a:rPr lang="en-US" altLang="ko-KR" sz="1050" dirty="0" err="1">
                <a:latin typeface="+mn-ea"/>
                <a:ea typeface="+mn-ea"/>
              </a:rPr>
              <a:t>XSplit</a:t>
            </a:r>
            <a:r>
              <a:rPr lang="en-US" altLang="ko-KR" sz="1050" dirty="0">
                <a:latin typeface="+mn-ea"/>
                <a:ea typeface="+mn-ea"/>
              </a:rPr>
              <a:t> </a:t>
            </a:r>
            <a:r>
              <a:rPr lang="ko-KR" altLang="en-US" sz="1050" dirty="0">
                <a:latin typeface="+mn-ea"/>
                <a:ea typeface="+mn-ea"/>
              </a:rPr>
              <a:t>등</a:t>
            </a:r>
            <a:r>
              <a:rPr lang="en-US" altLang="ko-KR" sz="1050" dirty="0">
                <a:latin typeface="+mn-ea"/>
                <a:ea typeface="+mn-ea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ko-KR" sz="1050" dirty="0">
                <a:latin typeface="+mn-ea"/>
                <a:ea typeface="+mn-ea"/>
              </a:rPr>
              <a:t>· </a:t>
            </a:r>
            <a:r>
              <a:rPr lang="ko-KR" altLang="en-US" sz="1050" dirty="0">
                <a:latin typeface="+mn-ea"/>
                <a:ea typeface="+mn-ea"/>
              </a:rPr>
              <a:t>투네이션 </a:t>
            </a:r>
            <a:r>
              <a:rPr lang="ko-KR" altLang="en-US" sz="1050" dirty="0" err="1">
                <a:latin typeface="+mn-ea"/>
                <a:ea typeface="+mn-ea"/>
              </a:rPr>
              <a:t>스트림키</a:t>
            </a:r>
            <a:r>
              <a:rPr lang="ko-KR" altLang="en-US" sz="1050" dirty="0">
                <a:latin typeface="+mn-ea"/>
                <a:ea typeface="+mn-ea"/>
              </a:rPr>
              <a:t> 입력</a:t>
            </a:r>
          </a:p>
          <a:p>
            <a:pPr>
              <a:lnSpc>
                <a:spcPct val="130000"/>
              </a:lnSpc>
            </a:pPr>
            <a:r>
              <a:rPr lang="en-US" altLang="ko-KR" sz="1050" dirty="0">
                <a:latin typeface="+mn-ea"/>
                <a:ea typeface="+mn-ea"/>
              </a:rPr>
              <a:t>· </a:t>
            </a:r>
            <a:r>
              <a:rPr lang="ko-KR" altLang="en-US" sz="1050" dirty="0">
                <a:latin typeface="+mn-ea"/>
                <a:ea typeface="+mn-ea"/>
              </a:rPr>
              <a:t>방송 정보는 스튜디오에서 설정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BC8DAF2-8124-8DAE-CA13-02B49454E667}"/>
              </a:ext>
            </a:extLst>
          </p:cNvPr>
          <p:cNvSpPr txBox="1"/>
          <p:nvPr/>
        </p:nvSpPr>
        <p:spPr>
          <a:xfrm>
            <a:off x="8437189" y="1484784"/>
            <a:ext cx="1935145" cy="909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 dirty="0">
                <a:latin typeface="+mn-ea"/>
                <a:ea typeface="+mn-ea"/>
              </a:rPr>
              <a:t>· </a:t>
            </a:r>
            <a:r>
              <a:rPr lang="ko-KR" altLang="en-US" sz="1050" dirty="0">
                <a:latin typeface="+mn-ea"/>
                <a:ea typeface="+mn-ea"/>
              </a:rPr>
              <a:t>웹 브라우저로 시청</a:t>
            </a:r>
          </a:p>
          <a:p>
            <a:pPr>
              <a:lnSpc>
                <a:spcPct val="130000"/>
              </a:lnSpc>
            </a:pPr>
            <a:r>
              <a:rPr lang="en-US" altLang="ko-KR" sz="1050" dirty="0">
                <a:latin typeface="+mn-ea"/>
                <a:ea typeface="+mn-ea"/>
              </a:rPr>
              <a:t>· </a:t>
            </a:r>
            <a:r>
              <a:rPr lang="ko-KR" altLang="en-US" sz="1050" dirty="0">
                <a:latin typeface="+mn-ea"/>
                <a:ea typeface="+mn-ea"/>
              </a:rPr>
              <a:t>화질 선택 </a:t>
            </a:r>
            <a:r>
              <a:rPr lang="en-US" altLang="ko-KR" sz="1050" dirty="0">
                <a:latin typeface="+mn-ea"/>
                <a:ea typeface="+mn-ea"/>
              </a:rPr>
              <a:t>· </a:t>
            </a:r>
            <a:r>
              <a:rPr lang="ko-KR" altLang="en-US" sz="1050" dirty="0">
                <a:latin typeface="+mn-ea"/>
                <a:ea typeface="+mn-ea"/>
              </a:rPr>
              <a:t>채팅</a:t>
            </a:r>
          </a:p>
          <a:p>
            <a:pPr>
              <a:lnSpc>
                <a:spcPct val="130000"/>
              </a:lnSpc>
            </a:pPr>
            <a:r>
              <a:rPr lang="en-US" altLang="ko-KR" sz="1050" dirty="0">
                <a:latin typeface="+mn-ea"/>
                <a:ea typeface="+mn-ea"/>
              </a:rPr>
              <a:t>· </a:t>
            </a:r>
            <a:r>
              <a:rPr lang="ko-KR" altLang="en-US" sz="1050" dirty="0">
                <a:latin typeface="+mn-ea"/>
                <a:ea typeface="+mn-ea"/>
              </a:rPr>
              <a:t>후원은 기존 위젯 방식</a:t>
            </a:r>
          </a:p>
          <a:p>
            <a:pPr>
              <a:lnSpc>
                <a:spcPct val="130000"/>
              </a:lnSpc>
            </a:pPr>
            <a:r>
              <a:rPr lang="en-US" altLang="ko-KR" sz="1050" dirty="0">
                <a:solidFill>
                  <a:srgbClr val="0000FF"/>
                </a:solidFill>
                <a:latin typeface="+mn-ea"/>
                <a:ea typeface="+mn-ea"/>
              </a:rPr>
              <a:t>· </a:t>
            </a:r>
            <a:r>
              <a:rPr lang="ko-KR" altLang="en-US" sz="1050" dirty="0">
                <a:solidFill>
                  <a:srgbClr val="0000FF"/>
                </a:solidFill>
                <a:latin typeface="+mn-ea"/>
                <a:ea typeface="+mn-ea"/>
              </a:rPr>
              <a:t>고화질 시청 시 그리드 설치</a:t>
            </a:r>
          </a:p>
        </p:txBody>
      </p:sp>
      <p:sp>
        <p:nvSpPr>
          <p:cNvPr id="117" name="Text 21">
            <a:extLst>
              <a:ext uri="{FF2B5EF4-FFF2-40B4-BE49-F238E27FC236}">
                <a16:creationId xmlns:a16="http://schemas.microsoft.com/office/drawing/2014/main" id="{3E4FFF1C-5D1D-A51B-22E6-C47F94630689}"/>
              </a:ext>
            </a:extLst>
          </p:cNvPr>
          <p:cNvSpPr txBox="1"/>
          <p:nvPr/>
        </p:nvSpPr>
        <p:spPr>
          <a:xfrm>
            <a:off x="976807" y="5710964"/>
            <a:ext cx="42911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다음 단계</a:t>
            </a: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" name="Shape 6">
            <a:extLst>
              <a:ext uri="{FF2B5EF4-FFF2-40B4-BE49-F238E27FC236}">
                <a16:creationId xmlns:a16="http://schemas.microsoft.com/office/drawing/2014/main" id="{580C5F3F-55E7-1218-4A47-2C030DEEF6D9}"/>
              </a:ext>
            </a:extLst>
          </p:cNvPr>
          <p:cNvSpPr/>
          <p:nvPr/>
        </p:nvSpPr>
        <p:spPr>
          <a:xfrm>
            <a:off x="896112" y="5991079"/>
            <a:ext cx="3003771" cy="627435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다시보기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클립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Shape 9">
            <a:extLst>
              <a:ext uri="{FF2B5EF4-FFF2-40B4-BE49-F238E27FC236}">
                <a16:creationId xmlns:a16="http://schemas.microsoft.com/office/drawing/2014/main" id="{D68CACF1-5618-DA74-C7AA-3AAE96CA80BA}"/>
              </a:ext>
            </a:extLst>
          </p:cNvPr>
          <p:cNvSpPr/>
          <p:nvPr/>
        </p:nvSpPr>
        <p:spPr>
          <a:xfrm>
            <a:off x="4586459" y="5991079"/>
            <a:ext cx="3003771" cy="627435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투네이션 방송용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ko-KR" altLang="en-US" sz="1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프로그램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20" name="Shape 12">
            <a:extLst>
              <a:ext uri="{FF2B5EF4-FFF2-40B4-BE49-F238E27FC236}">
                <a16:creationId xmlns:a16="http://schemas.microsoft.com/office/drawing/2014/main" id="{C65018FA-5248-E69B-F708-48C7B5F31EA5}"/>
              </a:ext>
            </a:extLst>
          </p:cNvPr>
          <p:cNvSpPr/>
          <p:nvPr/>
        </p:nvSpPr>
        <p:spPr>
          <a:xfrm>
            <a:off x="8276805" y="5991079"/>
            <a:ext cx="3003771" cy="627435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투네이션 시청용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프로그램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1" name="Shape 15">
            <a:extLst>
              <a:ext uri="{FF2B5EF4-FFF2-40B4-BE49-F238E27FC236}">
                <a16:creationId xmlns:a16="http://schemas.microsoft.com/office/drawing/2014/main" id="{89A33373-E067-59D7-5CE9-5D3899CD73C6}"/>
              </a:ext>
            </a:extLst>
          </p:cNvPr>
          <p:cNvSpPr/>
          <p:nvPr/>
        </p:nvSpPr>
        <p:spPr>
          <a:xfrm>
            <a:off x="4016359" y="6309320"/>
            <a:ext cx="472021" cy="0"/>
          </a:xfrm>
          <a:prstGeom prst="line">
            <a:avLst/>
          </a:prstGeom>
          <a:noFill/>
          <a:ln w="31750">
            <a:solidFill>
              <a:srgbClr val="9AA4B8"/>
            </a:solidFill>
            <a:prstDash val="solid"/>
            <a:tailEnd type="triangle"/>
          </a:ln>
        </p:spPr>
      </p:sp>
      <p:sp>
        <p:nvSpPr>
          <p:cNvPr id="122" name="Shape 16">
            <a:extLst>
              <a:ext uri="{FF2B5EF4-FFF2-40B4-BE49-F238E27FC236}">
                <a16:creationId xmlns:a16="http://schemas.microsoft.com/office/drawing/2014/main" id="{5CD950D6-899F-CE8A-9627-EAC11BBAC95D}"/>
              </a:ext>
            </a:extLst>
          </p:cNvPr>
          <p:cNvSpPr/>
          <p:nvPr/>
        </p:nvSpPr>
        <p:spPr>
          <a:xfrm>
            <a:off x="7696495" y="6309320"/>
            <a:ext cx="472021" cy="0"/>
          </a:xfrm>
          <a:prstGeom prst="line">
            <a:avLst/>
          </a:prstGeom>
          <a:noFill/>
          <a:ln w="31750">
            <a:solidFill>
              <a:srgbClr val="9AA4B8"/>
            </a:solidFill>
            <a:prstDash val="solid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4124269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66CB2-4742-4FFA-9B93-7FFBC70FC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0DEDDF6-5F82-5368-CD0A-16DE663320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/>
              <a:t>벤치마킹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C530E9-ACEC-455B-F435-5A40F7BBFE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502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435F9A-AA5F-52AB-48DA-407F86E9E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</a:t>
            </a:r>
            <a:r>
              <a:rPr lang="en-US" altLang="ko-KR" sz="20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</a:t>
            </a:r>
            <a:r>
              <a:rPr lang="en-US" altLang="ko-KR" sz="20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스트림키</a:t>
            </a:r>
            <a:r>
              <a:rPr lang="en-US" altLang="ko-KR" sz="20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20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</a:t>
            </a:r>
            <a:r>
              <a:rPr lang="en-US" altLang="ko-KR" sz="20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20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벤치마킹</a:t>
            </a:r>
            <a:endParaRPr lang="ko-KR" altLang="en-US" dirty="0"/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777A6991-26A7-7156-9D3B-E4C862759E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141344"/>
              </p:ext>
            </p:extLst>
          </p:nvPr>
        </p:nvGraphicFramePr>
        <p:xfrm>
          <a:off x="1019435" y="872716"/>
          <a:ext cx="10225136" cy="5688643"/>
        </p:xfrm>
        <a:graphic>
          <a:graphicData uri="http://schemas.openxmlformats.org/drawingml/2006/table">
            <a:tbl>
              <a:tblPr/>
              <a:tblGrid>
                <a:gridCol w="410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9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3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51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837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8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정책 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치지직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트위치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SOOP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유튜브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투네이션 1단계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채널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채널 개설 조건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스튜디오 이용 자격 보유 회원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채널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1계정 다채널 허용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 err="1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불허</a:t>
                      </a:r>
                      <a:r>
                        <a:rPr lang="en-US" sz="90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(</a:t>
                      </a:r>
                      <a:r>
                        <a:rPr lang="ko-KR" altLang="en-US" sz="90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계정</a:t>
                      </a:r>
                      <a:r>
                        <a:rPr lang="en-US" sz="90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 채널 1개)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채널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채널 ID 체계 (계정 식별자와 분리)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별도 채널 ID 부여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채널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후원 페이지와의 관계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900" b="1" kern="1200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후원 페이지를 그대로 사용</a:t>
                      </a:r>
                      <a:endParaRPr lang="en-US" sz="900" b="1" kern="1200" dirty="0">
                        <a:solidFill>
                          <a:srgbClr val="1B2A5B"/>
                        </a:solidFill>
                        <a:latin typeface="맑은 고딕" pitchFamily="34" charset="0"/>
                        <a:ea typeface="맑은 고딕" pitchFamily="34" charset="-122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스트림키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발급 시점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1200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채널 개설 시 자동 발급</a:t>
                      </a:r>
                      <a:endParaRPr lang="en-US" sz="900" b="1" kern="1200" dirty="0">
                        <a:solidFill>
                          <a:srgbClr val="1B2A5B"/>
                        </a:solidFill>
                        <a:latin typeface="맑은 고딕" pitchFamily="34" charset="0"/>
                        <a:ea typeface="맑은 고딕" pitchFamily="34" charset="-122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스트림키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방식 (마스킹)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마스킹 · 클릭 시 표시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스트림키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유효기간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무기한 (재발급 시까지)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스트림키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재발급 정책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가능 · 기존 키 즉시 무효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스트림키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중 재발급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차단 (안내 후 거부)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스트림키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백업 스트림키 (이중화 송출)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1단계 제외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인증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인증 시점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RTMP 연결 수립 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인증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중복 송출 처리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선점 </a:t>
                      </a:r>
                      <a:r>
                        <a:rPr lang="en-US" sz="900" b="1" dirty="0" err="1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유지</a:t>
                      </a:r>
                      <a:r>
                        <a:rPr lang="en-US" sz="90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- 후속 연결 거부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인증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정지 계정 처리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altLang="ko-KR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인증 거부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인증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인증 실패 로깅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사유 · 소스 IP 기록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부정 사용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스트림키 유출 대응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altLang="ko-KR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재발급 안내 + 운영자 강제 재발급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부정 사용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무단 송출 강제 종료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altLang="ko-KR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강제 종료 + 스트림키 무효화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4238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4E91D3-FD5D-905E-C4B2-C5B38AB8D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방송 라이프 사이클 정책 </a:t>
            </a:r>
            <a:r>
              <a:rPr lang="ko-KR" altLang="en-US" sz="1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벤치마킹</a:t>
            </a:r>
            <a:endParaRPr lang="ko-KR" altLang="en-US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D9FDAA9F-DAA6-4E69-D18B-9B7314F5A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346072"/>
              </p:ext>
            </p:extLst>
          </p:nvPr>
        </p:nvGraphicFramePr>
        <p:xfrm>
          <a:off x="1019435" y="872716"/>
          <a:ext cx="10225137" cy="5688638"/>
        </p:xfrm>
        <a:graphic>
          <a:graphicData uri="http://schemas.openxmlformats.org/drawingml/2006/table">
            <a:tbl>
              <a:tblPr/>
              <a:tblGrid>
                <a:gridCol w="410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8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0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0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0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822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95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정책 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치지직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트위치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SOOP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유튜브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투네이션 1단계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시작 판정 기준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스트림 수신 시점 (별도 액션 없음)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라이브 목록 노출 시점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첫 </a:t>
                      </a:r>
                      <a:r>
                        <a:rPr lang="ko-KR" altLang="en-US" sz="85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 단위</a:t>
                      </a:r>
                      <a:r>
                        <a:rPr lang="en-US" sz="85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생성 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상태 구분 체계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5단계 (오프라인·준비·라이브·일시중단·종료)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 err="1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회차 생성 시점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준비 상태 진입 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재접속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재접속 허용 시간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90초 (트위치 90초 · 업계 60~120초)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재접속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일시중단 중 시청자 화면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재생 유지 + 안내 표시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재접속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일시중단 중 채팅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유지 (계속 가능)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재접속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시간 계산 (중단 구간 포함)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포함하여 계산 (트위치 방식)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유령 방송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미수신 판정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30초 </a:t>
                      </a:r>
                      <a:r>
                        <a:rPr lang="en-US" sz="850" b="1" dirty="0" err="1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이상</a:t>
                      </a:r>
                      <a:r>
                        <a:rPr lang="en-US" sz="85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ko-KR" altLang="en-US" sz="85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 단위</a:t>
                      </a:r>
                      <a:r>
                        <a:rPr lang="en-US" sz="85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미생성 → 일시중단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유령 방송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 · 오디오 단독 송출 허용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허용 (라디오 방송 인정)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시청자 수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동시 시청자 정의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활성 재생 세션 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시청자 수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 방문자 집계 방식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회차 내 중복 제거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시청자 수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집계 주기 (실시간 / 확정 분리)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 err="1">
                          <a:solidFill>
                            <a:srgbClr val="C418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미결</a:t>
                      </a:r>
                      <a:r>
                        <a:rPr lang="en-US" sz="850" b="1" dirty="0">
                          <a:solidFill>
                            <a:srgbClr val="C418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- 개발자 협의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종료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강제 종료 조건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정책 위반 · 부정 사용 · 인프라 보호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종료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강제 종료 시 통지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크리에이터에게 사유 통지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종료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종료 후 재접속 처리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6BE6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 회차로 생성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917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EF327-CEE9-7BEC-1634-A5DB92982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크리에이터의</a:t>
            </a:r>
            <a:r>
              <a:rPr lang="ko-KR" altLang="en-US" dirty="0"/>
              <a:t> 스트리밍 기능 </a:t>
            </a:r>
            <a:r>
              <a:rPr lang="ko-KR" altLang="en-US" sz="1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벤치마킹</a:t>
            </a:r>
            <a:endParaRPr lang="ko-KR" altLang="en-US" dirty="0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D6F9CAEF-457F-C4E6-2AB5-F798C1F88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129315"/>
              </p:ext>
            </p:extLst>
          </p:nvPr>
        </p:nvGraphicFramePr>
        <p:xfrm>
          <a:off x="1019437" y="872716"/>
          <a:ext cx="10225134" cy="5688643"/>
        </p:xfrm>
        <a:graphic>
          <a:graphicData uri="http://schemas.openxmlformats.org/drawingml/2006/table">
            <a:tbl>
              <a:tblPr/>
              <a:tblGrid>
                <a:gridCol w="894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1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41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9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9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9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9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217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8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 항목</a:t>
                      </a: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치지직</a:t>
                      </a: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트위치</a:t>
                      </a: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SOOP</a:t>
                      </a: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유튜브</a:t>
                      </a: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투네이션 1단계</a:t>
                      </a: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송출 정보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스트림키 노출 · 복사 · 재발급 (마스킹 · 표시 전환)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900" b="1" dirty="0">
                        <a:solidFill>
                          <a:srgbClr val="0000FF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송출 정보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중 재발급 차단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900" b="1" dirty="0">
                        <a:solidFill>
                          <a:srgbClr val="0000FF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송출 정보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서버 주소 표시 · 복사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900" b="1" dirty="0">
                        <a:solidFill>
                          <a:srgbClr val="0000FF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정보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제목 · 카테고리 · 태그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900" b="1" dirty="0">
                        <a:solidFill>
                          <a:srgbClr val="0000FF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정보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썸네일 업로드 (미설정 시 자동 캡처)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900" b="1" dirty="0">
                        <a:solidFill>
                          <a:srgbClr val="0000FF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정보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중 정보 변경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900" b="1" dirty="0">
                        <a:solidFill>
                          <a:srgbClr val="0000FF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옵션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연령 제한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418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옵션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채팅 범위 설정 (전체 / 팔로워 / 사용 안 함)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900" b="1" dirty="0">
                        <a:solidFill>
                          <a:srgbClr val="0000FF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옵션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슬로우 모드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00" b="1" dirty="0">
                          <a:solidFill>
                            <a:srgbClr val="C0C7D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</a:t>
                      </a:r>
                      <a:endParaRPr lang="en-US" altLang="ko-KR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송출 상태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송출 상태 실시간 표시 (비트레이트 · 해상도 · 지연)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900" b="1" dirty="0">
                        <a:solidFill>
                          <a:srgbClr val="0000FF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송출 상태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송출 진단 도구 (Inspector류 · 스트림 상태)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418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외부 프로그램 설정 가이드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900" b="1" dirty="0">
                        <a:solidFill>
                          <a:srgbClr val="0000FF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부가 옵션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지연 모드 (저지연 / 일반)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418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부가 옵션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백업 이미지 (송출 끊김 시 대체 화면)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C7D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부가 옵션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다중 송출 설정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altLang="ko-KR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C7D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그리드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그리드 설치 안내 · 화질 연동 고지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900" b="1" dirty="0">
                        <a:solidFill>
                          <a:srgbClr val="0000FF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283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037DBC-3E5C-F5D6-BC99-7BA2B7DC1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시청자의 방송 시청 기능 </a:t>
            </a:r>
            <a:r>
              <a:rPr lang="ko-KR" altLang="en-US" sz="1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벤치마킹</a:t>
            </a:r>
            <a:endParaRPr lang="ko-KR" altLang="en-US"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770EFE80-E6DD-1606-86A0-634ACE0F2C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310014"/>
              </p:ext>
            </p:extLst>
          </p:nvPr>
        </p:nvGraphicFramePr>
        <p:xfrm>
          <a:off x="1019436" y="872716"/>
          <a:ext cx="10225136" cy="5688639"/>
        </p:xfrm>
        <a:graphic>
          <a:graphicData uri="http://schemas.openxmlformats.org/drawingml/2006/table">
            <a:tbl>
              <a:tblPr/>
              <a:tblGrid>
                <a:gridCol w="903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0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201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958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 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치지직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트위치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SOOP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유튜브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투네이션 1단계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재생 제어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재생 · 일시정지 · 볼륨 · 음소거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900" b="1" dirty="0">
                        <a:solidFill>
                          <a:srgbClr val="0000FF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재생 제어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전체화면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900" b="1" dirty="0">
                        <a:solidFill>
                          <a:srgbClr val="0000FF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재생 제어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극장 모드 (넓은 화면)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900" b="1" dirty="0">
                        <a:solidFill>
                          <a:srgbClr val="0000FF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재생 제어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미니 플레이어 (PIP · 창 분리)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418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화질 · 지연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화질 수동 선택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900" b="1" dirty="0">
                        <a:solidFill>
                          <a:srgbClr val="0000FF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화질 · 지연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화질 자동 전환 (ABR)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900" b="1" dirty="0">
                        <a:solidFill>
                          <a:srgbClr val="0000FF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화질 · 지연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저지연 / 일반 모드 선택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418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화질 · 지연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재생 통계 정보 (Stats for nerds류)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418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시청 편의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타임시프트 (라이브 되감기)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418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시청 편의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오디오 전용 모드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418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시청 편의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자막 · 캡션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C7D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채팅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채팅 표시 / 숨기기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900" b="1" dirty="0">
                        <a:solidFill>
                          <a:srgbClr val="0000FF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채팅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채팅 창 분리 (팝업)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418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채팅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이모티콘 사용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900" b="1" dirty="0">
                        <a:solidFill>
                          <a:srgbClr val="0000FF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채팅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개인 차단 · 신고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900" b="1" dirty="0">
                        <a:solidFill>
                          <a:srgbClr val="0000FF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9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8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그리드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그리드 설치 · 자원 사용 제어 (대역폭 상한)</a:t>
                      </a:r>
                      <a:endParaRPr lang="en-US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900" b="1" dirty="0">
                        <a:solidFill>
                          <a:srgbClr val="0000FF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1682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38208F-6EC9-D2C7-89A5-97560596C40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관련 정책 및 기능 구성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6EB63A-AF2E-C7B4-B94D-6F5AEEB576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585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C3837D-7FE0-126A-10AA-166F62849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채널</a:t>
            </a:r>
            <a:r>
              <a:rPr lang="en-US" altLang="ko-KR" sz="20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</a:t>
            </a:r>
            <a:r>
              <a:rPr lang="ko-KR" altLang="en-US" dirty="0" err="1"/>
              <a:t>스트림키</a:t>
            </a:r>
            <a:r>
              <a:rPr lang="ko-KR" altLang="en-US" dirty="0"/>
              <a:t> 정책</a:t>
            </a:r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DA04925C-B4E2-820D-8F70-D2028F4D95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604134"/>
              </p:ext>
            </p:extLst>
          </p:nvPr>
        </p:nvGraphicFramePr>
        <p:xfrm>
          <a:off x="1019436" y="872714"/>
          <a:ext cx="10225136" cy="5616624"/>
        </p:xfrm>
        <a:graphic>
          <a:graphicData uri="http://schemas.openxmlformats.org/drawingml/2006/table">
            <a:tbl>
              <a:tblPr/>
              <a:tblGrid>
                <a:gridCol w="1548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196020015"/>
                    </a:ext>
                  </a:extLst>
                </a:gridCol>
                <a:gridCol w="5076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100142401"/>
                    </a:ext>
                  </a:extLst>
                </a:gridCol>
              </a:tblGrid>
              <a:tr h="3510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50" b="1" kern="12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정책</a:t>
                      </a:r>
                      <a:endParaRPr lang="en-US" sz="950" b="1" kern="1200" dirty="0">
                        <a:solidFill>
                          <a:srgbClr val="FFFFFF"/>
                        </a:solidFill>
                        <a:latin typeface="맑은 고딕" pitchFamily="34" charset="0"/>
                        <a:ea typeface="맑은 고딕" pitchFamily="34" charset="-122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b="1" kern="12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비고</a:t>
                      </a:r>
                      <a:endParaRPr lang="en-US" sz="950" b="1" kern="1200" dirty="0">
                        <a:solidFill>
                          <a:srgbClr val="FFFFFF"/>
                        </a:solidFill>
                        <a:latin typeface="맑은 고딕" pitchFamily="34" charset="0"/>
                        <a:ea typeface="맑은 고딕" pitchFamily="34" charset="-122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039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ko-KR" altLang="en-US" sz="1000" b="1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채널</a:t>
                      </a: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채널 보유 주체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투네이션 </a:t>
                      </a:r>
                      <a:r>
                        <a:rPr lang="en-US" sz="950" dirty="0" err="1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</a:t>
                      </a: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950" dirty="0" err="1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계정</a:t>
                      </a: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1개당 채널 1개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039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채널 개설 조건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크리에이터 스튜디오 </a:t>
                      </a:r>
                      <a:r>
                        <a:rPr lang="en-US" sz="950" dirty="0" err="1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이용</a:t>
                      </a: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950" dirty="0" err="1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039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50" b="1" dirty="0" err="1">
                          <a:solidFill>
                            <a:srgbClr val="C418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후원</a:t>
                      </a:r>
                      <a:r>
                        <a:rPr lang="en-US" sz="950" b="1" dirty="0">
                          <a:solidFill>
                            <a:srgbClr val="C418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950" b="1" dirty="0" err="1">
                          <a:solidFill>
                            <a:srgbClr val="C418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페이지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ko-KR" altLang="en-US" sz="950" dirty="0">
                          <a:solidFill>
                            <a:srgbClr val="C418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후원 페이지</a:t>
                      </a:r>
                      <a:r>
                        <a:rPr lang="en-US" altLang="ko-KR" sz="950" dirty="0">
                          <a:solidFill>
                            <a:srgbClr val="C418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ko-KR" altLang="en-US" sz="950" dirty="0">
                          <a:solidFill>
                            <a:srgbClr val="C418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시청모드</a:t>
                      </a:r>
                      <a:r>
                        <a:rPr lang="en-US" altLang="ko-KR" sz="950" dirty="0">
                          <a:solidFill>
                            <a:srgbClr val="C418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)</a:t>
                      </a:r>
                      <a:r>
                        <a:rPr lang="ko-KR" altLang="en-US" sz="950" dirty="0">
                          <a:solidFill>
                            <a:srgbClr val="C418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를 그대로 사용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039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dirty="0" err="1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스트림키</a:t>
                      </a: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발급 시점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채널 개설 시 자동 발급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684835"/>
                  </a:ext>
                </a:extLst>
              </a:tr>
              <a:tr h="351039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방식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마스킹. 클릭 시 표시, 복사 버튼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870280"/>
                  </a:ext>
                </a:extLst>
              </a:tr>
              <a:tr h="351039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유효기간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무기한 (재발급 시까지)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50309"/>
                  </a:ext>
                </a:extLst>
              </a:tr>
              <a:tr h="351039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재발급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언제든 가능. 기존 키 즉시 무효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452120"/>
                  </a:ext>
                </a:extLst>
              </a:tr>
              <a:tr h="351039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중 재발급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950" b="1" dirty="0" err="1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차단</a:t>
                      </a:r>
                      <a:r>
                        <a:rPr lang="en-US" sz="95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- 안내 후 거부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720328"/>
                  </a:ext>
                </a:extLst>
              </a:tr>
              <a:tr h="351039"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인증</a:t>
                      </a: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인증 시점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RTMP 연결 수립 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1135410"/>
                  </a:ext>
                </a:extLst>
              </a:tr>
              <a:tr h="351039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인증 실패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연결 즉시 종료. 사유를 로그에 기록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478589"/>
                  </a:ext>
                </a:extLst>
              </a:tr>
              <a:tr h="351039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중복 송출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E6B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동시 2개 연결 시 후속 거부 (선점 유지)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275339"/>
                  </a:ext>
                </a:extLst>
              </a:tr>
              <a:tr h="351039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정지 계정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계정 상태가 정상이 아니면 인증 거부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563819"/>
                  </a:ext>
                </a:extLst>
              </a:tr>
              <a:tr h="351039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부정 사용 대응</a:t>
                      </a: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스트림키 유출 의심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재발급 안내. 운영자 강제 재발급 가능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383720"/>
                  </a:ext>
                </a:extLst>
              </a:tr>
              <a:tr h="351039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무단 송출 감지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운영자 강제 종료 + 스트림키 무효화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210243"/>
                  </a:ext>
                </a:extLst>
              </a:tr>
              <a:tr h="351039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반복 위반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채널 정지. 사후 조치는 별도 정책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083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6987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7459D2-7222-0F48-1DCC-5251C97D4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방송 라이프 사이클 </a:t>
            </a:r>
            <a:r>
              <a:rPr lang="en-US" altLang="ko-KR" dirty="0"/>
              <a:t>- </a:t>
            </a:r>
            <a:r>
              <a:rPr lang="ko-KR" altLang="en-US" dirty="0"/>
              <a:t>상태 정의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423546CD-B501-0F89-4E12-2972C442EB81}"/>
              </a:ext>
            </a:extLst>
          </p:cNvPr>
          <p:cNvSpPr/>
          <p:nvPr/>
        </p:nvSpPr>
        <p:spPr>
          <a:xfrm>
            <a:off x="548640" y="1088740"/>
            <a:ext cx="2066544" cy="1965960"/>
          </a:xfrm>
          <a:prstGeom prst="roundRect">
            <a:avLst>
              <a:gd name="adj" fmla="val 2791"/>
            </a:avLst>
          </a:prstGeom>
          <a:solidFill>
            <a:srgbClr val="F5F7FB"/>
          </a:solidFill>
          <a:ln/>
        </p:spPr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173E76C6-BCA3-2D59-A357-224529335F29}"/>
              </a:ext>
            </a:extLst>
          </p:cNvPr>
          <p:cNvSpPr/>
          <p:nvPr/>
        </p:nvSpPr>
        <p:spPr>
          <a:xfrm>
            <a:off x="685800" y="1207612"/>
            <a:ext cx="1792224" cy="365760"/>
          </a:xfrm>
          <a:prstGeom prst="roundRect">
            <a:avLst>
              <a:gd name="adj" fmla="val 15000"/>
            </a:avLst>
          </a:prstGeom>
          <a:solidFill>
            <a:srgbClr val="9AA4B8"/>
          </a:solidFill>
          <a:ln/>
        </p:spPr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6A50DDE6-D4E4-480A-FB72-3605D0693CF7}"/>
              </a:ext>
            </a:extLst>
          </p:cNvPr>
          <p:cNvSpPr txBox="1"/>
          <p:nvPr/>
        </p:nvSpPr>
        <p:spPr>
          <a:xfrm>
            <a:off x="685800" y="120761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오프라인</a:t>
            </a:r>
            <a:endParaRPr lang="en-US" sz="1200" dirty="0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6F460512-6D3D-BAF3-920A-4D77E437E8DF}"/>
              </a:ext>
            </a:extLst>
          </p:cNvPr>
          <p:cNvSpPr txBox="1"/>
          <p:nvPr/>
        </p:nvSpPr>
        <p:spPr>
          <a:xfrm>
            <a:off x="694944" y="17111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6B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en-US" sz="85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146D7F83-12F7-0222-FBCC-8A6793D89E86}"/>
              </a:ext>
            </a:extLst>
          </p:cNvPr>
          <p:cNvSpPr txBox="1"/>
          <p:nvPr/>
        </p:nvSpPr>
        <p:spPr>
          <a:xfrm>
            <a:off x="694944" y="175796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스트림 수신 없음</a:t>
            </a:r>
            <a:endParaRPr lang="en-US" sz="900" dirty="0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2888D3A1-6494-8A85-47EE-C81224EB2EA5}"/>
              </a:ext>
            </a:extLst>
          </p:cNvPr>
          <p:cNvSpPr txBox="1"/>
          <p:nvPr/>
        </p:nvSpPr>
        <p:spPr>
          <a:xfrm>
            <a:off x="694944" y="24883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6B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시청자에게</a:t>
            </a:r>
            <a:endParaRPr lang="en-US" sz="85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81C4B2B9-C1B3-79E3-CF00-7C0959830A45}"/>
              </a:ext>
            </a:extLst>
          </p:cNvPr>
          <p:cNvSpPr txBox="1"/>
          <p:nvPr/>
        </p:nvSpPr>
        <p:spPr>
          <a:xfrm>
            <a:off x="694944" y="25466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 페이지에 오프라인 표시</a:t>
            </a:r>
            <a:endParaRPr lang="en-US" sz="900" dirty="0"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15EA0AC7-2E39-4D59-6473-6EC261C6DE36}"/>
              </a:ext>
            </a:extLst>
          </p:cNvPr>
          <p:cNvSpPr/>
          <p:nvPr/>
        </p:nvSpPr>
        <p:spPr>
          <a:xfrm>
            <a:off x="2633472" y="2070373"/>
            <a:ext cx="128016" cy="0"/>
          </a:xfrm>
          <a:prstGeom prst="line">
            <a:avLst/>
          </a:prstGeom>
          <a:noFill/>
          <a:ln w="25400">
            <a:solidFill>
              <a:srgbClr val="9AA4B8"/>
            </a:solidFill>
            <a:prstDash val="solid"/>
            <a:tailEnd type="triangle"/>
          </a:ln>
        </p:spPr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47E0D02B-BA8E-F602-EB77-E128683CBB1C}"/>
              </a:ext>
            </a:extLst>
          </p:cNvPr>
          <p:cNvSpPr/>
          <p:nvPr/>
        </p:nvSpPr>
        <p:spPr>
          <a:xfrm>
            <a:off x="2779776" y="1088740"/>
            <a:ext cx="2066544" cy="1965960"/>
          </a:xfrm>
          <a:prstGeom prst="roundRect">
            <a:avLst>
              <a:gd name="adj" fmla="val 2791"/>
            </a:avLst>
          </a:prstGeom>
          <a:solidFill>
            <a:srgbClr val="F5F7FB"/>
          </a:solidFill>
          <a:ln/>
        </p:spPr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14547D16-A57C-7A4B-A010-515A2C3099E1}"/>
              </a:ext>
            </a:extLst>
          </p:cNvPr>
          <p:cNvSpPr/>
          <p:nvPr/>
        </p:nvSpPr>
        <p:spPr>
          <a:xfrm>
            <a:off x="2916936" y="1207612"/>
            <a:ext cx="1792224" cy="365760"/>
          </a:xfrm>
          <a:prstGeom prst="roundRect">
            <a:avLst>
              <a:gd name="adj" fmla="val 15000"/>
            </a:avLst>
          </a:prstGeom>
          <a:solidFill>
            <a:srgbClr val="6E90D8"/>
          </a:solidFill>
          <a:ln/>
        </p:spPr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436CA70A-CE28-0CF6-903E-4C40DD94E5F9}"/>
              </a:ext>
            </a:extLst>
          </p:cNvPr>
          <p:cNvSpPr txBox="1"/>
          <p:nvPr/>
        </p:nvSpPr>
        <p:spPr>
          <a:xfrm>
            <a:off x="2916936" y="120761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</a:t>
            </a:r>
            <a:endParaRPr lang="en-US" sz="1200" dirty="0"/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1A8BB757-7503-753F-1890-C23D222E2634}"/>
              </a:ext>
            </a:extLst>
          </p:cNvPr>
          <p:cNvSpPr txBox="1"/>
          <p:nvPr/>
        </p:nvSpPr>
        <p:spPr>
          <a:xfrm>
            <a:off x="2926080" y="17111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6B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en-US" sz="850" dirty="0"/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AD1FB078-BD35-6894-75D5-C60570240BC7}"/>
              </a:ext>
            </a:extLst>
          </p:cNvPr>
          <p:cNvSpPr txBox="1"/>
          <p:nvPr/>
        </p:nvSpPr>
        <p:spPr>
          <a:xfrm>
            <a:off x="2926080" y="1841416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스트림 수신 </a:t>
            </a:r>
            <a:r>
              <a:rPr 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</a:t>
            </a:r>
            <a:r>
              <a:rPr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</a:p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</a:t>
            </a:r>
            <a:r>
              <a:rPr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단위</a:t>
            </a:r>
            <a:r>
              <a:rPr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생성 전</a:t>
            </a:r>
            <a:endParaRPr lang="en-US" sz="900" dirty="0"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9BE217BD-F009-2AEE-A2F5-D6BA42E6E18F}"/>
              </a:ext>
            </a:extLst>
          </p:cNvPr>
          <p:cNvSpPr txBox="1"/>
          <p:nvPr/>
        </p:nvSpPr>
        <p:spPr>
          <a:xfrm>
            <a:off x="2926080" y="24883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6B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시청자에게</a:t>
            </a:r>
            <a:endParaRPr lang="en-US" sz="850" dirty="0"/>
          </a:p>
        </p:txBody>
      </p:sp>
      <p:sp>
        <p:nvSpPr>
          <p:cNvPr id="18" name="Text 20">
            <a:extLst>
              <a:ext uri="{FF2B5EF4-FFF2-40B4-BE49-F238E27FC236}">
                <a16:creationId xmlns:a16="http://schemas.microsoft.com/office/drawing/2014/main" id="{795B8771-F7B0-45A8-4A75-A51554F70D83}"/>
              </a:ext>
            </a:extLst>
          </p:cNvPr>
          <p:cNvSpPr txBox="1"/>
          <p:nvPr/>
        </p:nvSpPr>
        <p:spPr>
          <a:xfrm>
            <a:off x="2926080" y="25466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라이브 목록 미노출</a:t>
            </a:r>
            <a:endParaRPr lang="en-US" sz="900" dirty="0"/>
          </a:p>
        </p:txBody>
      </p:sp>
      <p:sp>
        <p:nvSpPr>
          <p:cNvPr id="19" name="Shape 21">
            <a:extLst>
              <a:ext uri="{FF2B5EF4-FFF2-40B4-BE49-F238E27FC236}">
                <a16:creationId xmlns:a16="http://schemas.microsoft.com/office/drawing/2014/main" id="{3C2D6E3B-F731-1453-D399-A58DC97B3462}"/>
              </a:ext>
            </a:extLst>
          </p:cNvPr>
          <p:cNvSpPr/>
          <p:nvPr/>
        </p:nvSpPr>
        <p:spPr>
          <a:xfrm>
            <a:off x="4864608" y="2070373"/>
            <a:ext cx="128016" cy="0"/>
          </a:xfrm>
          <a:prstGeom prst="line">
            <a:avLst/>
          </a:prstGeom>
          <a:noFill/>
          <a:ln w="25400">
            <a:solidFill>
              <a:srgbClr val="9AA4B8"/>
            </a:solidFill>
            <a:prstDash val="solid"/>
            <a:tailEnd type="triangle"/>
          </a:ln>
        </p:spPr>
      </p:sp>
      <p:sp>
        <p:nvSpPr>
          <p:cNvPr id="20" name="Shape 22">
            <a:extLst>
              <a:ext uri="{FF2B5EF4-FFF2-40B4-BE49-F238E27FC236}">
                <a16:creationId xmlns:a16="http://schemas.microsoft.com/office/drawing/2014/main" id="{10D5A9C9-34E9-B140-8610-90C9A4F68EDA}"/>
              </a:ext>
            </a:extLst>
          </p:cNvPr>
          <p:cNvSpPr/>
          <p:nvPr/>
        </p:nvSpPr>
        <p:spPr>
          <a:xfrm>
            <a:off x="5010912" y="1088740"/>
            <a:ext cx="2066544" cy="1965960"/>
          </a:xfrm>
          <a:prstGeom prst="roundRect">
            <a:avLst>
              <a:gd name="adj" fmla="val 2791"/>
            </a:avLst>
          </a:prstGeom>
          <a:solidFill>
            <a:srgbClr val="F5F7FB"/>
          </a:solidFill>
          <a:ln/>
        </p:spPr>
      </p:sp>
      <p:sp>
        <p:nvSpPr>
          <p:cNvPr id="21" name="Shape 23">
            <a:extLst>
              <a:ext uri="{FF2B5EF4-FFF2-40B4-BE49-F238E27FC236}">
                <a16:creationId xmlns:a16="http://schemas.microsoft.com/office/drawing/2014/main" id="{3C58DC74-D03E-47EF-19DE-34A704C621CA}"/>
              </a:ext>
            </a:extLst>
          </p:cNvPr>
          <p:cNvSpPr/>
          <p:nvPr/>
        </p:nvSpPr>
        <p:spPr>
          <a:xfrm>
            <a:off x="5148072" y="1207612"/>
            <a:ext cx="1792224" cy="365760"/>
          </a:xfrm>
          <a:prstGeom prst="roundRect">
            <a:avLst>
              <a:gd name="adj" fmla="val 15000"/>
            </a:avLst>
          </a:prstGeom>
          <a:solidFill>
            <a:srgbClr val="2E6BE6"/>
          </a:solidFill>
          <a:ln/>
        </p:spPr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B9B0E0D8-B3FD-E811-C9BE-86F77A8CCA53}"/>
              </a:ext>
            </a:extLst>
          </p:cNvPr>
          <p:cNvSpPr txBox="1"/>
          <p:nvPr/>
        </p:nvSpPr>
        <p:spPr>
          <a:xfrm>
            <a:off x="5148072" y="120761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라이브</a:t>
            </a:r>
            <a:endParaRPr lang="en-US" sz="1200" dirty="0"/>
          </a:p>
        </p:txBody>
      </p:sp>
      <p:sp>
        <p:nvSpPr>
          <p:cNvPr id="23" name="Text 25">
            <a:extLst>
              <a:ext uri="{FF2B5EF4-FFF2-40B4-BE49-F238E27FC236}">
                <a16:creationId xmlns:a16="http://schemas.microsoft.com/office/drawing/2014/main" id="{6F628563-69F2-3F36-0E88-3D2B20019883}"/>
              </a:ext>
            </a:extLst>
          </p:cNvPr>
          <p:cNvSpPr txBox="1"/>
          <p:nvPr/>
        </p:nvSpPr>
        <p:spPr>
          <a:xfrm>
            <a:off x="5157216" y="17111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6B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en-US" sz="850" dirty="0"/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D539C56D-EB61-6DA2-FADD-057E8990E0A0}"/>
              </a:ext>
            </a:extLst>
          </p:cNvPr>
          <p:cNvSpPr txBox="1"/>
          <p:nvPr/>
        </p:nvSpPr>
        <p:spPr>
          <a:xfrm>
            <a:off x="5157216" y="175796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단위</a:t>
            </a:r>
            <a:r>
              <a:rPr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정상 생성 · 배포 중</a:t>
            </a:r>
            <a:endParaRPr lang="en-US" sz="900" dirty="0"/>
          </a:p>
        </p:txBody>
      </p:sp>
      <p:sp>
        <p:nvSpPr>
          <p:cNvPr id="25" name="Text 27">
            <a:extLst>
              <a:ext uri="{FF2B5EF4-FFF2-40B4-BE49-F238E27FC236}">
                <a16:creationId xmlns:a16="http://schemas.microsoft.com/office/drawing/2014/main" id="{99715CF0-E15E-4048-FF50-DF0E3E242B60}"/>
              </a:ext>
            </a:extLst>
          </p:cNvPr>
          <p:cNvSpPr txBox="1"/>
          <p:nvPr/>
        </p:nvSpPr>
        <p:spPr>
          <a:xfrm>
            <a:off x="5157216" y="24883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6B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시청자에게</a:t>
            </a:r>
            <a:endParaRPr lang="en-US" sz="850" dirty="0"/>
          </a:p>
        </p:txBody>
      </p:sp>
      <p:sp>
        <p:nvSpPr>
          <p:cNvPr id="26" name="Text 28">
            <a:extLst>
              <a:ext uri="{FF2B5EF4-FFF2-40B4-BE49-F238E27FC236}">
                <a16:creationId xmlns:a16="http://schemas.microsoft.com/office/drawing/2014/main" id="{F9F7DD13-1893-4BCB-4081-845ACC3EB467}"/>
              </a:ext>
            </a:extLst>
          </p:cNvPr>
          <p:cNvSpPr txBox="1"/>
          <p:nvPr/>
        </p:nvSpPr>
        <p:spPr>
          <a:xfrm>
            <a:off x="5157216" y="25466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라이브 목록 노출, 재생 가능</a:t>
            </a:r>
            <a:endParaRPr lang="en-US" sz="900" dirty="0"/>
          </a:p>
        </p:txBody>
      </p:sp>
      <p:sp>
        <p:nvSpPr>
          <p:cNvPr id="27" name="Shape 29">
            <a:extLst>
              <a:ext uri="{FF2B5EF4-FFF2-40B4-BE49-F238E27FC236}">
                <a16:creationId xmlns:a16="http://schemas.microsoft.com/office/drawing/2014/main" id="{F7A475DC-ADA5-23F2-DC41-8F67007F5C4E}"/>
              </a:ext>
            </a:extLst>
          </p:cNvPr>
          <p:cNvSpPr/>
          <p:nvPr/>
        </p:nvSpPr>
        <p:spPr>
          <a:xfrm>
            <a:off x="7095744" y="2070373"/>
            <a:ext cx="128016" cy="0"/>
          </a:xfrm>
          <a:prstGeom prst="line">
            <a:avLst/>
          </a:prstGeom>
          <a:noFill/>
          <a:ln w="25400">
            <a:solidFill>
              <a:srgbClr val="9AA4B8"/>
            </a:solidFill>
            <a:prstDash val="solid"/>
            <a:tailEnd type="triangle"/>
          </a:ln>
        </p:spPr>
      </p:sp>
      <p:sp>
        <p:nvSpPr>
          <p:cNvPr id="28" name="Shape 30">
            <a:extLst>
              <a:ext uri="{FF2B5EF4-FFF2-40B4-BE49-F238E27FC236}">
                <a16:creationId xmlns:a16="http://schemas.microsoft.com/office/drawing/2014/main" id="{E5ECA903-DCE0-E26C-94D3-42BB4C52693E}"/>
              </a:ext>
            </a:extLst>
          </p:cNvPr>
          <p:cNvSpPr/>
          <p:nvPr/>
        </p:nvSpPr>
        <p:spPr>
          <a:xfrm>
            <a:off x="7242048" y="1088740"/>
            <a:ext cx="2066544" cy="1965960"/>
          </a:xfrm>
          <a:prstGeom prst="roundRect">
            <a:avLst>
              <a:gd name="adj" fmla="val 2791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29" name="Shape 31">
            <a:extLst>
              <a:ext uri="{FF2B5EF4-FFF2-40B4-BE49-F238E27FC236}">
                <a16:creationId xmlns:a16="http://schemas.microsoft.com/office/drawing/2014/main" id="{B06BCC7A-BF1F-0C36-9FEC-8A9E37FEA49A}"/>
              </a:ext>
            </a:extLst>
          </p:cNvPr>
          <p:cNvSpPr/>
          <p:nvPr/>
        </p:nvSpPr>
        <p:spPr>
          <a:xfrm>
            <a:off x="7379208" y="1207612"/>
            <a:ext cx="1792224" cy="36576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/>
        </p:spPr>
      </p:sp>
      <p:sp>
        <p:nvSpPr>
          <p:cNvPr id="30" name="Text 32">
            <a:extLst>
              <a:ext uri="{FF2B5EF4-FFF2-40B4-BE49-F238E27FC236}">
                <a16:creationId xmlns:a16="http://schemas.microsoft.com/office/drawing/2014/main" id="{11944084-5506-6050-3462-6D354C1CC72B}"/>
              </a:ext>
            </a:extLst>
          </p:cNvPr>
          <p:cNvSpPr txBox="1"/>
          <p:nvPr/>
        </p:nvSpPr>
        <p:spPr>
          <a:xfrm>
            <a:off x="7379208" y="120761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일시중단</a:t>
            </a:r>
            <a:endParaRPr lang="en-US" sz="1200" dirty="0"/>
          </a:p>
        </p:txBody>
      </p:sp>
      <p:sp>
        <p:nvSpPr>
          <p:cNvPr id="31" name="Text 33">
            <a:extLst>
              <a:ext uri="{FF2B5EF4-FFF2-40B4-BE49-F238E27FC236}">
                <a16:creationId xmlns:a16="http://schemas.microsoft.com/office/drawing/2014/main" id="{8785DE3A-809E-498A-2B0D-C9DB7C851A7B}"/>
              </a:ext>
            </a:extLst>
          </p:cNvPr>
          <p:cNvSpPr txBox="1"/>
          <p:nvPr/>
        </p:nvSpPr>
        <p:spPr>
          <a:xfrm>
            <a:off x="7388352" y="17111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en-US" sz="850" dirty="0"/>
          </a:p>
        </p:txBody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6C3CFCA4-6D6C-D3F6-8699-E430A4998380}"/>
              </a:ext>
            </a:extLst>
          </p:cNvPr>
          <p:cNvSpPr txBox="1"/>
          <p:nvPr/>
        </p:nvSpPr>
        <p:spPr>
          <a:xfrm>
            <a:off x="7388352" y="175796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스트림 끊김, 재접속 대기 중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Text 35">
            <a:extLst>
              <a:ext uri="{FF2B5EF4-FFF2-40B4-BE49-F238E27FC236}">
                <a16:creationId xmlns:a16="http://schemas.microsoft.com/office/drawing/2014/main" id="{E2F664C2-C176-766E-6C6F-D4E3851DD6A6}"/>
              </a:ext>
            </a:extLst>
          </p:cNvPr>
          <p:cNvSpPr txBox="1"/>
          <p:nvPr/>
        </p:nvSpPr>
        <p:spPr>
          <a:xfrm>
            <a:off x="7388352" y="24883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시청자에게</a:t>
            </a:r>
            <a:endParaRPr lang="en-US" sz="850" dirty="0"/>
          </a:p>
        </p:txBody>
      </p:sp>
      <p:sp>
        <p:nvSpPr>
          <p:cNvPr id="34" name="Text 36">
            <a:extLst>
              <a:ext uri="{FF2B5EF4-FFF2-40B4-BE49-F238E27FC236}">
                <a16:creationId xmlns:a16="http://schemas.microsoft.com/office/drawing/2014/main" id="{09842C93-0994-DADE-99D4-C7705C02C4E5}"/>
              </a:ext>
            </a:extLst>
          </p:cNvPr>
          <p:cNvSpPr txBox="1"/>
          <p:nvPr/>
        </p:nvSpPr>
        <p:spPr>
          <a:xfrm>
            <a:off x="7388352" y="25466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 화면 유지 + 안내 표시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" name="Shape 37">
            <a:extLst>
              <a:ext uri="{FF2B5EF4-FFF2-40B4-BE49-F238E27FC236}">
                <a16:creationId xmlns:a16="http://schemas.microsoft.com/office/drawing/2014/main" id="{EE7BB4A0-D3DE-6D01-3666-C8B30D556F7D}"/>
              </a:ext>
            </a:extLst>
          </p:cNvPr>
          <p:cNvSpPr/>
          <p:nvPr/>
        </p:nvSpPr>
        <p:spPr>
          <a:xfrm>
            <a:off x="9326880" y="2070373"/>
            <a:ext cx="128016" cy="0"/>
          </a:xfrm>
          <a:prstGeom prst="line">
            <a:avLst/>
          </a:prstGeom>
          <a:noFill/>
          <a:ln w="25400">
            <a:solidFill>
              <a:srgbClr val="9AA4B8"/>
            </a:solidFill>
            <a:prstDash val="solid"/>
            <a:tailEnd type="triangle"/>
          </a:ln>
        </p:spPr>
      </p:sp>
      <p:sp>
        <p:nvSpPr>
          <p:cNvPr id="36" name="Shape 38">
            <a:extLst>
              <a:ext uri="{FF2B5EF4-FFF2-40B4-BE49-F238E27FC236}">
                <a16:creationId xmlns:a16="http://schemas.microsoft.com/office/drawing/2014/main" id="{95B9CD72-2CA7-C40B-ED3B-CEC8A5AB0370}"/>
              </a:ext>
            </a:extLst>
          </p:cNvPr>
          <p:cNvSpPr/>
          <p:nvPr/>
        </p:nvSpPr>
        <p:spPr>
          <a:xfrm>
            <a:off x="9473184" y="1088740"/>
            <a:ext cx="2066544" cy="1965960"/>
          </a:xfrm>
          <a:prstGeom prst="roundRect">
            <a:avLst>
              <a:gd name="adj" fmla="val 2791"/>
            </a:avLst>
          </a:prstGeom>
          <a:solidFill>
            <a:srgbClr val="F5F7FB"/>
          </a:solidFill>
          <a:ln/>
        </p:spPr>
      </p:sp>
      <p:sp>
        <p:nvSpPr>
          <p:cNvPr id="37" name="Shape 39">
            <a:extLst>
              <a:ext uri="{FF2B5EF4-FFF2-40B4-BE49-F238E27FC236}">
                <a16:creationId xmlns:a16="http://schemas.microsoft.com/office/drawing/2014/main" id="{461217E2-5701-3E87-CBDB-B384EF4B1314}"/>
              </a:ext>
            </a:extLst>
          </p:cNvPr>
          <p:cNvSpPr/>
          <p:nvPr/>
        </p:nvSpPr>
        <p:spPr>
          <a:xfrm>
            <a:off x="9610344" y="1207612"/>
            <a:ext cx="1792224" cy="365760"/>
          </a:xfrm>
          <a:prstGeom prst="roundRect">
            <a:avLst>
              <a:gd name="adj" fmla="val 15000"/>
            </a:avLst>
          </a:prstGeom>
          <a:solidFill>
            <a:srgbClr val="5A6478"/>
          </a:solidFill>
          <a:ln/>
        </p:spPr>
      </p:sp>
      <p:sp>
        <p:nvSpPr>
          <p:cNvPr id="38" name="Text 40">
            <a:extLst>
              <a:ext uri="{FF2B5EF4-FFF2-40B4-BE49-F238E27FC236}">
                <a16:creationId xmlns:a16="http://schemas.microsoft.com/office/drawing/2014/main" id="{3CA013FE-768D-D8C6-3F6F-D16965AA1084}"/>
              </a:ext>
            </a:extLst>
          </p:cNvPr>
          <p:cNvSpPr txBox="1"/>
          <p:nvPr/>
        </p:nvSpPr>
        <p:spPr>
          <a:xfrm>
            <a:off x="9610344" y="120761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</a:t>
            </a:r>
            <a:endParaRPr lang="en-US" sz="1200" dirty="0"/>
          </a:p>
        </p:txBody>
      </p:sp>
      <p:sp>
        <p:nvSpPr>
          <p:cNvPr id="39" name="Text 41">
            <a:extLst>
              <a:ext uri="{FF2B5EF4-FFF2-40B4-BE49-F238E27FC236}">
                <a16:creationId xmlns:a16="http://schemas.microsoft.com/office/drawing/2014/main" id="{278989BA-1918-914E-31E0-4713D6ED7D09}"/>
              </a:ext>
            </a:extLst>
          </p:cNvPr>
          <p:cNvSpPr txBox="1"/>
          <p:nvPr/>
        </p:nvSpPr>
        <p:spPr>
          <a:xfrm>
            <a:off x="9619488" y="17111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6B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en-US" sz="850" dirty="0"/>
          </a:p>
        </p:txBody>
      </p:sp>
      <p:sp>
        <p:nvSpPr>
          <p:cNvPr id="40" name="Text 42">
            <a:extLst>
              <a:ext uri="{FF2B5EF4-FFF2-40B4-BE49-F238E27FC236}">
                <a16:creationId xmlns:a16="http://schemas.microsoft.com/office/drawing/2014/main" id="{D5757423-DAC8-8E8F-05EF-F35E40B9DFAE}"/>
              </a:ext>
            </a:extLst>
          </p:cNvPr>
          <p:cNvSpPr txBox="1"/>
          <p:nvPr/>
        </p:nvSpPr>
        <p:spPr>
          <a:xfrm>
            <a:off x="9619488" y="175796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재접속 허용 시간 경과</a:t>
            </a:r>
            <a:endParaRPr lang="en-US" sz="900" dirty="0"/>
          </a:p>
        </p:txBody>
      </p:sp>
      <p:sp>
        <p:nvSpPr>
          <p:cNvPr id="41" name="Text 43">
            <a:extLst>
              <a:ext uri="{FF2B5EF4-FFF2-40B4-BE49-F238E27FC236}">
                <a16:creationId xmlns:a16="http://schemas.microsoft.com/office/drawing/2014/main" id="{860AF213-2015-7686-4ED1-0FF0B3095CE8}"/>
              </a:ext>
            </a:extLst>
          </p:cNvPr>
          <p:cNvSpPr txBox="1"/>
          <p:nvPr/>
        </p:nvSpPr>
        <p:spPr>
          <a:xfrm>
            <a:off x="9619488" y="24883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6B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시청자에게</a:t>
            </a:r>
            <a:endParaRPr lang="en-US" sz="850" dirty="0"/>
          </a:p>
        </p:txBody>
      </p:sp>
      <p:sp>
        <p:nvSpPr>
          <p:cNvPr id="42" name="Text 44">
            <a:extLst>
              <a:ext uri="{FF2B5EF4-FFF2-40B4-BE49-F238E27FC236}">
                <a16:creationId xmlns:a16="http://schemas.microsoft.com/office/drawing/2014/main" id="{D3093D24-0178-0AB9-3FF5-8BE530A3CCD1}"/>
              </a:ext>
            </a:extLst>
          </p:cNvPr>
          <p:cNvSpPr txBox="1"/>
          <p:nvPr/>
        </p:nvSpPr>
        <p:spPr>
          <a:xfrm>
            <a:off x="9619488" y="25466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오프라인 전환</a:t>
            </a:r>
            <a:endParaRPr lang="en-US" sz="900" dirty="0"/>
          </a:p>
        </p:txBody>
      </p:sp>
      <p:sp>
        <p:nvSpPr>
          <p:cNvPr id="43" name="Text 45">
            <a:extLst>
              <a:ext uri="{FF2B5EF4-FFF2-40B4-BE49-F238E27FC236}">
                <a16:creationId xmlns:a16="http://schemas.microsoft.com/office/drawing/2014/main" id="{FBA17662-2F09-E624-7E86-3AC8F67B966B}"/>
              </a:ext>
            </a:extLst>
          </p:cNvPr>
          <p:cNvSpPr txBox="1"/>
          <p:nvPr/>
        </p:nvSpPr>
        <p:spPr>
          <a:xfrm>
            <a:off x="548640" y="37158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시작 판정</a:t>
            </a:r>
            <a:endParaRPr lang="en-US" sz="1200" dirty="0"/>
          </a:p>
        </p:txBody>
      </p:sp>
      <p:graphicFrame>
        <p:nvGraphicFramePr>
          <p:cNvPr id="44" name="Table 0">
            <a:extLst>
              <a:ext uri="{FF2B5EF4-FFF2-40B4-BE49-F238E27FC236}">
                <a16:creationId xmlns:a16="http://schemas.microsoft.com/office/drawing/2014/main" id="{EA10B687-6759-CBE6-A041-96067274F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123371"/>
              </p:ext>
            </p:extLst>
          </p:nvPr>
        </p:nvGraphicFramePr>
        <p:xfrm>
          <a:off x="548640" y="3990176"/>
          <a:ext cx="5486400" cy="19659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 기준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스트림 수신 시점 (사용자 별도 시작 액션 없음)</a:t>
                      </a:r>
                      <a:endParaRPr lang="en-US" sz="95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라이브 목록 노출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첫 </a:t>
                      </a:r>
                      <a:r>
                        <a:rPr lang="ko-KR" alt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 단위</a:t>
                      </a: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생성 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정보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사전 설정값 사용. 미설정 시 기본값(제목 = 채널명)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회차 생성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준비 상태 진입 시 회차 레코드 생성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" name="Text 46">
            <a:extLst>
              <a:ext uri="{FF2B5EF4-FFF2-40B4-BE49-F238E27FC236}">
                <a16:creationId xmlns:a16="http://schemas.microsoft.com/office/drawing/2014/main" id="{872B1218-D763-FF3D-993E-DFC608077E9A}"/>
              </a:ext>
            </a:extLst>
          </p:cNvPr>
          <p:cNvSpPr txBox="1"/>
          <p:nvPr/>
        </p:nvSpPr>
        <p:spPr>
          <a:xfrm>
            <a:off x="6675120" y="37158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유령 방송 처리</a:t>
            </a:r>
            <a:endParaRPr lang="en-US" sz="1200" dirty="0"/>
          </a:p>
        </p:txBody>
      </p:sp>
      <p:graphicFrame>
        <p:nvGraphicFramePr>
          <p:cNvPr id="46" name="Table 1">
            <a:extLst>
              <a:ext uri="{FF2B5EF4-FFF2-40B4-BE49-F238E27FC236}">
                <a16:creationId xmlns:a16="http://schemas.microsoft.com/office/drawing/2014/main" id="{E79758AB-5E7E-EA7E-DD66-74C4B11FB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931219"/>
              </p:ext>
            </p:extLst>
          </p:nvPr>
        </p:nvGraphicFramePr>
        <p:xfrm>
          <a:off x="6675120" y="3990176"/>
          <a:ext cx="4937760" cy="19659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 ·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연결 유지 · 데이터 미수신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30초 </a:t>
                      </a:r>
                      <a:r>
                        <a:rPr lang="en-US" sz="950" b="1" dirty="0" err="1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이상</a:t>
                      </a:r>
                      <a:r>
                        <a:rPr lang="en-US" sz="9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ko-KR" altLang="en-US" sz="9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 단위</a:t>
                      </a:r>
                      <a:r>
                        <a:rPr lang="en-US" sz="9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미생성 → 일시중단</a:t>
                      </a:r>
                      <a:endParaRPr lang="en-US" sz="95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 없이 오디오만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유효 방송 인정 (라디오 방송 허용)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오디오 없이 영상만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유효 방송 인정. 운영자 알람만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극단적 저비트레이트 지속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5분 이상 기준 미달 → 운영자 알람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6072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0E83BE-3F9B-ADF4-CCD2-9D090ED07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방송 라이프 사이클 </a:t>
            </a:r>
            <a:r>
              <a:rPr lang="en-US" altLang="ko-KR" dirty="0"/>
              <a:t>- </a:t>
            </a:r>
            <a:r>
              <a:rPr lang="ko-KR" altLang="en-US" dirty="0"/>
              <a:t>시청자 수 집계 및</a:t>
            </a:r>
            <a:r>
              <a:rPr lang="en-US" altLang="ko-KR" dirty="0"/>
              <a:t> </a:t>
            </a:r>
            <a:r>
              <a:rPr lang="ko-KR" altLang="en-US" dirty="0"/>
              <a:t>강제 종료</a:t>
            </a: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F4296457-F080-A8DB-DA88-9CAB1E4C2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612874"/>
              </p:ext>
            </p:extLst>
          </p:nvPr>
        </p:nvGraphicFramePr>
        <p:xfrm>
          <a:off x="1019436" y="964107"/>
          <a:ext cx="10225136" cy="3004953"/>
        </p:xfrm>
        <a:graphic>
          <a:graphicData uri="http://schemas.openxmlformats.org/drawingml/2006/table">
            <a:tbl>
              <a:tblPr/>
              <a:tblGrid>
                <a:gridCol w="1548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196020015"/>
                    </a:ext>
                  </a:extLst>
                </a:gridCol>
                <a:gridCol w="42844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100142401"/>
                    </a:ext>
                  </a:extLst>
                </a:gridCol>
              </a:tblGrid>
              <a:tr h="4292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b="1" kern="12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비고</a:t>
                      </a:r>
                      <a:endParaRPr lang="en-US" sz="950" b="1" kern="1200" dirty="0">
                        <a:solidFill>
                          <a:srgbClr val="FFFFFF"/>
                        </a:solidFill>
                        <a:latin typeface="맑은 고딕" pitchFamily="34" charset="0"/>
                        <a:ea typeface="맑은 고딕" pitchFamily="34" charset="-122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279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시청자</a:t>
                      </a:r>
                      <a:r>
                        <a:rPr lang="en-US" altLang="ko-KR" sz="10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수 </a:t>
                      </a:r>
                      <a:r>
                        <a:rPr lang="en-US" altLang="ko-KR" sz="1000" b="1" dirty="0" err="1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집계</a:t>
                      </a:r>
                      <a:r>
                        <a:rPr lang="en-US" altLang="ko-KR" sz="10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altLang="ko-KR" sz="1000" dirty="0"/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동시 시청자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특정 시점의 활성 재생 세션 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684835"/>
                  </a:ext>
                </a:extLst>
              </a:tr>
              <a:tr h="429279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최고 동시 시청자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회차 내 동시 시청자 최대값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870280"/>
                  </a:ext>
                </a:extLst>
              </a:tr>
              <a:tr h="4292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 방문자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회차 내 중복 제거 시청자 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533518"/>
                  </a:ext>
                </a:extLst>
              </a:tr>
              <a:tr h="429279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 동시 시청자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회차 내 동시 시청자 시간 가중 평균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50309"/>
                  </a:ext>
                </a:extLst>
              </a:tr>
              <a:tr h="429279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집계 주기</a:t>
                      </a:r>
                      <a:endParaRPr lang="en-US" sz="95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 err="1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실시간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노출용과 </a:t>
                      </a:r>
                      <a:r>
                        <a:rPr lang="en-US" sz="950" dirty="0" err="1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950" dirty="0" err="1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확정용</a:t>
                      </a:r>
                      <a:r>
                        <a:rPr lang="ko-KR" altLang="en-US" sz="9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으로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950" dirty="0" err="1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분리</a:t>
                      </a:r>
                      <a:r>
                        <a:rPr lang="ko-KR" altLang="en-US" sz="9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할지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ko-KR" altLang="en-US" sz="9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검토</a:t>
                      </a:r>
                      <a:endParaRPr lang="en-US" sz="95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452120"/>
                  </a:ext>
                </a:extLst>
              </a:tr>
              <a:tr h="429279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세션 판정</a:t>
                      </a:r>
                      <a:endParaRPr lang="en-US" sz="95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9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 단위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950" dirty="0" err="1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요청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950" dirty="0" err="1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ko-KR" altLang="en-US" sz="9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또는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타임아웃 기준</a:t>
                      </a:r>
                      <a:endParaRPr lang="en-US" sz="95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720328"/>
                  </a:ext>
                </a:extLst>
              </a:tr>
            </a:tbl>
          </a:graphicData>
        </a:graphic>
      </p:graphicFrame>
      <p:graphicFrame>
        <p:nvGraphicFramePr>
          <p:cNvPr id="18" name="Table 0">
            <a:extLst>
              <a:ext uri="{FF2B5EF4-FFF2-40B4-BE49-F238E27FC236}">
                <a16:creationId xmlns:a16="http://schemas.microsoft.com/office/drawing/2014/main" id="{A239A4C0-802B-766E-ACE3-B7D290898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23192"/>
              </p:ext>
            </p:extLst>
          </p:nvPr>
        </p:nvGraphicFramePr>
        <p:xfrm>
          <a:off x="1019436" y="4442468"/>
          <a:ext cx="10225136" cy="1717116"/>
        </p:xfrm>
        <a:graphic>
          <a:graphicData uri="http://schemas.openxmlformats.org/drawingml/2006/table">
            <a:tbl>
              <a:tblPr/>
              <a:tblGrid>
                <a:gridCol w="1548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196020015"/>
                    </a:ext>
                  </a:extLst>
                </a:gridCol>
                <a:gridCol w="42844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100142401"/>
                    </a:ext>
                  </a:extLst>
                </a:gridCol>
              </a:tblGrid>
              <a:tr h="4292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b="1" kern="12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비고</a:t>
                      </a:r>
                      <a:endParaRPr lang="en-US" sz="950" b="1" kern="1200" dirty="0">
                        <a:solidFill>
                          <a:srgbClr val="FFFFFF"/>
                        </a:solidFill>
                        <a:latin typeface="맑은 고딕" pitchFamily="34" charset="0"/>
                        <a:ea typeface="맑은 고딕" pitchFamily="34" charset="-122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279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000" b="1" dirty="0" err="1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강제</a:t>
                      </a:r>
                      <a:r>
                        <a:rPr lang="en-US" altLang="ko-KR" sz="10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종료</a:t>
                      </a:r>
                      <a:endParaRPr lang="en-US" altLang="ko-KR" sz="1000" b="1" dirty="0"/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정책 위반 신고 처리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383720"/>
                  </a:ext>
                </a:extLst>
              </a:tr>
              <a:tr h="429279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스트림키 부정 사용 감지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210243"/>
                  </a:ext>
                </a:extLst>
              </a:tr>
              <a:tr h="429279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인프라 보호 (과도한 비트레이트 등)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 err="1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</a:t>
                      </a: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950" dirty="0" err="1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</a:t>
                      </a:r>
                      <a:r>
                        <a:rPr lang="en-US" sz="95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+ 운영자 알람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083527"/>
                  </a:ext>
                </a:extLst>
              </a:tr>
            </a:tbl>
          </a:graphicData>
        </a:graphic>
      </p:graphicFrame>
      <p:sp>
        <p:nvSpPr>
          <p:cNvPr id="19" name="Text 7">
            <a:extLst>
              <a:ext uri="{FF2B5EF4-FFF2-40B4-BE49-F238E27FC236}">
                <a16:creationId xmlns:a16="http://schemas.microsoft.com/office/drawing/2014/main" id="{E6F0E29B-9CE3-3854-C9FA-2D1158AAD954}"/>
              </a:ext>
            </a:extLst>
          </p:cNvPr>
          <p:cNvSpPr txBox="1"/>
          <p:nvPr/>
        </p:nvSpPr>
        <p:spPr>
          <a:xfrm>
            <a:off x="1033987" y="6159584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altLang="ko-KR" sz="950" dirty="0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</a:t>
            </a:r>
            <a:r>
              <a:rPr lang="en-US" sz="950" dirty="0" err="1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강제</a:t>
            </a:r>
            <a:r>
              <a:rPr lang="en-US" sz="950" dirty="0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종료 시 크리에이터에게 사유를 통지하고, 해당 회차를 </a:t>
            </a:r>
            <a:r>
              <a:rPr lang="en-US" sz="950" dirty="0" err="1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</a:t>
            </a:r>
            <a:r>
              <a:rPr lang="en-US" sz="950" dirty="0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931306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4DA00C-3CD1-E965-2879-DE1B5ECDC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방송 관리</a:t>
            </a:r>
            <a:r>
              <a:rPr lang="en-US" altLang="ko-KR" dirty="0"/>
              <a:t>]</a:t>
            </a:r>
            <a:r>
              <a:rPr lang="ko-KR" altLang="en-US" dirty="0"/>
              <a:t> 메뉴 기능 구성</a:t>
            </a: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0BA9B189-8059-7845-584F-A6AA9FCD4B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303812"/>
              </p:ext>
            </p:extLst>
          </p:nvPr>
        </p:nvGraphicFramePr>
        <p:xfrm>
          <a:off x="1105312" y="1016732"/>
          <a:ext cx="9981376" cy="5076563"/>
        </p:xfrm>
        <a:graphic>
          <a:graphicData uri="http://schemas.openxmlformats.org/drawingml/2006/table">
            <a:tbl>
              <a:tblPr/>
              <a:tblGrid>
                <a:gridCol w="454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6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4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규칙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2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i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송출 연결</a:t>
                      </a:r>
                      <a:endParaRPr lang="en-US" sz="900" b="1" i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크리에이터가 서버 주소와 스트림키를 받아 자신의 송출 프로그램에 입력하고 방송을 연결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스트림키 기본 마스킹 · 재발급 시 기존 키 즉시 무효 · 방송 중 재발급 차단 · 열람 이력 기록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2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i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정보 설정</a:t>
                      </a:r>
                      <a:endParaRPr lang="en-US" sz="900" b="1" i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시청자에게 노출되는 제목 · 카테고리 · 태그 · 썸네일을 등록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저장 즉시 라이브 목록 · 채널 페이지에 반영 · 방송 중 변경 가능 · 변경 이력 기록 · 썸네일 미설정 시 자동 캡처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2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i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정책 설정</a:t>
                      </a:r>
                      <a:endParaRPr lang="en-US" sz="900" b="1" i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연령 제한과 채팅 참여 범위를 방송 단위로 설정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 즉시 적용 · 기존 채팅은 유지하고 신규 입력만 제한 · 운영자의 서비스 단위 제재가 우선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2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i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송출 확인</a:t>
                      </a:r>
                      <a:endParaRPr lang="en-US" sz="900" b="1" i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방송이 서버에 정상 도달하는지, 시청자에게 나가는 화면이 의도대로인지 확인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미리보기는 트랜스코딩 후 결과 · 상태별 안내 표시 · 송출 프로그램 측 지표(드랍 프레임 · CPU)는 수집 불가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2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i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성과 확인</a:t>
                      </a:r>
                      <a:endParaRPr lang="en-US" sz="900" b="1" i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중 시청자 반응을 실시간으로 확인해 콘텐츠를 조정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· 최고 · 누적 시청자 · 신규 팔로우 · 채팅 수 · 시청자 추이 · 라이브 상태에서만 표시 · 갱신 주기 협의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22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i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채팅 운영</a:t>
                      </a:r>
                      <a:endParaRPr lang="en-US" sz="900" b="1" i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중 채팅을 보면서 참여자를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메시지 삭제 · 사용자 채팅 제한 · 차단 · 팔로워 전용 전환 · 금칙어 · 모두 채널 단위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22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i="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상태 인지</a:t>
                      </a:r>
                      <a:endParaRPr lang="en-US" sz="900" b="1" i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지금 방송이 어떤 상태인지(오프라인 · 준비 · 라이브 · 일시중단) 크리에이터가 항상 알 수 있게 표시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상태에 따라 화면 각 영역의 표시 내용이 달라짐 · 일시중단 시 재접속 대기 시간 표시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1401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D1A596-F9AA-EBF0-85FA-8393B6940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방송 분석</a:t>
            </a:r>
            <a:r>
              <a:rPr lang="en-US" altLang="ko-KR" dirty="0"/>
              <a:t>] </a:t>
            </a:r>
            <a:r>
              <a:rPr lang="ko-KR" altLang="en-US" dirty="0"/>
              <a:t>메뉴 기능 구성</a:t>
            </a:r>
          </a:p>
        </p:txBody>
      </p:sp>
      <p:graphicFrame>
        <p:nvGraphicFramePr>
          <p:cNvPr id="206" name="Table 0">
            <a:extLst>
              <a:ext uri="{FF2B5EF4-FFF2-40B4-BE49-F238E27FC236}">
                <a16:creationId xmlns:a16="http://schemas.microsoft.com/office/drawing/2014/main" id="{C2365B87-5B73-C3CD-7E21-FC4C66BF1C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074230"/>
              </p:ext>
            </p:extLst>
          </p:nvPr>
        </p:nvGraphicFramePr>
        <p:xfrm>
          <a:off x="1055439" y="908720"/>
          <a:ext cx="10081121" cy="5472608"/>
        </p:xfrm>
        <a:graphic>
          <a:graphicData uri="http://schemas.openxmlformats.org/drawingml/2006/table">
            <a:tbl>
              <a:tblPr/>
              <a:tblGrid>
                <a:gridCol w="416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97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2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617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0181">
                  <a:extLst>
                    <a:ext uri="{9D8B030D-6E8A-4147-A177-3AD203B41FA5}">
                      <a16:colId xmlns:a16="http://schemas.microsoft.com/office/drawing/2014/main" val="1279953610"/>
                    </a:ext>
                  </a:extLst>
                </a:gridCol>
              </a:tblGrid>
              <a:tr h="3491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kern="12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동작 정의</a:t>
                      </a:r>
                      <a:endParaRPr lang="en-US" sz="950" b="1" kern="1200" dirty="0">
                        <a:solidFill>
                          <a:srgbClr val="FFFFFF"/>
                        </a:solidFill>
                        <a:latin typeface="맑은 고딕" pitchFamily="34" charset="0"/>
                        <a:ea typeface="맑은 고딕" pitchFamily="34" charset="-122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b="1" kern="12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비고</a:t>
                      </a:r>
                      <a:endParaRPr lang="en-US" sz="950" b="1" kern="1200" dirty="0">
                        <a:solidFill>
                          <a:srgbClr val="FFFFFF"/>
                        </a:solidFill>
                        <a:latin typeface="맑은 고딕" pitchFamily="34" charset="0"/>
                        <a:ea typeface="맑은 고딕" pitchFamily="34" charset="-122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공통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 선택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시작일 · 종료일 선택 후 조회. 기본 최근 30일. 최대 조회 범위 [협의]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공통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CSV 내보내기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조회 조건의 회차 목록을 CSV로 다운로드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 요약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진행한 방송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 내 종료된 회차 수. 리허설 · 준비 상태 종료분 제외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 요약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방송 시간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 내 회차 방송 시간 합계. 일시중단 구간 포함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 요약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최고 동시 시청자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 내 회차별 최고값 중 최대값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 요약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 동시 시청자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 내 시간 가중 평균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 요약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누적 시청자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 내 중복 제거 시청자 수. 회차 간 중복 제거 여부 [협의]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 요약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시청 시간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 내 전체 시청자의 시청 시간 합계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회차 목록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목록 표시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회차별 방송 일시 · 제목 · 시간 · 최고 · 평균 · 누적 시청자 · 채팅 수 · 종료 사유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회차 목록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정렬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일시 · 시청자 수 · 방송 시간 기준 정렬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회차 목록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종료 사유 표시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정상 / 타임아웃 / 강제 종료 구분 표시 (④-4-3 · 4-6)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회차 목록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 이동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 클릭 시 해당 회차 상세 표시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회차 상세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시청자 추이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회차 내 시간대별 동시 시청자 그래프. 표시 간격 [협의]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회차 상세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일시중단 이력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일시중단 발생 횟수 · 총 중단 시간 · 재접속 성공 여부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회차 상세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송출 품질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회차 평균 비트레이트 · 평균 수신 지연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1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회차 상세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종료 사유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종료 사유와 강제 종료 시 사유 표시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1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회차 상세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정보 이력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회차 중 제목 · 카테고리 · 태그 변경 내역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503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0DABE0-75FC-5F48-5659-262EB5AC8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관리자</a:t>
            </a:r>
            <a:r>
              <a:rPr lang="en-US" altLang="ko-KR" dirty="0"/>
              <a:t>]</a:t>
            </a:r>
            <a:r>
              <a:rPr lang="ko-KR" altLang="en-US" dirty="0"/>
              <a:t> 메뉴 기능 구성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03571C91-5910-D03B-7219-B79B28C97A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888386"/>
              </p:ext>
            </p:extLst>
          </p:nvPr>
        </p:nvGraphicFramePr>
        <p:xfrm>
          <a:off x="1052697" y="1016732"/>
          <a:ext cx="10083863" cy="4985682"/>
        </p:xfrm>
        <a:graphic>
          <a:graphicData uri="http://schemas.openxmlformats.org/drawingml/2006/table">
            <a:tbl>
              <a:tblPr/>
              <a:tblGrid>
                <a:gridCol w="805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3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674165444"/>
                    </a:ext>
                  </a:extLst>
                </a:gridCol>
              </a:tblGrid>
              <a:tr h="4407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메뉴</a:t>
                      </a:r>
                      <a:endParaRPr lang="en-US" sz="95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기능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1단계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1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라이브 모니터링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방송 실시간 감시 · 이상 감지 · 강제 종료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1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채널 관리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채널 상태 조회 · 스트림키 강제 재발급 · 채널 정지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1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회차 관리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회차 이력 · 일시중단 구간 · 종료 사유 · 송출 품질 이력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1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신고 처리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· 채팅 신고 접수 → 검토 → 조치 → 통지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1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채팅 관리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채팅 로그 · 메시지 삭제 · 서비스 단위 제한 · 공통 금칙어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권장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31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카테고리 · 태그 관리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체계 편집 · 노출 순서 · 금지 태그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권장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31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인프라 대시보드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동시 방송 · 시청자 · 트랜스코딩 · CDN · 그리드 · 알람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31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그리드 관리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설치 현황 · 버전 관리 · 분산 전송 비율 · 이슈 추적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후순위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31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정책 설정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재접속 유예 · 판정 기준 · </a:t>
                      </a:r>
                      <a:r>
                        <a:rPr lang="en-US" sz="900" dirty="0" err="1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상한값</a:t>
                      </a: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- 배포 없이 조정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31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 · 주 · 월 집계 · 채널 순위 · 추이 · 내보내기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후순위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31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감사 로그</a:t>
                      </a:r>
                      <a:endParaRPr lang="en-US" sz="900" b="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 행위 이력 — 강제 종료 · 정지 · 키 재발급 · 정책 변경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D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509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4171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197567-ED14-9705-B97F-66079C9AEF7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화면 구성안 상세 </a:t>
            </a:r>
            <a:r>
              <a:rPr lang="en-US" altLang="ko-KR" dirty="0"/>
              <a:t>– </a:t>
            </a:r>
            <a:r>
              <a:rPr lang="ko-KR" altLang="en-US" dirty="0"/>
              <a:t>크리에이터 스튜디오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2BF6F6-4593-3B99-4B54-9E5F337A52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105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4EFFC916-3CA3-C530-AB5D-EACB4565BB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관리 </a:t>
            </a:r>
            <a:r>
              <a:rPr lang="en-US" altLang="ko-KR" dirty="0"/>
              <a:t>&gt; OFF AIR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47323E5A-2A62-E033-89D1-BC963D04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크리에이터 스튜디오 </a:t>
            </a:r>
            <a:r>
              <a:rPr lang="en-US" altLang="ko-KR" dirty="0"/>
              <a:t>&gt; </a:t>
            </a:r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관리 </a:t>
            </a:r>
            <a:r>
              <a:rPr lang="en-US" altLang="ko-KR" dirty="0"/>
              <a:t>&gt; OFF AIR</a:t>
            </a:r>
            <a:endParaRPr lang="ko-KR" altLang="en-US" dirty="0"/>
          </a:p>
        </p:txBody>
      </p:sp>
      <p:sp>
        <p:nvSpPr>
          <p:cNvPr id="104" name="Shape 6">
            <a:extLst>
              <a:ext uri="{FF2B5EF4-FFF2-40B4-BE49-F238E27FC236}">
                <a16:creationId xmlns:a16="http://schemas.microsoft.com/office/drawing/2014/main" id="{E27C16F6-89EF-3F7A-73B7-AA2DBB53BE70}"/>
              </a:ext>
            </a:extLst>
          </p:cNvPr>
          <p:cNvSpPr/>
          <p:nvPr/>
        </p:nvSpPr>
        <p:spPr>
          <a:xfrm>
            <a:off x="1809132" y="908720"/>
            <a:ext cx="7635240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</p:sp>
      <p:sp>
        <p:nvSpPr>
          <p:cNvPr id="105" name="Shape 7">
            <a:extLst>
              <a:ext uri="{FF2B5EF4-FFF2-40B4-BE49-F238E27FC236}">
                <a16:creationId xmlns:a16="http://schemas.microsoft.com/office/drawing/2014/main" id="{EC3B0D9D-23CA-D020-FD1B-EC6AE800180C}"/>
              </a:ext>
            </a:extLst>
          </p:cNvPr>
          <p:cNvSpPr/>
          <p:nvPr/>
        </p:nvSpPr>
        <p:spPr>
          <a:xfrm>
            <a:off x="1809132" y="908720"/>
            <a:ext cx="7635240" cy="3657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sp>
      <p:sp>
        <p:nvSpPr>
          <p:cNvPr id="106" name="Text 8">
            <a:extLst>
              <a:ext uri="{FF2B5EF4-FFF2-40B4-BE49-F238E27FC236}">
                <a16:creationId xmlns:a16="http://schemas.microsoft.com/office/drawing/2014/main" id="{3614FD2B-31DF-E1E2-E88F-292685AE017F}"/>
              </a:ext>
            </a:extLst>
          </p:cNvPr>
          <p:cNvSpPr txBox="1"/>
          <p:nvPr/>
        </p:nvSpPr>
        <p:spPr>
          <a:xfrm>
            <a:off x="1992012" y="908720"/>
            <a:ext cx="75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</a:t>
            </a:r>
            <a:r>
              <a:rPr kumimoji="0" lang="ko-KR" alt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설정</a:t>
            </a:r>
            <a:endParaRPr kumimoji="0" lang="en-US" sz="1100" dirty="0">
              <a:latin typeface="Calibri" panose="020F0502020204030204"/>
            </a:endParaRPr>
          </a:p>
        </p:txBody>
      </p:sp>
      <p:sp>
        <p:nvSpPr>
          <p:cNvPr id="109" name="Shape 11">
            <a:extLst>
              <a:ext uri="{FF2B5EF4-FFF2-40B4-BE49-F238E27FC236}">
                <a16:creationId xmlns:a16="http://schemas.microsoft.com/office/drawing/2014/main" id="{43BBCC09-F813-8B3A-BFF7-F642FD9193EA}"/>
              </a:ext>
            </a:extLst>
          </p:cNvPr>
          <p:cNvSpPr/>
          <p:nvPr/>
        </p:nvSpPr>
        <p:spPr>
          <a:xfrm>
            <a:off x="1946292" y="1539015"/>
            <a:ext cx="4870416" cy="1520687"/>
          </a:xfrm>
          <a:prstGeom prst="rect">
            <a:avLst/>
          </a:prstGeom>
          <a:solidFill>
            <a:srgbClr val="1A1D28"/>
          </a:solidFill>
          <a:ln/>
        </p:spPr>
      </p:sp>
      <p:grpSp>
        <p:nvGrpSpPr>
          <p:cNvPr id="242" name="그룹 241">
            <a:extLst>
              <a:ext uri="{FF2B5EF4-FFF2-40B4-BE49-F238E27FC236}">
                <a16:creationId xmlns:a16="http://schemas.microsoft.com/office/drawing/2014/main" id="{723F8C09-AE99-3AED-FB65-04D2F8C6123D}"/>
              </a:ext>
            </a:extLst>
          </p:cNvPr>
          <p:cNvGrpSpPr/>
          <p:nvPr/>
        </p:nvGrpSpPr>
        <p:grpSpPr>
          <a:xfrm>
            <a:off x="2570896" y="2009345"/>
            <a:ext cx="3597112" cy="735579"/>
            <a:chOff x="2570896" y="1774271"/>
            <a:chExt cx="3597112" cy="735579"/>
          </a:xfrm>
        </p:grpSpPr>
        <p:sp>
          <p:nvSpPr>
            <p:cNvPr id="111" name="Text 13">
              <a:extLst>
                <a:ext uri="{FF2B5EF4-FFF2-40B4-BE49-F238E27FC236}">
                  <a16:creationId xmlns:a16="http://schemas.microsoft.com/office/drawing/2014/main" id="{FC548027-C203-5ADD-2021-21BB969287F0}"/>
                </a:ext>
              </a:extLst>
            </p:cNvPr>
            <p:cNvSpPr txBox="1"/>
            <p:nvPr/>
          </p:nvSpPr>
          <p:spPr>
            <a:xfrm>
              <a:off x="2570896" y="1774271"/>
              <a:ext cx="359711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스트리밍 소프트웨어를</a:t>
              </a:r>
              <a:r>
                <a:rPr kumimoji="0" lang="en-US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연결하면 방송이 시작됩니다</a:t>
              </a:r>
              <a:endParaRPr kumimoji="0"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2" name="Text 14">
              <a:extLst>
                <a:ext uri="{FF2B5EF4-FFF2-40B4-BE49-F238E27FC236}">
                  <a16:creationId xmlns:a16="http://schemas.microsoft.com/office/drawing/2014/main" id="{C438CF65-EC71-99DD-51FA-A7ECCFE8F9E6}"/>
                </a:ext>
              </a:extLst>
            </p:cNvPr>
            <p:cNvSpPr txBox="1"/>
            <p:nvPr/>
          </p:nvSpPr>
          <p:spPr>
            <a:xfrm>
              <a:off x="2570896" y="2002362"/>
              <a:ext cx="359711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800" dirty="0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방송 시작 · </a:t>
              </a:r>
              <a:r>
                <a:rPr kumimoji="0" lang="en-US" sz="800" dirty="0" err="1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종료는</a:t>
              </a:r>
              <a:r>
                <a:rPr kumimoji="0" lang="en-US" sz="800" dirty="0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kumimoji="0" lang="ko-KR" altLang="en-US" sz="800" dirty="0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스트리밍 소프트웨어</a:t>
              </a:r>
              <a:r>
                <a:rPr kumimoji="0" lang="en-US" sz="800" dirty="0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(OBS 등)</a:t>
              </a:r>
              <a:r>
                <a:rPr kumimoji="0" lang="en-US" sz="800" dirty="0" err="1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에서</a:t>
              </a:r>
              <a:r>
                <a:rPr kumimoji="0" lang="en-US" sz="800" dirty="0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kumimoji="0" lang="ko-KR" altLang="en-US" sz="800" dirty="0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가능</a:t>
              </a:r>
              <a:r>
                <a:rPr kumimoji="0" lang="en-US" sz="800" dirty="0" err="1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합니다</a:t>
              </a:r>
              <a:endParaRPr kumimoji="0" lang="en-US" sz="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212" name="그룹 211">
              <a:extLst>
                <a:ext uri="{FF2B5EF4-FFF2-40B4-BE49-F238E27FC236}">
                  <a16:creationId xmlns:a16="http://schemas.microsoft.com/office/drawing/2014/main" id="{C128C604-31C2-A550-2375-37C84E620734}"/>
                </a:ext>
              </a:extLst>
            </p:cNvPr>
            <p:cNvGrpSpPr/>
            <p:nvPr/>
          </p:nvGrpSpPr>
          <p:grpSpPr>
            <a:xfrm>
              <a:off x="3821725" y="2298060"/>
              <a:ext cx="1095454" cy="211790"/>
              <a:chOff x="3821725" y="2497130"/>
              <a:chExt cx="1095454" cy="211790"/>
            </a:xfrm>
          </p:grpSpPr>
          <p:sp>
            <p:nvSpPr>
              <p:cNvPr id="113" name="Shape 15">
                <a:extLst>
                  <a:ext uri="{FF2B5EF4-FFF2-40B4-BE49-F238E27FC236}">
                    <a16:creationId xmlns:a16="http://schemas.microsoft.com/office/drawing/2014/main" id="{3590D883-6472-7D1C-24D1-DF320C2CD14D}"/>
                  </a:ext>
                </a:extLst>
              </p:cNvPr>
              <p:cNvSpPr/>
              <p:nvPr/>
            </p:nvSpPr>
            <p:spPr>
              <a:xfrm>
                <a:off x="3874061" y="2497130"/>
                <a:ext cx="990782" cy="21179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/>
            </p:spPr>
          </p:sp>
          <p:sp>
            <p:nvSpPr>
              <p:cNvPr id="114" name="Text 16">
                <a:extLst>
                  <a:ext uri="{FF2B5EF4-FFF2-40B4-BE49-F238E27FC236}">
                    <a16:creationId xmlns:a16="http://schemas.microsoft.com/office/drawing/2014/main" id="{2A65705C-F406-5FA4-14F2-6B7C64AB8FB8}"/>
                  </a:ext>
                </a:extLst>
              </p:cNvPr>
              <p:cNvSpPr txBox="1"/>
              <p:nvPr/>
            </p:nvSpPr>
            <p:spPr>
              <a:xfrm>
                <a:off x="3821725" y="2506367"/>
                <a:ext cx="1095454" cy="1933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fontAlgn="auto" latinLnBrk="0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ko-KR" altLang="en-US" sz="800" b="1" dirty="0">
                    <a:solidFill>
                      <a:srgbClr val="1B2A5B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스트림 </a:t>
                </a:r>
                <a:r>
                  <a:rPr kumimoji="0" lang="en-US" sz="800" b="1" dirty="0" err="1">
                    <a:solidFill>
                      <a:srgbClr val="1B2A5B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설정</a:t>
                </a:r>
                <a:r>
                  <a:rPr kumimoji="0" lang="en-US" sz="800" b="1" dirty="0">
                    <a:solidFill>
                      <a:srgbClr val="1B2A5B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 </a:t>
                </a:r>
                <a:r>
                  <a:rPr kumimoji="0" lang="ko-KR" altLang="en-US" sz="800" b="1" dirty="0">
                    <a:solidFill>
                      <a:srgbClr val="1B2A5B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안내</a:t>
                </a:r>
                <a:endParaRPr kumimoji="0" lang="en-US" sz="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116" name="Shape 58">
            <a:extLst>
              <a:ext uri="{FF2B5EF4-FFF2-40B4-BE49-F238E27FC236}">
                <a16:creationId xmlns:a16="http://schemas.microsoft.com/office/drawing/2014/main" id="{B50F5FB0-C5A3-95FB-E042-55C7C9ECC0C8}"/>
              </a:ext>
            </a:extLst>
          </p:cNvPr>
          <p:cNvSpPr/>
          <p:nvPr/>
        </p:nvSpPr>
        <p:spPr>
          <a:xfrm>
            <a:off x="6975492" y="1384207"/>
            <a:ext cx="2343763" cy="5177141"/>
          </a:xfrm>
          <a:prstGeom prst="roundRect">
            <a:avLst>
              <a:gd name="adj" fmla="val 1455"/>
            </a:avLst>
          </a:prstGeom>
          <a:solidFill>
            <a:srgbClr val="F5F7FB"/>
          </a:solidFill>
          <a:ln w="12700">
            <a:solidFill>
              <a:srgbClr val="E3E8F1"/>
            </a:solidFill>
            <a:prstDash val="solid"/>
          </a:ln>
        </p:spPr>
      </p:sp>
      <p:sp>
        <p:nvSpPr>
          <p:cNvPr id="117" name="Text 59">
            <a:extLst>
              <a:ext uri="{FF2B5EF4-FFF2-40B4-BE49-F238E27FC236}">
                <a16:creationId xmlns:a16="http://schemas.microsoft.com/office/drawing/2014/main" id="{20399116-2BB8-2277-160D-EDF3DEFDDAA2}"/>
              </a:ext>
            </a:extLst>
          </p:cNvPr>
          <p:cNvSpPr txBox="1"/>
          <p:nvPr/>
        </p:nvSpPr>
        <p:spPr>
          <a:xfrm>
            <a:off x="7112652" y="1457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b="1" dirty="0" err="1">
                <a:solidFill>
                  <a:srgbClr val="000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</a:t>
            </a:r>
            <a:endParaRPr kumimoji="0" lang="en-US" dirty="0">
              <a:solidFill>
                <a:srgbClr val="0000FF"/>
              </a:solidFill>
              <a:latin typeface="Calibri" panose="020F0502020204030204"/>
            </a:endParaRPr>
          </a:p>
        </p:txBody>
      </p:sp>
      <p:sp>
        <p:nvSpPr>
          <p:cNvPr id="118" name="Text 60">
            <a:extLst>
              <a:ext uri="{FF2B5EF4-FFF2-40B4-BE49-F238E27FC236}">
                <a16:creationId xmlns:a16="http://schemas.microsoft.com/office/drawing/2014/main" id="{E5B690FB-A81A-D578-6CF4-29B77CC82B24}"/>
              </a:ext>
            </a:extLst>
          </p:cNvPr>
          <p:cNvSpPr txBox="1"/>
          <p:nvPr/>
        </p:nvSpPr>
        <p:spPr>
          <a:xfrm>
            <a:off x="8643036" y="14573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50" dirty="0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⚙  ⧉</a:t>
            </a:r>
            <a:endParaRPr kumimoji="0"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9" name="Shape 75">
            <a:extLst>
              <a:ext uri="{FF2B5EF4-FFF2-40B4-BE49-F238E27FC236}">
                <a16:creationId xmlns:a16="http://schemas.microsoft.com/office/drawing/2014/main" id="{C968B124-9004-861E-FCB2-2F8C88880F47}"/>
              </a:ext>
            </a:extLst>
          </p:cNvPr>
          <p:cNvSpPr/>
          <p:nvPr/>
        </p:nvSpPr>
        <p:spPr>
          <a:xfrm>
            <a:off x="7112652" y="6201308"/>
            <a:ext cx="2079024" cy="237744"/>
          </a:xfrm>
          <a:prstGeom prst="rect">
            <a:avLst/>
          </a:prstGeom>
          <a:solidFill>
            <a:srgbClr val="FFFFFF"/>
          </a:solidFill>
          <a:ln>
            <a:solidFill>
              <a:srgbClr val="4472C4">
                <a:lumMod val="40000"/>
                <a:lumOff val="60000"/>
              </a:srgbClr>
            </a:solidFill>
          </a:ln>
        </p:spPr>
      </p:sp>
      <p:sp>
        <p:nvSpPr>
          <p:cNvPr id="120" name="Text 76">
            <a:extLst>
              <a:ext uri="{FF2B5EF4-FFF2-40B4-BE49-F238E27FC236}">
                <a16:creationId xmlns:a16="http://schemas.microsoft.com/office/drawing/2014/main" id="{F188C014-CAD1-9666-46AF-48E9C37D818C}"/>
              </a:ext>
            </a:extLst>
          </p:cNvPr>
          <p:cNvSpPr txBox="1"/>
          <p:nvPr/>
        </p:nvSpPr>
        <p:spPr>
          <a:xfrm>
            <a:off x="7204092" y="6201308"/>
            <a:ext cx="19093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750" dirty="0">
                <a:solidFill>
                  <a:srgbClr val="9AA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입력...</a:t>
            </a:r>
            <a:endParaRPr kumimoji="0"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9" name="Text 80">
            <a:extLst>
              <a:ext uri="{FF2B5EF4-FFF2-40B4-BE49-F238E27FC236}">
                <a16:creationId xmlns:a16="http://schemas.microsoft.com/office/drawing/2014/main" id="{360F9099-0F41-FA5E-069D-C1E67FB4B2CA}"/>
              </a:ext>
            </a:extLst>
          </p:cNvPr>
          <p:cNvSpPr txBox="1"/>
          <p:nvPr/>
        </p:nvSpPr>
        <p:spPr>
          <a:xfrm>
            <a:off x="7133839" y="17774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유저A : 오늘 컨텐츠 뭐예요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0" name="Text 81">
            <a:extLst>
              <a:ext uri="{FF2B5EF4-FFF2-40B4-BE49-F238E27FC236}">
                <a16:creationId xmlns:a16="http://schemas.microsoft.com/office/drawing/2014/main" id="{A09E4C5C-1CC6-8678-7D13-7E6339FF628C}"/>
              </a:ext>
            </a:extLst>
          </p:cNvPr>
          <p:cNvSpPr txBox="1"/>
          <p:nvPr/>
        </p:nvSpPr>
        <p:spPr>
          <a:xfrm>
            <a:off x="7133839" y="20060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유저B : 화질 좋아졌네요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1" name="Text 82">
            <a:extLst>
              <a:ext uri="{FF2B5EF4-FFF2-40B4-BE49-F238E27FC236}">
                <a16:creationId xmlns:a16="http://schemas.microsoft.com/office/drawing/2014/main" id="{51E79D8C-BB02-8C6C-6640-35913FC824D5}"/>
              </a:ext>
            </a:extLst>
          </p:cNvPr>
          <p:cNvSpPr txBox="1"/>
          <p:nvPr/>
        </p:nvSpPr>
        <p:spPr>
          <a:xfrm>
            <a:off x="7133839" y="22346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유저C : ㅋㅋㅋㅋ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2" name="Text 84">
            <a:extLst>
              <a:ext uri="{FF2B5EF4-FFF2-40B4-BE49-F238E27FC236}">
                <a16:creationId xmlns:a16="http://schemas.microsoft.com/office/drawing/2014/main" id="{5FA7AFDD-5307-BD5B-0070-A4F447C226D0}"/>
              </a:ext>
            </a:extLst>
          </p:cNvPr>
          <p:cNvSpPr txBox="1"/>
          <p:nvPr/>
        </p:nvSpPr>
        <p:spPr>
          <a:xfrm>
            <a:off x="7133839" y="24470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유저D : 응원합니다!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3" name="Text 85">
            <a:extLst>
              <a:ext uri="{FF2B5EF4-FFF2-40B4-BE49-F238E27FC236}">
                <a16:creationId xmlns:a16="http://schemas.microsoft.com/office/drawing/2014/main" id="{7054866C-3D62-737D-36A0-F0D32ECCB428}"/>
              </a:ext>
            </a:extLst>
          </p:cNvPr>
          <p:cNvSpPr txBox="1"/>
          <p:nvPr/>
        </p:nvSpPr>
        <p:spPr>
          <a:xfrm>
            <a:off x="7133839" y="26756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유저E : 다음 방송 언제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4" name="Text 86">
            <a:extLst>
              <a:ext uri="{FF2B5EF4-FFF2-40B4-BE49-F238E27FC236}">
                <a16:creationId xmlns:a16="http://schemas.microsoft.com/office/drawing/2014/main" id="{D558098E-1A7C-91F7-0ABB-8C41B7D96FFC}"/>
              </a:ext>
            </a:extLst>
          </p:cNvPr>
          <p:cNvSpPr txBox="1"/>
          <p:nvPr/>
        </p:nvSpPr>
        <p:spPr>
          <a:xfrm>
            <a:off x="7133839" y="29042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유저F : 👍👍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73" name="Shape 28">
            <a:extLst>
              <a:ext uri="{FF2B5EF4-FFF2-40B4-BE49-F238E27FC236}">
                <a16:creationId xmlns:a16="http://schemas.microsoft.com/office/drawing/2014/main" id="{86BDAC7D-AD22-CC4D-425A-843C1968341E}"/>
              </a:ext>
            </a:extLst>
          </p:cNvPr>
          <p:cNvSpPr/>
          <p:nvPr/>
        </p:nvSpPr>
        <p:spPr>
          <a:xfrm>
            <a:off x="1945974" y="3104964"/>
            <a:ext cx="4870736" cy="531433"/>
          </a:xfrm>
          <a:prstGeom prst="roundRect">
            <a:avLst>
              <a:gd name="adj" fmla="val 487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7" name="Text 31">
            <a:extLst>
              <a:ext uri="{FF2B5EF4-FFF2-40B4-BE49-F238E27FC236}">
                <a16:creationId xmlns:a16="http://schemas.microsoft.com/office/drawing/2014/main" id="{B801FE6B-C764-3BC9-BE3D-F2B2F1B588D5}"/>
              </a:ext>
            </a:extLst>
          </p:cNvPr>
          <p:cNvSpPr txBox="1"/>
          <p:nvPr/>
        </p:nvSpPr>
        <p:spPr>
          <a:xfrm>
            <a:off x="2075901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0" name="Text 33">
            <a:extLst>
              <a:ext uri="{FF2B5EF4-FFF2-40B4-BE49-F238E27FC236}">
                <a16:creationId xmlns:a16="http://schemas.microsoft.com/office/drawing/2014/main" id="{69C090A9-1C89-4557-5E78-50C69E378190}"/>
              </a:ext>
            </a:extLst>
          </p:cNvPr>
          <p:cNvSpPr txBox="1"/>
          <p:nvPr/>
        </p:nvSpPr>
        <p:spPr>
          <a:xfrm>
            <a:off x="3014314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3" name="Text 35">
            <a:extLst>
              <a:ext uri="{FF2B5EF4-FFF2-40B4-BE49-F238E27FC236}">
                <a16:creationId xmlns:a16="http://schemas.microsoft.com/office/drawing/2014/main" id="{C0500615-80CA-8926-1E79-6C80E407CA9D}"/>
              </a:ext>
            </a:extLst>
          </p:cNvPr>
          <p:cNvSpPr txBox="1"/>
          <p:nvPr/>
        </p:nvSpPr>
        <p:spPr>
          <a:xfrm>
            <a:off x="3952727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6" name="Text 37">
            <a:extLst>
              <a:ext uri="{FF2B5EF4-FFF2-40B4-BE49-F238E27FC236}">
                <a16:creationId xmlns:a16="http://schemas.microsoft.com/office/drawing/2014/main" id="{B66501CF-32FB-0028-4AC8-CD6ECFB9EC13}"/>
              </a:ext>
            </a:extLst>
          </p:cNvPr>
          <p:cNvSpPr txBox="1"/>
          <p:nvPr/>
        </p:nvSpPr>
        <p:spPr>
          <a:xfrm>
            <a:off x="5829553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1" name="Shape 6">
            <a:extLst>
              <a:ext uri="{FF2B5EF4-FFF2-40B4-BE49-F238E27FC236}">
                <a16:creationId xmlns:a16="http://schemas.microsoft.com/office/drawing/2014/main" id="{4DC1EBE4-8914-8A5F-85D0-2594BA36AAF5}"/>
              </a:ext>
            </a:extLst>
          </p:cNvPr>
          <p:cNvSpPr/>
          <p:nvPr/>
        </p:nvSpPr>
        <p:spPr>
          <a:xfrm>
            <a:off x="146092" y="908720"/>
            <a:ext cx="1663041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3" name="Shape 58">
            <a:extLst>
              <a:ext uri="{FF2B5EF4-FFF2-40B4-BE49-F238E27FC236}">
                <a16:creationId xmlns:a16="http://schemas.microsoft.com/office/drawing/2014/main" id="{FC425F9E-CFC4-F0E7-14BE-8F76932B95EE}"/>
              </a:ext>
            </a:extLst>
          </p:cNvPr>
          <p:cNvSpPr/>
          <p:nvPr/>
        </p:nvSpPr>
        <p:spPr>
          <a:xfrm>
            <a:off x="6972983" y="1384207"/>
            <a:ext cx="2343763" cy="5177141"/>
          </a:xfrm>
          <a:prstGeom prst="roundRect">
            <a:avLst>
              <a:gd name="adj" fmla="val 1455"/>
            </a:avLst>
          </a:prstGeom>
          <a:solidFill>
            <a:schemeClr val="bg1">
              <a:lumMod val="95000"/>
              <a:alpha val="68000"/>
            </a:schemeClr>
          </a:solidFill>
          <a:ln w="12700">
            <a:solidFill>
              <a:srgbClr val="E3E8F1"/>
            </a:solidFill>
            <a:prstDash val="solid"/>
          </a:ln>
        </p:spPr>
        <p:txBody>
          <a:bodyPr anchor="ctr"/>
          <a:lstStyle/>
          <a:p>
            <a:pPr algn="ctr"/>
            <a:endParaRPr lang="ko-KR" alt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2B4459B9-9D50-D824-68A2-8AF58B296366}"/>
              </a:ext>
            </a:extLst>
          </p:cNvPr>
          <p:cNvSpPr txBox="1"/>
          <p:nvPr/>
        </p:nvSpPr>
        <p:spPr>
          <a:xfrm rot="21069164">
            <a:off x="7421126" y="3617278"/>
            <a:ext cx="1462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채팅 구성안 참조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99" name="그림 198">
            <a:extLst>
              <a:ext uri="{FF2B5EF4-FFF2-40B4-BE49-F238E27FC236}">
                <a16:creationId xmlns:a16="http://schemas.microsoft.com/office/drawing/2014/main" id="{3DE82E2A-BEF5-28B6-2ABA-45DAAE2C96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677"/>
          <a:stretch>
            <a:fillRect/>
          </a:stretch>
        </p:blipFill>
        <p:spPr>
          <a:xfrm>
            <a:off x="176771" y="935489"/>
            <a:ext cx="1606975" cy="398012"/>
          </a:xfrm>
          <a:prstGeom prst="rect">
            <a:avLst/>
          </a:prstGeom>
        </p:spPr>
      </p:pic>
      <p:sp>
        <p:nvSpPr>
          <p:cNvPr id="215" name="Text 37">
            <a:extLst>
              <a:ext uri="{FF2B5EF4-FFF2-40B4-BE49-F238E27FC236}">
                <a16:creationId xmlns:a16="http://schemas.microsoft.com/office/drawing/2014/main" id="{4839E7D8-CA8E-7D4D-618B-17CD4F0EA9D5}"/>
              </a:ext>
            </a:extLst>
          </p:cNvPr>
          <p:cNvSpPr txBox="1"/>
          <p:nvPr/>
        </p:nvSpPr>
        <p:spPr>
          <a:xfrm>
            <a:off x="4891140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2" name="Shape 58">
            <a:extLst>
              <a:ext uri="{FF2B5EF4-FFF2-40B4-BE49-F238E27FC236}">
                <a16:creationId xmlns:a16="http://schemas.microsoft.com/office/drawing/2014/main" id="{594FA95A-7760-7438-8097-792F1CCD71C5}"/>
              </a:ext>
            </a:extLst>
          </p:cNvPr>
          <p:cNvSpPr/>
          <p:nvPr/>
        </p:nvSpPr>
        <p:spPr>
          <a:xfrm>
            <a:off x="1946292" y="3708405"/>
            <a:ext cx="4870416" cy="2573235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28" name="Text 19">
            <a:extLst>
              <a:ext uri="{FF2B5EF4-FFF2-40B4-BE49-F238E27FC236}">
                <a16:creationId xmlns:a16="http://schemas.microsoft.com/office/drawing/2014/main" id="{E468D84C-75E7-FA5D-047C-50A39DD71284}"/>
              </a:ext>
            </a:extLst>
          </p:cNvPr>
          <p:cNvSpPr txBox="1"/>
          <p:nvPr/>
        </p:nvSpPr>
        <p:spPr>
          <a:xfrm>
            <a:off x="2053128" y="3789040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130" name="Text 21">
            <a:extLst>
              <a:ext uri="{FF2B5EF4-FFF2-40B4-BE49-F238E27FC236}">
                <a16:creationId xmlns:a16="http://schemas.microsoft.com/office/drawing/2014/main" id="{6BFB3179-B888-C146-2512-9E78FE89D70F}"/>
              </a:ext>
            </a:extLst>
          </p:cNvPr>
          <p:cNvSpPr txBox="1"/>
          <p:nvPr/>
        </p:nvSpPr>
        <p:spPr>
          <a:xfrm>
            <a:off x="2053128" y="4113076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132" name="Text 23">
            <a:extLst>
              <a:ext uri="{FF2B5EF4-FFF2-40B4-BE49-F238E27FC236}">
                <a16:creationId xmlns:a16="http://schemas.microsoft.com/office/drawing/2014/main" id="{21ACFB0A-6929-1BEA-8BBD-030EC549DC49}"/>
              </a:ext>
            </a:extLst>
          </p:cNvPr>
          <p:cNvSpPr txBox="1"/>
          <p:nvPr/>
        </p:nvSpPr>
        <p:spPr>
          <a:xfrm>
            <a:off x="2053128" y="4437112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129" name="Text 20">
            <a:extLst>
              <a:ext uri="{FF2B5EF4-FFF2-40B4-BE49-F238E27FC236}">
                <a16:creationId xmlns:a16="http://schemas.microsoft.com/office/drawing/2014/main" id="{93522D40-B173-244A-6C95-F76F130C05AF}"/>
              </a:ext>
            </a:extLst>
          </p:cNvPr>
          <p:cNvSpPr txBox="1"/>
          <p:nvPr/>
        </p:nvSpPr>
        <p:spPr>
          <a:xfrm>
            <a:off x="2737568" y="3807891"/>
            <a:ext cx="3956954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dirty="0">
                <a:latin typeface="+mn-ea"/>
                <a:ea typeface="+mn-ea"/>
              </a:rPr>
              <a:t>  </a:t>
            </a:r>
            <a:r>
              <a:rPr kumimoji="0" lang="ko-KR" altLang="en-US" sz="800" dirty="0" err="1">
                <a:latin typeface="+mn-ea"/>
                <a:ea typeface="+mn-ea"/>
              </a:rPr>
              <a:t>팬텀하츠의</a:t>
            </a:r>
            <a:r>
              <a:rPr kumimoji="0" lang="ko-KR" altLang="en-US" sz="800" dirty="0">
                <a:latin typeface="+mn-ea"/>
                <a:ea typeface="+mn-ea"/>
              </a:rPr>
              <a:t> 라이브 방송</a:t>
            </a:r>
            <a:endParaRPr kumimoji="0" lang="en-US" sz="800" dirty="0">
              <a:latin typeface="+mn-ea"/>
              <a:ea typeface="+mn-ea"/>
            </a:endParaRPr>
          </a:p>
        </p:txBody>
      </p:sp>
      <p:sp>
        <p:nvSpPr>
          <p:cNvPr id="131" name="Text 22">
            <a:extLst>
              <a:ext uri="{FF2B5EF4-FFF2-40B4-BE49-F238E27FC236}">
                <a16:creationId xmlns:a16="http://schemas.microsoft.com/office/drawing/2014/main" id="{CFE1CFBD-E1CB-98BB-3FA5-5B77CF7BFF3B}"/>
              </a:ext>
            </a:extLst>
          </p:cNvPr>
          <p:cNvSpPr txBox="1"/>
          <p:nvPr/>
        </p:nvSpPr>
        <p:spPr>
          <a:xfrm>
            <a:off x="2737568" y="4131926"/>
            <a:ext cx="3956955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kumimoji="0" lang="en-US" sz="8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kumimoji="0"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3" name="Text 24">
            <a:extLst>
              <a:ext uri="{FF2B5EF4-FFF2-40B4-BE49-F238E27FC236}">
                <a16:creationId xmlns:a16="http://schemas.microsoft.com/office/drawing/2014/main" id="{BE7C5E9B-1C07-3F96-82CC-A3C96BFEE140}"/>
              </a:ext>
            </a:extLst>
          </p:cNvPr>
          <p:cNvSpPr txBox="1"/>
          <p:nvPr/>
        </p:nvSpPr>
        <p:spPr>
          <a:xfrm>
            <a:off x="2737569" y="4455963"/>
            <a:ext cx="3286424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>
            <a:defPPr>
              <a:defRPr lang="ko-KR"/>
            </a:defPPr>
            <a:lvl1pPr fontAlgn="auto" latinLnBrk="0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dirty="0"/>
              <a:t> </a:t>
            </a:r>
            <a:r>
              <a:rPr lang="ko-KR" altLang="en-US" dirty="0"/>
              <a:t>최대 </a:t>
            </a:r>
            <a:r>
              <a:rPr lang="en-US" altLang="ko-KR" dirty="0"/>
              <a:t>15</a:t>
            </a: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공백 및</a:t>
            </a:r>
            <a:r>
              <a:rPr lang="en-US" altLang="ko-KR" dirty="0"/>
              <a:t> </a:t>
            </a:r>
            <a:r>
              <a:rPr lang="ko-KR" altLang="en-US" dirty="0"/>
              <a:t>특수 문자 불가</a:t>
            </a:r>
            <a:endParaRPr lang="en-US" dirty="0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964F4492-AA93-DD75-AF31-2664F7C41500}"/>
              </a:ext>
            </a:extLst>
          </p:cNvPr>
          <p:cNvSpPr txBox="1"/>
          <p:nvPr/>
        </p:nvSpPr>
        <p:spPr>
          <a:xfrm>
            <a:off x="6448118" y="4151476"/>
            <a:ext cx="275692" cy="23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A1D2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ko-KR" altLang="en-US" dirty="0"/>
          </a:p>
        </p:txBody>
      </p:sp>
      <p:sp>
        <p:nvSpPr>
          <p:cNvPr id="232" name="Shape 11">
            <a:extLst>
              <a:ext uri="{FF2B5EF4-FFF2-40B4-BE49-F238E27FC236}">
                <a16:creationId xmlns:a16="http://schemas.microsoft.com/office/drawing/2014/main" id="{EB17CDE5-18DF-175D-EEC6-DEF88D599292}"/>
              </a:ext>
            </a:extLst>
          </p:cNvPr>
          <p:cNvSpPr/>
          <p:nvPr/>
        </p:nvSpPr>
        <p:spPr>
          <a:xfrm>
            <a:off x="1946292" y="1378402"/>
            <a:ext cx="4870416" cy="17712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OFF AIR</a:t>
            </a:r>
            <a:endParaRPr lang="ko-KR" altLang="en-US" sz="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A769DEDC-8F0B-F528-7C91-7E456C252B40}"/>
              </a:ext>
            </a:extLst>
          </p:cNvPr>
          <p:cNvSpPr txBox="1"/>
          <p:nvPr/>
        </p:nvSpPr>
        <p:spPr>
          <a:xfrm>
            <a:off x="263352" y="1340768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라이브 방송</a:t>
            </a:r>
          </a:p>
        </p:txBody>
      </p:sp>
      <p:sp>
        <p:nvSpPr>
          <p:cNvPr id="267" name="Text 30">
            <a:extLst>
              <a:ext uri="{FF2B5EF4-FFF2-40B4-BE49-F238E27FC236}">
                <a16:creationId xmlns:a16="http://schemas.microsoft.com/office/drawing/2014/main" id="{6B2F8432-48A0-D512-DB3D-D3961B3DC709}"/>
              </a:ext>
            </a:extLst>
          </p:cNvPr>
          <p:cNvSpPr txBox="1"/>
          <p:nvPr/>
        </p:nvSpPr>
        <p:spPr>
          <a:xfrm>
            <a:off x="2075901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solidFill>
                  <a:prstClr val="black"/>
                </a:solidFill>
                <a:latin typeface="+mn-ea"/>
                <a:ea typeface="+mn-ea"/>
              </a:rPr>
              <a:t>상태</a:t>
            </a:r>
            <a:endParaRPr kumimoji="0" lang="en-US" sz="9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268" name="Text 32">
            <a:extLst>
              <a:ext uri="{FF2B5EF4-FFF2-40B4-BE49-F238E27FC236}">
                <a16:creationId xmlns:a16="http://schemas.microsoft.com/office/drawing/2014/main" id="{F9F85AD9-DEB1-4BC1-9B0F-62D698547CE7}"/>
              </a:ext>
            </a:extLst>
          </p:cNvPr>
          <p:cNvSpPr txBox="1"/>
          <p:nvPr/>
        </p:nvSpPr>
        <p:spPr>
          <a:xfrm>
            <a:off x="3014314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방송 시간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itchFamily="50" charset="-127"/>
              <a:ea typeface="돋움" pitchFamily="50" charset="-127"/>
              <a:cs typeface="+mn-cs"/>
            </a:endParaRPr>
          </a:p>
        </p:txBody>
      </p:sp>
      <p:sp>
        <p:nvSpPr>
          <p:cNvPr id="269" name="Text 34">
            <a:extLst>
              <a:ext uri="{FF2B5EF4-FFF2-40B4-BE49-F238E27FC236}">
                <a16:creationId xmlns:a16="http://schemas.microsoft.com/office/drawing/2014/main" id="{2A27C87B-497B-395F-859E-65DFD3F71BC3}"/>
              </a:ext>
            </a:extLst>
          </p:cNvPr>
          <p:cNvSpPr txBox="1"/>
          <p:nvPr/>
        </p:nvSpPr>
        <p:spPr>
          <a:xfrm>
            <a:off x="3952727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시청자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돋움" pitchFamily="50" charset="-127"/>
              <a:cs typeface="+mn-cs"/>
            </a:endParaRPr>
          </a:p>
        </p:txBody>
      </p:sp>
      <p:sp>
        <p:nvSpPr>
          <p:cNvPr id="270" name="Text 36">
            <a:extLst>
              <a:ext uri="{FF2B5EF4-FFF2-40B4-BE49-F238E27FC236}">
                <a16:creationId xmlns:a16="http://schemas.microsoft.com/office/drawing/2014/main" id="{06A05E6E-BABA-E3BC-2FEB-B92B86CF6013}"/>
              </a:ext>
            </a:extLst>
          </p:cNvPr>
          <p:cNvSpPr txBox="1"/>
          <p:nvPr/>
        </p:nvSpPr>
        <p:spPr>
          <a:xfrm>
            <a:off x="5829553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271" name="Text 36">
            <a:extLst>
              <a:ext uri="{FF2B5EF4-FFF2-40B4-BE49-F238E27FC236}">
                <a16:creationId xmlns:a16="http://schemas.microsoft.com/office/drawing/2014/main" id="{D83CD5B1-79B0-1C07-4E6C-74D0DD82BDF1}"/>
              </a:ext>
            </a:extLst>
          </p:cNvPr>
          <p:cNvSpPr txBox="1"/>
          <p:nvPr/>
        </p:nvSpPr>
        <p:spPr>
          <a:xfrm>
            <a:off x="4891140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비트트레이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273" name="Text 24">
            <a:extLst>
              <a:ext uri="{FF2B5EF4-FFF2-40B4-BE49-F238E27FC236}">
                <a16:creationId xmlns:a16="http://schemas.microsoft.com/office/drawing/2014/main" id="{CBDC6E1E-10CA-2BAB-D5B0-0625EB0D3D14}"/>
              </a:ext>
            </a:extLst>
          </p:cNvPr>
          <p:cNvSpPr txBox="1"/>
          <p:nvPr/>
        </p:nvSpPr>
        <p:spPr>
          <a:xfrm>
            <a:off x="6095999" y="4455963"/>
            <a:ext cx="598523" cy="27181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>
            <a:defPPr>
              <a:defRPr lang="ko-KR"/>
            </a:defPPr>
            <a:lvl1pPr fontAlgn="auto" latinLnBrk="0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ko-KR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추가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0A826C76-CFDC-19E8-9F92-20F906C429C7}"/>
              </a:ext>
            </a:extLst>
          </p:cNvPr>
          <p:cNvSpPr txBox="1"/>
          <p:nvPr/>
        </p:nvSpPr>
        <p:spPr>
          <a:xfrm>
            <a:off x="421209" y="1609645"/>
            <a:ext cx="915635" cy="755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관리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설정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분석</a:t>
            </a:r>
          </a:p>
        </p:txBody>
      </p:sp>
      <p:sp>
        <p:nvSpPr>
          <p:cNvPr id="287" name="Shape 11">
            <a:extLst>
              <a:ext uri="{FF2B5EF4-FFF2-40B4-BE49-F238E27FC236}">
                <a16:creationId xmlns:a16="http://schemas.microsoft.com/office/drawing/2014/main" id="{58BC8546-3316-E9D9-DF37-303BED7BF32E}"/>
              </a:ext>
            </a:extLst>
          </p:cNvPr>
          <p:cNvSpPr/>
          <p:nvPr/>
        </p:nvSpPr>
        <p:spPr>
          <a:xfrm>
            <a:off x="302895" y="1651793"/>
            <a:ext cx="1234440" cy="237744"/>
          </a:xfrm>
          <a:prstGeom prst="rect">
            <a:avLst/>
          </a:prstGeom>
          <a:ln w="28575">
            <a:solidFill>
              <a:srgbClr val="D93025"/>
            </a:solidFill>
            <a:prstDash val="sysDot"/>
          </a:ln>
        </p:spPr>
      </p:sp>
      <p:graphicFrame>
        <p:nvGraphicFramePr>
          <p:cNvPr id="288" name="Group 323">
            <a:extLst>
              <a:ext uri="{FF2B5EF4-FFF2-40B4-BE49-F238E27FC236}">
                <a16:creationId xmlns:a16="http://schemas.microsoft.com/office/drawing/2014/main" id="{8023EA99-007F-4CEE-F814-8DF605C4FF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964925"/>
              </p:ext>
            </p:extLst>
          </p:nvPr>
        </p:nvGraphicFramePr>
        <p:xfrm>
          <a:off x="9625013" y="575703"/>
          <a:ext cx="2519969" cy="2301432"/>
        </p:xfrm>
        <a:graphic>
          <a:graphicData uri="http://schemas.openxmlformats.org/drawingml/2006/table">
            <a:tbl>
              <a:tblPr/>
              <a:tblGrid>
                <a:gridCol w="28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상태 알림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중이 아닐 경우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OFF AIR</a:t>
                      </a: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중일 경우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ON AIR</a:t>
                      </a: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lang="en-US" altLang="ko-KR" sz="800" dirty="0" err="1"/>
                        <a:t>상태값은</a:t>
                      </a:r>
                      <a:r>
                        <a:rPr lang="en-US" altLang="ko-KR" sz="800" dirty="0"/>
                        <a:t> </a:t>
                      </a:r>
                      <a:r>
                        <a:rPr lang="en-US" altLang="ko-KR" sz="800" dirty="0" err="1"/>
                        <a:t>서버</a:t>
                      </a:r>
                      <a:r>
                        <a:rPr lang="en-US" altLang="ko-KR" sz="800" dirty="0"/>
                        <a:t> </a:t>
                      </a:r>
                      <a:r>
                        <a:rPr lang="en-US" altLang="ko-KR" sz="800" dirty="0" err="1"/>
                        <a:t>푸시로</a:t>
                      </a:r>
                      <a:r>
                        <a:rPr lang="en-US" altLang="ko-KR" sz="800" dirty="0"/>
                        <a:t> </a:t>
                      </a:r>
                      <a:r>
                        <a:rPr lang="en-US" altLang="ko-KR" sz="800" dirty="0" err="1"/>
                        <a:t>즉시</a:t>
                      </a:r>
                      <a:r>
                        <a:rPr lang="en-US" altLang="ko-KR" sz="800" dirty="0"/>
                        <a:t> </a:t>
                      </a:r>
                      <a:r>
                        <a:rPr lang="en-US" altLang="ko-KR" sz="800" dirty="0" err="1"/>
                        <a:t>갱신</a:t>
                      </a:r>
                      <a:endParaRPr lang="en-US" altLang="ko-KR" sz="800" dirty="0"/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미리보기 플레이어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중이 아닐 경우 해당 메시지와 버튼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버튼 링크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[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설정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메뉴로 현재 창 이동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정보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- 5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초 주기 갱신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협의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양호</a:t>
                      </a:r>
                      <a:r>
                        <a:rPr lang="en-US" altLang="ko-KR" sz="800" b="0" dirty="0"/>
                        <a:t>(녹) / </a:t>
                      </a:r>
                      <a:r>
                        <a:rPr lang="en-US" altLang="ko-KR" sz="800" b="0" dirty="0" err="1"/>
                        <a:t>보통</a:t>
                      </a:r>
                      <a:r>
                        <a:rPr lang="en-US" altLang="ko-KR" sz="800" b="0" dirty="0"/>
                        <a:t>(노) / </a:t>
                      </a:r>
                      <a:r>
                        <a:rPr lang="en-US" altLang="ko-KR" sz="800" b="0" dirty="0" err="1"/>
                        <a:t>불안정</a:t>
                      </a:r>
                      <a:r>
                        <a:rPr lang="en-US" altLang="ko-KR" sz="800" b="0" dirty="0"/>
                        <a:t>(</a:t>
                      </a:r>
                      <a:r>
                        <a:rPr lang="en-US" altLang="ko-KR" sz="800" b="0" dirty="0" err="1"/>
                        <a:t>주황</a:t>
                      </a:r>
                      <a:r>
                        <a:rPr lang="en-US" altLang="ko-KR" sz="800" b="0" dirty="0"/>
                        <a:t>)</a:t>
                      </a: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└ 판정 기준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개발팀 확인 필요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오프라인 시 숨기지 않고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‘-’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 유지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조회 실패 항목의 경우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‘-’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9" name="Text 28">
            <a:extLst>
              <a:ext uri="{FF2B5EF4-FFF2-40B4-BE49-F238E27FC236}">
                <a16:creationId xmlns:a16="http://schemas.microsoft.com/office/drawing/2014/main" id="{0D8B7496-C417-3853-641A-E8C3A85C4E68}"/>
              </a:ext>
            </a:extLst>
          </p:cNvPr>
          <p:cNvSpPr txBox="1"/>
          <p:nvPr/>
        </p:nvSpPr>
        <p:spPr>
          <a:xfrm>
            <a:off x="2051769" y="5316013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연령 제한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290" name="Text 29">
            <a:extLst>
              <a:ext uri="{FF2B5EF4-FFF2-40B4-BE49-F238E27FC236}">
                <a16:creationId xmlns:a16="http://schemas.microsoft.com/office/drawing/2014/main" id="{6F7BF207-1900-6700-EA49-551A1768FF31}"/>
              </a:ext>
            </a:extLst>
          </p:cNvPr>
          <p:cNvSpPr txBox="1"/>
          <p:nvPr/>
        </p:nvSpPr>
        <p:spPr>
          <a:xfrm>
            <a:off x="2737568" y="5316013"/>
            <a:ext cx="335843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ko-KR" alt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이용가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	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이상으로 </a:t>
            </a:r>
            <a:r>
              <a:rPr kumimoji="0" 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1" name="Text 30">
            <a:extLst>
              <a:ext uri="{FF2B5EF4-FFF2-40B4-BE49-F238E27FC236}">
                <a16:creationId xmlns:a16="http://schemas.microsoft.com/office/drawing/2014/main" id="{D0ECB579-2546-FDA8-7832-7F154BBC6184}"/>
              </a:ext>
            </a:extLst>
          </p:cNvPr>
          <p:cNvSpPr txBox="1"/>
          <p:nvPr/>
        </p:nvSpPr>
        <p:spPr>
          <a:xfrm>
            <a:off x="2051769" y="5821579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</a:t>
            </a: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292" name="Text 31">
            <a:extLst>
              <a:ext uri="{FF2B5EF4-FFF2-40B4-BE49-F238E27FC236}">
                <a16:creationId xmlns:a16="http://schemas.microsoft.com/office/drawing/2014/main" id="{458A5A87-D9AD-8274-2438-581DD974D22A}"/>
              </a:ext>
            </a:extLst>
          </p:cNvPr>
          <p:cNvSpPr txBox="1"/>
          <p:nvPr/>
        </p:nvSpPr>
        <p:spPr>
          <a:xfrm>
            <a:off x="2737569" y="5821579"/>
            <a:ext cx="2179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	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안 함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3" name="Text 25">
            <a:extLst>
              <a:ext uri="{FF2B5EF4-FFF2-40B4-BE49-F238E27FC236}">
                <a16:creationId xmlns:a16="http://schemas.microsoft.com/office/drawing/2014/main" id="{F957064D-BE51-B69B-8BD0-C0C3364CBEE1}"/>
              </a:ext>
            </a:extLst>
          </p:cNvPr>
          <p:cNvSpPr txBox="1"/>
          <p:nvPr/>
        </p:nvSpPr>
        <p:spPr>
          <a:xfrm>
            <a:off x="2053128" y="4833156"/>
            <a:ext cx="685800" cy="232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썸네일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294" name="Text 26">
            <a:extLst>
              <a:ext uri="{FF2B5EF4-FFF2-40B4-BE49-F238E27FC236}">
                <a16:creationId xmlns:a16="http://schemas.microsoft.com/office/drawing/2014/main" id="{596D7776-F189-2446-385A-C81B9C4D1F5A}"/>
              </a:ext>
            </a:extLst>
          </p:cNvPr>
          <p:cNvSpPr txBox="1"/>
          <p:nvPr/>
        </p:nvSpPr>
        <p:spPr>
          <a:xfrm>
            <a:off x="2730673" y="4833156"/>
            <a:ext cx="1091051" cy="4453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2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+</a:t>
            </a:r>
            <a:br>
              <a:rPr kumimoji="0" lang="en-US" sz="12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</a:br>
            <a:r>
              <a:rPr kumimoji="0" lang="ko-KR" altLang="en-US" sz="8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업로드</a:t>
            </a:r>
            <a:endParaRPr kumimoji="0" lang="en-US" sz="12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CD52C8BD-FE65-0D32-F552-229753E6FF2E}"/>
              </a:ext>
            </a:extLst>
          </p:cNvPr>
          <p:cNvSpPr txBox="1"/>
          <p:nvPr/>
        </p:nvSpPr>
        <p:spPr>
          <a:xfrm>
            <a:off x="3800444" y="5106033"/>
            <a:ext cx="2943628" cy="23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등록하지 않으면 방송 중인 화면으로 썸네일이 노출됩니다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96" name="Text 30">
            <a:extLst>
              <a:ext uri="{FF2B5EF4-FFF2-40B4-BE49-F238E27FC236}">
                <a16:creationId xmlns:a16="http://schemas.microsoft.com/office/drawing/2014/main" id="{65FD2B5F-A20D-B1ED-9E22-A95C3A483B5B}"/>
              </a:ext>
            </a:extLst>
          </p:cNvPr>
          <p:cNvSpPr txBox="1"/>
          <p:nvPr/>
        </p:nvSpPr>
        <p:spPr>
          <a:xfrm>
            <a:off x="2051769" y="5568796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상태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297" name="Text 31">
            <a:extLst>
              <a:ext uri="{FF2B5EF4-FFF2-40B4-BE49-F238E27FC236}">
                <a16:creationId xmlns:a16="http://schemas.microsoft.com/office/drawing/2014/main" id="{ACD85C5D-6F84-FB7B-98F0-BA9A1E7C3AEF}"/>
              </a:ext>
            </a:extLst>
          </p:cNvPr>
          <p:cNvSpPr txBox="1"/>
          <p:nvPr/>
        </p:nvSpPr>
        <p:spPr>
          <a:xfrm>
            <a:off x="2737569" y="5568796"/>
            <a:ext cx="2179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	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비공개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3" name="타원 129">
            <a:extLst>
              <a:ext uri="{FF2B5EF4-FFF2-40B4-BE49-F238E27FC236}">
                <a16:creationId xmlns:a16="http://schemas.microsoft.com/office/drawing/2014/main" id="{67B1C967-B81A-9189-B007-94AE5ADAD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700" y="1392005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4" name="타원 129">
            <a:extLst>
              <a:ext uri="{FF2B5EF4-FFF2-40B4-BE49-F238E27FC236}">
                <a16:creationId xmlns:a16="http://schemas.microsoft.com/office/drawing/2014/main" id="{CEB5F3CA-22C9-68B4-08A8-2816CA0D4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3955" y="2543790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5" name="타원 129">
            <a:extLst>
              <a:ext uri="{FF2B5EF4-FFF2-40B4-BE49-F238E27FC236}">
                <a16:creationId xmlns:a16="http://schemas.microsoft.com/office/drawing/2014/main" id="{2A95A9AA-A109-8608-C622-DA9A17415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3047" y="3117803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0" name="타원 319">
            <a:extLst>
              <a:ext uri="{FF2B5EF4-FFF2-40B4-BE49-F238E27FC236}">
                <a16:creationId xmlns:a16="http://schemas.microsoft.com/office/drawing/2014/main" id="{0C7F25F3-098A-C62F-09A8-CB0C46BAB262}"/>
              </a:ext>
            </a:extLst>
          </p:cNvPr>
          <p:cNvSpPr/>
          <p:nvPr/>
        </p:nvSpPr>
        <p:spPr>
          <a:xfrm>
            <a:off x="2638633" y="3198332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1" name="타원 320">
            <a:extLst>
              <a:ext uri="{FF2B5EF4-FFF2-40B4-BE49-F238E27FC236}">
                <a16:creationId xmlns:a16="http://schemas.microsoft.com/office/drawing/2014/main" id="{C890C325-DE77-F757-D2EC-B268FD416BFE}"/>
              </a:ext>
            </a:extLst>
          </p:cNvPr>
          <p:cNvSpPr/>
          <p:nvPr/>
        </p:nvSpPr>
        <p:spPr>
          <a:xfrm>
            <a:off x="3707554" y="3198332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2" name="타원 321">
            <a:extLst>
              <a:ext uri="{FF2B5EF4-FFF2-40B4-BE49-F238E27FC236}">
                <a16:creationId xmlns:a16="http://schemas.microsoft.com/office/drawing/2014/main" id="{A264DE00-4813-0967-B557-D271A8627051}"/>
              </a:ext>
            </a:extLst>
          </p:cNvPr>
          <p:cNvSpPr/>
          <p:nvPr/>
        </p:nvSpPr>
        <p:spPr>
          <a:xfrm>
            <a:off x="4713725" y="3198332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3" name="타원 322">
            <a:extLst>
              <a:ext uri="{FF2B5EF4-FFF2-40B4-BE49-F238E27FC236}">
                <a16:creationId xmlns:a16="http://schemas.microsoft.com/office/drawing/2014/main" id="{15C4B094-138F-CF9A-7C67-556C214B05D0}"/>
              </a:ext>
            </a:extLst>
          </p:cNvPr>
          <p:cNvSpPr/>
          <p:nvPr/>
        </p:nvSpPr>
        <p:spPr>
          <a:xfrm>
            <a:off x="5613976" y="3198332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4" name="타원 323">
            <a:extLst>
              <a:ext uri="{FF2B5EF4-FFF2-40B4-BE49-F238E27FC236}">
                <a16:creationId xmlns:a16="http://schemas.microsoft.com/office/drawing/2014/main" id="{9D26EACE-7612-C831-E3D2-0C82072FECEB}"/>
              </a:ext>
            </a:extLst>
          </p:cNvPr>
          <p:cNvSpPr/>
          <p:nvPr/>
        </p:nvSpPr>
        <p:spPr>
          <a:xfrm>
            <a:off x="6462975" y="3198332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F342D3BA-F1F7-B39C-8E5C-62C0F8BEBF97}"/>
              </a:ext>
            </a:extLst>
          </p:cNvPr>
          <p:cNvSpPr txBox="1"/>
          <p:nvPr/>
        </p:nvSpPr>
        <p:spPr>
          <a:xfrm>
            <a:off x="6295997" y="3845137"/>
            <a:ext cx="4491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17/80</a:t>
            </a:r>
            <a:endParaRPr lang="ko-KR" altLang="en-US" sz="800" dirty="0" err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5C1DD553-3D13-896B-628F-0FB744105B41}"/>
              </a:ext>
            </a:extLst>
          </p:cNvPr>
          <p:cNvSpPr txBox="1"/>
          <p:nvPr/>
        </p:nvSpPr>
        <p:spPr>
          <a:xfrm>
            <a:off x="5590053" y="4489495"/>
            <a:ext cx="3930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0/10</a:t>
            </a:r>
            <a:endParaRPr lang="ko-KR" altLang="en-US" sz="800" dirty="0" err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41" name="Table 1">
            <a:extLst>
              <a:ext uri="{FF2B5EF4-FFF2-40B4-BE49-F238E27FC236}">
                <a16:creationId xmlns:a16="http://schemas.microsoft.com/office/drawing/2014/main" id="{99094F1A-21EA-FACC-ECDB-C3C560B31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733247"/>
              </p:ext>
            </p:extLst>
          </p:nvPr>
        </p:nvGraphicFramePr>
        <p:xfrm>
          <a:off x="9687839" y="3114568"/>
          <a:ext cx="2420829" cy="2377440"/>
        </p:xfrm>
        <a:graphic>
          <a:graphicData uri="http://schemas.openxmlformats.org/drawingml/2006/table">
            <a:tbl>
              <a:tblPr/>
              <a:tblGrid>
                <a:gridCol w="65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8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툴팁</a:t>
                      </a:r>
                      <a:endParaRPr lang="en-US" sz="8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상태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서버가 판단한 현재 방송 상태입니다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송출 프로그램의 표시와 최대 몇 초 차이가 날 수 있어요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시간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이번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회차가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 시작된 뒤 지난 시간입니다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일시중단 구간도 포함합니다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동시 시청자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지금 이 방송을 보고 있는 동시 시청자 수입니다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중복 접속은 제외되었습니다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비트트레이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서버가 실제로 수신한 초당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데이터량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(kbps)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송출 프로그램이 보내는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설정값이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 아니라 도착한 값입니다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283811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해상도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수신한 영상 원본의 해상도입니다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시청자는 화질 단계에 따라 더 낮은 값으로 볼 수 있어요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79622"/>
                  </a:ext>
                </a:extLst>
              </a:tr>
            </a:tbl>
          </a:graphicData>
        </a:graphic>
      </p:graphicFrame>
      <p:sp>
        <p:nvSpPr>
          <p:cNvPr id="342" name="말풍선: 모서리가 둥근 사각형 341">
            <a:extLst>
              <a:ext uri="{FF2B5EF4-FFF2-40B4-BE49-F238E27FC236}">
                <a16:creationId xmlns:a16="http://schemas.microsoft.com/office/drawing/2014/main" id="{FE826CFA-DEAA-F6D1-6D2F-EF316047A3F7}"/>
              </a:ext>
            </a:extLst>
          </p:cNvPr>
          <p:cNvSpPr/>
          <p:nvPr/>
        </p:nvSpPr>
        <p:spPr>
          <a:xfrm>
            <a:off x="6344629" y="3452168"/>
            <a:ext cx="1296144" cy="615028"/>
          </a:xfrm>
          <a:prstGeom prst="wedgeRoundRectCallout">
            <a:avLst>
              <a:gd name="adj1" fmla="val -33904"/>
              <a:gd name="adj2" fmla="val -64647"/>
              <a:gd name="adj3" fmla="val 1666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</a:rPr>
              <a:t>수신한 영상 원본의 해상도입니다</a:t>
            </a:r>
            <a:r>
              <a:rPr lang="en-US" altLang="ko-KR" sz="800">
                <a:solidFill>
                  <a:schemeClr val="bg1"/>
                </a:solidFill>
              </a:rPr>
              <a:t>. </a:t>
            </a:r>
            <a:r>
              <a:rPr lang="ko-KR" altLang="en-US" sz="800">
                <a:solidFill>
                  <a:schemeClr val="bg1"/>
                </a:solidFill>
              </a:rPr>
              <a:t>시청자는 화질 단계에 따라 더 낮은 값으로 볼 수 있어요</a:t>
            </a:r>
            <a:r>
              <a:rPr lang="en-US" altLang="ko-KR" sz="800">
                <a:solidFill>
                  <a:schemeClr val="bg1"/>
                </a:solidFill>
              </a:rPr>
              <a:t>.</a:t>
            </a:r>
            <a:endParaRPr lang="en-US" altLang="ko-KR" sz="800" dirty="0">
              <a:solidFill>
                <a:schemeClr val="bg1"/>
              </a:solidFill>
            </a:endParaRPr>
          </a:p>
        </p:txBody>
      </p:sp>
      <p:sp>
        <p:nvSpPr>
          <p:cNvPr id="343" name="Shape 58">
            <a:extLst>
              <a:ext uri="{FF2B5EF4-FFF2-40B4-BE49-F238E27FC236}">
                <a16:creationId xmlns:a16="http://schemas.microsoft.com/office/drawing/2014/main" id="{53E4F838-F40E-6206-16D8-E88F217B22AD}"/>
              </a:ext>
            </a:extLst>
          </p:cNvPr>
          <p:cNvSpPr/>
          <p:nvPr/>
        </p:nvSpPr>
        <p:spPr>
          <a:xfrm>
            <a:off x="1946292" y="6328821"/>
            <a:ext cx="4870416" cy="285018"/>
          </a:xfrm>
          <a:prstGeom prst="roundRect">
            <a:avLst>
              <a:gd name="adj" fmla="val 19446"/>
            </a:avLst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ko-KR" altLang="en-US" sz="900" b="1">
                <a:solidFill>
                  <a:schemeClr val="bg1"/>
                </a:solidFill>
                <a:latin typeface="+mn-ea"/>
                <a:ea typeface="+mn-ea"/>
              </a:rPr>
              <a:t>저장하기</a:t>
            </a:r>
            <a:endParaRPr lang="ko-KR" altLang="en-US" sz="9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66397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F7B7068-BEAB-9013-733C-885BC7132C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상태별 화면 분기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5CF7BEC-6656-5632-70EE-D06BAFDDF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방송 관리 화면 분기</a:t>
            </a:r>
          </a:p>
        </p:txBody>
      </p:sp>
      <p:grpSp>
        <p:nvGrpSpPr>
          <p:cNvPr id="258" name="그룹 257">
            <a:extLst>
              <a:ext uri="{FF2B5EF4-FFF2-40B4-BE49-F238E27FC236}">
                <a16:creationId xmlns:a16="http://schemas.microsoft.com/office/drawing/2014/main" id="{5F9F5850-F594-D014-AF08-7A688CDD96FC}"/>
              </a:ext>
            </a:extLst>
          </p:cNvPr>
          <p:cNvGrpSpPr/>
          <p:nvPr/>
        </p:nvGrpSpPr>
        <p:grpSpPr>
          <a:xfrm>
            <a:off x="515380" y="1294521"/>
            <a:ext cx="3960440" cy="1876951"/>
            <a:chOff x="263352" y="944724"/>
            <a:chExt cx="3960440" cy="1876951"/>
          </a:xfrm>
        </p:grpSpPr>
        <p:sp>
          <p:nvSpPr>
            <p:cNvPr id="7" name="Shape 11">
              <a:extLst>
                <a:ext uri="{FF2B5EF4-FFF2-40B4-BE49-F238E27FC236}">
                  <a16:creationId xmlns:a16="http://schemas.microsoft.com/office/drawing/2014/main" id="{0B338B7B-98CE-A857-F600-3A773D005933}"/>
                </a:ext>
              </a:extLst>
            </p:cNvPr>
            <p:cNvSpPr/>
            <p:nvPr/>
          </p:nvSpPr>
          <p:spPr>
            <a:xfrm>
              <a:off x="263611" y="1105338"/>
              <a:ext cx="3960180" cy="1150164"/>
            </a:xfrm>
            <a:prstGeom prst="rect">
              <a:avLst/>
            </a:prstGeom>
            <a:solidFill>
              <a:srgbClr val="1A1D28"/>
            </a:solidFill>
            <a:ln/>
          </p:spPr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9A0FEBD4-8A6A-1186-980B-4D99E061E75E}"/>
                </a:ext>
              </a:extLst>
            </p:cNvPr>
            <p:cNvGrpSpPr/>
            <p:nvPr/>
          </p:nvGrpSpPr>
          <p:grpSpPr>
            <a:xfrm>
              <a:off x="460040" y="1354138"/>
              <a:ext cx="3547730" cy="735579"/>
              <a:chOff x="2187870" y="1774271"/>
              <a:chExt cx="4363165" cy="735579"/>
            </a:xfrm>
          </p:grpSpPr>
          <p:sp>
            <p:nvSpPr>
              <p:cNvPr id="9" name="Text 13">
                <a:extLst>
                  <a:ext uri="{FF2B5EF4-FFF2-40B4-BE49-F238E27FC236}">
                    <a16:creationId xmlns:a16="http://schemas.microsoft.com/office/drawing/2014/main" id="{E7E51E80-E488-E1C1-6A22-B4A95AC51CE1}"/>
                  </a:ext>
                </a:extLst>
              </p:cNvPr>
              <p:cNvSpPr txBox="1"/>
              <p:nvPr/>
            </p:nvSpPr>
            <p:spPr>
              <a:xfrm>
                <a:off x="2187870" y="1774271"/>
                <a:ext cx="4363165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fontAlgn="auto" latinLnBrk="0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ko-KR" altLang="en-US" b="1" dirty="0">
                    <a:solidFill>
                      <a:srgbClr val="FFFFFF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스트리밍 소프트웨어를</a:t>
                </a:r>
                <a:r>
                  <a:rPr kumimoji="0" lang="en-US" b="1" dirty="0">
                    <a:solidFill>
                      <a:srgbClr val="FFFFFF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 연결하면 방송이 시작됩니다</a:t>
                </a:r>
                <a:endParaRPr kumimoji="0" lang="en-US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0" name="Text 14">
                <a:extLst>
                  <a:ext uri="{FF2B5EF4-FFF2-40B4-BE49-F238E27FC236}">
                    <a16:creationId xmlns:a16="http://schemas.microsoft.com/office/drawing/2014/main" id="{B9986D1A-A9E4-F915-BE03-096556E787A8}"/>
                  </a:ext>
                </a:extLst>
              </p:cNvPr>
              <p:cNvSpPr txBox="1"/>
              <p:nvPr/>
            </p:nvSpPr>
            <p:spPr>
              <a:xfrm>
                <a:off x="2187871" y="2002362"/>
                <a:ext cx="4363163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fontAlgn="auto" latinLnBrk="0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sz="800" dirty="0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방송 시작 · </a:t>
                </a:r>
                <a:r>
                  <a:rPr kumimoji="0" lang="en-US" sz="800" dirty="0" err="1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종료는</a:t>
                </a:r>
                <a:r>
                  <a:rPr kumimoji="0" lang="en-US" sz="800" dirty="0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 </a:t>
                </a:r>
                <a:r>
                  <a:rPr kumimoji="0" lang="ko-KR" altLang="en-US" sz="800" dirty="0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스트리밍 소프트웨어</a:t>
                </a:r>
                <a:r>
                  <a:rPr kumimoji="0" lang="en-US" sz="800" dirty="0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(OBS 등)</a:t>
                </a:r>
                <a:r>
                  <a:rPr kumimoji="0" lang="en-US" sz="800" dirty="0" err="1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에서</a:t>
                </a:r>
                <a:r>
                  <a:rPr kumimoji="0" lang="en-US" sz="800" dirty="0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 </a:t>
                </a:r>
                <a:r>
                  <a:rPr kumimoji="0" lang="ko-KR" altLang="en-US" sz="800" dirty="0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가능</a:t>
                </a:r>
                <a:r>
                  <a:rPr kumimoji="0" lang="en-US" sz="800" dirty="0" err="1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합니다</a:t>
                </a:r>
                <a:endParaRPr kumimoji="0" lang="en-US" sz="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C8BF68EC-428C-93BF-1773-D19013C3DE90}"/>
                  </a:ext>
                </a:extLst>
              </p:cNvPr>
              <p:cNvGrpSpPr/>
              <p:nvPr/>
            </p:nvGrpSpPr>
            <p:grpSpPr>
              <a:xfrm>
                <a:off x="3821725" y="2298060"/>
                <a:ext cx="1095454" cy="211790"/>
                <a:chOff x="3821725" y="2497130"/>
                <a:chExt cx="1095454" cy="211790"/>
              </a:xfrm>
            </p:grpSpPr>
            <p:sp>
              <p:nvSpPr>
                <p:cNvPr id="12" name="Shape 15">
                  <a:extLst>
                    <a:ext uri="{FF2B5EF4-FFF2-40B4-BE49-F238E27FC236}">
                      <a16:creationId xmlns:a16="http://schemas.microsoft.com/office/drawing/2014/main" id="{F419E5F2-6486-EB7B-4381-E5F5BD39448E}"/>
                    </a:ext>
                  </a:extLst>
                </p:cNvPr>
                <p:cNvSpPr/>
                <p:nvPr/>
              </p:nvSpPr>
              <p:spPr>
                <a:xfrm>
                  <a:off x="3874061" y="2497130"/>
                  <a:ext cx="990782" cy="21179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/>
              </p:spPr>
            </p:sp>
            <p:sp>
              <p:nvSpPr>
                <p:cNvPr id="13" name="Text 16">
                  <a:extLst>
                    <a:ext uri="{FF2B5EF4-FFF2-40B4-BE49-F238E27FC236}">
                      <a16:creationId xmlns:a16="http://schemas.microsoft.com/office/drawing/2014/main" id="{C202059F-EFC3-5C9B-B086-E067743D7211}"/>
                    </a:ext>
                  </a:extLst>
                </p:cNvPr>
                <p:cNvSpPr txBox="1"/>
                <p:nvPr/>
              </p:nvSpPr>
              <p:spPr>
                <a:xfrm>
                  <a:off x="3821725" y="2506367"/>
                  <a:ext cx="1095454" cy="19331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 fontAlgn="auto" latinLnBrk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kumimoji="0" lang="ko-KR" altLang="en-US" sz="800" b="1" dirty="0">
                      <a:solidFill>
                        <a:srgbClr val="1B2A5B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스트림 </a:t>
                  </a:r>
                  <a:r>
                    <a:rPr kumimoji="0" lang="en-US" sz="800" b="1" dirty="0" err="1">
                      <a:solidFill>
                        <a:srgbClr val="1B2A5B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설정</a:t>
                  </a:r>
                  <a:r>
                    <a:rPr kumimoji="0" lang="en-US" sz="800" b="1" dirty="0">
                      <a:solidFill>
                        <a:srgbClr val="1B2A5B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 </a:t>
                  </a:r>
                  <a:r>
                    <a:rPr kumimoji="0" lang="ko-KR" altLang="en-US" sz="800" b="1" dirty="0">
                      <a:solidFill>
                        <a:srgbClr val="1B2A5B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안내</a:t>
                  </a:r>
                  <a:endParaRPr kumimoji="0" lang="en-US" sz="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</p:grpSp>
        <p:sp>
          <p:nvSpPr>
            <p:cNvPr id="14" name="Shape 28">
              <a:extLst>
                <a:ext uri="{FF2B5EF4-FFF2-40B4-BE49-F238E27FC236}">
                  <a16:creationId xmlns:a16="http://schemas.microsoft.com/office/drawing/2014/main" id="{EB5A21B6-6DA2-212D-9CDF-5F7E527CB44F}"/>
                </a:ext>
              </a:extLst>
            </p:cNvPr>
            <p:cNvSpPr/>
            <p:nvPr/>
          </p:nvSpPr>
          <p:spPr>
            <a:xfrm>
              <a:off x="263352" y="2290242"/>
              <a:ext cx="3960440" cy="531433"/>
            </a:xfrm>
            <a:prstGeom prst="roundRect">
              <a:avLst>
                <a:gd name="adj" fmla="val 4878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5" name="Text 31">
              <a:extLst>
                <a:ext uri="{FF2B5EF4-FFF2-40B4-BE49-F238E27FC236}">
                  <a16:creationId xmlns:a16="http://schemas.microsoft.com/office/drawing/2014/main" id="{887E7B35-2EDE-79EC-BCE6-FF5D69824382}"/>
                </a:ext>
              </a:extLst>
            </p:cNvPr>
            <p:cNvSpPr txBox="1"/>
            <p:nvPr/>
          </p:nvSpPr>
          <p:spPr>
            <a:xfrm>
              <a:off x="368997" y="2521222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Text 33">
              <a:extLst>
                <a:ext uri="{FF2B5EF4-FFF2-40B4-BE49-F238E27FC236}">
                  <a16:creationId xmlns:a16="http://schemas.microsoft.com/office/drawing/2014/main" id="{F8B8A795-BD60-1C80-95D2-910DBECF9738}"/>
                </a:ext>
              </a:extLst>
            </p:cNvPr>
            <p:cNvSpPr txBox="1"/>
            <p:nvPr/>
          </p:nvSpPr>
          <p:spPr>
            <a:xfrm>
              <a:off x="1132029" y="2521222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Text 35">
              <a:extLst>
                <a:ext uri="{FF2B5EF4-FFF2-40B4-BE49-F238E27FC236}">
                  <a16:creationId xmlns:a16="http://schemas.microsoft.com/office/drawing/2014/main" id="{C03578B9-58AE-671E-776D-F38B90A6E9CE}"/>
                </a:ext>
              </a:extLst>
            </p:cNvPr>
            <p:cNvSpPr txBox="1"/>
            <p:nvPr/>
          </p:nvSpPr>
          <p:spPr>
            <a:xfrm>
              <a:off x="1895061" y="2521222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Text 37">
              <a:extLst>
                <a:ext uri="{FF2B5EF4-FFF2-40B4-BE49-F238E27FC236}">
                  <a16:creationId xmlns:a16="http://schemas.microsoft.com/office/drawing/2014/main" id="{0A85EBBD-3618-486D-253C-3FD063288045}"/>
                </a:ext>
              </a:extLst>
            </p:cNvPr>
            <p:cNvSpPr txBox="1"/>
            <p:nvPr/>
          </p:nvSpPr>
          <p:spPr>
            <a:xfrm>
              <a:off x="3421126" y="2521222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9" name="Text 37">
              <a:extLst>
                <a:ext uri="{FF2B5EF4-FFF2-40B4-BE49-F238E27FC236}">
                  <a16:creationId xmlns:a16="http://schemas.microsoft.com/office/drawing/2014/main" id="{2FC21C4D-F7C2-8AA9-4EAC-CD7997AE3651}"/>
                </a:ext>
              </a:extLst>
            </p:cNvPr>
            <p:cNvSpPr txBox="1"/>
            <p:nvPr/>
          </p:nvSpPr>
          <p:spPr>
            <a:xfrm>
              <a:off x="2658093" y="2521222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Shape 11">
              <a:extLst>
                <a:ext uri="{FF2B5EF4-FFF2-40B4-BE49-F238E27FC236}">
                  <a16:creationId xmlns:a16="http://schemas.microsoft.com/office/drawing/2014/main" id="{F32A7A3D-98FA-7B21-76F9-A899C85ECBA8}"/>
                </a:ext>
              </a:extLst>
            </p:cNvPr>
            <p:cNvSpPr/>
            <p:nvPr/>
          </p:nvSpPr>
          <p:spPr>
            <a:xfrm>
              <a:off x="263611" y="944724"/>
              <a:ext cx="3960180" cy="177127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/>
          </p:spPr>
          <p:txBody>
            <a:bodyPr anchor="ctr"/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OFF AIR</a:t>
              </a:r>
              <a:endParaRPr lang="ko-KR" altLang="en-US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endParaRPr>
            </a:p>
          </p:txBody>
        </p:sp>
        <p:sp>
          <p:nvSpPr>
            <p:cNvPr id="21" name="Text 30">
              <a:extLst>
                <a:ext uri="{FF2B5EF4-FFF2-40B4-BE49-F238E27FC236}">
                  <a16:creationId xmlns:a16="http://schemas.microsoft.com/office/drawing/2014/main" id="{18F6655E-1B2B-6265-6604-FE159888A82D}"/>
                </a:ext>
              </a:extLst>
            </p:cNvPr>
            <p:cNvSpPr txBox="1"/>
            <p:nvPr/>
          </p:nvSpPr>
          <p:spPr>
            <a:xfrm>
              <a:off x="368997" y="2341769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900" dirty="0">
                  <a:solidFill>
                    <a:prstClr val="black"/>
                  </a:solidFill>
                  <a:latin typeface="+mn-ea"/>
                  <a:ea typeface="+mn-ea"/>
                </a:rPr>
                <a:t>상태</a:t>
              </a:r>
              <a:endParaRPr kumimoji="0" lang="en-US" sz="900" dirty="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22" name="Text 32">
              <a:extLst>
                <a:ext uri="{FF2B5EF4-FFF2-40B4-BE49-F238E27FC236}">
                  <a16:creationId xmlns:a16="http://schemas.microsoft.com/office/drawing/2014/main" id="{C2EBCC97-F5B6-5AD4-E8B7-FC5A0BDFCDEE}"/>
                </a:ext>
              </a:extLst>
            </p:cNvPr>
            <p:cNvSpPr txBox="1"/>
            <p:nvPr/>
          </p:nvSpPr>
          <p:spPr>
            <a:xfrm>
              <a:off x="1132029" y="2341769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방송 시간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itchFamily="50" charset="-127"/>
                <a:ea typeface="돋움" pitchFamily="50" charset="-127"/>
                <a:cs typeface="+mn-cs"/>
              </a:endParaRPr>
            </a:p>
          </p:txBody>
        </p:sp>
        <p:sp>
          <p:nvSpPr>
            <p:cNvPr id="23" name="Text 34">
              <a:extLst>
                <a:ext uri="{FF2B5EF4-FFF2-40B4-BE49-F238E27FC236}">
                  <a16:creationId xmlns:a16="http://schemas.microsoft.com/office/drawing/2014/main" id="{13D38118-FAB4-F261-4ED2-3F53176A03DC}"/>
                </a:ext>
              </a:extLst>
            </p:cNvPr>
            <p:cNvSpPr txBox="1"/>
            <p:nvPr/>
          </p:nvSpPr>
          <p:spPr>
            <a:xfrm>
              <a:off x="1895061" y="2341769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동시 시청자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돋움" pitchFamily="50" charset="-127"/>
                <a:cs typeface="+mn-cs"/>
              </a:endParaRPr>
            </a:p>
          </p:txBody>
        </p:sp>
        <p:sp>
          <p:nvSpPr>
            <p:cNvPr id="24" name="Text 36">
              <a:extLst>
                <a:ext uri="{FF2B5EF4-FFF2-40B4-BE49-F238E27FC236}">
                  <a16:creationId xmlns:a16="http://schemas.microsoft.com/office/drawing/2014/main" id="{A2E3BF98-3CBA-433E-679C-A06F5A34E9D3}"/>
                </a:ext>
              </a:extLst>
            </p:cNvPr>
            <p:cNvSpPr txBox="1"/>
            <p:nvPr/>
          </p:nvSpPr>
          <p:spPr>
            <a:xfrm>
              <a:off x="3421126" y="2341769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900" dirty="0"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해상도</a:t>
              </a:r>
              <a:endParaRPr kumimoji="0" lang="en-US" sz="900" dirty="0">
                <a:latin typeface="Calibri" panose="020F0502020204030204"/>
              </a:endParaRPr>
            </a:p>
          </p:txBody>
        </p:sp>
        <p:sp>
          <p:nvSpPr>
            <p:cNvPr id="25" name="Text 36">
              <a:extLst>
                <a:ext uri="{FF2B5EF4-FFF2-40B4-BE49-F238E27FC236}">
                  <a16:creationId xmlns:a16="http://schemas.microsoft.com/office/drawing/2014/main" id="{284B8B7C-7DAA-CDE1-C077-8094DB0FB2FD}"/>
                </a:ext>
              </a:extLst>
            </p:cNvPr>
            <p:cNvSpPr txBox="1"/>
            <p:nvPr/>
          </p:nvSpPr>
          <p:spPr>
            <a:xfrm>
              <a:off x="2658093" y="2341769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900" dirty="0" err="1"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비트트레이</a:t>
              </a:r>
              <a:endParaRPr kumimoji="0" lang="en-US" sz="900" dirty="0">
                <a:latin typeface="Calibri" panose="020F0502020204030204"/>
              </a:endParaRPr>
            </a:p>
          </p:txBody>
        </p:sp>
      </p:grpSp>
      <p:sp>
        <p:nvSpPr>
          <p:cNvPr id="30" name="Shape 11">
            <a:extLst>
              <a:ext uri="{FF2B5EF4-FFF2-40B4-BE49-F238E27FC236}">
                <a16:creationId xmlns:a16="http://schemas.microsoft.com/office/drawing/2014/main" id="{4F7344EC-9132-5966-5F40-E4E76FCD3EE9}"/>
              </a:ext>
            </a:extLst>
          </p:cNvPr>
          <p:cNvSpPr/>
          <p:nvPr/>
        </p:nvSpPr>
        <p:spPr>
          <a:xfrm>
            <a:off x="515638" y="3775134"/>
            <a:ext cx="3960180" cy="1150164"/>
          </a:xfrm>
          <a:prstGeom prst="rect">
            <a:avLst/>
          </a:prstGeom>
          <a:solidFill>
            <a:srgbClr val="1A1D28"/>
          </a:solidFill>
          <a:ln/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bg1"/>
                </a:solidFill>
                <a:latin typeface="+mn-ea"/>
                <a:ea typeface="+mn-ea"/>
              </a:rPr>
              <a:t>오프라인 상태입니다</a:t>
            </a:r>
            <a:r>
              <a:rPr lang="en-US" altLang="ko-KR" b="1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bg1"/>
                </a:solidFill>
                <a:latin typeface="+mn-ea"/>
                <a:ea typeface="+mn-ea"/>
              </a:rPr>
              <a:t>인터넷 </a:t>
            </a:r>
            <a:r>
              <a:rPr lang="ko-KR" altLang="en-US" b="1" dirty="0" err="1">
                <a:solidFill>
                  <a:schemeClr val="bg1"/>
                </a:solidFill>
                <a:latin typeface="+mn-ea"/>
                <a:ea typeface="+mn-ea"/>
              </a:rPr>
              <a:t>연결를</a:t>
            </a:r>
            <a:r>
              <a:rPr lang="ko-KR" altLang="en-US" b="1" dirty="0">
                <a:solidFill>
                  <a:schemeClr val="bg1"/>
                </a:solidFill>
                <a:latin typeface="+mn-ea"/>
                <a:ea typeface="+mn-ea"/>
              </a:rPr>
              <a:t> 확인하고 다시 시도해 보세요</a:t>
            </a:r>
            <a:r>
              <a:rPr lang="en-US" altLang="ko-KR" b="1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94F5D55A-39FA-FBE7-FAF4-C6C4086DB79A}"/>
              </a:ext>
            </a:extLst>
          </p:cNvPr>
          <p:cNvSpPr/>
          <p:nvPr/>
        </p:nvSpPr>
        <p:spPr>
          <a:xfrm>
            <a:off x="515638" y="3614520"/>
            <a:ext cx="3960180" cy="177127"/>
          </a:xfrm>
          <a:prstGeom prst="rect">
            <a:avLst/>
          </a:prstGeom>
          <a:solidFill>
            <a:srgbClr val="C00000"/>
          </a:solidFill>
          <a:ln/>
        </p:spPr>
        <p:txBody>
          <a:bodyPr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 AIR</a:t>
            </a:r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D205B316-774A-6BE3-5951-9FCF9E7B99F5}"/>
              </a:ext>
            </a:extLst>
          </p:cNvPr>
          <p:cNvSpPr/>
          <p:nvPr/>
        </p:nvSpPr>
        <p:spPr>
          <a:xfrm>
            <a:off x="4950450" y="1455135"/>
            <a:ext cx="3960178" cy="1144354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51" name="Shape 28">
            <a:extLst>
              <a:ext uri="{FF2B5EF4-FFF2-40B4-BE49-F238E27FC236}">
                <a16:creationId xmlns:a16="http://schemas.microsoft.com/office/drawing/2014/main" id="{57255F96-4BFB-FDFE-3DDB-2899964E1315}"/>
              </a:ext>
            </a:extLst>
          </p:cNvPr>
          <p:cNvSpPr/>
          <p:nvPr/>
        </p:nvSpPr>
        <p:spPr>
          <a:xfrm>
            <a:off x="4950452" y="2634228"/>
            <a:ext cx="3960178" cy="531433"/>
          </a:xfrm>
          <a:prstGeom prst="roundRect">
            <a:avLst>
              <a:gd name="adj" fmla="val 487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2" name="Text 30">
            <a:extLst>
              <a:ext uri="{FF2B5EF4-FFF2-40B4-BE49-F238E27FC236}">
                <a16:creationId xmlns:a16="http://schemas.microsoft.com/office/drawing/2014/main" id="{02FE4050-80E5-B92C-1A1F-16B0F6CE93A7}"/>
              </a:ext>
            </a:extLst>
          </p:cNvPr>
          <p:cNvSpPr txBox="1"/>
          <p:nvPr/>
        </p:nvSpPr>
        <p:spPr>
          <a:xfrm>
            <a:off x="5056090" y="268575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solidFill>
                  <a:prstClr val="black"/>
                </a:solidFill>
                <a:latin typeface="+mn-ea"/>
                <a:ea typeface="+mn-ea"/>
              </a:rPr>
              <a:t>상태</a:t>
            </a:r>
            <a:endParaRPr kumimoji="0" lang="en-US" sz="9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53" name="Text 31">
            <a:extLst>
              <a:ext uri="{FF2B5EF4-FFF2-40B4-BE49-F238E27FC236}">
                <a16:creationId xmlns:a16="http://schemas.microsoft.com/office/drawing/2014/main" id="{2E0F0CDF-28BD-C039-98F7-EF02ED8716ED}"/>
              </a:ext>
            </a:extLst>
          </p:cNvPr>
          <p:cNvSpPr txBox="1"/>
          <p:nvPr/>
        </p:nvSpPr>
        <p:spPr>
          <a:xfrm>
            <a:off x="5056090" y="2865208"/>
            <a:ext cx="68517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i="0">
                <a:solidFill>
                  <a:schemeClr val="accent4">
                    <a:lumMod val="75000"/>
                  </a:schemeClr>
                </a:solidFill>
                <a:effectLst/>
                <a:latin typeface="+mn-ea"/>
                <a:ea typeface="+mn-ea"/>
              </a:rPr>
              <a:t>양호</a:t>
            </a:r>
            <a:endParaRPr kumimoji="0" lang="en-US" sz="600" dirty="0">
              <a:solidFill>
                <a:schemeClr val="accent4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4" name="Text 32">
            <a:extLst>
              <a:ext uri="{FF2B5EF4-FFF2-40B4-BE49-F238E27FC236}">
                <a16:creationId xmlns:a16="http://schemas.microsoft.com/office/drawing/2014/main" id="{446F0CE7-3E69-0278-71E0-5B585E1AF3DA}"/>
              </a:ext>
            </a:extLst>
          </p:cNvPr>
          <p:cNvSpPr txBox="1"/>
          <p:nvPr/>
        </p:nvSpPr>
        <p:spPr>
          <a:xfrm>
            <a:off x="5819072" y="268575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방송 시간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itchFamily="50" charset="-127"/>
              <a:ea typeface="돋움" pitchFamily="50" charset="-127"/>
              <a:cs typeface="+mn-cs"/>
            </a:endParaRPr>
          </a:p>
        </p:txBody>
      </p:sp>
      <p:sp>
        <p:nvSpPr>
          <p:cNvPr id="55" name="Text 33">
            <a:extLst>
              <a:ext uri="{FF2B5EF4-FFF2-40B4-BE49-F238E27FC236}">
                <a16:creationId xmlns:a16="http://schemas.microsoft.com/office/drawing/2014/main" id="{52B1DA35-6AC2-72E8-BD18-9D022A9750B0}"/>
              </a:ext>
            </a:extLst>
          </p:cNvPr>
          <p:cNvSpPr txBox="1"/>
          <p:nvPr/>
        </p:nvSpPr>
        <p:spPr>
          <a:xfrm>
            <a:off x="5741261" y="2865208"/>
            <a:ext cx="840792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00:01:11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돋움" pitchFamily="50" charset="-127"/>
              <a:cs typeface="+mn-cs"/>
            </a:endParaRPr>
          </a:p>
        </p:txBody>
      </p:sp>
      <p:sp>
        <p:nvSpPr>
          <p:cNvPr id="56" name="Text 34">
            <a:extLst>
              <a:ext uri="{FF2B5EF4-FFF2-40B4-BE49-F238E27FC236}">
                <a16:creationId xmlns:a16="http://schemas.microsoft.com/office/drawing/2014/main" id="{2B973F36-2F11-E4E0-4D6A-8E7FCDC66DA9}"/>
              </a:ext>
            </a:extLst>
          </p:cNvPr>
          <p:cNvSpPr txBox="1"/>
          <p:nvPr/>
        </p:nvSpPr>
        <p:spPr>
          <a:xfrm>
            <a:off x="6582053" y="268575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시청자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돋움" pitchFamily="50" charset="-127"/>
              <a:cs typeface="+mn-cs"/>
            </a:endParaRPr>
          </a:p>
        </p:txBody>
      </p:sp>
      <p:sp>
        <p:nvSpPr>
          <p:cNvPr id="57" name="Text 35">
            <a:extLst>
              <a:ext uri="{FF2B5EF4-FFF2-40B4-BE49-F238E27FC236}">
                <a16:creationId xmlns:a16="http://schemas.microsoft.com/office/drawing/2014/main" id="{C6AF1197-D7C9-021D-10FE-857A8F433695}"/>
              </a:ext>
            </a:extLst>
          </p:cNvPr>
          <p:cNvSpPr txBox="1"/>
          <p:nvPr/>
        </p:nvSpPr>
        <p:spPr>
          <a:xfrm>
            <a:off x="6582053" y="2865208"/>
            <a:ext cx="68517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000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36">
            <a:extLst>
              <a:ext uri="{FF2B5EF4-FFF2-40B4-BE49-F238E27FC236}">
                <a16:creationId xmlns:a16="http://schemas.microsoft.com/office/drawing/2014/main" id="{D5DC4986-A8B7-F9FB-3624-DC98E2D3D450}"/>
              </a:ext>
            </a:extLst>
          </p:cNvPr>
          <p:cNvSpPr txBox="1"/>
          <p:nvPr/>
        </p:nvSpPr>
        <p:spPr>
          <a:xfrm>
            <a:off x="8108017" y="268575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59" name="Text 37">
            <a:extLst>
              <a:ext uri="{FF2B5EF4-FFF2-40B4-BE49-F238E27FC236}">
                <a16:creationId xmlns:a16="http://schemas.microsoft.com/office/drawing/2014/main" id="{5AC93237-6A7B-C9F0-2F13-2E0AB5E67A18}"/>
              </a:ext>
            </a:extLst>
          </p:cNvPr>
          <p:cNvSpPr txBox="1"/>
          <p:nvPr/>
        </p:nvSpPr>
        <p:spPr>
          <a:xfrm>
            <a:off x="8108017" y="2865208"/>
            <a:ext cx="68517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1080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36">
            <a:extLst>
              <a:ext uri="{FF2B5EF4-FFF2-40B4-BE49-F238E27FC236}">
                <a16:creationId xmlns:a16="http://schemas.microsoft.com/office/drawing/2014/main" id="{7A9C8064-B62D-3B49-096A-2299CA71A14A}"/>
              </a:ext>
            </a:extLst>
          </p:cNvPr>
          <p:cNvSpPr txBox="1"/>
          <p:nvPr/>
        </p:nvSpPr>
        <p:spPr>
          <a:xfrm>
            <a:off x="7345035" y="268575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비트트레이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61" name="Text 37">
            <a:extLst>
              <a:ext uri="{FF2B5EF4-FFF2-40B4-BE49-F238E27FC236}">
                <a16:creationId xmlns:a16="http://schemas.microsoft.com/office/drawing/2014/main" id="{04B3BCE5-4ABC-C79F-DA23-5E0350D678DB}"/>
              </a:ext>
            </a:extLst>
          </p:cNvPr>
          <p:cNvSpPr txBox="1"/>
          <p:nvPr/>
        </p:nvSpPr>
        <p:spPr>
          <a:xfrm>
            <a:off x="7345035" y="2865208"/>
            <a:ext cx="68517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6000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Shape 11">
            <a:extLst>
              <a:ext uri="{FF2B5EF4-FFF2-40B4-BE49-F238E27FC236}">
                <a16:creationId xmlns:a16="http://schemas.microsoft.com/office/drawing/2014/main" id="{D0392BCD-11DD-B76C-6F79-F8C6860AEEB2}"/>
              </a:ext>
            </a:extLst>
          </p:cNvPr>
          <p:cNvSpPr/>
          <p:nvPr/>
        </p:nvSpPr>
        <p:spPr>
          <a:xfrm>
            <a:off x="4950711" y="1294521"/>
            <a:ext cx="3959918" cy="177127"/>
          </a:xfrm>
          <a:prstGeom prst="rect">
            <a:avLst/>
          </a:prstGeom>
          <a:solidFill>
            <a:srgbClr val="C00000"/>
          </a:solidFill>
          <a:ln/>
        </p:spPr>
        <p:txBody>
          <a:bodyPr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ON AIR</a:t>
            </a:r>
            <a:endParaRPr lang="ko-KR" altLang="en-US" sz="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80ED3AC3-DBC8-0CAE-54EE-8455192FB2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3" t="20839" r="1523" b="27218"/>
          <a:stretch>
            <a:fillRect/>
          </a:stretch>
        </p:blipFill>
        <p:spPr>
          <a:xfrm>
            <a:off x="4961256" y="1485804"/>
            <a:ext cx="3947332" cy="1113684"/>
          </a:xfrm>
          <a:prstGeom prst="rect">
            <a:avLst/>
          </a:prstGeom>
        </p:spPr>
      </p:pic>
      <p:sp>
        <p:nvSpPr>
          <p:cNvPr id="261" name="타원 129">
            <a:extLst>
              <a:ext uri="{FF2B5EF4-FFF2-40B4-BE49-F238E27FC236}">
                <a16:creationId xmlns:a16="http://schemas.microsoft.com/office/drawing/2014/main" id="{5E931EA4-F270-3BE5-3281-00A926EF9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736" y="1080934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2" name="타원 129">
            <a:extLst>
              <a:ext uri="{FF2B5EF4-FFF2-40B4-BE49-F238E27FC236}">
                <a16:creationId xmlns:a16="http://schemas.microsoft.com/office/drawing/2014/main" id="{A4165A20-8405-9F80-15C1-23377D2FC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0805" y="1062608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3" name="타원 129">
            <a:extLst>
              <a:ext uri="{FF2B5EF4-FFF2-40B4-BE49-F238E27FC236}">
                <a16:creationId xmlns:a16="http://schemas.microsoft.com/office/drawing/2014/main" id="{9F59E280-C065-02D0-7640-D9A1F7FBA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735" y="3383586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2349592F-FCB9-F647-311C-5AE4A5FACD06}"/>
              </a:ext>
            </a:extLst>
          </p:cNvPr>
          <p:cNvSpPr txBox="1"/>
          <p:nvPr/>
        </p:nvSpPr>
        <p:spPr>
          <a:xfrm>
            <a:off x="731404" y="1042493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오프라인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B7846F98-408B-DD36-1EC3-06D9932991E5}"/>
              </a:ext>
            </a:extLst>
          </p:cNvPr>
          <p:cNvSpPr txBox="1"/>
          <p:nvPr/>
        </p:nvSpPr>
        <p:spPr>
          <a:xfrm>
            <a:off x="5137294" y="104249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라이브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3F484B62-51DF-1DD3-69FE-932C66966422}"/>
              </a:ext>
            </a:extLst>
          </p:cNvPr>
          <p:cNvSpPr txBox="1"/>
          <p:nvPr/>
        </p:nvSpPr>
        <p:spPr>
          <a:xfrm>
            <a:off x="731404" y="3356992"/>
            <a:ext cx="17748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중 네트워크 끊긴 상태</a:t>
            </a:r>
          </a:p>
        </p:txBody>
      </p:sp>
      <p:grpSp>
        <p:nvGrpSpPr>
          <p:cNvPr id="272" name="그룹 271">
            <a:extLst>
              <a:ext uri="{FF2B5EF4-FFF2-40B4-BE49-F238E27FC236}">
                <a16:creationId xmlns:a16="http://schemas.microsoft.com/office/drawing/2014/main" id="{A91C06A3-9B40-D74D-E75D-37AB944F5461}"/>
              </a:ext>
            </a:extLst>
          </p:cNvPr>
          <p:cNvGrpSpPr/>
          <p:nvPr/>
        </p:nvGrpSpPr>
        <p:grpSpPr>
          <a:xfrm>
            <a:off x="4951467" y="3614520"/>
            <a:ext cx="3960440" cy="1876951"/>
            <a:chOff x="263352" y="4792409"/>
            <a:chExt cx="3960440" cy="1876951"/>
          </a:xfrm>
        </p:grpSpPr>
        <p:sp>
          <p:nvSpPr>
            <p:cNvPr id="273" name="Shape 11">
              <a:extLst>
                <a:ext uri="{FF2B5EF4-FFF2-40B4-BE49-F238E27FC236}">
                  <a16:creationId xmlns:a16="http://schemas.microsoft.com/office/drawing/2014/main" id="{2C1F815C-8062-8632-2008-7B54E45BBDB6}"/>
                </a:ext>
              </a:extLst>
            </p:cNvPr>
            <p:cNvSpPr/>
            <p:nvPr/>
          </p:nvSpPr>
          <p:spPr>
            <a:xfrm>
              <a:off x="263611" y="4953023"/>
              <a:ext cx="3960180" cy="1150164"/>
            </a:xfrm>
            <a:prstGeom prst="rect">
              <a:avLst/>
            </a:prstGeom>
            <a:solidFill>
              <a:srgbClr val="1A1D28"/>
            </a:solidFill>
            <a:ln/>
          </p:spPr>
          <p:txBody>
            <a:bodyPr anchor="ctr"/>
            <a:lstStyle/>
            <a:p>
              <a:pPr algn="ctr"/>
              <a:r>
                <a:rPr lang="en-US" altLang="ko-KR" sz="800" dirty="0" err="1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채널</a:t>
              </a:r>
              <a:r>
                <a:rPr lang="en-US" altLang="ko-KR" sz="800" dirty="0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sz="800" dirty="0" err="1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정지</a:t>
              </a:r>
              <a:r>
                <a:rPr lang="en-US" altLang="ko-KR" sz="800" dirty="0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sz="800" dirty="0" err="1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중에는</a:t>
              </a:r>
              <a:r>
                <a:rPr lang="en-US" altLang="ko-KR" sz="800" dirty="0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sz="800" dirty="0" err="1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사용할</a:t>
              </a:r>
              <a:r>
                <a:rPr lang="en-US" altLang="ko-KR" sz="800" dirty="0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수 </a:t>
              </a:r>
              <a:r>
                <a:rPr lang="en-US" altLang="ko-KR" sz="800" dirty="0" err="1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없습니다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274" name="Shape 28">
              <a:extLst>
                <a:ext uri="{FF2B5EF4-FFF2-40B4-BE49-F238E27FC236}">
                  <a16:creationId xmlns:a16="http://schemas.microsoft.com/office/drawing/2014/main" id="{4D2D2958-7674-EB84-6567-03A756BE24E7}"/>
                </a:ext>
              </a:extLst>
            </p:cNvPr>
            <p:cNvSpPr/>
            <p:nvPr/>
          </p:nvSpPr>
          <p:spPr>
            <a:xfrm>
              <a:off x="263352" y="6137927"/>
              <a:ext cx="3960440" cy="531433"/>
            </a:xfrm>
            <a:prstGeom prst="roundRect">
              <a:avLst>
                <a:gd name="adj" fmla="val 4878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75" name="Text 31">
              <a:extLst>
                <a:ext uri="{FF2B5EF4-FFF2-40B4-BE49-F238E27FC236}">
                  <a16:creationId xmlns:a16="http://schemas.microsoft.com/office/drawing/2014/main" id="{97F9F158-E304-46F8-28BE-67EDE80875EB}"/>
                </a:ext>
              </a:extLst>
            </p:cNvPr>
            <p:cNvSpPr txBox="1"/>
            <p:nvPr/>
          </p:nvSpPr>
          <p:spPr>
            <a:xfrm>
              <a:off x="368997" y="6368907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76" name="Text 33">
              <a:extLst>
                <a:ext uri="{FF2B5EF4-FFF2-40B4-BE49-F238E27FC236}">
                  <a16:creationId xmlns:a16="http://schemas.microsoft.com/office/drawing/2014/main" id="{859622D6-E4F9-8AC0-AF76-539BB199C6F3}"/>
                </a:ext>
              </a:extLst>
            </p:cNvPr>
            <p:cNvSpPr txBox="1"/>
            <p:nvPr/>
          </p:nvSpPr>
          <p:spPr>
            <a:xfrm>
              <a:off x="1132029" y="6368907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77" name="Text 35">
              <a:extLst>
                <a:ext uri="{FF2B5EF4-FFF2-40B4-BE49-F238E27FC236}">
                  <a16:creationId xmlns:a16="http://schemas.microsoft.com/office/drawing/2014/main" id="{C5FF9171-10C5-8925-30F6-CF1753AAEE75}"/>
                </a:ext>
              </a:extLst>
            </p:cNvPr>
            <p:cNvSpPr txBox="1"/>
            <p:nvPr/>
          </p:nvSpPr>
          <p:spPr>
            <a:xfrm>
              <a:off x="1895061" y="6368907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78" name="Text 37">
              <a:extLst>
                <a:ext uri="{FF2B5EF4-FFF2-40B4-BE49-F238E27FC236}">
                  <a16:creationId xmlns:a16="http://schemas.microsoft.com/office/drawing/2014/main" id="{E1EF5D00-E5B9-827B-9248-54085C5CCF6C}"/>
                </a:ext>
              </a:extLst>
            </p:cNvPr>
            <p:cNvSpPr txBox="1"/>
            <p:nvPr/>
          </p:nvSpPr>
          <p:spPr>
            <a:xfrm>
              <a:off x="3421126" y="6368907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79" name="Text 37">
              <a:extLst>
                <a:ext uri="{FF2B5EF4-FFF2-40B4-BE49-F238E27FC236}">
                  <a16:creationId xmlns:a16="http://schemas.microsoft.com/office/drawing/2014/main" id="{E8CCA069-E3EA-EEA4-07CE-D7C938E2F446}"/>
                </a:ext>
              </a:extLst>
            </p:cNvPr>
            <p:cNvSpPr txBox="1"/>
            <p:nvPr/>
          </p:nvSpPr>
          <p:spPr>
            <a:xfrm>
              <a:off x="2658093" y="6368907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80" name="Shape 11">
              <a:extLst>
                <a:ext uri="{FF2B5EF4-FFF2-40B4-BE49-F238E27FC236}">
                  <a16:creationId xmlns:a16="http://schemas.microsoft.com/office/drawing/2014/main" id="{F831960C-0E99-0D8B-0623-50AB900334C5}"/>
                </a:ext>
              </a:extLst>
            </p:cNvPr>
            <p:cNvSpPr/>
            <p:nvPr/>
          </p:nvSpPr>
          <p:spPr>
            <a:xfrm>
              <a:off x="263611" y="4792409"/>
              <a:ext cx="3960180" cy="177127"/>
            </a:xfrm>
            <a:prstGeom prst="rect">
              <a:avLst/>
            </a:prstGeom>
            <a:solidFill>
              <a:srgbClr val="FFF4E5"/>
            </a:solidFill>
            <a:ln/>
          </p:spPr>
          <p:txBody>
            <a:bodyPr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800" b="1" dirty="0">
                  <a:solidFill>
                    <a:srgbClr val="9A5B0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⚠ </a:t>
              </a:r>
              <a:r>
                <a:rPr lang="en-US" altLang="ko-KR" sz="800" b="1" dirty="0" err="1">
                  <a:solidFill>
                    <a:srgbClr val="9A5B0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채널이</a:t>
              </a:r>
              <a:r>
                <a:rPr lang="en-US" altLang="ko-KR" sz="800" b="1" dirty="0">
                  <a:solidFill>
                    <a:srgbClr val="9A5B0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sz="800" b="1" dirty="0" err="1">
                  <a:solidFill>
                    <a:srgbClr val="9A5B0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정지되었습니다</a:t>
              </a:r>
              <a:r>
                <a:rPr lang="en-US" altLang="ko-KR" sz="800" b="1" dirty="0">
                  <a:solidFill>
                    <a:srgbClr val="9A5B0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</a:p>
          </p:txBody>
        </p:sp>
        <p:sp>
          <p:nvSpPr>
            <p:cNvPr id="281" name="Text 30">
              <a:extLst>
                <a:ext uri="{FF2B5EF4-FFF2-40B4-BE49-F238E27FC236}">
                  <a16:creationId xmlns:a16="http://schemas.microsoft.com/office/drawing/2014/main" id="{F1647A7A-F7CC-4F8D-B38E-AFD73F382F9B}"/>
                </a:ext>
              </a:extLst>
            </p:cNvPr>
            <p:cNvSpPr txBox="1"/>
            <p:nvPr/>
          </p:nvSpPr>
          <p:spPr>
            <a:xfrm>
              <a:off x="368997" y="6189454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900" dirty="0">
                  <a:solidFill>
                    <a:prstClr val="black"/>
                  </a:solidFill>
                  <a:latin typeface="+mn-ea"/>
                  <a:ea typeface="+mn-ea"/>
                </a:rPr>
                <a:t>상태</a:t>
              </a:r>
              <a:endParaRPr kumimoji="0" lang="en-US" sz="900" dirty="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282" name="Text 32">
              <a:extLst>
                <a:ext uri="{FF2B5EF4-FFF2-40B4-BE49-F238E27FC236}">
                  <a16:creationId xmlns:a16="http://schemas.microsoft.com/office/drawing/2014/main" id="{B3147600-387F-6DCD-38B6-A6BC033D87C2}"/>
                </a:ext>
              </a:extLst>
            </p:cNvPr>
            <p:cNvSpPr txBox="1"/>
            <p:nvPr/>
          </p:nvSpPr>
          <p:spPr>
            <a:xfrm>
              <a:off x="1132029" y="6189454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방송 시간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itchFamily="50" charset="-127"/>
                <a:ea typeface="돋움" pitchFamily="50" charset="-127"/>
                <a:cs typeface="+mn-cs"/>
              </a:endParaRPr>
            </a:p>
          </p:txBody>
        </p:sp>
        <p:sp>
          <p:nvSpPr>
            <p:cNvPr id="283" name="Text 34">
              <a:extLst>
                <a:ext uri="{FF2B5EF4-FFF2-40B4-BE49-F238E27FC236}">
                  <a16:creationId xmlns:a16="http://schemas.microsoft.com/office/drawing/2014/main" id="{4AD65A9D-C796-691E-287C-2F5F21A825FE}"/>
                </a:ext>
              </a:extLst>
            </p:cNvPr>
            <p:cNvSpPr txBox="1"/>
            <p:nvPr/>
          </p:nvSpPr>
          <p:spPr>
            <a:xfrm>
              <a:off x="1895061" y="6189454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동시 시청자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돋움" pitchFamily="50" charset="-127"/>
                <a:cs typeface="+mn-cs"/>
              </a:endParaRPr>
            </a:p>
          </p:txBody>
        </p:sp>
        <p:sp>
          <p:nvSpPr>
            <p:cNvPr id="284" name="Text 36">
              <a:extLst>
                <a:ext uri="{FF2B5EF4-FFF2-40B4-BE49-F238E27FC236}">
                  <a16:creationId xmlns:a16="http://schemas.microsoft.com/office/drawing/2014/main" id="{FF8C0A2D-3355-DA52-5CF1-7D61C0D6FA25}"/>
                </a:ext>
              </a:extLst>
            </p:cNvPr>
            <p:cNvSpPr txBox="1"/>
            <p:nvPr/>
          </p:nvSpPr>
          <p:spPr>
            <a:xfrm>
              <a:off x="3421126" y="6189454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900" dirty="0"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해상도</a:t>
              </a:r>
              <a:endParaRPr kumimoji="0" lang="en-US" sz="900" dirty="0">
                <a:latin typeface="Calibri" panose="020F0502020204030204"/>
              </a:endParaRPr>
            </a:p>
          </p:txBody>
        </p:sp>
        <p:sp>
          <p:nvSpPr>
            <p:cNvPr id="285" name="Text 36">
              <a:extLst>
                <a:ext uri="{FF2B5EF4-FFF2-40B4-BE49-F238E27FC236}">
                  <a16:creationId xmlns:a16="http://schemas.microsoft.com/office/drawing/2014/main" id="{4BD6A1A2-17B6-949E-8C41-EAB7F6FEAFAD}"/>
                </a:ext>
              </a:extLst>
            </p:cNvPr>
            <p:cNvSpPr txBox="1"/>
            <p:nvPr/>
          </p:nvSpPr>
          <p:spPr>
            <a:xfrm>
              <a:off x="2658093" y="6189454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900" dirty="0" err="1"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비트트레이</a:t>
              </a:r>
              <a:endParaRPr kumimoji="0" lang="en-US" sz="900" dirty="0">
                <a:latin typeface="Calibri" panose="020F0502020204030204"/>
              </a:endParaRPr>
            </a:p>
          </p:txBody>
        </p:sp>
      </p:grpSp>
      <p:sp>
        <p:nvSpPr>
          <p:cNvPr id="286" name="타원 129">
            <a:extLst>
              <a:ext uri="{FF2B5EF4-FFF2-40B4-BE49-F238E27FC236}">
                <a16:creationId xmlns:a16="http://schemas.microsoft.com/office/drawing/2014/main" id="{51CDD9E2-B107-9E37-D4DF-125803D5D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1823" y="3383586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13707137-147A-26A5-B08C-0361DB337193}"/>
              </a:ext>
            </a:extLst>
          </p:cNvPr>
          <p:cNvSpPr txBox="1"/>
          <p:nvPr/>
        </p:nvSpPr>
        <p:spPr>
          <a:xfrm>
            <a:off x="5167492" y="3356992"/>
            <a:ext cx="7425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제재 상태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8" name="Shape 28">
            <a:extLst>
              <a:ext uri="{FF2B5EF4-FFF2-40B4-BE49-F238E27FC236}">
                <a16:creationId xmlns:a16="http://schemas.microsoft.com/office/drawing/2014/main" id="{F1CF82F7-85FC-D0E6-1FF3-E4FD309055FB}"/>
              </a:ext>
            </a:extLst>
          </p:cNvPr>
          <p:cNvSpPr/>
          <p:nvPr/>
        </p:nvSpPr>
        <p:spPr>
          <a:xfrm>
            <a:off x="515640" y="4960038"/>
            <a:ext cx="3960178" cy="531433"/>
          </a:xfrm>
          <a:prstGeom prst="roundRect">
            <a:avLst>
              <a:gd name="adj" fmla="val 487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89" name="Text 30">
            <a:extLst>
              <a:ext uri="{FF2B5EF4-FFF2-40B4-BE49-F238E27FC236}">
                <a16:creationId xmlns:a16="http://schemas.microsoft.com/office/drawing/2014/main" id="{9C6324EF-AD9E-D721-B133-1ED919898711}"/>
              </a:ext>
            </a:extLst>
          </p:cNvPr>
          <p:cNvSpPr txBox="1"/>
          <p:nvPr/>
        </p:nvSpPr>
        <p:spPr>
          <a:xfrm>
            <a:off x="621278" y="501156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solidFill>
                  <a:prstClr val="black"/>
                </a:solidFill>
                <a:latin typeface="+mn-ea"/>
                <a:ea typeface="+mn-ea"/>
              </a:rPr>
              <a:t>상태</a:t>
            </a:r>
            <a:endParaRPr kumimoji="0" lang="en-US" sz="9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290" name="Text 31">
            <a:extLst>
              <a:ext uri="{FF2B5EF4-FFF2-40B4-BE49-F238E27FC236}">
                <a16:creationId xmlns:a16="http://schemas.microsoft.com/office/drawing/2014/main" id="{D9AF635F-23D0-C510-3D11-027549159CDA}"/>
              </a:ext>
            </a:extLst>
          </p:cNvPr>
          <p:cNvSpPr txBox="1"/>
          <p:nvPr/>
        </p:nvSpPr>
        <p:spPr>
          <a:xfrm>
            <a:off x="621278" y="5191018"/>
            <a:ext cx="68517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i="0">
                <a:solidFill>
                  <a:srgbClr val="FF0000"/>
                </a:solidFill>
                <a:effectLst/>
                <a:latin typeface="+mn-ea"/>
                <a:ea typeface="+mn-ea"/>
              </a:rPr>
              <a:t>불안정</a:t>
            </a:r>
            <a:endParaRPr kumimoji="0" lang="en-US" sz="6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91" name="Text 32">
            <a:extLst>
              <a:ext uri="{FF2B5EF4-FFF2-40B4-BE49-F238E27FC236}">
                <a16:creationId xmlns:a16="http://schemas.microsoft.com/office/drawing/2014/main" id="{E4C5108B-7B9B-BF76-9E2F-32E203F57039}"/>
              </a:ext>
            </a:extLst>
          </p:cNvPr>
          <p:cNvSpPr txBox="1"/>
          <p:nvPr/>
        </p:nvSpPr>
        <p:spPr>
          <a:xfrm>
            <a:off x="1384260" y="501156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방송 시간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itchFamily="50" charset="-127"/>
              <a:ea typeface="돋움" pitchFamily="50" charset="-127"/>
              <a:cs typeface="+mn-cs"/>
            </a:endParaRPr>
          </a:p>
        </p:txBody>
      </p:sp>
      <p:sp>
        <p:nvSpPr>
          <p:cNvPr id="292" name="Text 33">
            <a:extLst>
              <a:ext uri="{FF2B5EF4-FFF2-40B4-BE49-F238E27FC236}">
                <a16:creationId xmlns:a16="http://schemas.microsoft.com/office/drawing/2014/main" id="{33465C2B-7A87-0BA8-12B7-30685311EF4E}"/>
              </a:ext>
            </a:extLst>
          </p:cNvPr>
          <p:cNvSpPr txBox="1"/>
          <p:nvPr/>
        </p:nvSpPr>
        <p:spPr>
          <a:xfrm>
            <a:off x="1306449" y="5191018"/>
            <a:ext cx="840792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00:01:11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돋움" pitchFamily="50" charset="-127"/>
              <a:cs typeface="+mn-cs"/>
            </a:endParaRPr>
          </a:p>
        </p:txBody>
      </p:sp>
      <p:sp>
        <p:nvSpPr>
          <p:cNvPr id="293" name="Text 34">
            <a:extLst>
              <a:ext uri="{FF2B5EF4-FFF2-40B4-BE49-F238E27FC236}">
                <a16:creationId xmlns:a16="http://schemas.microsoft.com/office/drawing/2014/main" id="{6829C52D-38FE-6D57-7F05-13032B174A3E}"/>
              </a:ext>
            </a:extLst>
          </p:cNvPr>
          <p:cNvSpPr txBox="1"/>
          <p:nvPr/>
        </p:nvSpPr>
        <p:spPr>
          <a:xfrm>
            <a:off x="2147241" y="501156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시청자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돋움" pitchFamily="50" charset="-127"/>
              <a:cs typeface="+mn-cs"/>
            </a:endParaRPr>
          </a:p>
        </p:txBody>
      </p:sp>
      <p:sp>
        <p:nvSpPr>
          <p:cNvPr id="294" name="Text 35">
            <a:extLst>
              <a:ext uri="{FF2B5EF4-FFF2-40B4-BE49-F238E27FC236}">
                <a16:creationId xmlns:a16="http://schemas.microsoft.com/office/drawing/2014/main" id="{98A6D334-02E9-78E1-F55F-9F917DD9B24C}"/>
              </a:ext>
            </a:extLst>
          </p:cNvPr>
          <p:cNvSpPr txBox="1"/>
          <p:nvPr/>
        </p:nvSpPr>
        <p:spPr>
          <a:xfrm>
            <a:off x="2147241" y="5191018"/>
            <a:ext cx="68517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000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5" name="Text 36">
            <a:extLst>
              <a:ext uri="{FF2B5EF4-FFF2-40B4-BE49-F238E27FC236}">
                <a16:creationId xmlns:a16="http://schemas.microsoft.com/office/drawing/2014/main" id="{9F5FA437-2490-8888-2CCF-0CC6A1B6FBDD}"/>
              </a:ext>
            </a:extLst>
          </p:cNvPr>
          <p:cNvSpPr txBox="1"/>
          <p:nvPr/>
        </p:nvSpPr>
        <p:spPr>
          <a:xfrm>
            <a:off x="3673205" y="501156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296" name="Text 37">
            <a:extLst>
              <a:ext uri="{FF2B5EF4-FFF2-40B4-BE49-F238E27FC236}">
                <a16:creationId xmlns:a16="http://schemas.microsoft.com/office/drawing/2014/main" id="{F7EBE42D-C80B-188D-6F06-031326583548}"/>
              </a:ext>
            </a:extLst>
          </p:cNvPr>
          <p:cNvSpPr txBox="1"/>
          <p:nvPr/>
        </p:nvSpPr>
        <p:spPr>
          <a:xfrm>
            <a:off x="3673205" y="5191018"/>
            <a:ext cx="68517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1080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7" name="Text 36">
            <a:extLst>
              <a:ext uri="{FF2B5EF4-FFF2-40B4-BE49-F238E27FC236}">
                <a16:creationId xmlns:a16="http://schemas.microsoft.com/office/drawing/2014/main" id="{54EB5BDB-391E-81F6-C3AC-1D40CACD0C53}"/>
              </a:ext>
            </a:extLst>
          </p:cNvPr>
          <p:cNvSpPr txBox="1"/>
          <p:nvPr/>
        </p:nvSpPr>
        <p:spPr>
          <a:xfrm>
            <a:off x="2910223" y="501156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비트트레이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298" name="Text 37">
            <a:extLst>
              <a:ext uri="{FF2B5EF4-FFF2-40B4-BE49-F238E27FC236}">
                <a16:creationId xmlns:a16="http://schemas.microsoft.com/office/drawing/2014/main" id="{AC95905D-F26C-9875-794C-56B8DDBA2A33}"/>
              </a:ext>
            </a:extLst>
          </p:cNvPr>
          <p:cNvSpPr txBox="1"/>
          <p:nvPr/>
        </p:nvSpPr>
        <p:spPr>
          <a:xfrm>
            <a:off x="2910223" y="5191018"/>
            <a:ext cx="68517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6000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0" name="타원 299">
            <a:extLst>
              <a:ext uri="{FF2B5EF4-FFF2-40B4-BE49-F238E27FC236}">
                <a16:creationId xmlns:a16="http://schemas.microsoft.com/office/drawing/2014/main" id="{C326CFE4-18B8-6F66-B45C-4DAA6BAD3824}"/>
              </a:ext>
            </a:extLst>
          </p:cNvPr>
          <p:cNvSpPr/>
          <p:nvPr/>
        </p:nvSpPr>
        <p:spPr>
          <a:xfrm>
            <a:off x="1106166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1" name="타원 300">
            <a:extLst>
              <a:ext uri="{FF2B5EF4-FFF2-40B4-BE49-F238E27FC236}">
                <a16:creationId xmlns:a16="http://schemas.microsoft.com/office/drawing/2014/main" id="{83863E95-9B1B-8470-FE33-FD1FC5DA86C7}"/>
              </a:ext>
            </a:extLst>
          </p:cNvPr>
          <p:cNvSpPr/>
          <p:nvPr/>
        </p:nvSpPr>
        <p:spPr>
          <a:xfrm>
            <a:off x="1991544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2" name="타원 301">
            <a:extLst>
              <a:ext uri="{FF2B5EF4-FFF2-40B4-BE49-F238E27FC236}">
                <a16:creationId xmlns:a16="http://schemas.microsoft.com/office/drawing/2014/main" id="{4FEF0E58-5F1D-C637-5340-877FADC8D9E7}"/>
              </a:ext>
            </a:extLst>
          </p:cNvPr>
          <p:cNvSpPr/>
          <p:nvPr/>
        </p:nvSpPr>
        <p:spPr>
          <a:xfrm>
            <a:off x="2819636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3" name="타원 302">
            <a:extLst>
              <a:ext uri="{FF2B5EF4-FFF2-40B4-BE49-F238E27FC236}">
                <a16:creationId xmlns:a16="http://schemas.microsoft.com/office/drawing/2014/main" id="{583826E3-F14B-73F8-6AB4-FEAF94043F04}"/>
              </a:ext>
            </a:extLst>
          </p:cNvPr>
          <p:cNvSpPr/>
          <p:nvPr/>
        </p:nvSpPr>
        <p:spPr>
          <a:xfrm>
            <a:off x="3572900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4" name="타원 303">
            <a:extLst>
              <a:ext uri="{FF2B5EF4-FFF2-40B4-BE49-F238E27FC236}">
                <a16:creationId xmlns:a16="http://schemas.microsoft.com/office/drawing/2014/main" id="{E427B15B-1AA5-FD92-2E1D-393D67E17D2B}"/>
              </a:ext>
            </a:extLst>
          </p:cNvPr>
          <p:cNvSpPr/>
          <p:nvPr/>
        </p:nvSpPr>
        <p:spPr>
          <a:xfrm>
            <a:off x="4206858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5" name="타원 304">
            <a:extLst>
              <a:ext uri="{FF2B5EF4-FFF2-40B4-BE49-F238E27FC236}">
                <a16:creationId xmlns:a16="http://schemas.microsoft.com/office/drawing/2014/main" id="{AC3FDA61-1150-E6C3-2F8F-F0188F2A3B4C}"/>
              </a:ext>
            </a:extLst>
          </p:cNvPr>
          <p:cNvSpPr/>
          <p:nvPr/>
        </p:nvSpPr>
        <p:spPr>
          <a:xfrm>
            <a:off x="1106166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6" name="타원 305">
            <a:extLst>
              <a:ext uri="{FF2B5EF4-FFF2-40B4-BE49-F238E27FC236}">
                <a16:creationId xmlns:a16="http://schemas.microsoft.com/office/drawing/2014/main" id="{A5808E9F-1353-BC51-5832-7BFDFD55280B}"/>
              </a:ext>
            </a:extLst>
          </p:cNvPr>
          <p:cNvSpPr/>
          <p:nvPr/>
        </p:nvSpPr>
        <p:spPr>
          <a:xfrm>
            <a:off x="1991544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7" name="타원 306">
            <a:extLst>
              <a:ext uri="{FF2B5EF4-FFF2-40B4-BE49-F238E27FC236}">
                <a16:creationId xmlns:a16="http://schemas.microsoft.com/office/drawing/2014/main" id="{6F7E91C4-2A8E-EAC4-EAC8-D03A997D9EC2}"/>
              </a:ext>
            </a:extLst>
          </p:cNvPr>
          <p:cNvSpPr/>
          <p:nvPr/>
        </p:nvSpPr>
        <p:spPr>
          <a:xfrm>
            <a:off x="2819636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8" name="타원 307">
            <a:extLst>
              <a:ext uri="{FF2B5EF4-FFF2-40B4-BE49-F238E27FC236}">
                <a16:creationId xmlns:a16="http://schemas.microsoft.com/office/drawing/2014/main" id="{684BD29C-80E0-F937-D5D7-A06E375F557B}"/>
              </a:ext>
            </a:extLst>
          </p:cNvPr>
          <p:cNvSpPr/>
          <p:nvPr/>
        </p:nvSpPr>
        <p:spPr>
          <a:xfrm>
            <a:off x="3572900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9" name="타원 308">
            <a:extLst>
              <a:ext uri="{FF2B5EF4-FFF2-40B4-BE49-F238E27FC236}">
                <a16:creationId xmlns:a16="http://schemas.microsoft.com/office/drawing/2014/main" id="{4C82379B-C013-946B-E4FE-122AC68C4704}"/>
              </a:ext>
            </a:extLst>
          </p:cNvPr>
          <p:cNvSpPr/>
          <p:nvPr/>
        </p:nvSpPr>
        <p:spPr>
          <a:xfrm>
            <a:off x="4206858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1" name="타원 310">
            <a:extLst>
              <a:ext uri="{FF2B5EF4-FFF2-40B4-BE49-F238E27FC236}">
                <a16:creationId xmlns:a16="http://schemas.microsoft.com/office/drawing/2014/main" id="{4C6AB2BC-13FE-058D-2E3A-A4B577EEB6E5}"/>
              </a:ext>
            </a:extLst>
          </p:cNvPr>
          <p:cNvSpPr/>
          <p:nvPr/>
        </p:nvSpPr>
        <p:spPr>
          <a:xfrm>
            <a:off x="5534232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2" name="타원 311">
            <a:extLst>
              <a:ext uri="{FF2B5EF4-FFF2-40B4-BE49-F238E27FC236}">
                <a16:creationId xmlns:a16="http://schemas.microsoft.com/office/drawing/2014/main" id="{83A22AAE-21CE-71A7-373C-736C3B8BE62B}"/>
              </a:ext>
            </a:extLst>
          </p:cNvPr>
          <p:cNvSpPr/>
          <p:nvPr/>
        </p:nvSpPr>
        <p:spPr>
          <a:xfrm>
            <a:off x="6419610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3" name="타원 312">
            <a:extLst>
              <a:ext uri="{FF2B5EF4-FFF2-40B4-BE49-F238E27FC236}">
                <a16:creationId xmlns:a16="http://schemas.microsoft.com/office/drawing/2014/main" id="{76E6B387-783F-D8B8-CCC6-7ABFEF3A2956}"/>
              </a:ext>
            </a:extLst>
          </p:cNvPr>
          <p:cNvSpPr/>
          <p:nvPr/>
        </p:nvSpPr>
        <p:spPr>
          <a:xfrm>
            <a:off x="7247702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4" name="타원 313">
            <a:extLst>
              <a:ext uri="{FF2B5EF4-FFF2-40B4-BE49-F238E27FC236}">
                <a16:creationId xmlns:a16="http://schemas.microsoft.com/office/drawing/2014/main" id="{A65F0BBF-62BF-8F96-60AF-2879C6593479}"/>
              </a:ext>
            </a:extLst>
          </p:cNvPr>
          <p:cNvSpPr/>
          <p:nvPr/>
        </p:nvSpPr>
        <p:spPr>
          <a:xfrm>
            <a:off x="8000966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5" name="타원 314">
            <a:extLst>
              <a:ext uri="{FF2B5EF4-FFF2-40B4-BE49-F238E27FC236}">
                <a16:creationId xmlns:a16="http://schemas.microsoft.com/office/drawing/2014/main" id="{1D7C4258-06C5-3C31-3CB5-272459942342}"/>
              </a:ext>
            </a:extLst>
          </p:cNvPr>
          <p:cNvSpPr/>
          <p:nvPr/>
        </p:nvSpPr>
        <p:spPr>
          <a:xfrm>
            <a:off x="8634924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7" name="타원 316">
            <a:extLst>
              <a:ext uri="{FF2B5EF4-FFF2-40B4-BE49-F238E27FC236}">
                <a16:creationId xmlns:a16="http://schemas.microsoft.com/office/drawing/2014/main" id="{F1EF2CE2-63AB-945F-3F14-172442653EE6}"/>
              </a:ext>
            </a:extLst>
          </p:cNvPr>
          <p:cNvSpPr/>
          <p:nvPr/>
        </p:nvSpPr>
        <p:spPr>
          <a:xfrm>
            <a:off x="5534232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9" name="타원 318">
            <a:extLst>
              <a:ext uri="{FF2B5EF4-FFF2-40B4-BE49-F238E27FC236}">
                <a16:creationId xmlns:a16="http://schemas.microsoft.com/office/drawing/2014/main" id="{AAD44ACC-5766-94A7-C99D-9F648C167E0A}"/>
              </a:ext>
            </a:extLst>
          </p:cNvPr>
          <p:cNvSpPr/>
          <p:nvPr/>
        </p:nvSpPr>
        <p:spPr>
          <a:xfrm>
            <a:off x="6419610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0" name="타원 319">
            <a:extLst>
              <a:ext uri="{FF2B5EF4-FFF2-40B4-BE49-F238E27FC236}">
                <a16:creationId xmlns:a16="http://schemas.microsoft.com/office/drawing/2014/main" id="{5D2A282F-3AA2-1F03-9F45-1A31261F8DED}"/>
              </a:ext>
            </a:extLst>
          </p:cNvPr>
          <p:cNvSpPr/>
          <p:nvPr/>
        </p:nvSpPr>
        <p:spPr>
          <a:xfrm>
            <a:off x="7247702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1" name="타원 320">
            <a:extLst>
              <a:ext uri="{FF2B5EF4-FFF2-40B4-BE49-F238E27FC236}">
                <a16:creationId xmlns:a16="http://schemas.microsoft.com/office/drawing/2014/main" id="{67220E5B-9DE1-5CEE-526A-E52568DEB976}"/>
              </a:ext>
            </a:extLst>
          </p:cNvPr>
          <p:cNvSpPr/>
          <p:nvPr/>
        </p:nvSpPr>
        <p:spPr>
          <a:xfrm>
            <a:off x="8000966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2" name="타원 321">
            <a:extLst>
              <a:ext uri="{FF2B5EF4-FFF2-40B4-BE49-F238E27FC236}">
                <a16:creationId xmlns:a16="http://schemas.microsoft.com/office/drawing/2014/main" id="{AB74419B-C476-1B90-A77B-5675DDAB6E36}"/>
              </a:ext>
            </a:extLst>
          </p:cNvPr>
          <p:cNvSpPr/>
          <p:nvPr/>
        </p:nvSpPr>
        <p:spPr>
          <a:xfrm>
            <a:off x="8634924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30" name="Table 1">
            <a:extLst>
              <a:ext uri="{FF2B5EF4-FFF2-40B4-BE49-F238E27FC236}">
                <a16:creationId xmlns:a16="http://schemas.microsoft.com/office/drawing/2014/main" id="{5E839FA5-348F-4706-46A3-C60BB95DC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032838"/>
              </p:ext>
            </p:extLst>
          </p:nvPr>
        </p:nvGraphicFramePr>
        <p:xfrm>
          <a:off x="526028" y="5763640"/>
          <a:ext cx="3301720" cy="853440"/>
        </p:xfrm>
        <a:graphic>
          <a:graphicData uri="http://schemas.openxmlformats.org/drawingml/2006/table">
            <a:tbl>
              <a:tblPr/>
              <a:tblGrid>
                <a:gridCol w="890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1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상태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기준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rgbClr val="00B0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양호</a:t>
                      </a:r>
                      <a:endParaRPr lang="en-US" sz="800" b="1" dirty="0">
                        <a:solidFill>
                          <a:srgbClr val="00B050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rgbClr val="FFC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보통</a:t>
                      </a:r>
                      <a:endParaRPr lang="en-US" sz="800" b="1" dirty="0">
                        <a:solidFill>
                          <a:srgbClr val="FFC000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rgbClr val="FF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불안정</a:t>
                      </a:r>
                      <a:endParaRPr lang="en-US" sz="800" b="1" dirty="0">
                        <a:solidFill>
                          <a:srgbClr val="FF0000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1" name="TextBox 330">
            <a:extLst>
              <a:ext uri="{FF2B5EF4-FFF2-40B4-BE49-F238E27FC236}">
                <a16:creationId xmlns:a16="http://schemas.microsoft.com/office/drawing/2014/main" id="{3C98A1C3-191A-AD43-DB31-67724C16BD24}"/>
              </a:ext>
            </a:extLst>
          </p:cNvPr>
          <p:cNvSpPr txBox="1"/>
          <p:nvPr/>
        </p:nvSpPr>
        <p:spPr>
          <a:xfrm>
            <a:off x="3827748" y="6417332"/>
            <a:ext cx="14398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기준은 개발팀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305540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B5026-9111-918C-A1E8-05B5362EB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ED6F3997-4E44-0C14-EAAF-0E9FC6E5FE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관리 </a:t>
            </a:r>
            <a:r>
              <a:rPr lang="en-US" altLang="ko-KR" dirty="0"/>
              <a:t>&gt; ON AIR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C774B0CC-22CD-31A5-5764-F3B232ACF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크리에이터 스튜디오 </a:t>
            </a:r>
            <a:r>
              <a:rPr lang="en-US" altLang="ko-KR" dirty="0"/>
              <a:t>&gt; </a:t>
            </a:r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관리 </a:t>
            </a:r>
            <a:r>
              <a:rPr lang="en-US" altLang="ko-KR" dirty="0"/>
              <a:t>&gt; ON AIR</a:t>
            </a:r>
            <a:endParaRPr lang="ko-KR" altLang="en-US" dirty="0"/>
          </a:p>
        </p:txBody>
      </p:sp>
      <p:sp>
        <p:nvSpPr>
          <p:cNvPr id="104" name="Shape 6">
            <a:extLst>
              <a:ext uri="{FF2B5EF4-FFF2-40B4-BE49-F238E27FC236}">
                <a16:creationId xmlns:a16="http://schemas.microsoft.com/office/drawing/2014/main" id="{490672A2-28F5-680F-B4DB-21BEA8085F84}"/>
              </a:ext>
            </a:extLst>
          </p:cNvPr>
          <p:cNvSpPr/>
          <p:nvPr/>
        </p:nvSpPr>
        <p:spPr>
          <a:xfrm>
            <a:off x="1809132" y="908720"/>
            <a:ext cx="7635240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</p:sp>
      <p:sp>
        <p:nvSpPr>
          <p:cNvPr id="105" name="Shape 7">
            <a:extLst>
              <a:ext uri="{FF2B5EF4-FFF2-40B4-BE49-F238E27FC236}">
                <a16:creationId xmlns:a16="http://schemas.microsoft.com/office/drawing/2014/main" id="{FC41C1A4-6B89-97E0-DF68-8219A0FA2B81}"/>
              </a:ext>
            </a:extLst>
          </p:cNvPr>
          <p:cNvSpPr/>
          <p:nvPr/>
        </p:nvSpPr>
        <p:spPr>
          <a:xfrm>
            <a:off x="1809132" y="908720"/>
            <a:ext cx="7635240" cy="3657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sp>
      <p:sp>
        <p:nvSpPr>
          <p:cNvPr id="106" name="Text 8">
            <a:extLst>
              <a:ext uri="{FF2B5EF4-FFF2-40B4-BE49-F238E27FC236}">
                <a16:creationId xmlns:a16="http://schemas.microsoft.com/office/drawing/2014/main" id="{817F6BBB-6668-48FB-228D-6C51C5C3CAE6}"/>
              </a:ext>
            </a:extLst>
          </p:cNvPr>
          <p:cNvSpPr txBox="1"/>
          <p:nvPr/>
        </p:nvSpPr>
        <p:spPr>
          <a:xfrm>
            <a:off x="1992012" y="908720"/>
            <a:ext cx="75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</a:t>
            </a:r>
            <a:r>
              <a:rPr kumimoji="0" lang="ko-KR" alt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관리</a:t>
            </a:r>
            <a:endParaRPr kumimoji="0" lang="en-US" sz="1100" dirty="0">
              <a:latin typeface="Calibri" panose="020F0502020204030204"/>
            </a:endParaRPr>
          </a:p>
        </p:txBody>
      </p:sp>
      <p:sp>
        <p:nvSpPr>
          <p:cNvPr id="116" name="Shape 58">
            <a:extLst>
              <a:ext uri="{FF2B5EF4-FFF2-40B4-BE49-F238E27FC236}">
                <a16:creationId xmlns:a16="http://schemas.microsoft.com/office/drawing/2014/main" id="{967236D5-E119-C368-4AC0-C460159A44ED}"/>
              </a:ext>
            </a:extLst>
          </p:cNvPr>
          <p:cNvSpPr/>
          <p:nvPr/>
        </p:nvSpPr>
        <p:spPr>
          <a:xfrm>
            <a:off x="6975492" y="1384207"/>
            <a:ext cx="2343763" cy="5177141"/>
          </a:xfrm>
          <a:prstGeom prst="roundRect">
            <a:avLst>
              <a:gd name="adj" fmla="val 1455"/>
            </a:avLst>
          </a:prstGeom>
          <a:solidFill>
            <a:srgbClr val="F5F7FB"/>
          </a:solidFill>
          <a:ln w="12700">
            <a:solidFill>
              <a:srgbClr val="E3E8F1"/>
            </a:solidFill>
            <a:prstDash val="solid"/>
          </a:ln>
        </p:spPr>
      </p:sp>
      <p:sp>
        <p:nvSpPr>
          <p:cNvPr id="117" name="Text 59">
            <a:extLst>
              <a:ext uri="{FF2B5EF4-FFF2-40B4-BE49-F238E27FC236}">
                <a16:creationId xmlns:a16="http://schemas.microsoft.com/office/drawing/2014/main" id="{EC9AEC5A-40F3-C099-3941-79F218423195}"/>
              </a:ext>
            </a:extLst>
          </p:cNvPr>
          <p:cNvSpPr txBox="1"/>
          <p:nvPr/>
        </p:nvSpPr>
        <p:spPr>
          <a:xfrm>
            <a:off x="7112652" y="1457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b="1" dirty="0" err="1">
                <a:solidFill>
                  <a:srgbClr val="000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</a:t>
            </a:r>
            <a:endParaRPr kumimoji="0" lang="en-US" dirty="0">
              <a:solidFill>
                <a:srgbClr val="0000FF"/>
              </a:solidFill>
              <a:latin typeface="Calibri" panose="020F0502020204030204"/>
            </a:endParaRPr>
          </a:p>
        </p:txBody>
      </p:sp>
      <p:sp>
        <p:nvSpPr>
          <p:cNvPr id="118" name="Text 60">
            <a:extLst>
              <a:ext uri="{FF2B5EF4-FFF2-40B4-BE49-F238E27FC236}">
                <a16:creationId xmlns:a16="http://schemas.microsoft.com/office/drawing/2014/main" id="{6B4AF8BE-2957-DF72-1353-9E1E70F93CFE}"/>
              </a:ext>
            </a:extLst>
          </p:cNvPr>
          <p:cNvSpPr txBox="1"/>
          <p:nvPr/>
        </p:nvSpPr>
        <p:spPr>
          <a:xfrm>
            <a:off x="8643036" y="14573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50" dirty="0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⚙  ⧉</a:t>
            </a:r>
            <a:endParaRPr kumimoji="0"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9" name="Shape 75">
            <a:extLst>
              <a:ext uri="{FF2B5EF4-FFF2-40B4-BE49-F238E27FC236}">
                <a16:creationId xmlns:a16="http://schemas.microsoft.com/office/drawing/2014/main" id="{34BD3CB8-AC5E-202E-BF37-9E5E5E1432CF}"/>
              </a:ext>
            </a:extLst>
          </p:cNvPr>
          <p:cNvSpPr/>
          <p:nvPr/>
        </p:nvSpPr>
        <p:spPr>
          <a:xfrm>
            <a:off x="7112652" y="6201308"/>
            <a:ext cx="2079024" cy="237744"/>
          </a:xfrm>
          <a:prstGeom prst="rect">
            <a:avLst/>
          </a:prstGeom>
          <a:solidFill>
            <a:srgbClr val="FFFFFF"/>
          </a:solidFill>
          <a:ln>
            <a:solidFill>
              <a:srgbClr val="4472C4">
                <a:lumMod val="40000"/>
                <a:lumOff val="60000"/>
              </a:srgbClr>
            </a:solidFill>
          </a:ln>
        </p:spPr>
      </p:sp>
      <p:sp>
        <p:nvSpPr>
          <p:cNvPr id="120" name="Text 76">
            <a:extLst>
              <a:ext uri="{FF2B5EF4-FFF2-40B4-BE49-F238E27FC236}">
                <a16:creationId xmlns:a16="http://schemas.microsoft.com/office/drawing/2014/main" id="{3759A529-D530-96E7-5E0A-9591D709322E}"/>
              </a:ext>
            </a:extLst>
          </p:cNvPr>
          <p:cNvSpPr txBox="1"/>
          <p:nvPr/>
        </p:nvSpPr>
        <p:spPr>
          <a:xfrm>
            <a:off x="7204092" y="6201308"/>
            <a:ext cx="19093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750" dirty="0">
                <a:solidFill>
                  <a:srgbClr val="9AA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입력...</a:t>
            </a:r>
            <a:endParaRPr kumimoji="0"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9" name="Text 80">
            <a:extLst>
              <a:ext uri="{FF2B5EF4-FFF2-40B4-BE49-F238E27FC236}">
                <a16:creationId xmlns:a16="http://schemas.microsoft.com/office/drawing/2014/main" id="{E95ADC82-782C-BEB5-E18F-12D850756126}"/>
              </a:ext>
            </a:extLst>
          </p:cNvPr>
          <p:cNvSpPr txBox="1"/>
          <p:nvPr/>
        </p:nvSpPr>
        <p:spPr>
          <a:xfrm>
            <a:off x="7133839" y="17774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유저A : 오늘 컨텐츠 뭐예요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0" name="Text 81">
            <a:extLst>
              <a:ext uri="{FF2B5EF4-FFF2-40B4-BE49-F238E27FC236}">
                <a16:creationId xmlns:a16="http://schemas.microsoft.com/office/drawing/2014/main" id="{EE9AC54E-1C19-EDF7-1B94-9DE98A1A9756}"/>
              </a:ext>
            </a:extLst>
          </p:cNvPr>
          <p:cNvSpPr txBox="1"/>
          <p:nvPr/>
        </p:nvSpPr>
        <p:spPr>
          <a:xfrm>
            <a:off x="7133839" y="20060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유저B : 화질 좋아졌네요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1" name="Text 82">
            <a:extLst>
              <a:ext uri="{FF2B5EF4-FFF2-40B4-BE49-F238E27FC236}">
                <a16:creationId xmlns:a16="http://schemas.microsoft.com/office/drawing/2014/main" id="{656D4D69-EF5B-23D8-F9C5-6B56C77A3DAF}"/>
              </a:ext>
            </a:extLst>
          </p:cNvPr>
          <p:cNvSpPr txBox="1"/>
          <p:nvPr/>
        </p:nvSpPr>
        <p:spPr>
          <a:xfrm>
            <a:off x="7133839" y="22346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유저C : ㅋㅋㅋㅋ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2" name="Text 84">
            <a:extLst>
              <a:ext uri="{FF2B5EF4-FFF2-40B4-BE49-F238E27FC236}">
                <a16:creationId xmlns:a16="http://schemas.microsoft.com/office/drawing/2014/main" id="{74DDB4EF-89E5-34F6-E078-EA5167FD76BC}"/>
              </a:ext>
            </a:extLst>
          </p:cNvPr>
          <p:cNvSpPr txBox="1"/>
          <p:nvPr/>
        </p:nvSpPr>
        <p:spPr>
          <a:xfrm>
            <a:off x="7133839" y="24470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유저D : 응원합니다!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3" name="Text 85">
            <a:extLst>
              <a:ext uri="{FF2B5EF4-FFF2-40B4-BE49-F238E27FC236}">
                <a16:creationId xmlns:a16="http://schemas.microsoft.com/office/drawing/2014/main" id="{CE800FAB-2A5D-EAB6-71D5-E639504A7850}"/>
              </a:ext>
            </a:extLst>
          </p:cNvPr>
          <p:cNvSpPr txBox="1"/>
          <p:nvPr/>
        </p:nvSpPr>
        <p:spPr>
          <a:xfrm>
            <a:off x="7133839" y="26756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유저E : 다음 방송 언제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4" name="Text 86">
            <a:extLst>
              <a:ext uri="{FF2B5EF4-FFF2-40B4-BE49-F238E27FC236}">
                <a16:creationId xmlns:a16="http://schemas.microsoft.com/office/drawing/2014/main" id="{D994BD6B-3321-6C1B-7748-78D47B8866D7}"/>
              </a:ext>
            </a:extLst>
          </p:cNvPr>
          <p:cNvSpPr txBox="1"/>
          <p:nvPr/>
        </p:nvSpPr>
        <p:spPr>
          <a:xfrm>
            <a:off x="7133839" y="29042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유저F : 👍👍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91" name="Shape 6">
            <a:extLst>
              <a:ext uri="{FF2B5EF4-FFF2-40B4-BE49-F238E27FC236}">
                <a16:creationId xmlns:a16="http://schemas.microsoft.com/office/drawing/2014/main" id="{56FEF689-C52A-AD98-AF4D-EF72B2DF096F}"/>
              </a:ext>
            </a:extLst>
          </p:cNvPr>
          <p:cNvSpPr/>
          <p:nvPr/>
        </p:nvSpPr>
        <p:spPr>
          <a:xfrm>
            <a:off x="146092" y="908720"/>
            <a:ext cx="1663041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3" name="Shape 58">
            <a:extLst>
              <a:ext uri="{FF2B5EF4-FFF2-40B4-BE49-F238E27FC236}">
                <a16:creationId xmlns:a16="http://schemas.microsoft.com/office/drawing/2014/main" id="{43E1D5CB-1E0B-2421-B392-D877821CD28E}"/>
              </a:ext>
            </a:extLst>
          </p:cNvPr>
          <p:cNvSpPr/>
          <p:nvPr/>
        </p:nvSpPr>
        <p:spPr>
          <a:xfrm>
            <a:off x="6972983" y="1384207"/>
            <a:ext cx="2343763" cy="5177141"/>
          </a:xfrm>
          <a:prstGeom prst="roundRect">
            <a:avLst>
              <a:gd name="adj" fmla="val 1455"/>
            </a:avLst>
          </a:prstGeom>
          <a:solidFill>
            <a:schemeClr val="bg1">
              <a:lumMod val="95000"/>
              <a:alpha val="68000"/>
            </a:schemeClr>
          </a:solidFill>
          <a:ln w="12700">
            <a:solidFill>
              <a:srgbClr val="E3E8F1"/>
            </a:solidFill>
            <a:prstDash val="solid"/>
          </a:ln>
        </p:spPr>
        <p:txBody>
          <a:bodyPr anchor="ctr"/>
          <a:lstStyle/>
          <a:p>
            <a:pPr algn="ctr"/>
            <a:endParaRPr lang="ko-KR" alt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EF09558E-6B03-E62E-66D8-9FB4BAED27AF}"/>
              </a:ext>
            </a:extLst>
          </p:cNvPr>
          <p:cNvSpPr txBox="1"/>
          <p:nvPr/>
        </p:nvSpPr>
        <p:spPr>
          <a:xfrm rot="21069164">
            <a:off x="7421126" y="3617278"/>
            <a:ext cx="1462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채팅 구성안 참조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99" name="그림 198">
            <a:extLst>
              <a:ext uri="{FF2B5EF4-FFF2-40B4-BE49-F238E27FC236}">
                <a16:creationId xmlns:a16="http://schemas.microsoft.com/office/drawing/2014/main" id="{E7CCFC3E-15D2-CEF3-1DB5-BF1093BFC3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677"/>
          <a:stretch>
            <a:fillRect/>
          </a:stretch>
        </p:blipFill>
        <p:spPr>
          <a:xfrm>
            <a:off x="176771" y="935489"/>
            <a:ext cx="1606975" cy="398012"/>
          </a:xfrm>
          <a:prstGeom prst="rect">
            <a:avLst/>
          </a:prstGeom>
        </p:spPr>
      </p:pic>
      <p:sp>
        <p:nvSpPr>
          <p:cNvPr id="2" name="Shape 11">
            <a:extLst>
              <a:ext uri="{FF2B5EF4-FFF2-40B4-BE49-F238E27FC236}">
                <a16:creationId xmlns:a16="http://schemas.microsoft.com/office/drawing/2014/main" id="{E2C6693A-8CF0-5CCE-B8BC-2243B86193E2}"/>
              </a:ext>
            </a:extLst>
          </p:cNvPr>
          <p:cNvSpPr/>
          <p:nvPr/>
        </p:nvSpPr>
        <p:spPr>
          <a:xfrm>
            <a:off x="1946292" y="1539015"/>
            <a:ext cx="4870416" cy="1457599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15" name="Shape 28">
            <a:extLst>
              <a:ext uri="{FF2B5EF4-FFF2-40B4-BE49-F238E27FC236}">
                <a16:creationId xmlns:a16="http://schemas.microsoft.com/office/drawing/2014/main" id="{7CF6E0F8-ED8C-FA67-DFE9-2ADA2E97F42E}"/>
              </a:ext>
            </a:extLst>
          </p:cNvPr>
          <p:cNvSpPr/>
          <p:nvPr/>
        </p:nvSpPr>
        <p:spPr>
          <a:xfrm>
            <a:off x="1945974" y="3106859"/>
            <a:ext cx="4870736" cy="531433"/>
          </a:xfrm>
          <a:prstGeom prst="roundRect">
            <a:avLst>
              <a:gd name="adj" fmla="val 487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Text 30">
            <a:extLst>
              <a:ext uri="{FF2B5EF4-FFF2-40B4-BE49-F238E27FC236}">
                <a16:creationId xmlns:a16="http://schemas.microsoft.com/office/drawing/2014/main" id="{04DC0B3D-036A-3ADE-10E2-3FC3AE27FD04}"/>
              </a:ext>
            </a:extLst>
          </p:cNvPr>
          <p:cNvSpPr txBox="1"/>
          <p:nvPr/>
        </p:nvSpPr>
        <p:spPr>
          <a:xfrm>
            <a:off x="2075901" y="3158386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solidFill>
                  <a:prstClr val="black"/>
                </a:solidFill>
                <a:latin typeface="+mn-ea"/>
                <a:ea typeface="+mn-ea"/>
              </a:rPr>
              <a:t>상태</a:t>
            </a:r>
            <a:endParaRPr kumimoji="0" lang="en-US" sz="9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7" name="Text 31">
            <a:extLst>
              <a:ext uri="{FF2B5EF4-FFF2-40B4-BE49-F238E27FC236}">
                <a16:creationId xmlns:a16="http://schemas.microsoft.com/office/drawing/2014/main" id="{1060F26B-91C1-C1DA-1AFA-D395CC1F9E46}"/>
              </a:ext>
            </a:extLst>
          </p:cNvPr>
          <p:cNvSpPr txBox="1"/>
          <p:nvPr/>
        </p:nvSpPr>
        <p:spPr>
          <a:xfrm>
            <a:off x="2075901" y="3337839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i="0" dirty="0">
                <a:solidFill>
                  <a:schemeClr val="accent4">
                    <a:lumMod val="75000"/>
                  </a:schemeClr>
                </a:solidFill>
                <a:effectLst/>
                <a:latin typeface="+mn-ea"/>
                <a:ea typeface="+mn-ea"/>
              </a:rPr>
              <a:t>양호</a:t>
            </a:r>
            <a:endParaRPr kumimoji="0" lang="en-US" sz="600" dirty="0">
              <a:solidFill>
                <a:schemeClr val="accent4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" name="Text 32">
            <a:extLst>
              <a:ext uri="{FF2B5EF4-FFF2-40B4-BE49-F238E27FC236}">
                <a16:creationId xmlns:a16="http://schemas.microsoft.com/office/drawing/2014/main" id="{71C9C1E8-4DFF-7AD5-C14E-9414ABB7CDFE}"/>
              </a:ext>
            </a:extLst>
          </p:cNvPr>
          <p:cNvSpPr txBox="1"/>
          <p:nvPr/>
        </p:nvSpPr>
        <p:spPr>
          <a:xfrm>
            <a:off x="3014314" y="3158386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방송 시간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itchFamily="50" charset="-127"/>
              <a:ea typeface="돋움" pitchFamily="50" charset="-127"/>
              <a:cs typeface="+mn-cs"/>
            </a:endParaRPr>
          </a:p>
        </p:txBody>
      </p:sp>
      <p:sp>
        <p:nvSpPr>
          <p:cNvPr id="19" name="Text 33">
            <a:extLst>
              <a:ext uri="{FF2B5EF4-FFF2-40B4-BE49-F238E27FC236}">
                <a16:creationId xmlns:a16="http://schemas.microsoft.com/office/drawing/2014/main" id="{29802690-16CB-6024-BD9A-434C2F062FE0}"/>
              </a:ext>
            </a:extLst>
          </p:cNvPr>
          <p:cNvSpPr txBox="1"/>
          <p:nvPr/>
        </p:nvSpPr>
        <p:spPr>
          <a:xfrm>
            <a:off x="3014314" y="3337839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00:01:11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돋움" pitchFamily="50" charset="-127"/>
              <a:cs typeface="+mn-cs"/>
            </a:endParaRPr>
          </a:p>
        </p:txBody>
      </p:sp>
      <p:sp>
        <p:nvSpPr>
          <p:cNvPr id="20" name="Text 34">
            <a:extLst>
              <a:ext uri="{FF2B5EF4-FFF2-40B4-BE49-F238E27FC236}">
                <a16:creationId xmlns:a16="http://schemas.microsoft.com/office/drawing/2014/main" id="{9C95BB97-66BD-FD56-84DE-6A32FA0DC968}"/>
              </a:ext>
            </a:extLst>
          </p:cNvPr>
          <p:cNvSpPr txBox="1"/>
          <p:nvPr/>
        </p:nvSpPr>
        <p:spPr>
          <a:xfrm>
            <a:off x="3952727" y="3158386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시청자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돋움" pitchFamily="50" charset="-127"/>
              <a:cs typeface="+mn-cs"/>
            </a:endParaRPr>
          </a:p>
        </p:txBody>
      </p:sp>
      <p:sp>
        <p:nvSpPr>
          <p:cNvPr id="21" name="Text 35">
            <a:extLst>
              <a:ext uri="{FF2B5EF4-FFF2-40B4-BE49-F238E27FC236}">
                <a16:creationId xmlns:a16="http://schemas.microsoft.com/office/drawing/2014/main" id="{0E14D1BD-4286-1750-95D8-C78530D45386}"/>
              </a:ext>
            </a:extLst>
          </p:cNvPr>
          <p:cNvSpPr txBox="1"/>
          <p:nvPr/>
        </p:nvSpPr>
        <p:spPr>
          <a:xfrm>
            <a:off x="3952727" y="3337839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000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36">
            <a:extLst>
              <a:ext uri="{FF2B5EF4-FFF2-40B4-BE49-F238E27FC236}">
                <a16:creationId xmlns:a16="http://schemas.microsoft.com/office/drawing/2014/main" id="{07DA6479-7088-6E2E-9C68-B2F2189E6761}"/>
              </a:ext>
            </a:extLst>
          </p:cNvPr>
          <p:cNvSpPr txBox="1"/>
          <p:nvPr/>
        </p:nvSpPr>
        <p:spPr>
          <a:xfrm>
            <a:off x="5829553" y="3158386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23" name="Text 37">
            <a:extLst>
              <a:ext uri="{FF2B5EF4-FFF2-40B4-BE49-F238E27FC236}">
                <a16:creationId xmlns:a16="http://schemas.microsoft.com/office/drawing/2014/main" id="{A014697A-437B-C13F-04D8-61661ACEB9E6}"/>
              </a:ext>
            </a:extLst>
          </p:cNvPr>
          <p:cNvSpPr txBox="1"/>
          <p:nvPr/>
        </p:nvSpPr>
        <p:spPr>
          <a:xfrm>
            <a:off x="5829553" y="3337839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1080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36">
            <a:extLst>
              <a:ext uri="{FF2B5EF4-FFF2-40B4-BE49-F238E27FC236}">
                <a16:creationId xmlns:a16="http://schemas.microsoft.com/office/drawing/2014/main" id="{727A8294-39BB-8E22-5E94-D321CEA25499}"/>
              </a:ext>
            </a:extLst>
          </p:cNvPr>
          <p:cNvSpPr txBox="1"/>
          <p:nvPr/>
        </p:nvSpPr>
        <p:spPr>
          <a:xfrm>
            <a:off x="4891140" y="3158386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비트트레이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25" name="Text 37">
            <a:extLst>
              <a:ext uri="{FF2B5EF4-FFF2-40B4-BE49-F238E27FC236}">
                <a16:creationId xmlns:a16="http://schemas.microsoft.com/office/drawing/2014/main" id="{6503C6D9-0F78-BE0D-72C6-A34DC31EF851}"/>
              </a:ext>
            </a:extLst>
          </p:cNvPr>
          <p:cNvSpPr txBox="1"/>
          <p:nvPr/>
        </p:nvSpPr>
        <p:spPr>
          <a:xfrm>
            <a:off x="4891140" y="3337839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6000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58">
            <a:extLst>
              <a:ext uri="{FF2B5EF4-FFF2-40B4-BE49-F238E27FC236}">
                <a16:creationId xmlns:a16="http://schemas.microsoft.com/office/drawing/2014/main" id="{637E66A9-D4C3-0E41-6454-D009A87BC3C1}"/>
              </a:ext>
            </a:extLst>
          </p:cNvPr>
          <p:cNvSpPr/>
          <p:nvPr/>
        </p:nvSpPr>
        <p:spPr>
          <a:xfrm>
            <a:off x="1946292" y="3710300"/>
            <a:ext cx="4870416" cy="2563705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1A7DC028-3DDD-ED53-6E34-C970311B9D93}"/>
              </a:ext>
            </a:extLst>
          </p:cNvPr>
          <p:cNvSpPr txBox="1"/>
          <p:nvPr/>
        </p:nvSpPr>
        <p:spPr>
          <a:xfrm>
            <a:off x="2053128" y="3789040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E751C709-A519-776C-2051-D7129E86E0C2}"/>
              </a:ext>
            </a:extLst>
          </p:cNvPr>
          <p:cNvSpPr txBox="1"/>
          <p:nvPr/>
        </p:nvSpPr>
        <p:spPr>
          <a:xfrm>
            <a:off x="2053128" y="4113076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7809D1D5-4693-BB73-329D-13816BB55BA5}"/>
              </a:ext>
            </a:extLst>
          </p:cNvPr>
          <p:cNvSpPr txBox="1"/>
          <p:nvPr/>
        </p:nvSpPr>
        <p:spPr>
          <a:xfrm>
            <a:off x="2053128" y="4437112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6C8940EC-5726-939E-EA48-3D2928FEE5C1}"/>
              </a:ext>
            </a:extLst>
          </p:cNvPr>
          <p:cNvSpPr txBox="1"/>
          <p:nvPr/>
        </p:nvSpPr>
        <p:spPr>
          <a:xfrm>
            <a:off x="2737568" y="3807891"/>
            <a:ext cx="3956955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dirty="0">
                <a:latin typeface="+mn-ea"/>
                <a:ea typeface="+mn-ea"/>
              </a:rPr>
              <a:t>  오늘도 즐거운 </a:t>
            </a:r>
            <a:r>
              <a:rPr kumimoji="0" lang="ko-KR" altLang="en-US" sz="800" dirty="0" err="1">
                <a:latin typeface="+mn-ea"/>
                <a:ea typeface="+mn-ea"/>
              </a:rPr>
              <a:t>겜방</a:t>
            </a:r>
            <a:endParaRPr kumimoji="0" lang="en-US" sz="800" dirty="0">
              <a:latin typeface="+mn-ea"/>
              <a:ea typeface="+mn-ea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8C6887E-E319-1325-0C5A-A11DC4A339D2}"/>
              </a:ext>
            </a:extLst>
          </p:cNvPr>
          <p:cNvSpPr txBox="1"/>
          <p:nvPr/>
        </p:nvSpPr>
        <p:spPr>
          <a:xfrm>
            <a:off x="2737568" y="4131926"/>
            <a:ext cx="3956955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kumimoji="0" lang="ko-KR" alt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</a:t>
            </a:r>
            <a:r>
              <a:rPr kumimoji="0" lang="en-US" altLang="ko-KR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r>
              <a:rPr kumimoji="0" lang="ko-KR" alt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블로그</a:t>
            </a:r>
            <a:endParaRPr kumimoji="0"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A3CB90-841F-54FF-F361-7CBF5BB81647}"/>
              </a:ext>
            </a:extLst>
          </p:cNvPr>
          <p:cNvSpPr txBox="1"/>
          <p:nvPr/>
        </p:nvSpPr>
        <p:spPr>
          <a:xfrm>
            <a:off x="6448118" y="4151476"/>
            <a:ext cx="275692" cy="23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A1D2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ko-KR" altLang="en-US" dirty="0"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A4398932-A154-B5D0-0A4E-A2CAB7326B2C}"/>
              </a:ext>
            </a:extLst>
          </p:cNvPr>
          <p:cNvSpPr/>
          <p:nvPr/>
        </p:nvSpPr>
        <p:spPr>
          <a:xfrm>
            <a:off x="1946292" y="1378402"/>
            <a:ext cx="4870416" cy="177127"/>
          </a:xfrm>
          <a:prstGeom prst="rect">
            <a:avLst/>
          </a:prstGeom>
          <a:solidFill>
            <a:srgbClr val="C00000"/>
          </a:solidFill>
          <a:ln/>
        </p:spPr>
        <p:txBody>
          <a:bodyPr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ON AIR</a:t>
            </a:r>
            <a:endParaRPr lang="ko-KR" altLang="en-US" sz="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21B87F-DA3D-BCB6-54CA-3639B988D814}"/>
              </a:ext>
            </a:extLst>
          </p:cNvPr>
          <p:cNvSpPr txBox="1"/>
          <p:nvPr/>
        </p:nvSpPr>
        <p:spPr>
          <a:xfrm>
            <a:off x="263352" y="1340768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라이브 방송</a:t>
            </a: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711842C2-014A-4878-1BB2-8362114CBA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93" t="20839" r="1523" b="27218"/>
          <a:stretch>
            <a:fillRect/>
          </a:stretch>
        </p:blipFill>
        <p:spPr>
          <a:xfrm>
            <a:off x="1943461" y="1569685"/>
            <a:ext cx="4870737" cy="1477108"/>
          </a:xfrm>
          <a:prstGeom prst="rect">
            <a:avLst/>
          </a:prstGeom>
        </p:spPr>
      </p:pic>
      <p:sp>
        <p:nvSpPr>
          <p:cNvPr id="47" name="Shape 58">
            <a:extLst>
              <a:ext uri="{FF2B5EF4-FFF2-40B4-BE49-F238E27FC236}">
                <a16:creationId xmlns:a16="http://schemas.microsoft.com/office/drawing/2014/main" id="{07CAB748-4EF8-533E-3EFD-DE1141E7EEFD}"/>
              </a:ext>
            </a:extLst>
          </p:cNvPr>
          <p:cNvSpPr/>
          <p:nvPr/>
        </p:nvSpPr>
        <p:spPr>
          <a:xfrm>
            <a:off x="1946292" y="6328821"/>
            <a:ext cx="4870416" cy="285018"/>
          </a:xfrm>
          <a:prstGeom prst="roundRect">
            <a:avLst>
              <a:gd name="adj" fmla="val 19446"/>
            </a:avLst>
          </a:prstGeom>
          <a:solidFill>
            <a:srgbClr val="519CFF"/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ko-KR" altLang="en-US" sz="900" b="1">
                <a:solidFill>
                  <a:schemeClr val="bg1"/>
                </a:solidFill>
                <a:latin typeface="+mn-ea"/>
                <a:ea typeface="+mn-ea"/>
              </a:rPr>
              <a:t>저장하기</a:t>
            </a:r>
            <a:endParaRPr lang="ko-KR" altLang="en-US" sz="9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62BCA772-AAE7-1C89-766A-977F1DF6E89A}"/>
              </a:ext>
            </a:extLst>
          </p:cNvPr>
          <p:cNvSpPr txBox="1"/>
          <p:nvPr/>
        </p:nvSpPr>
        <p:spPr>
          <a:xfrm>
            <a:off x="2051769" y="5521434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연령 제한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54" name="Text 29">
            <a:extLst>
              <a:ext uri="{FF2B5EF4-FFF2-40B4-BE49-F238E27FC236}">
                <a16:creationId xmlns:a16="http://schemas.microsoft.com/office/drawing/2014/main" id="{584FC5BF-727A-27ED-5524-FD1167D16BED}"/>
              </a:ext>
            </a:extLst>
          </p:cNvPr>
          <p:cNvSpPr txBox="1"/>
          <p:nvPr/>
        </p:nvSpPr>
        <p:spPr>
          <a:xfrm>
            <a:off x="2737568" y="5521434"/>
            <a:ext cx="335843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ko-KR" alt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이용가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	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이상으로 </a:t>
            </a:r>
            <a:r>
              <a:rPr kumimoji="0" 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C83AD6E3-70BE-75EA-9C1C-7FAF7BC58673}"/>
              </a:ext>
            </a:extLst>
          </p:cNvPr>
          <p:cNvSpPr txBox="1"/>
          <p:nvPr/>
        </p:nvSpPr>
        <p:spPr>
          <a:xfrm>
            <a:off x="2051769" y="6027000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</a:t>
            </a: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1AFB7752-7FC9-47B6-F89E-C3C6F9ECD040}"/>
              </a:ext>
            </a:extLst>
          </p:cNvPr>
          <p:cNvSpPr txBox="1"/>
          <p:nvPr/>
        </p:nvSpPr>
        <p:spPr>
          <a:xfrm>
            <a:off x="2737569" y="6027000"/>
            <a:ext cx="2179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	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안 함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D23FCFE2-09F8-2757-F20F-67C579754A6E}"/>
              </a:ext>
            </a:extLst>
          </p:cNvPr>
          <p:cNvSpPr txBox="1"/>
          <p:nvPr/>
        </p:nvSpPr>
        <p:spPr>
          <a:xfrm>
            <a:off x="2053128" y="5038577"/>
            <a:ext cx="685800" cy="232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썸네일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D294425D-CF5B-9501-7962-7A73135F55B7}"/>
              </a:ext>
            </a:extLst>
          </p:cNvPr>
          <p:cNvSpPr txBox="1"/>
          <p:nvPr/>
        </p:nvSpPr>
        <p:spPr>
          <a:xfrm>
            <a:off x="2730673" y="5038577"/>
            <a:ext cx="1091051" cy="4453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2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+</a:t>
            </a:r>
            <a:br>
              <a:rPr kumimoji="0" lang="en-US" sz="12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</a:br>
            <a:r>
              <a:rPr kumimoji="0" lang="ko-KR" altLang="en-US" sz="8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업로드</a:t>
            </a:r>
            <a:endParaRPr kumimoji="0" lang="en-US" sz="12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067884-4FB5-9D17-2858-52C75C82E1F1}"/>
              </a:ext>
            </a:extLst>
          </p:cNvPr>
          <p:cNvSpPr txBox="1"/>
          <p:nvPr/>
        </p:nvSpPr>
        <p:spPr>
          <a:xfrm>
            <a:off x="3800444" y="5311454"/>
            <a:ext cx="2943628" cy="23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등록하지 않으면 방송 중인 화면으로 썸네일이 노출됩니다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0" name="Text 30">
            <a:extLst>
              <a:ext uri="{FF2B5EF4-FFF2-40B4-BE49-F238E27FC236}">
                <a16:creationId xmlns:a16="http://schemas.microsoft.com/office/drawing/2014/main" id="{F5336F81-34B0-1C5E-7DFE-3C9279C8FA58}"/>
              </a:ext>
            </a:extLst>
          </p:cNvPr>
          <p:cNvSpPr txBox="1"/>
          <p:nvPr/>
        </p:nvSpPr>
        <p:spPr>
          <a:xfrm>
            <a:off x="2051769" y="5774217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상태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61" name="Text 31">
            <a:extLst>
              <a:ext uri="{FF2B5EF4-FFF2-40B4-BE49-F238E27FC236}">
                <a16:creationId xmlns:a16="http://schemas.microsoft.com/office/drawing/2014/main" id="{B72137D6-02BC-317E-268B-119B03770E88}"/>
              </a:ext>
            </a:extLst>
          </p:cNvPr>
          <p:cNvSpPr txBox="1"/>
          <p:nvPr/>
        </p:nvSpPr>
        <p:spPr>
          <a:xfrm>
            <a:off x="2737569" y="5774217"/>
            <a:ext cx="2179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	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비공개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46B50EE9-B524-D355-6AC1-C65ADD34E0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93" t="20839" r="1523" b="27218"/>
          <a:stretch>
            <a:fillRect/>
          </a:stretch>
        </p:blipFill>
        <p:spPr>
          <a:xfrm>
            <a:off x="2731258" y="5037888"/>
            <a:ext cx="1090466" cy="445354"/>
          </a:xfrm>
          <a:prstGeom prst="rect">
            <a:avLst/>
          </a:prstGeom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949D347C-0815-5FDB-BD2B-A27577D9BB25}"/>
              </a:ext>
            </a:extLst>
          </p:cNvPr>
          <p:cNvGrpSpPr/>
          <p:nvPr/>
        </p:nvGrpSpPr>
        <p:grpSpPr>
          <a:xfrm>
            <a:off x="3899756" y="5035067"/>
            <a:ext cx="470806" cy="232461"/>
            <a:chOff x="5934052" y="3259326"/>
            <a:chExt cx="671637" cy="331621"/>
          </a:xfrm>
        </p:grpSpPr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9F7849F6-D152-447E-D14E-753940B80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grayscl/>
            </a:blip>
            <a:stretch>
              <a:fillRect/>
            </a:stretch>
          </p:blipFill>
          <p:spPr>
            <a:xfrm>
              <a:off x="5934052" y="3267052"/>
              <a:ext cx="323895" cy="323895"/>
            </a:xfrm>
            <a:prstGeom prst="rect">
              <a:avLst/>
            </a:prstGeom>
          </p:spPr>
        </p:pic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133C4737-965B-231D-59C2-EABAE833C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grayscl/>
            </a:blip>
            <a:stretch>
              <a:fillRect/>
            </a:stretch>
          </p:blipFill>
          <p:spPr>
            <a:xfrm>
              <a:off x="6272267" y="3259326"/>
              <a:ext cx="333422" cy="323895"/>
            </a:xfrm>
            <a:prstGeom prst="rect">
              <a:avLst/>
            </a:prstGeom>
          </p:spPr>
        </p:pic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5C946495-72B6-5D10-7E24-3017D4413886}"/>
              </a:ext>
            </a:extLst>
          </p:cNvPr>
          <p:cNvSpPr txBox="1"/>
          <p:nvPr/>
        </p:nvSpPr>
        <p:spPr>
          <a:xfrm>
            <a:off x="421209" y="1609645"/>
            <a:ext cx="915635" cy="755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관리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설정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분석</a:t>
            </a:r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748F1EC0-3FAD-C841-DBD7-ACD42773E792}"/>
              </a:ext>
            </a:extLst>
          </p:cNvPr>
          <p:cNvSpPr/>
          <p:nvPr/>
        </p:nvSpPr>
        <p:spPr>
          <a:xfrm>
            <a:off x="302895" y="1651793"/>
            <a:ext cx="1234440" cy="237744"/>
          </a:xfrm>
          <a:prstGeom prst="rect">
            <a:avLst/>
          </a:prstGeom>
          <a:ln w="28575">
            <a:solidFill>
              <a:srgbClr val="D93025"/>
            </a:solidFill>
            <a:prstDash val="sysDot"/>
          </a:ln>
        </p:spPr>
      </p:sp>
      <p:sp>
        <p:nvSpPr>
          <p:cNvPr id="74" name="Shape 9">
            <a:extLst>
              <a:ext uri="{FF2B5EF4-FFF2-40B4-BE49-F238E27FC236}">
                <a16:creationId xmlns:a16="http://schemas.microsoft.com/office/drawing/2014/main" id="{4A30D959-1A8C-3766-0E77-7A9241A85FDF}"/>
              </a:ext>
            </a:extLst>
          </p:cNvPr>
          <p:cNvSpPr/>
          <p:nvPr/>
        </p:nvSpPr>
        <p:spPr>
          <a:xfrm>
            <a:off x="6097352" y="4453438"/>
            <a:ext cx="597170" cy="271815"/>
          </a:xfrm>
          <a:prstGeom prst="roundRect">
            <a:avLst>
              <a:gd name="adj" fmla="val 11715"/>
            </a:avLst>
          </a:prstGeom>
          <a:solidFill>
            <a:srgbClr val="519CFF"/>
          </a:solidFill>
          <a:ln/>
        </p:spPr>
        <p:txBody>
          <a:bodyPr wrap="none" anchor="ctr"/>
          <a:lstStyle/>
          <a:p>
            <a:pPr algn="ctr"/>
            <a:r>
              <a:rPr kumimoji="0" lang="ko-KR" altLang="en-US" sz="900" b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</a:t>
            </a:r>
            <a:endParaRPr kumimoji="0" lang="en-US" altLang="ko-KR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E03761E8-7A62-A0DE-8D85-CC9826307335}"/>
              </a:ext>
            </a:extLst>
          </p:cNvPr>
          <p:cNvSpPr/>
          <p:nvPr/>
        </p:nvSpPr>
        <p:spPr>
          <a:xfrm>
            <a:off x="2747628" y="4778778"/>
            <a:ext cx="694200" cy="2102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/>
              <a:t>#</a:t>
            </a:r>
            <a:r>
              <a:rPr lang="ko-KR" altLang="en-US" sz="750" b="1" dirty="0"/>
              <a:t>엑셀방송 </a:t>
            </a:r>
            <a:r>
              <a:rPr lang="ko-KR" altLang="en-US" sz="750" b="1" dirty="0">
                <a:sym typeface="Wingdings 2" panose="05020102010507070707" pitchFamily="18" charset="2"/>
              </a:rPr>
              <a:t></a:t>
            </a:r>
            <a:endParaRPr lang="ko-KR" altLang="en-US" sz="750" b="1" dirty="0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56E1FC38-58C7-FABA-B60F-CDC590225D32}"/>
              </a:ext>
            </a:extLst>
          </p:cNvPr>
          <p:cNvSpPr/>
          <p:nvPr/>
        </p:nvSpPr>
        <p:spPr>
          <a:xfrm>
            <a:off x="3485462" y="4778778"/>
            <a:ext cx="496426" cy="2102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/>
              <a:t>#</a:t>
            </a:r>
            <a:r>
              <a:rPr lang="ko-KR" altLang="en-US" sz="750" b="1" dirty="0"/>
              <a:t>먹방 </a:t>
            </a:r>
            <a:r>
              <a:rPr lang="ko-KR" altLang="en-US" sz="750" b="1" dirty="0">
                <a:sym typeface="Wingdings 2" panose="05020102010507070707" pitchFamily="18" charset="2"/>
              </a:rPr>
              <a:t></a:t>
            </a:r>
            <a:endParaRPr lang="ko-KR" altLang="en-US" sz="750" b="1" dirty="0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5A40CA2D-261B-845A-931B-CA77155039DF}"/>
              </a:ext>
            </a:extLst>
          </p:cNvPr>
          <p:cNvSpPr/>
          <p:nvPr/>
        </p:nvSpPr>
        <p:spPr>
          <a:xfrm>
            <a:off x="4025522" y="4778778"/>
            <a:ext cx="496426" cy="2102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/>
              <a:t>#</a:t>
            </a:r>
            <a:r>
              <a:rPr lang="ko-KR" altLang="en-US" sz="750" b="1" dirty="0"/>
              <a:t>토크 </a:t>
            </a:r>
            <a:r>
              <a:rPr lang="ko-KR" altLang="en-US" sz="750" b="1" dirty="0">
                <a:sym typeface="Wingdings 2" panose="05020102010507070707" pitchFamily="18" charset="2"/>
              </a:rPr>
              <a:t></a:t>
            </a:r>
            <a:endParaRPr lang="ko-KR" altLang="en-US" sz="750" b="1" dirty="0"/>
          </a:p>
        </p:txBody>
      </p:sp>
      <p:sp>
        <p:nvSpPr>
          <p:cNvPr id="78" name="Text 24">
            <a:extLst>
              <a:ext uri="{FF2B5EF4-FFF2-40B4-BE49-F238E27FC236}">
                <a16:creationId xmlns:a16="http://schemas.microsoft.com/office/drawing/2014/main" id="{7188EF90-705E-3226-95C2-142697191133}"/>
              </a:ext>
            </a:extLst>
          </p:cNvPr>
          <p:cNvSpPr txBox="1"/>
          <p:nvPr/>
        </p:nvSpPr>
        <p:spPr>
          <a:xfrm>
            <a:off x="2737569" y="4455963"/>
            <a:ext cx="3286424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>
            <a:defPPr>
              <a:defRPr lang="ko-KR"/>
            </a:defPPr>
            <a:lvl1pPr fontAlgn="auto" latinLnBrk="0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dirty="0"/>
              <a:t> </a:t>
            </a:r>
            <a:r>
              <a:rPr lang="ko-KR" altLang="en-US" dirty="0"/>
              <a:t>최대 </a:t>
            </a:r>
            <a:r>
              <a:rPr lang="en-US" altLang="ko-KR" dirty="0"/>
              <a:t>15</a:t>
            </a: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공백 및</a:t>
            </a:r>
            <a:r>
              <a:rPr lang="en-US" altLang="ko-KR" dirty="0"/>
              <a:t> </a:t>
            </a:r>
            <a:r>
              <a:rPr lang="ko-KR" altLang="en-US" dirty="0"/>
              <a:t>특수 문자 불가</a:t>
            </a:r>
            <a:endParaRPr lang="en-US" dirty="0"/>
          </a:p>
        </p:txBody>
      </p:sp>
      <p:graphicFrame>
        <p:nvGraphicFramePr>
          <p:cNvPr id="79" name="Group 323">
            <a:extLst>
              <a:ext uri="{FF2B5EF4-FFF2-40B4-BE49-F238E27FC236}">
                <a16:creationId xmlns:a16="http://schemas.microsoft.com/office/drawing/2014/main" id="{89D3C947-A299-F380-A1A3-4788204683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234181"/>
              </p:ext>
            </p:extLst>
          </p:nvPr>
        </p:nvGraphicFramePr>
        <p:xfrm>
          <a:off x="9625013" y="575703"/>
          <a:ext cx="2519969" cy="5711952"/>
        </p:xfrm>
        <a:graphic>
          <a:graphicData uri="http://schemas.openxmlformats.org/drawingml/2006/table">
            <a:tbl>
              <a:tblPr/>
              <a:tblGrid>
                <a:gridCol w="28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제목</a:t>
                      </a:r>
                      <a:endParaRPr kumimoji="1" lang="en-US" altLang="ko-KR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최대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80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초과 입력 차단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디폴트 제목 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① 직전 방송 제목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② 없으면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채널명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+ “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라이브 방송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③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미입력시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채널명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+ “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라이브 방송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필터링 시스템 연동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└ 블랙리스트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포함시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하단에 붉은 폰트로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부적절한 표현이 포함되어 있습니다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.”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카테고리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사업팀과 협의 필요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태그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- Enter 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또는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쉼표로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생성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- ✕ </a:t>
                      </a:r>
                      <a:r>
                        <a:rPr lang="ko-KR" altLang="en-US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버튼으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로 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개별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삭제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최대 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10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개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,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개당 최대 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15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자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- 10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개 이상 등록 시 비활성화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중복 불가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└ 동일 태그 입력 시 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＂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이미 추가된 태그입니다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＂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필터링 시스템 연동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 └ 블랙리스트 </a:t>
                      </a:r>
                      <a:r>
                        <a:rPr lang="ko-KR" altLang="en-US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포함시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</a:t>
                      </a:r>
                      <a:r>
                        <a:rPr lang="ko-KR" altLang="en-US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입력창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하단에 붉은 폰트로 “부적절한 표현이 포함되어 있습니다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.”</a:t>
                      </a:r>
                      <a:endParaRPr lang="en-US" altLang="ko-KR" sz="900" dirty="0"/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1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썸네일</a:t>
                      </a:r>
                      <a:endParaRPr lang="en-US" altLang="ko-KR" sz="800" b="1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규격 초과 시 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"5MB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이하 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JPG · PNG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파일만 업로드할 수 있습니다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"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- 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업로드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후 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미리보기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썸네일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[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] [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버튼 노출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  <a:cs typeface="맑은 고딕" pitchFamily="34" charset="-12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1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연령 제한</a:t>
                      </a:r>
                      <a:endParaRPr lang="en-US" altLang="ko-KR" sz="800" b="1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 - ‘19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세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…’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저장 시 라이브 목록 카드에 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’19’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배지 노출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 - </a:t>
                      </a:r>
                      <a:r>
                        <a:rPr lang="ko-KR" altLang="en-US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미인증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 시청자 진입 차단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방송 중 변경 시 즉시 적용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1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공개 상태</a:t>
                      </a:r>
                      <a:endParaRPr lang="en-US" altLang="ko-KR" sz="800" b="1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 - ‘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비공개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’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저장 시 라이브 목록에 노출되지 않음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993498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1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채팅 사용</a:t>
                      </a:r>
                      <a:endParaRPr lang="en-US" altLang="ko-KR" sz="800" b="1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채팅 기획서 참고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104078"/>
                  </a:ext>
                </a:extLst>
              </a:tr>
            </a:tbl>
          </a:graphicData>
        </a:graphic>
      </p:graphicFrame>
      <p:sp>
        <p:nvSpPr>
          <p:cNvPr id="80" name="TextBox 79">
            <a:extLst>
              <a:ext uri="{FF2B5EF4-FFF2-40B4-BE49-F238E27FC236}">
                <a16:creationId xmlns:a16="http://schemas.microsoft.com/office/drawing/2014/main" id="{B96A081A-3B60-EA21-91DC-07F6C2493AED}"/>
              </a:ext>
            </a:extLst>
          </p:cNvPr>
          <p:cNvSpPr txBox="1"/>
          <p:nvPr/>
        </p:nvSpPr>
        <p:spPr>
          <a:xfrm>
            <a:off x="6295997" y="3845137"/>
            <a:ext cx="3930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0/80</a:t>
            </a:r>
            <a:endParaRPr lang="ko-KR" altLang="en-US" sz="800" dirty="0" err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타원 129">
            <a:extLst>
              <a:ext uri="{FF2B5EF4-FFF2-40B4-BE49-F238E27FC236}">
                <a16:creationId xmlns:a16="http://schemas.microsoft.com/office/drawing/2014/main" id="{810435F5-AADA-D0ED-9B44-135967FA3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724" y="3860878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타원 129">
            <a:extLst>
              <a:ext uri="{FF2B5EF4-FFF2-40B4-BE49-F238E27FC236}">
                <a16:creationId xmlns:a16="http://schemas.microsoft.com/office/drawing/2014/main" id="{ED135A79-8BD9-4EB2-26CC-B39709B40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724" y="4168603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타원 129">
            <a:extLst>
              <a:ext uri="{FF2B5EF4-FFF2-40B4-BE49-F238E27FC236}">
                <a16:creationId xmlns:a16="http://schemas.microsoft.com/office/drawing/2014/main" id="{4510ADA1-1B66-62F1-8E64-D8684E38B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724" y="4499793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62CDBD2-1E1D-3B17-981C-78792465C7F1}"/>
              </a:ext>
            </a:extLst>
          </p:cNvPr>
          <p:cNvSpPr txBox="1"/>
          <p:nvPr/>
        </p:nvSpPr>
        <p:spPr>
          <a:xfrm>
            <a:off x="5590053" y="4489495"/>
            <a:ext cx="3930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0/10</a:t>
            </a:r>
            <a:endParaRPr lang="ko-KR" altLang="en-US" sz="800" dirty="0" err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타원 129">
            <a:extLst>
              <a:ext uri="{FF2B5EF4-FFF2-40B4-BE49-F238E27FC236}">
                <a16:creationId xmlns:a16="http://schemas.microsoft.com/office/drawing/2014/main" id="{6BFE816A-9263-FFFF-CCDE-BD3A75DD8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724" y="5070229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타원 129">
            <a:extLst>
              <a:ext uri="{FF2B5EF4-FFF2-40B4-BE49-F238E27FC236}">
                <a16:creationId xmlns:a16="http://schemas.microsoft.com/office/drawing/2014/main" id="{7340BF76-0C12-02A6-F695-D6AB6978D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724" y="5543346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타원 129">
            <a:extLst>
              <a:ext uri="{FF2B5EF4-FFF2-40B4-BE49-F238E27FC236}">
                <a16:creationId xmlns:a16="http://schemas.microsoft.com/office/drawing/2014/main" id="{5FCA16CC-23AA-F151-EAD7-CB6687D5A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724" y="5797908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타원 129">
            <a:extLst>
              <a:ext uri="{FF2B5EF4-FFF2-40B4-BE49-F238E27FC236}">
                <a16:creationId xmlns:a16="http://schemas.microsoft.com/office/drawing/2014/main" id="{C274229C-964E-4B86-B42B-D91BF089A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724" y="6043085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64062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2999044-1FAA-AD5E-8880-F8E7A259D6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424732"/>
          </a:xfrm>
        </p:spPr>
        <p:txBody>
          <a:bodyPr/>
          <a:lstStyle/>
          <a:p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관리 </a:t>
            </a:r>
            <a:r>
              <a:rPr lang="en-US" altLang="ko-KR" dirty="0"/>
              <a:t>&gt; </a:t>
            </a:r>
            <a:r>
              <a:rPr lang="ko-KR" altLang="en-US" dirty="0"/>
              <a:t>제재 안내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7287376-7144-F567-989D-1F8808028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크리에이터 스튜디오 </a:t>
            </a:r>
            <a:r>
              <a:rPr lang="en-US" altLang="ko-KR" dirty="0"/>
              <a:t>&gt; </a:t>
            </a:r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관리 </a:t>
            </a:r>
            <a:r>
              <a:rPr lang="en-US" altLang="ko-KR" dirty="0"/>
              <a:t>&gt; </a:t>
            </a:r>
            <a:r>
              <a:rPr lang="ko-KR" altLang="en-US" dirty="0"/>
              <a:t>제재 안내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1479FB1F-6722-CBC2-31B0-29269BD0752D}"/>
              </a:ext>
            </a:extLst>
          </p:cNvPr>
          <p:cNvSpPr/>
          <p:nvPr/>
        </p:nvSpPr>
        <p:spPr>
          <a:xfrm>
            <a:off x="1809132" y="908720"/>
            <a:ext cx="7635240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57B2CEA2-2E43-7C63-42FC-27D4335846F1}"/>
              </a:ext>
            </a:extLst>
          </p:cNvPr>
          <p:cNvSpPr/>
          <p:nvPr/>
        </p:nvSpPr>
        <p:spPr>
          <a:xfrm>
            <a:off x="1809132" y="908720"/>
            <a:ext cx="7635240" cy="3657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F6669738-0A2E-8529-8DF0-B6DC565454BD}"/>
              </a:ext>
            </a:extLst>
          </p:cNvPr>
          <p:cNvSpPr txBox="1"/>
          <p:nvPr/>
        </p:nvSpPr>
        <p:spPr>
          <a:xfrm>
            <a:off x="1992012" y="908720"/>
            <a:ext cx="75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</a:t>
            </a:r>
            <a:r>
              <a:rPr kumimoji="0" lang="ko-KR" alt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관리</a:t>
            </a:r>
            <a:endParaRPr kumimoji="0" lang="en-US" sz="1100" dirty="0">
              <a:latin typeface="Calibri" panose="020F0502020204030204"/>
            </a:endParaRPr>
          </a:p>
        </p:txBody>
      </p:sp>
      <p:sp>
        <p:nvSpPr>
          <p:cNvPr id="14" name="Shape 58">
            <a:extLst>
              <a:ext uri="{FF2B5EF4-FFF2-40B4-BE49-F238E27FC236}">
                <a16:creationId xmlns:a16="http://schemas.microsoft.com/office/drawing/2014/main" id="{2A8B5458-AEE8-D73A-5272-9133081CFF53}"/>
              </a:ext>
            </a:extLst>
          </p:cNvPr>
          <p:cNvSpPr/>
          <p:nvPr/>
        </p:nvSpPr>
        <p:spPr>
          <a:xfrm>
            <a:off x="6975492" y="1384207"/>
            <a:ext cx="2343763" cy="5177141"/>
          </a:xfrm>
          <a:prstGeom prst="roundRect">
            <a:avLst>
              <a:gd name="adj" fmla="val 1455"/>
            </a:avLst>
          </a:prstGeom>
          <a:solidFill>
            <a:srgbClr val="F5F7FB"/>
          </a:solidFill>
          <a:ln w="12700">
            <a:solidFill>
              <a:srgbClr val="E3E8F1"/>
            </a:solidFill>
            <a:prstDash val="solid"/>
          </a:ln>
        </p:spPr>
      </p:sp>
      <p:sp>
        <p:nvSpPr>
          <p:cNvPr id="15" name="Text 59">
            <a:extLst>
              <a:ext uri="{FF2B5EF4-FFF2-40B4-BE49-F238E27FC236}">
                <a16:creationId xmlns:a16="http://schemas.microsoft.com/office/drawing/2014/main" id="{5EB6B63B-59C9-9AD2-DB76-8F4FB80F4F6D}"/>
              </a:ext>
            </a:extLst>
          </p:cNvPr>
          <p:cNvSpPr txBox="1"/>
          <p:nvPr/>
        </p:nvSpPr>
        <p:spPr>
          <a:xfrm>
            <a:off x="7112652" y="1457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b="1" dirty="0" err="1">
                <a:solidFill>
                  <a:srgbClr val="000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</a:t>
            </a:r>
            <a:endParaRPr kumimoji="0" lang="en-US" dirty="0">
              <a:solidFill>
                <a:srgbClr val="0000FF"/>
              </a:solidFill>
              <a:latin typeface="Calibri" panose="020F0502020204030204"/>
            </a:endParaRPr>
          </a:p>
        </p:txBody>
      </p:sp>
      <p:sp>
        <p:nvSpPr>
          <p:cNvPr id="16" name="Text 60">
            <a:extLst>
              <a:ext uri="{FF2B5EF4-FFF2-40B4-BE49-F238E27FC236}">
                <a16:creationId xmlns:a16="http://schemas.microsoft.com/office/drawing/2014/main" id="{7494D467-EC4F-2025-B9F3-F818708F2A28}"/>
              </a:ext>
            </a:extLst>
          </p:cNvPr>
          <p:cNvSpPr txBox="1"/>
          <p:nvPr/>
        </p:nvSpPr>
        <p:spPr>
          <a:xfrm>
            <a:off x="8643036" y="14573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50" dirty="0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⚙  ⧉</a:t>
            </a:r>
            <a:endParaRPr kumimoji="0"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75">
            <a:extLst>
              <a:ext uri="{FF2B5EF4-FFF2-40B4-BE49-F238E27FC236}">
                <a16:creationId xmlns:a16="http://schemas.microsoft.com/office/drawing/2014/main" id="{5E5A2FC2-5B00-BF5A-7638-7AD0684F9335}"/>
              </a:ext>
            </a:extLst>
          </p:cNvPr>
          <p:cNvSpPr/>
          <p:nvPr/>
        </p:nvSpPr>
        <p:spPr>
          <a:xfrm>
            <a:off x="7112652" y="6201308"/>
            <a:ext cx="2079024" cy="237744"/>
          </a:xfrm>
          <a:prstGeom prst="rect">
            <a:avLst/>
          </a:prstGeom>
          <a:solidFill>
            <a:srgbClr val="FFFFFF"/>
          </a:solidFill>
          <a:ln>
            <a:solidFill>
              <a:srgbClr val="4472C4">
                <a:lumMod val="40000"/>
                <a:lumOff val="60000"/>
              </a:srgbClr>
            </a:solidFill>
          </a:ln>
        </p:spPr>
      </p:sp>
      <p:sp>
        <p:nvSpPr>
          <p:cNvPr id="18" name="Text 76">
            <a:extLst>
              <a:ext uri="{FF2B5EF4-FFF2-40B4-BE49-F238E27FC236}">
                <a16:creationId xmlns:a16="http://schemas.microsoft.com/office/drawing/2014/main" id="{F615042C-A74A-C1B9-E804-DD8E95B97C65}"/>
              </a:ext>
            </a:extLst>
          </p:cNvPr>
          <p:cNvSpPr txBox="1"/>
          <p:nvPr/>
        </p:nvSpPr>
        <p:spPr>
          <a:xfrm>
            <a:off x="7204092" y="6201308"/>
            <a:ext cx="19093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750" dirty="0">
                <a:solidFill>
                  <a:srgbClr val="9AA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입력...</a:t>
            </a:r>
            <a:endParaRPr kumimoji="0"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80">
            <a:extLst>
              <a:ext uri="{FF2B5EF4-FFF2-40B4-BE49-F238E27FC236}">
                <a16:creationId xmlns:a16="http://schemas.microsoft.com/office/drawing/2014/main" id="{65D5C3D7-FE3D-A077-F652-60B931264B3A}"/>
              </a:ext>
            </a:extLst>
          </p:cNvPr>
          <p:cNvSpPr txBox="1"/>
          <p:nvPr/>
        </p:nvSpPr>
        <p:spPr>
          <a:xfrm>
            <a:off x="7133839" y="17774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유저A : 오늘 컨텐츠 뭐예요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0" name="Text 81">
            <a:extLst>
              <a:ext uri="{FF2B5EF4-FFF2-40B4-BE49-F238E27FC236}">
                <a16:creationId xmlns:a16="http://schemas.microsoft.com/office/drawing/2014/main" id="{B7E57580-F120-1B75-FB26-4FA5AA1CDB35}"/>
              </a:ext>
            </a:extLst>
          </p:cNvPr>
          <p:cNvSpPr txBox="1"/>
          <p:nvPr/>
        </p:nvSpPr>
        <p:spPr>
          <a:xfrm>
            <a:off x="7133839" y="20060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유저B : 화질 좋아졌네요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" name="Text 82">
            <a:extLst>
              <a:ext uri="{FF2B5EF4-FFF2-40B4-BE49-F238E27FC236}">
                <a16:creationId xmlns:a16="http://schemas.microsoft.com/office/drawing/2014/main" id="{2F019848-8954-C0EC-9088-1E0864EC44BB}"/>
              </a:ext>
            </a:extLst>
          </p:cNvPr>
          <p:cNvSpPr txBox="1"/>
          <p:nvPr/>
        </p:nvSpPr>
        <p:spPr>
          <a:xfrm>
            <a:off x="7133839" y="22346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유저C : ㅋㅋㅋㅋ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2" name="Text 84">
            <a:extLst>
              <a:ext uri="{FF2B5EF4-FFF2-40B4-BE49-F238E27FC236}">
                <a16:creationId xmlns:a16="http://schemas.microsoft.com/office/drawing/2014/main" id="{1DB1BA62-8FF4-C1A6-6ED9-D477B8220479}"/>
              </a:ext>
            </a:extLst>
          </p:cNvPr>
          <p:cNvSpPr txBox="1"/>
          <p:nvPr/>
        </p:nvSpPr>
        <p:spPr>
          <a:xfrm>
            <a:off x="7133839" y="24470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유저D : 응원합니다!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3" name="Text 85">
            <a:extLst>
              <a:ext uri="{FF2B5EF4-FFF2-40B4-BE49-F238E27FC236}">
                <a16:creationId xmlns:a16="http://schemas.microsoft.com/office/drawing/2014/main" id="{8B6588BE-3067-D374-9ADD-C422C2AB96A9}"/>
              </a:ext>
            </a:extLst>
          </p:cNvPr>
          <p:cNvSpPr txBox="1"/>
          <p:nvPr/>
        </p:nvSpPr>
        <p:spPr>
          <a:xfrm>
            <a:off x="7133839" y="26756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유저E : 다음 방송 언제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4" name="Text 86">
            <a:extLst>
              <a:ext uri="{FF2B5EF4-FFF2-40B4-BE49-F238E27FC236}">
                <a16:creationId xmlns:a16="http://schemas.microsoft.com/office/drawing/2014/main" id="{9720E13D-7829-95F6-7303-26B4853090D7}"/>
              </a:ext>
            </a:extLst>
          </p:cNvPr>
          <p:cNvSpPr txBox="1"/>
          <p:nvPr/>
        </p:nvSpPr>
        <p:spPr>
          <a:xfrm>
            <a:off x="7133839" y="29042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유저F : 👍👍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" name="Shape 28">
            <a:extLst>
              <a:ext uri="{FF2B5EF4-FFF2-40B4-BE49-F238E27FC236}">
                <a16:creationId xmlns:a16="http://schemas.microsoft.com/office/drawing/2014/main" id="{C827A535-96F9-E81B-0A2D-A74DAF3D4BC3}"/>
              </a:ext>
            </a:extLst>
          </p:cNvPr>
          <p:cNvSpPr/>
          <p:nvPr/>
        </p:nvSpPr>
        <p:spPr>
          <a:xfrm>
            <a:off x="1945974" y="3104964"/>
            <a:ext cx="4870736" cy="531433"/>
          </a:xfrm>
          <a:prstGeom prst="roundRect">
            <a:avLst>
              <a:gd name="adj" fmla="val 487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" name="Text 31">
            <a:extLst>
              <a:ext uri="{FF2B5EF4-FFF2-40B4-BE49-F238E27FC236}">
                <a16:creationId xmlns:a16="http://schemas.microsoft.com/office/drawing/2014/main" id="{042C12A9-E811-F9C6-88FA-D87075087D31}"/>
              </a:ext>
            </a:extLst>
          </p:cNvPr>
          <p:cNvSpPr txBox="1"/>
          <p:nvPr/>
        </p:nvSpPr>
        <p:spPr>
          <a:xfrm>
            <a:off x="2075901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33">
            <a:extLst>
              <a:ext uri="{FF2B5EF4-FFF2-40B4-BE49-F238E27FC236}">
                <a16:creationId xmlns:a16="http://schemas.microsoft.com/office/drawing/2014/main" id="{0C04AD0A-FC31-F68F-E63F-FB03576B7E4A}"/>
              </a:ext>
            </a:extLst>
          </p:cNvPr>
          <p:cNvSpPr txBox="1"/>
          <p:nvPr/>
        </p:nvSpPr>
        <p:spPr>
          <a:xfrm>
            <a:off x="3014314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35">
            <a:extLst>
              <a:ext uri="{FF2B5EF4-FFF2-40B4-BE49-F238E27FC236}">
                <a16:creationId xmlns:a16="http://schemas.microsoft.com/office/drawing/2014/main" id="{E8045497-151D-E3C3-BCF9-A352B9681A2C}"/>
              </a:ext>
            </a:extLst>
          </p:cNvPr>
          <p:cNvSpPr txBox="1"/>
          <p:nvPr/>
        </p:nvSpPr>
        <p:spPr>
          <a:xfrm>
            <a:off x="3952727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37">
            <a:extLst>
              <a:ext uri="{FF2B5EF4-FFF2-40B4-BE49-F238E27FC236}">
                <a16:creationId xmlns:a16="http://schemas.microsoft.com/office/drawing/2014/main" id="{CA0856CD-09AC-EF50-D826-9919D4D6F38B}"/>
              </a:ext>
            </a:extLst>
          </p:cNvPr>
          <p:cNvSpPr txBox="1"/>
          <p:nvPr/>
        </p:nvSpPr>
        <p:spPr>
          <a:xfrm>
            <a:off x="5829553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F06C6FD0-6E12-CA78-7240-0609458901E2}"/>
              </a:ext>
            </a:extLst>
          </p:cNvPr>
          <p:cNvSpPr/>
          <p:nvPr/>
        </p:nvSpPr>
        <p:spPr>
          <a:xfrm>
            <a:off x="146092" y="908720"/>
            <a:ext cx="1663041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BDE0181D-E712-48EC-8AC8-8F781A954A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677"/>
          <a:stretch>
            <a:fillRect/>
          </a:stretch>
        </p:blipFill>
        <p:spPr>
          <a:xfrm>
            <a:off x="176771" y="935489"/>
            <a:ext cx="1606975" cy="398012"/>
          </a:xfrm>
          <a:prstGeom prst="rect">
            <a:avLst/>
          </a:prstGeom>
        </p:spPr>
      </p:pic>
      <p:sp>
        <p:nvSpPr>
          <p:cNvPr id="34" name="Text 37">
            <a:extLst>
              <a:ext uri="{FF2B5EF4-FFF2-40B4-BE49-F238E27FC236}">
                <a16:creationId xmlns:a16="http://schemas.microsoft.com/office/drawing/2014/main" id="{D7AB85E3-C41E-A057-DC2A-DA61CEF705BE}"/>
              </a:ext>
            </a:extLst>
          </p:cNvPr>
          <p:cNvSpPr txBox="1"/>
          <p:nvPr/>
        </p:nvSpPr>
        <p:spPr>
          <a:xfrm>
            <a:off x="4891140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58">
            <a:extLst>
              <a:ext uri="{FF2B5EF4-FFF2-40B4-BE49-F238E27FC236}">
                <a16:creationId xmlns:a16="http://schemas.microsoft.com/office/drawing/2014/main" id="{90B4800C-96FA-5741-E3F1-CC0D518816CC}"/>
              </a:ext>
            </a:extLst>
          </p:cNvPr>
          <p:cNvSpPr/>
          <p:nvPr/>
        </p:nvSpPr>
        <p:spPr>
          <a:xfrm>
            <a:off x="1946292" y="3708405"/>
            <a:ext cx="4870416" cy="2852943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47581486-2B63-1265-09F2-E63BB7AACE55}"/>
              </a:ext>
            </a:extLst>
          </p:cNvPr>
          <p:cNvSpPr txBox="1"/>
          <p:nvPr/>
        </p:nvSpPr>
        <p:spPr>
          <a:xfrm>
            <a:off x="2053128" y="3789040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CBA31DA2-BE92-7CE0-197B-2A93FF015F28}"/>
              </a:ext>
            </a:extLst>
          </p:cNvPr>
          <p:cNvSpPr txBox="1"/>
          <p:nvPr/>
        </p:nvSpPr>
        <p:spPr>
          <a:xfrm>
            <a:off x="2053128" y="4113076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38" name="Text 23">
            <a:extLst>
              <a:ext uri="{FF2B5EF4-FFF2-40B4-BE49-F238E27FC236}">
                <a16:creationId xmlns:a16="http://schemas.microsoft.com/office/drawing/2014/main" id="{F12B17E3-E908-51C3-173D-779FC41BB232}"/>
              </a:ext>
            </a:extLst>
          </p:cNvPr>
          <p:cNvSpPr txBox="1"/>
          <p:nvPr/>
        </p:nvSpPr>
        <p:spPr>
          <a:xfrm>
            <a:off x="2053128" y="4437112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C9D2C91E-6BF4-1921-78C7-336FC3DE43C9}"/>
              </a:ext>
            </a:extLst>
          </p:cNvPr>
          <p:cNvSpPr txBox="1"/>
          <p:nvPr/>
        </p:nvSpPr>
        <p:spPr>
          <a:xfrm>
            <a:off x="2737568" y="3807891"/>
            <a:ext cx="3956955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  방송 제목을 입력하세요</a:t>
            </a:r>
            <a:r>
              <a:rPr kumimoji="0" lang="en-US" altLang="ko-KR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.</a:t>
            </a:r>
            <a:endParaRPr kumimoji="0" lang="en-US" sz="8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0" name="Text 22">
            <a:extLst>
              <a:ext uri="{FF2B5EF4-FFF2-40B4-BE49-F238E27FC236}">
                <a16:creationId xmlns:a16="http://schemas.microsoft.com/office/drawing/2014/main" id="{7E5A14FA-8FF5-335F-9564-F67E01BF9F77}"/>
              </a:ext>
            </a:extLst>
          </p:cNvPr>
          <p:cNvSpPr txBox="1"/>
          <p:nvPr/>
        </p:nvSpPr>
        <p:spPr>
          <a:xfrm>
            <a:off x="2737568" y="4131926"/>
            <a:ext cx="3956955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kumimoji="0" lang="en-US" sz="8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kumimoji="0"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24">
            <a:extLst>
              <a:ext uri="{FF2B5EF4-FFF2-40B4-BE49-F238E27FC236}">
                <a16:creationId xmlns:a16="http://schemas.microsoft.com/office/drawing/2014/main" id="{A3DA3C7C-3175-C31D-1BC1-EC8F2F88B531}"/>
              </a:ext>
            </a:extLst>
          </p:cNvPr>
          <p:cNvSpPr txBox="1"/>
          <p:nvPr/>
        </p:nvSpPr>
        <p:spPr>
          <a:xfrm>
            <a:off x="2737569" y="4455963"/>
            <a:ext cx="3286424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>
            <a:defPPr>
              <a:defRPr lang="ko-KR"/>
            </a:defPPr>
            <a:lvl1pPr fontAlgn="auto" latinLnBrk="0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dirty="0"/>
              <a:t> </a:t>
            </a:r>
            <a:r>
              <a:rPr lang="ko-KR" altLang="en-US" dirty="0"/>
              <a:t>최대 </a:t>
            </a:r>
            <a:r>
              <a:rPr lang="en-US" altLang="ko-KR" dirty="0"/>
              <a:t>15</a:t>
            </a: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공백 및</a:t>
            </a:r>
            <a:r>
              <a:rPr lang="en-US" altLang="ko-KR" dirty="0"/>
              <a:t> </a:t>
            </a:r>
            <a:r>
              <a:rPr lang="ko-KR" altLang="en-US" dirty="0"/>
              <a:t>특수 문자 불가</a:t>
            </a:r>
            <a:r>
              <a:rPr lang="en-US" altLang="ko-KR" dirty="0"/>
              <a:t>, </a:t>
            </a:r>
            <a:r>
              <a:rPr lang="ko-KR" altLang="en-US" dirty="0"/>
              <a:t>최대 </a:t>
            </a:r>
            <a:r>
              <a:rPr lang="en-US" altLang="ko-KR" dirty="0"/>
              <a:t>10</a:t>
            </a:r>
            <a:r>
              <a:rPr lang="ko-KR" altLang="en-US" dirty="0"/>
              <a:t>개까지 가능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12ED13-F081-8277-86BA-98CC53514520}"/>
              </a:ext>
            </a:extLst>
          </p:cNvPr>
          <p:cNvSpPr txBox="1"/>
          <p:nvPr/>
        </p:nvSpPr>
        <p:spPr>
          <a:xfrm>
            <a:off x="6448118" y="4151476"/>
            <a:ext cx="275692" cy="23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A1D2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718188-7A8B-DA91-1F4A-4F3731C0D3EB}"/>
              </a:ext>
            </a:extLst>
          </p:cNvPr>
          <p:cNvSpPr txBox="1"/>
          <p:nvPr/>
        </p:nvSpPr>
        <p:spPr>
          <a:xfrm>
            <a:off x="263352" y="1340768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라이브 방송</a:t>
            </a:r>
          </a:p>
        </p:txBody>
      </p:sp>
      <p:sp>
        <p:nvSpPr>
          <p:cNvPr id="45" name="Text 30">
            <a:extLst>
              <a:ext uri="{FF2B5EF4-FFF2-40B4-BE49-F238E27FC236}">
                <a16:creationId xmlns:a16="http://schemas.microsoft.com/office/drawing/2014/main" id="{E122617F-DC08-5C56-A677-B785A75524F4}"/>
              </a:ext>
            </a:extLst>
          </p:cNvPr>
          <p:cNvSpPr txBox="1"/>
          <p:nvPr/>
        </p:nvSpPr>
        <p:spPr>
          <a:xfrm>
            <a:off x="2075901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solidFill>
                  <a:prstClr val="black"/>
                </a:solidFill>
                <a:latin typeface="+mn-ea"/>
                <a:ea typeface="+mn-ea"/>
              </a:rPr>
              <a:t>상태</a:t>
            </a:r>
            <a:endParaRPr kumimoji="0" lang="en-US" sz="9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46" name="Text 32">
            <a:extLst>
              <a:ext uri="{FF2B5EF4-FFF2-40B4-BE49-F238E27FC236}">
                <a16:creationId xmlns:a16="http://schemas.microsoft.com/office/drawing/2014/main" id="{6EAB4B4A-5D02-C7B5-5D25-39C8DE4DE50B}"/>
              </a:ext>
            </a:extLst>
          </p:cNvPr>
          <p:cNvSpPr txBox="1"/>
          <p:nvPr/>
        </p:nvSpPr>
        <p:spPr>
          <a:xfrm>
            <a:off x="3014314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방송 시간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itchFamily="50" charset="-127"/>
              <a:ea typeface="돋움" pitchFamily="50" charset="-127"/>
              <a:cs typeface="+mn-cs"/>
            </a:endParaRPr>
          </a:p>
        </p:txBody>
      </p:sp>
      <p:sp>
        <p:nvSpPr>
          <p:cNvPr id="47" name="Text 34">
            <a:extLst>
              <a:ext uri="{FF2B5EF4-FFF2-40B4-BE49-F238E27FC236}">
                <a16:creationId xmlns:a16="http://schemas.microsoft.com/office/drawing/2014/main" id="{980D4B95-D90A-F3B1-95DF-2EE91F1CC276}"/>
              </a:ext>
            </a:extLst>
          </p:cNvPr>
          <p:cNvSpPr txBox="1"/>
          <p:nvPr/>
        </p:nvSpPr>
        <p:spPr>
          <a:xfrm>
            <a:off x="3952727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시청자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돋움" pitchFamily="50" charset="-127"/>
              <a:cs typeface="+mn-cs"/>
            </a:endParaRPr>
          </a:p>
        </p:txBody>
      </p:sp>
      <p:sp>
        <p:nvSpPr>
          <p:cNvPr id="48" name="Text 36">
            <a:extLst>
              <a:ext uri="{FF2B5EF4-FFF2-40B4-BE49-F238E27FC236}">
                <a16:creationId xmlns:a16="http://schemas.microsoft.com/office/drawing/2014/main" id="{1AE5548B-6012-0E80-1CB1-372EDB709A41}"/>
              </a:ext>
            </a:extLst>
          </p:cNvPr>
          <p:cNvSpPr txBox="1"/>
          <p:nvPr/>
        </p:nvSpPr>
        <p:spPr>
          <a:xfrm>
            <a:off x="5829553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49" name="Text 36">
            <a:extLst>
              <a:ext uri="{FF2B5EF4-FFF2-40B4-BE49-F238E27FC236}">
                <a16:creationId xmlns:a16="http://schemas.microsoft.com/office/drawing/2014/main" id="{B1468ECC-F481-5F12-8D0A-E36ED6B21C40}"/>
              </a:ext>
            </a:extLst>
          </p:cNvPr>
          <p:cNvSpPr txBox="1"/>
          <p:nvPr/>
        </p:nvSpPr>
        <p:spPr>
          <a:xfrm>
            <a:off x="4891140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비트트레이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EF6080DC-8A1D-1D02-A368-2981589E9A86}"/>
              </a:ext>
            </a:extLst>
          </p:cNvPr>
          <p:cNvSpPr txBox="1"/>
          <p:nvPr/>
        </p:nvSpPr>
        <p:spPr>
          <a:xfrm>
            <a:off x="6095999" y="4455963"/>
            <a:ext cx="598523" cy="27181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>
            <a:defPPr>
              <a:defRPr lang="ko-KR"/>
            </a:defPPr>
            <a:lvl1pPr fontAlgn="auto" latinLnBrk="0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ko-KR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추가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9FDD8B-64AB-DEA8-6C22-41D854672481}"/>
              </a:ext>
            </a:extLst>
          </p:cNvPr>
          <p:cNvSpPr txBox="1"/>
          <p:nvPr/>
        </p:nvSpPr>
        <p:spPr>
          <a:xfrm>
            <a:off x="421209" y="1609645"/>
            <a:ext cx="915635" cy="755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관리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설정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분석</a:t>
            </a:r>
          </a:p>
        </p:txBody>
      </p:sp>
      <p:sp>
        <p:nvSpPr>
          <p:cNvPr id="52" name="Shape 11">
            <a:extLst>
              <a:ext uri="{FF2B5EF4-FFF2-40B4-BE49-F238E27FC236}">
                <a16:creationId xmlns:a16="http://schemas.microsoft.com/office/drawing/2014/main" id="{F6F83334-4FC5-DA6B-C6A2-DE6820AED081}"/>
              </a:ext>
            </a:extLst>
          </p:cNvPr>
          <p:cNvSpPr/>
          <p:nvPr/>
        </p:nvSpPr>
        <p:spPr>
          <a:xfrm>
            <a:off x="302895" y="1651793"/>
            <a:ext cx="1234440" cy="237744"/>
          </a:xfrm>
          <a:prstGeom prst="rect">
            <a:avLst/>
          </a:prstGeom>
          <a:ln w="28575">
            <a:solidFill>
              <a:srgbClr val="D93025"/>
            </a:solidFill>
            <a:prstDash val="sysDot"/>
          </a:ln>
        </p:spPr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32B63051-5780-31FE-9593-70D6E21E1452}"/>
              </a:ext>
            </a:extLst>
          </p:cNvPr>
          <p:cNvSpPr txBox="1"/>
          <p:nvPr/>
        </p:nvSpPr>
        <p:spPr>
          <a:xfrm>
            <a:off x="2051769" y="5316013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연령 제한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54" name="Text 29">
            <a:extLst>
              <a:ext uri="{FF2B5EF4-FFF2-40B4-BE49-F238E27FC236}">
                <a16:creationId xmlns:a16="http://schemas.microsoft.com/office/drawing/2014/main" id="{235AC2E0-A6F9-E869-3442-BFFEFF792833}"/>
              </a:ext>
            </a:extLst>
          </p:cNvPr>
          <p:cNvSpPr txBox="1"/>
          <p:nvPr/>
        </p:nvSpPr>
        <p:spPr>
          <a:xfrm>
            <a:off x="2737568" y="5316013"/>
            <a:ext cx="335843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ko-KR" alt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이용가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	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이상으로 </a:t>
            </a:r>
            <a:r>
              <a:rPr kumimoji="0" 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1F109EA7-A0D1-745F-C3E1-F034716B9E50}"/>
              </a:ext>
            </a:extLst>
          </p:cNvPr>
          <p:cNvSpPr txBox="1"/>
          <p:nvPr/>
        </p:nvSpPr>
        <p:spPr>
          <a:xfrm>
            <a:off x="2051769" y="5821579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</a:t>
            </a: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E68BE264-1CA9-159C-847B-090606B52FB8}"/>
              </a:ext>
            </a:extLst>
          </p:cNvPr>
          <p:cNvSpPr txBox="1"/>
          <p:nvPr/>
        </p:nvSpPr>
        <p:spPr>
          <a:xfrm>
            <a:off x="2737569" y="5821579"/>
            <a:ext cx="2179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	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안 함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1D2E7E48-4305-0661-F471-3BD7665ECE34}"/>
              </a:ext>
            </a:extLst>
          </p:cNvPr>
          <p:cNvSpPr txBox="1"/>
          <p:nvPr/>
        </p:nvSpPr>
        <p:spPr>
          <a:xfrm>
            <a:off x="2053128" y="4833156"/>
            <a:ext cx="685800" cy="232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썸네일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630B2EB9-1D5D-82A8-CC32-C87B726BAFA7}"/>
              </a:ext>
            </a:extLst>
          </p:cNvPr>
          <p:cNvSpPr txBox="1"/>
          <p:nvPr/>
        </p:nvSpPr>
        <p:spPr>
          <a:xfrm>
            <a:off x="2730673" y="4833156"/>
            <a:ext cx="1091051" cy="4453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2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+</a:t>
            </a:r>
            <a:br>
              <a:rPr kumimoji="0" lang="en-US" sz="12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</a:br>
            <a:r>
              <a:rPr kumimoji="0" lang="ko-KR" altLang="en-US" sz="8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업로드</a:t>
            </a:r>
            <a:endParaRPr kumimoji="0" lang="en-US" sz="12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44A9BFB-3E4B-3BA7-47B0-EA27EEE52B52}"/>
              </a:ext>
            </a:extLst>
          </p:cNvPr>
          <p:cNvSpPr txBox="1"/>
          <p:nvPr/>
        </p:nvSpPr>
        <p:spPr>
          <a:xfrm>
            <a:off x="3800444" y="5106033"/>
            <a:ext cx="2943628" cy="23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등록하지 않으면 방송 중인 화면으로 썸네일이 노출됩니다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0" name="Text 30">
            <a:extLst>
              <a:ext uri="{FF2B5EF4-FFF2-40B4-BE49-F238E27FC236}">
                <a16:creationId xmlns:a16="http://schemas.microsoft.com/office/drawing/2014/main" id="{9DD1F9D5-DBF0-D16F-733C-46F11890FAB9}"/>
              </a:ext>
            </a:extLst>
          </p:cNvPr>
          <p:cNvSpPr txBox="1"/>
          <p:nvPr/>
        </p:nvSpPr>
        <p:spPr>
          <a:xfrm>
            <a:off x="2051769" y="5568796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상태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61" name="Text 31">
            <a:extLst>
              <a:ext uri="{FF2B5EF4-FFF2-40B4-BE49-F238E27FC236}">
                <a16:creationId xmlns:a16="http://schemas.microsoft.com/office/drawing/2014/main" id="{64AFFC4E-A505-EB56-1BA9-7DD7BDC70BCB}"/>
              </a:ext>
            </a:extLst>
          </p:cNvPr>
          <p:cNvSpPr txBox="1"/>
          <p:nvPr/>
        </p:nvSpPr>
        <p:spPr>
          <a:xfrm>
            <a:off x="2737569" y="5568796"/>
            <a:ext cx="2179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	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비공개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Shape 58">
            <a:extLst>
              <a:ext uri="{FF2B5EF4-FFF2-40B4-BE49-F238E27FC236}">
                <a16:creationId xmlns:a16="http://schemas.microsoft.com/office/drawing/2014/main" id="{12E44044-4C87-453D-4E98-F6926F77D1FD}"/>
              </a:ext>
            </a:extLst>
          </p:cNvPr>
          <p:cNvSpPr/>
          <p:nvPr/>
        </p:nvSpPr>
        <p:spPr>
          <a:xfrm>
            <a:off x="1802223" y="1384208"/>
            <a:ext cx="7514524" cy="5177140"/>
          </a:xfrm>
          <a:prstGeom prst="roundRect">
            <a:avLst>
              <a:gd name="adj" fmla="val 1455"/>
            </a:avLst>
          </a:prstGeom>
          <a:solidFill>
            <a:schemeClr val="bg1">
              <a:lumMod val="95000"/>
              <a:alpha val="68000"/>
            </a:schemeClr>
          </a:solidFill>
          <a:ln w="12700">
            <a:solidFill>
              <a:srgbClr val="E3E8F1"/>
            </a:solidFill>
            <a:prstDash val="solid"/>
          </a:ln>
        </p:spPr>
        <p:txBody>
          <a:bodyPr anchor="ctr"/>
          <a:lstStyle/>
          <a:p>
            <a:pPr algn="ctr"/>
            <a:endParaRPr lang="ko-KR" alt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77" name="Shape 11">
            <a:extLst>
              <a:ext uri="{FF2B5EF4-FFF2-40B4-BE49-F238E27FC236}">
                <a16:creationId xmlns:a16="http://schemas.microsoft.com/office/drawing/2014/main" id="{0CD9F028-2C99-7199-427A-27BF73880F71}"/>
              </a:ext>
            </a:extLst>
          </p:cNvPr>
          <p:cNvSpPr/>
          <p:nvPr/>
        </p:nvSpPr>
        <p:spPr>
          <a:xfrm>
            <a:off x="1946292" y="1378402"/>
            <a:ext cx="4870416" cy="177127"/>
          </a:xfrm>
          <a:prstGeom prst="rect">
            <a:avLst/>
          </a:prstGeom>
          <a:solidFill>
            <a:srgbClr val="FFF4E5"/>
          </a:solidFill>
          <a:ln/>
        </p:spPr>
        <p:txBody>
          <a:bodyPr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altLang="ko-KR" sz="800" b="1" dirty="0">
                <a:solidFill>
                  <a:srgbClr val="9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altLang="ko-KR" sz="800" b="1" dirty="0" err="1">
                <a:solidFill>
                  <a:srgbClr val="9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채널이</a:t>
            </a:r>
            <a:r>
              <a:rPr lang="en-US" altLang="ko-KR" sz="800" b="1" dirty="0">
                <a:solidFill>
                  <a:srgbClr val="9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b="1" dirty="0" err="1">
                <a:solidFill>
                  <a:srgbClr val="9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정지되었습니다</a:t>
            </a:r>
            <a:r>
              <a:rPr lang="en-US" altLang="ko-KR" sz="800" b="1" dirty="0">
                <a:solidFill>
                  <a:srgbClr val="9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</p:txBody>
      </p:sp>
      <p:graphicFrame>
        <p:nvGraphicFramePr>
          <p:cNvPr id="78" name="Group 323">
            <a:extLst>
              <a:ext uri="{FF2B5EF4-FFF2-40B4-BE49-F238E27FC236}">
                <a16:creationId xmlns:a16="http://schemas.microsoft.com/office/drawing/2014/main" id="{A557B0AF-7D7C-8AC2-AF8B-891E3AED8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317359"/>
              </p:ext>
            </p:extLst>
          </p:nvPr>
        </p:nvGraphicFramePr>
        <p:xfrm>
          <a:off x="9625013" y="575703"/>
          <a:ext cx="2519969" cy="1813325"/>
        </p:xfrm>
        <a:graphic>
          <a:graphicData uri="http://schemas.openxmlformats.org/drawingml/2006/table">
            <a:tbl>
              <a:tblPr/>
              <a:tblGrid>
                <a:gridCol w="28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제재 팝업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제재 유저의 경우 입장 시 안내 팝업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사유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제재 기간은 관리자 페이지와 연동되어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셋팅 영역은 비활성화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0" name="Shape 11">
            <a:extLst>
              <a:ext uri="{FF2B5EF4-FFF2-40B4-BE49-F238E27FC236}">
                <a16:creationId xmlns:a16="http://schemas.microsoft.com/office/drawing/2014/main" id="{F830E11C-FC55-E660-455E-8391CD7AF48A}"/>
              </a:ext>
            </a:extLst>
          </p:cNvPr>
          <p:cNvSpPr/>
          <p:nvPr/>
        </p:nvSpPr>
        <p:spPr>
          <a:xfrm>
            <a:off x="1946292" y="1539015"/>
            <a:ext cx="4870416" cy="1520687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81" name="Text 13">
            <a:extLst>
              <a:ext uri="{FF2B5EF4-FFF2-40B4-BE49-F238E27FC236}">
                <a16:creationId xmlns:a16="http://schemas.microsoft.com/office/drawing/2014/main" id="{0C83999C-C820-2AD5-43A6-2C0CD8523A2E}"/>
              </a:ext>
            </a:extLst>
          </p:cNvPr>
          <p:cNvSpPr txBox="1"/>
          <p:nvPr/>
        </p:nvSpPr>
        <p:spPr>
          <a:xfrm>
            <a:off x="2570896" y="2254580"/>
            <a:ext cx="3597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80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</a:t>
            </a:r>
            <a:r>
              <a:rPr lang="en-US" altLang="ko-KR" sz="8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정지</a:t>
            </a:r>
            <a:r>
              <a:rPr lang="en-US" altLang="ko-KR" sz="8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중에는</a:t>
            </a:r>
            <a:r>
              <a:rPr lang="en-US" altLang="ko-KR" sz="8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사용할</a:t>
            </a:r>
            <a:r>
              <a:rPr lang="en-US" altLang="ko-KR" sz="8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수 </a:t>
            </a:r>
            <a:r>
              <a:rPr lang="en-US" altLang="ko-KR" sz="80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없습니다</a:t>
            </a:r>
            <a:endParaRPr kumimoji="1" lang="en-US" altLang="ko-KR" sz="7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890A1B22-0C30-D851-0B58-95E24F4300FA}"/>
              </a:ext>
            </a:extLst>
          </p:cNvPr>
          <p:cNvGrpSpPr/>
          <p:nvPr/>
        </p:nvGrpSpPr>
        <p:grpSpPr>
          <a:xfrm>
            <a:off x="3965105" y="2536191"/>
            <a:ext cx="2274909" cy="2821709"/>
            <a:chOff x="9744282" y="3846627"/>
            <a:chExt cx="2274909" cy="2759432"/>
          </a:xfrm>
        </p:grpSpPr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F8A9C5F-FFFF-BCE1-F1A5-5097B2FD0DE1}"/>
                </a:ext>
              </a:extLst>
            </p:cNvPr>
            <p:cNvGrpSpPr/>
            <p:nvPr/>
          </p:nvGrpSpPr>
          <p:grpSpPr>
            <a:xfrm>
              <a:off x="9744282" y="3846627"/>
              <a:ext cx="2274909" cy="2759432"/>
              <a:chOff x="3643721" y="1923194"/>
              <a:chExt cx="2274909" cy="2759432"/>
            </a:xfrm>
          </p:grpSpPr>
          <p:sp>
            <p:nvSpPr>
              <p:cNvPr id="85" name="사각형: 둥근 모서리 84">
                <a:extLst>
                  <a:ext uri="{FF2B5EF4-FFF2-40B4-BE49-F238E27FC236}">
                    <a16:creationId xmlns:a16="http://schemas.microsoft.com/office/drawing/2014/main" id="{90DFE65A-2F58-808A-5277-6704B36950AE}"/>
                  </a:ext>
                </a:extLst>
              </p:cNvPr>
              <p:cNvSpPr/>
              <p:nvPr/>
            </p:nvSpPr>
            <p:spPr>
              <a:xfrm>
                <a:off x="3643721" y="1923194"/>
                <a:ext cx="2268000" cy="2750725"/>
              </a:xfrm>
              <a:prstGeom prst="roundRect">
                <a:avLst>
                  <a:gd name="adj" fmla="val 5119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72000" rtlCol="0" anchor="t"/>
              <a:lstStyle/>
              <a:p>
                <a:pPr algn="ctr"/>
                <a:r>
                  <a:rPr lang="ko-KR" altLang="en-US" sz="1200" b="1" dirty="0">
                    <a:solidFill>
                      <a:schemeClr val="tx1"/>
                    </a:solidFill>
                  </a:rPr>
                  <a:t>제재 안내</a:t>
                </a:r>
              </a:p>
            </p:txBody>
          </p:sp>
          <p:sp>
            <p:nvSpPr>
              <p:cNvPr id="86" name="사각형: 둥근 위쪽 모서리 85">
                <a:extLst>
                  <a:ext uri="{FF2B5EF4-FFF2-40B4-BE49-F238E27FC236}">
                    <a16:creationId xmlns:a16="http://schemas.microsoft.com/office/drawing/2014/main" id="{5358545E-19A8-C83C-5876-2F7B9378E6EE}"/>
                  </a:ext>
                </a:extLst>
              </p:cNvPr>
              <p:cNvSpPr/>
              <p:nvPr/>
            </p:nvSpPr>
            <p:spPr>
              <a:xfrm>
                <a:off x="3650630" y="4350779"/>
                <a:ext cx="2268000" cy="331847"/>
              </a:xfrm>
              <a:prstGeom prst="round2SameRect">
                <a:avLst>
                  <a:gd name="adj1" fmla="val 0"/>
                  <a:gd name="adj2" fmla="val 37215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b="1" dirty="0"/>
                  <a:t>확인</a:t>
                </a: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66AA1FB9-260E-A879-6C41-95AE0BD5877E}"/>
                </a:ext>
              </a:extLst>
            </p:cNvPr>
            <p:cNvSpPr txBox="1"/>
            <p:nvPr/>
          </p:nvSpPr>
          <p:spPr>
            <a:xfrm>
              <a:off x="9744429" y="4121172"/>
              <a:ext cx="2267706" cy="1995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회원님은 운영정책 위반에 따라</a:t>
              </a:r>
              <a:endPara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서비스 이용이 제한되었습니다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 algn="ctr">
                <a:lnSpc>
                  <a:spcPct val="130000"/>
                </a:lnSpc>
              </a:pPr>
              <a:endPara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사유</a:t>
              </a:r>
              <a:b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제재 사유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</a:p>
            <a:p>
              <a:pPr algn="ctr">
                <a:lnSpc>
                  <a:spcPct val="130000"/>
                </a:lnSpc>
              </a:pPr>
              <a:endPara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제재 기간</a:t>
              </a:r>
              <a:endPara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0000.00.00 ~ 0000.00.00</a:t>
              </a:r>
            </a:p>
            <a:p>
              <a:pPr algn="ctr">
                <a:lnSpc>
                  <a:spcPct val="130000"/>
                </a:lnSpc>
              </a:pPr>
              <a:endPara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자세한 내용은 </a:t>
              </a:r>
              <a:r>
                <a:rPr lang="ko-KR" altLang="en-US" sz="800" u="sng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고객센터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문의해 주시기</a:t>
              </a:r>
              <a:endPara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바랍니다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</p:grpSp>
      <p:sp>
        <p:nvSpPr>
          <p:cNvPr id="87" name="타원 129">
            <a:extLst>
              <a:ext uri="{FF2B5EF4-FFF2-40B4-BE49-F238E27FC236}">
                <a16:creationId xmlns:a16="http://schemas.microsoft.com/office/drawing/2014/main" id="{93D97E55-9063-D9D7-68E4-1736A5E1C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8989" y="2539564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타원 129">
            <a:extLst>
              <a:ext uri="{FF2B5EF4-FFF2-40B4-BE49-F238E27FC236}">
                <a16:creationId xmlns:a16="http://schemas.microsoft.com/office/drawing/2014/main" id="{6D2D362A-3B96-2611-4DD1-658936693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65" y="3843868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26179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B277756-FBC7-C270-97E6-69AFFFEB7F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설정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DB62EF5-0CA0-B332-4A49-EF495FC11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크리에이터 스튜디오 </a:t>
            </a:r>
            <a:r>
              <a:rPr lang="en-US" altLang="ko-KR" dirty="0"/>
              <a:t>&gt; </a:t>
            </a:r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설정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37F3B550-C065-4978-50EF-6839F9C54F05}"/>
              </a:ext>
            </a:extLst>
          </p:cNvPr>
          <p:cNvSpPr/>
          <p:nvPr/>
        </p:nvSpPr>
        <p:spPr>
          <a:xfrm>
            <a:off x="1809132" y="908720"/>
            <a:ext cx="7635240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73623135-7B5D-BEB7-D933-49EDA0AB90CD}"/>
              </a:ext>
            </a:extLst>
          </p:cNvPr>
          <p:cNvSpPr/>
          <p:nvPr/>
        </p:nvSpPr>
        <p:spPr>
          <a:xfrm>
            <a:off x="1809132" y="908720"/>
            <a:ext cx="7635240" cy="3657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BC8BA482-5284-0FCA-CCDB-9E6AE2A8319E}"/>
              </a:ext>
            </a:extLst>
          </p:cNvPr>
          <p:cNvSpPr txBox="1"/>
          <p:nvPr/>
        </p:nvSpPr>
        <p:spPr>
          <a:xfrm>
            <a:off x="1992012" y="908720"/>
            <a:ext cx="75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</a:t>
            </a:r>
            <a:r>
              <a:rPr kumimoji="0" lang="ko-KR" alt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설정</a:t>
            </a:r>
            <a:endParaRPr kumimoji="0" lang="en-US" sz="1100" dirty="0">
              <a:latin typeface="Calibri" panose="020F0502020204030204"/>
            </a:endParaRPr>
          </a:p>
        </p:txBody>
      </p:sp>
      <p:sp>
        <p:nvSpPr>
          <p:cNvPr id="65" name="Shape 6">
            <a:extLst>
              <a:ext uri="{FF2B5EF4-FFF2-40B4-BE49-F238E27FC236}">
                <a16:creationId xmlns:a16="http://schemas.microsoft.com/office/drawing/2014/main" id="{85A1ECC6-7BD0-ABD1-490E-A7A6BC823430}"/>
              </a:ext>
            </a:extLst>
          </p:cNvPr>
          <p:cNvSpPr/>
          <p:nvPr/>
        </p:nvSpPr>
        <p:spPr>
          <a:xfrm>
            <a:off x="146092" y="908720"/>
            <a:ext cx="1663041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8" name="Shape 58">
            <a:extLst>
              <a:ext uri="{FF2B5EF4-FFF2-40B4-BE49-F238E27FC236}">
                <a16:creationId xmlns:a16="http://schemas.microsoft.com/office/drawing/2014/main" id="{523F5A9F-34C1-14CE-AD1D-DE66CA8B7FF0}"/>
              </a:ext>
            </a:extLst>
          </p:cNvPr>
          <p:cNvSpPr/>
          <p:nvPr/>
        </p:nvSpPr>
        <p:spPr>
          <a:xfrm>
            <a:off x="1946610" y="1448780"/>
            <a:ext cx="7351942" cy="1332148"/>
          </a:xfrm>
          <a:prstGeom prst="roundRect">
            <a:avLst>
              <a:gd name="adj" fmla="val 8457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AD812960-05DA-D6D0-B20C-00BB3BAC2F45}"/>
              </a:ext>
            </a:extLst>
          </p:cNvPr>
          <p:cNvSpPr txBox="1"/>
          <p:nvPr/>
        </p:nvSpPr>
        <p:spPr>
          <a:xfrm>
            <a:off x="2280312" y="1862243"/>
            <a:ext cx="575328" cy="33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주소</a:t>
            </a:r>
            <a:endParaRPr kumimoji="0" lang="en-US" sz="900" b="1" dirty="0">
              <a:latin typeface="Calibri" panose="020F0502020204030204"/>
            </a:endParaRPr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8517CA73-E3EA-B696-E52A-1A241996246F}"/>
              </a:ext>
            </a:extLst>
          </p:cNvPr>
          <p:cNvSpPr txBox="1"/>
          <p:nvPr/>
        </p:nvSpPr>
        <p:spPr>
          <a:xfrm>
            <a:off x="2996038" y="1862243"/>
            <a:ext cx="5354917" cy="332940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rtmp://xxxxx.toon.at/xxxxxxx</a:t>
            </a:r>
            <a:endParaRPr kumimoji="0"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95B1459E-DD50-C0EC-F17B-AEB89A21F0D4}"/>
              </a:ext>
            </a:extLst>
          </p:cNvPr>
          <p:cNvSpPr txBox="1"/>
          <p:nvPr/>
        </p:nvSpPr>
        <p:spPr>
          <a:xfrm>
            <a:off x="2280312" y="2321390"/>
            <a:ext cx="575328" cy="33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스트림키</a:t>
            </a:r>
            <a:endParaRPr kumimoji="0" lang="en-US" sz="900" b="1" dirty="0">
              <a:latin typeface="Calibri" panose="020F0502020204030204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2D8D2578-F521-4308-A2DB-9FB6FE2BB3DD}"/>
              </a:ext>
            </a:extLst>
          </p:cNvPr>
          <p:cNvSpPr txBox="1"/>
          <p:nvPr/>
        </p:nvSpPr>
        <p:spPr>
          <a:xfrm>
            <a:off x="2996041" y="2321390"/>
            <a:ext cx="4603427" cy="33294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●●●●●●●●●</a:t>
            </a:r>
            <a:r>
              <a:rPr kumimoji="0" lang="en-US" altLang="ko-KR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●●●●●●●●●●●●●●●●●</a:t>
            </a:r>
            <a:endParaRPr kumimoji="0"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Shape 9">
            <a:extLst>
              <a:ext uri="{FF2B5EF4-FFF2-40B4-BE49-F238E27FC236}">
                <a16:creationId xmlns:a16="http://schemas.microsoft.com/office/drawing/2014/main" id="{183DBF0C-3872-39B1-A7F0-FCD1CD320321}"/>
              </a:ext>
            </a:extLst>
          </p:cNvPr>
          <p:cNvSpPr/>
          <p:nvPr/>
        </p:nvSpPr>
        <p:spPr>
          <a:xfrm>
            <a:off x="8448209" y="1862242"/>
            <a:ext cx="701532" cy="325678"/>
          </a:xfrm>
          <a:prstGeom prst="roundRect">
            <a:avLst>
              <a:gd name="adj" fmla="val 16492"/>
            </a:avLst>
          </a:prstGeom>
          <a:solidFill>
            <a:srgbClr val="EBF3FF"/>
          </a:solidFill>
          <a:ln/>
        </p:spPr>
        <p:txBody>
          <a:bodyPr anchor="ctr"/>
          <a:lstStyle/>
          <a:p>
            <a:pPr algn="ctr"/>
            <a:r>
              <a:rPr kumimoji="0" lang="ko-KR" altLang="en-US" sz="900" b="1">
                <a:solidFill>
                  <a:srgbClr val="519CFF"/>
                </a:solidFill>
                <a:latin typeface="맑은 고딕" pitchFamily="34" charset="0"/>
                <a:ea typeface="맑은 고딕" pitchFamily="34" charset="-122"/>
              </a:rPr>
              <a:t>복사</a:t>
            </a:r>
            <a:endParaRPr kumimoji="0" lang="en-US" altLang="ko-KR" sz="900" b="1" dirty="0">
              <a:solidFill>
                <a:srgbClr val="519CFF"/>
              </a:solidFill>
              <a:latin typeface="맑은 고딕" pitchFamily="34" charset="0"/>
              <a:ea typeface="맑은 고딕" pitchFamily="34" charset="-122"/>
            </a:endParaRPr>
          </a:p>
        </p:txBody>
      </p:sp>
      <p:sp>
        <p:nvSpPr>
          <p:cNvPr id="74" name="Shape 9">
            <a:extLst>
              <a:ext uri="{FF2B5EF4-FFF2-40B4-BE49-F238E27FC236}">
                <a16:creationId xmlns:a16="http://schemas.microsoft.com/office/drawing/2014/main" id="{3FB94BCA-74EC-64E9-CDBA-85001E740441}"/>
              </a:ext>
            </a:extLst>
          </p:cNvPr>
          <p:cNvSpPr/>
          <p:nvPr/>
        </p:nvSpPr>
        <p:spPr>
          <a:xfrm>
            <a:off x="8448209" y="2314125"/>
            <a:ext cx="701532" cy="340204"/>
          </a:xfrm>
          <a:prstGeom prst="roundRect">
            <a:avLst>
              <a:gd name="adj" fmla="val 11715"/>
            </a:avLst>
          </a:prstGeom>
          <a:solidFill>
            <a:srgbClr val="519CFF"/>
          </a:solidFill>
          <a:ln/>
        </p:spPr>
        <p:txBody>
          <a:bodyPr wrap="none" anchor="ctr"/>
          <a:lstStyle/>
          <a:p>
            <a:pPr algn="ctr"/>
            <a:r>
              <a:rPr kumimoji="0" lang="ko-KR" alt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재발급</a:t>
            </a:r>
            <a:endParaRPr kumimoji="0" lang="en-US" altLang="ko-KR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Shape 9">
            <a:extLst>
              <a:ext uri="{FF2B5EF4-FFF2-40B4-BE49-F238E27FC236}">
                <a16:creationId xmlns:a16="http://schemas.microsoft.com/office/drawing/2014/main" id="{EE7701E3-23C8-4EA4-373A-BA07C12EF46E}"/>
              </a:ext>
            </a:extLst>
          </p:cNvPr>
          <p:cNvSpPr/>
          <p:nvPr/>
        </p:nvSpPr>
        <p:spPr>
          <a:xfrm>
            <a:off x="7701983" y="2314125"/>
            <a:ext cx="701532" cy="340204"/>
          </a:xfrm>
          <a:prstGeom prst="roundRect">
            <a:avLst>
              <a:gd name="adj" fmla="val 11715"/>
            </a:avLst>
          </a:prstGeom>
          <a:solidFill>
            <a:srgbClr val="EBF3FF"/>
          </a:solidFill>
          <a:ln/>
        </p:spPr>
        <p:txBody>
          <a:bodyPr anchor="ctr"/>
          <a:lstStyle/>
          <a:p>
            <a:pPr algn="ctr"/>
            <a:r>
              <a:rPr kumimoji="0" lang="ko-KR" altLang="en-US" sz="900" b="1" dirty="0">
                <a:solidFill>
                  <a:srgbClr val="519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</a:t>
            </a:r>
            <a:endParaRPr kumimoji="0" lang="en-US" altLang="ko-KR" sz="900" dirty="0">
              <a:solidFill>
                <a:srgbClr val="519CFF"/>
              </a:solidFill>
              <a:latin typeface="Calibri" panose="020F0502020204030204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F1BBFE63-330D-23CC-B5FC-15CBD7426D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677"/>
          <a:stretch>
            <a:fillRect/>
          </a:stretch>
        </p:blipFill>
        <p:spPr>
          <a:xfrm>
            <a:off x="176771" y="935489"/>
            <a:ext cx="1606975" cy="398012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84A63F90-5802-B2A7-740B-C8E5501F1ACA}"/>
              </a:ext>
            </a:extLst>
          </p:cNvPr>
          <p:cNvSpPr txBox="1"/>
          <p:nvPr/>
        </p:nvSpPr>
        <p:spPr>
          <a:xfrm>
            <a:off x="263352" y="1340768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라이브 방송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21D72E6-0945-E8FE-EB3D-6CBD4391F1B5}"/>
              </a:ext>
            </a:extLst>
          </p:cNvPr>
          <p:cNvSpPr txBox="1"/>
          <p:nvPr/>
        </p:nvSpPr>
        <p:spPr>
          <a:xfrm>
            <a:off x="421209" y="1609645"/>
            <a:ext cx="915635" cy="755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관리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설정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분석</a:t>
            </a:r>
          </a:p>
        </p:txBody>
      </p:sp>
      <p:sp>
        <p:nvSpPr>
          <p:cNvPr id="83" name="Shape 11">
            <a:extLst>
              <a:ext uri="{FF2B5EF4-FFF2-40B4-BE49-F238E27FC236}">
                <a16:creationId xmlns:a16="http://schemas.microsoft.com/office/drawing/2014/main" id="{DCE72936-8DD7-C7B3-3CFC-966E0D33CD1D}"/>
              </a:ext>
            </a:extLst>
          </p:cNvPr>
          <p:cNvSpPr/>
          <p:nvPr/>
        </p:nvSpPr>
        <p:spPr>
          <a:xfrm>
            <a:off x="302895" y="1876062"/>
            <a:ext cx="1234440" cy="237744"/>
          </a:xfrm>
          <a:prstGeom prst="rect">
            <a:avLst/>
          </a:prstGeom>
          <a:ln w="28575">
            <a:solidFill>
              <a:srgbClr val="D93025"/>
            </a:solidFill>
            <a:prstDash val="sysDot"/>
          </a:ln>
        </p:spPr>
      </p:sp>
      <p:sp>
        <p:nvSpPr>
          <p:cNvPr id="84" name="Text 18">
            <a:extLst>
              <a:ext uri="{FF2B5EF4-FFF2-40B4-BE49-F238E27FC236}">
                <a16:creationId xmlns:a16="http://schemas.microsoft.com/office/drawing/2014/main" id="{B351E466-F93B-C5FE-71E6-037A035870FE}"/>
              </a:ext>
            </a:extLst>
          </p:cNvPr>
          <p:cNvSpPr txBox="1"/>
          <p:nvPr/>
        </p:nvSpPr>
        <p:spPr>
          <a:xfrm>
            <a:off x="2071781" y="1523534"/>
            <a:ext cx="740220" cy="242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스트림 설정</a:t>
            </a:r>
            <a:endParaRPr kumimoji="0" lang="en-US" dirty="0">
              <a:latin typeface="Calibri" panose="020F0502020204030204"/>
            </a:endParaRP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92544208-C11E-C3A7-0BFD-747DA5602779}"/>
              </a:ext>
            </a:extLst>
          </p:cNvPr>
          <p:cNvGrpSpPr/>
          <p:nvPr/>
        </p:nvGrpSpPr>
        <p:grpSpPr>
          <a:xfrm>
            <a:off x="1942011" y="4545689"/>
            <a:ext cx="7351942" cy="2015783"/>
            <a:chOff x="1942011" y="3313609"/>
            <a:chExt cx="7351942" cy="2015783"/>
          </a:xfrm>
        </p:grpSpPr>
        <p:pic>
          <p:nvPicPr>
            <p:cNvPr id="98" name="그림 97">
              <a:extLst>
                <a:ext uri="{FF2B5EF4-FFF2-40B4-BE49-F238E27FC236}">
                  <a16:creationId xmlns:a16="http://schemas.microsoft.com/office/drawing/2014/main" id="{7AB2E55C-0A42-EFB5-3009-0CCB5D139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-40000"/>
                      </a14:imgEffect>
                    </a14:imgLayer>
                  </a14:imgProps>
                </a:ext>
              </a:extLst>
            </a:blip>
            <a:srcRect l="1250" t="-2" b="12471"/>
            <a:stretch>
              <a:fillRect/>
            </a:stretch>
          </p:blipFill>
          <p:spPr>
            <a:xfrm>
              <a:off x="1942011" y="3313609"/>
              <a:ext cx="7351942" cy="2015783"/>
            </a:xfrm>
            <a:prstGeom prst="rect">
              <a:avLst/>
            </a:prstGeom>
          </p:spPr>
        </p:pic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5F3C9C2D-70D0-E361-D130-DE5A23603BA9}"/>
                </a:ext>
              </a:extLst>
            </p:cNvPr>
            <p:cNvCxnSpPr>
              <a:cxnSpLocks/>
            </p:cNvCxnSpPr>
            <p:nvPr/>
          </p:nvCxnSpPr>
          <p:spPr>
            <a:xfrm>
              <a:off x="1965885" y="5326217"/>
              <a:ext cx="728289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C7FDD82E-03AA-067F-B8CA-00C4306191FA}"/>
              </a:ext>
            </a:extLst>
          </p:cNvPr>
          <p:cNvSpPr txBox="1"/>
          <p:nvPr/>
        </p:nvSpPr>
        <p:spPr>
          <a:xfrm>
            <a:off x="3081541" y="5078011"/>
            <a:ext cx="2089158" cy="230832"/>
          </a:xfrm>
          <a:prstGeom prst="rect">
            <a:avLst/>
          </a:prstGeom>
          <a:solidFill>
            <a:schemeClr val="bg1"/>
          </a:solidFill>
        </p:spPr>
        <p:txBody>
          <a:bodyPr wrap="none" lIns="36000" rtlCol="0" anchor="ctr">
            <a:spAutoFit/>
          </a:bodyPr>
          <a:lstStyle/>
          <a:p>
            <a:pPr algn="l"/>
            <a:r>
              <a:rPr lang="ko-KR" altLang="en-US" sz="900" b="1" dirty="0">
                <a:solidFill>
                  <a:srgbClr val="7D7D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좌측 상단 메뉴 </a:t>
            </a:r>
            <a:r>
              <a:rPr lang="en-US" altLang="ko-KR" sz="900" b="1" dirty="0">
                <a:solidFill>
                  <a:srgbClr val="7D7D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900" b="1" dirty="0">
                <a:solidFill>
                  <a:srgbClr val="7D7D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</a:t>
            </a:r>
            <a:r>
              <a:rPr lang="en-US" altLang="ko-KR" sz="900" b="1" dirty="0">
                <a:solidFill>
                  <a:srgbClr val="7D7D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lang="ko-KR" altLang="en-US" sz="900" b="1" dirty="0">
                <a:solidFill>
                  <a:srgbClr val="7D7D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설정 → 방송</a:t>
            </a:r>
          </a:p>
        </p:txBody>
      </p:sp>
      <p:pic>
        <p:nvPicPr>
          <p:cNvPr id="108" name="그림 107">
            <a:extLst>
              <a:ext uri="{FF2B5EF4-FFF2-40B4-BE49-F238E27FC236}">
                <a16:creationId xmlns:a16="http://schemas.microsoft.com/office/drawing/2014/main" id="{5021BD89-F79E-3BCF-C6F2-90CCB81D3A3B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30400" y="4157024"/>
            <a:ext cx="7340600" cy="409669"/>
          </a:xfrm>
          <a:prstGeom prst="rect">
            <a:avLst/>
          </a:prstGeom>
        </p:spPr>
      </p:pic>
      <p:sp>
        <p:nvSpPr>
          <p:cNvPr id="111" name="Shape 58">
            <a:extLst>
              <a:ext uri="{FF2B5EF4-FFF2-40B4-BE49-F238E27FC236}">
                <a16:creationId xmlns:a16="http://schemas.microsoft.com/office/drawing/2014/main" id="{D8531551-6E5F-CF99-E784-427D35ED2EC4}"/>
              </a:ext>
            </a:extLst>
          </p:cNvPr>
          <p:cNvSpPr/>
          <p:nvPr/>
        </p:nvSpPr>
        <p:spPr>
          <a:xfrm>
            <a:off x="2996853" y="2318064"/>
            <a:ext cx="4597852" cy="340204"/>
          </a:xfrm>
          <a:prstGeom prst="roundRect">
            <a:avLst/>
          </a:prstGeom>
          <a:solidFill>
            <a:schemeClr val="bg1">
              <a:lumMod val="65000"/>
              <a:alpha val="96000"/>
            </a:schemeClr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  <a:latin typeface="+mn-ea"/>
                <a:ea typeface="+mn-ea"/>
              </a:rPr>
              <a:t>클릭하여 </a:t>
            </a:r>
            <a:r>
              <a:rPr lang="ko-KR" altLang="en-US" b="1" dirty="0" err="1">
                <a:solidFill>
                  <a:schemeClr val="bg1"/>
                </a:solidFill>
                <a:latin typeface="+mn-ea"/>
                <a:ea typeface="+mn-ea"/>
              </a:rPr>
              <a:t>스트림키</a:t>
            </a:r>
            <a:r>
              <a:rPr lang="ko-KR" altLang="en-US" b="1" dirty="0">
                <a:solidFill>
                  <a:schemeClr val="bg1"/>
                </a:solidFill>
                <a:latin typeface="+mn-ea"/>
                <a:ea typeface="+mn-ea"/>
              </a:rPr>
              <a:t> 확인</a:t>
            </a:r>
          </a:p>
        </p:txBody>
      </p:sp>
      <p:graphicFrame>
        <p:nvGraphicFramePr>
          <p:cNvPr id="114" name="Group 323">
            <a:extLst>
              <a:ext uri="{FF2B5EF4-FFF2-40B4-BE49-F238E27FC236}">
                <a16:creationId xmlns:a16="http://schemas.microsoft.com/office/drawing/2014/main" id="{60D81A45-49CA-0BD1-95C1-0F4F6B7D3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546678"/>
              </p:ext>
            </p:extLst>
          </p:nvPr>
        </p:nvGraphicFramePr>
        <p:xfrm>
          <a:off x="9625013" y="575703"/>
          <a:ext cx="2519969" cy="2579823"/>
        </p:xfrm>
        <a:graphic>
          <a:graphicData uri="http://schemas.openxmlformats.org/drawingml/2006/table">
            <a:tbl>
              <a:tblPr/>
              <a:tblGrid>
                <a:gridCol w="28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서버 주소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RTMP URL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고정값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[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복사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 →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토스트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복사되었습니다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스트림키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[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복사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 →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토스트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복사되었습니다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재발급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버튼 클릭 시 팝업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lang="en-US" altLang="ko-KR" sz="800" b="0" dirty="0" err="1"/>
                        <a:t>완료</a:t>
                      </a:r>
                      <a:r>
                        <a:rPr lang="en-US" altLang="ko-KR" sz="800" b="0" dirty="0"/>
                        <a:t> </a:t>
                      </a:r>
                      <a:r>
                        <a:rPr lang="en-US" altLang="ko-KR" sz="800" b="0" dirty="0" err="1"/>
                        <a:t>토스트</a:t>
                      </a:r>
                      <a:r>
                        <a:rPr lang="en-US" altLang="ko-KR" sz="800" b="0" dirty="0"/>
                        <a:t> "</a:t>
                      </a:r>
                      <a:r>
                        <a:rPr lang="en-US" altLang="ko-KR" sz="800" b="0" dirty="0" err="1"/>
                        <a:t>재발급되었습니다</a:t>
                      </a:r>
                      <a:r>
                        <a:rPr lang="en-US" altLang="ko-KR" sz="800" b="0" dirty="0"/>
                        <a:t>. </a:t>
                      </a:r>
                      <a:r>
                        <a:rPr lang="en-US" altLang="ko-KR" sz="800" b="0" dirty="0" err="1"/>
                        <a:t>송출</a:t>
                      </a:r>
                      <a:r>
                        <a:rPr lang="en-US" altLang="ko-KR" sz="800" b="0" dirty="0"/>
                        <a:t> </a:t>
                      </a:r>
                      <a:r>
                        <a:rPr lang="en-US" altLang="ko-KR" sz="800" b="0" dirty="0" err="1"/>
                        <a:t>프로그램에</a:t>
                      </a:r>
                      <a:r>
                        <a:rPr lang="en-US" altLang="ko-KR" sz="800" b="0" dirty="0"/>
                        <a:t> 새 </a:t>
                      </a:r>
                      <a:r>
                        <a:rPr lang="en-US" altLang="ko-KR" sz="800" b="0" dirty="0" err="1"/>
                        <a:t>스트림키를</a:t>
                      </a:r>
                      <a:r>
                        <a:rPr lang="en-US" altLang="ko-KR" sz="800" b="0" dirty="0"/>
                        <a:t> </a:t>
                      </a:r>
                      <a:r>
                        <a:rPr lang="en-US" altLang="ko-KR" sz="800" b="0" dirty="0" err="1"/>
                        <a:t>입력해</a:t>
                      </a:r>
                      <a:r>
                        <a:rPr lang="en-US" altLang="ko-KR" sz="800" b="0" dirty="0"/>
                        <a:t> </a:t>
                      </a:r>
                      <a:r>
                        <a:rPr lang="en-US" altLang="ko-KR" sz="800" b="0" dirty="0" err="1"/>
                        <a:t>주세요</a:t>
                      </a:r>
                      <a:r>
                        <a:rPr lang="en-US" altLang="ko-KR" sz="800" b="0" dirty="0"/>
                        <a:t>“</a:t>
                      </a: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※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정책 정의 필요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중에도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스트림키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재발급이 가능한지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스트림키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재발급 시 방송이 종료될지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?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방송은 계속 진행되고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다음 회차부터 재발급된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스트림키로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방송할 수 있는지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OBS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설정가이드 노출 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536738"/>
                  </a:ext>
                </a:extLst>
              </a:tr>
            </a:tbl>
          </a:graphicData>
        </a:graphic>
      </p:graphicFrame>
      <p:sp>
        <p:nvSpPr>
          <p:cNvPr id="116" name="타원 129">
            <a:extLst>
              <a:ext uri="{FF2B5EF4-FFF2-40B4-BE49-F238E27FC236}">
                <a16:creationId xmlns:a16="http://schemas.microsoft.com/office/drawing/2014/main" id="{54999ECA-9492-65BE-35CE-417E8A42B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079" y="1938517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7" name="타원 129">
            <a:extLst>
              <a:ext uri="{FF2B5EF4-FFF2-40B4-BE49-F238E27FC236}">
                <a16:creationId xmlns:a16="http://schemas.microsoft.com/office/drawing/2014/main" id="{543CC46C-3F1C-51A2-C987-E8E1077F9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079" y="2404616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E7153BAD-6468-E424-35B7-5693332C6CF3}"/>
              </a:ext>
            </a:extLst>
          </p:cNvPr>
          <p:cNvGrpSpPr/>
          <p:nvPr/>
        </p:nvGrpSpPr>
        <p:grpSpPr>
          <a:xfrm>
            <a:off x="10267997" y="3284983"/>
            <a:ext cx="1865330" cy="3382427"/>
            <a:chOff x="9675620" y="2584358"/>
            <a:chExt cx="2237513" cy="4057310"/>
          </a:xfrm>
        </p:grpSpPr>
        <p:pic>
          <p:nvPicPr>
            <p:cNvPr id="122" name="그림 121">
              <a:extLst>
                <a:ext uri="{FF2B5EF4-FFF2-40B4-BE49-F238E27FC236}">
                  <a16:creationId xmlns:a16="http://schemas.microsoft.com/office/drawing/2014/main" id="{5CEF6A8C-D3D6-58A1-F25B-0CE8A0A5E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78634" y="5164111"/>
              <a:ext cx="2231052" cy="1477557"/>
            </a:xfrm>
            <a:prstGeom prst="rect">
              <a:avLst/>
            </a:prstGeom>
          </p:spPr>
        </p:pic>
        <p:pic>
          <p:nvPicPr>
            <p:cNvPr id="124" name="그림 123">
              <a:extLst>
                <a:ext uri="{FF2B5EF4-FFF2-40B4-BE49-F238E27FC236}">
                  <a16:creationId xmlns:a16="http://schemas.microsoft.com/office/drawing/2014/main" id="{7565DD81-456A-1E39-276E-3C27503B6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675620" y="3679310"/>
              <a:ext cx="2234066" cy="1450693"/>
            </a:xfrm>
            <a:prstGeom prst="rect">
              <a:avLst/>
            </a:prstGeom>
          </p:spPr>
        </p:pic>
        <p:pic>
          <p:nvPicPr>
            <p:cNvPr id="127" name="그림 126">
              <a:extLst>
                <a:ext uri="{FF2B5EF4-FFF2-40B4-BE49-F238E27FC236}">
                  <a16:creationId xmlns:a16="http://schemas.microsoft.com/office/drawing/2014/main" id="{7C6C8A1D-4F7A-1A99-4A83-85CC30914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682082" y="2584358"/>
              <a:ext cx="2231051" cy="10608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21447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0954FC3-882E-7F0D-9DB5-22D7652A5C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분석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737968B-05A5-A80E-D52E-A5FEB38C6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크리에이터 스튜디오 </a:t>
            </a:r>
            <a:r>
              <a:rPr lang="en-US" altLang="ko-KR" dirty="0"/>
              <a:t>&gt; </a:t>
            </a:r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분석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E4DE7EB2-B01E-4492-0818-07D268DDD9C4}"/>
              </a:ext>
            </a:extLst>
          </p:cNvPr>
          <p:cNvSpPr/>
          <p:nvPr/>
        </p:nvSpPr>
        <p:spPr>
          <a:xfrm>
            <a:off x="1809132" y="908720"/>
            <a:ext cx="7635240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42CCCBF7-0478-8ED0-696B-F816EBBEDFF3}"/>
              </a:ext>
            </a:extLst>
          </p:cNvPr>
          <p:cNvSpPr/>
          <p:nvPr/>
        </p:nvSpPr>
        <p:spPr>
          <a:xfrm>
            <a:off x="1809132" y="908720"/>
            <a:ext cx="7635240" cy="3657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A54FE48-81F9-ADAB-D028-A0B3FA24F9C3}"/>
              </a:ext>
            </a:extLst>
          </p:cNvPr>
          <p:cNvSpPr txBox="1"/>
          <p:nvPr/>
        </p:nvSpPr>
        <p:spPr>
          <a:xfrm>
            <a:off x="1992012" y="908720"/>
            <a:ext cx="75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00" b="1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</a:t>
            </a:r>
            <a:r>
              <a:rPr kumimoji="0" lang="ko-KR" alt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</a:t>
            </a:r>
            <a:endParaRPr kumimoji="0" lang="en-US" sz="1100" dirty="0">
              <a:latin typeface="Calibri" panose="020F0502020204030204"/>
            </a:endParaRP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FDC654B8-0E21-ABB9-B289-7793DE8489E1}"/>
              </a:ext>
            </a:extLst>
          </p:cNvPr>
          <p:cNvSpPr/>
          <p:nvPr/>
        </p:nvSpPr>
        <p:spPr>
          <a:xfrm>
            <a:off x="146092" y="908720"/>
            <a:ext cx="1663041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782A990E-7ABB-2CD2-4C8D-2E2909E720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677"/>
          <a:stretch>
            <a:fillRect/>
          </a:stretch>
        </p:blipFill>
        <p:spPr>
          <a:xfrm>
            <a:off x="176771" y="935489"/>
            <a:ext cx="1606975" cy="39801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6A1088C-432A-8298-569C-7A4F51C53CCC}"/>
              </a:ext>
            </a:extLst>
          </p:cNvPr>
          <p:cNvSpPr txBox="1"/>
          <p:nvPr/>
        </p:nvSpPr>
        <p:spPr>
          <a:xfrm>
            <a:off x="263352" y="1340768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라이브 방송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3865F1-F3A0-E327-DD5A-3DD5E87354C7}"/>
              </a:ext>
            </a:extLst>
          </p:cNvPr>
          <p:cNvSpPr txBox="1"/>
          <p:nvPr/>
        </p:nvSpPr>
        <p:spPr>
          <a:xfrm>
            <a:off x="421209" y="1609645"/>
            <a:ext cx="915635" cy="755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관리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설정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분석</a:t>
            </a:r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5EA0DFF9-947C-3A97-FD2D-22AF4C24212F}"/>
              </a:ext>
            </a:extLst>
          </p:cNvPr>
          <p:cNvSpPr/>
          <p:nvPr/>
        </p:nvSpPr>
        <p:spPr>
          <a:xfrm>
            <a:off x="302895" y="2111136"/>
            <a:ext cx="1234440" cy="237744"/>
          </a:xfrm>
          <a:prstGeom prst="rect">
            <a:avLst/>
          </a:prstGeom>
          <a:ln w="28575">
            <a:solidFill>
              <a:srgbClr val="D93025"/>
            </a:solidFill>
            <a:prstDash val="sysDot"/>
          </a:ln>
        </p:spPr>
      </p:sp>
      <p:sp>
        <p:nvSpPr>
          <p:cNvPr id="40" name="Shape 57">
            <a:extLst>
              <a:ext uri="{FF2B5EF4-FFF2-40B4-BE49-F238E27FC236}">
                <a16:creationId xmlns:a16="http://schemas.microsoft.com/office/drawing/2014/main" id="{54284398-93CD-DFEA-3CAB-D73745043D15}"/>
              </a:ext>
            </a:extLst>
          </p:cNvPr>
          <p:cNvSpPr/>
          <p:nvPr/>
        </p:nvSpPr>
        <p:spPr>
          <a:xfrm>
            <a:off x="1926393" y="1412776"/>
            <a:ext cx="7409968" cy="414958"/>
          </a:xfrm>
          <a:prstGeom prst="rect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3755DD46-A6E4-CBCD-71A8-2BA5F9016774}"/>
              </a:ext>
            </a:extLst>
          </p:cNvPr>
          <p:cNvGrpSpPr/>
          <p:nvPr/>
        </p:nvGrpSpPr>
        <p:grpSpPr>
          <a:xfrm>
            <a:off x="1991545" y="1491816"/>
            <a:ext cx="1440160" cy="256879"/>
            <a:chOff x="1991544" y="1491816"/>
            <a:chExt cx="1728993" cy="256879"/>
          </a:xfrm>
        </p:grpSpPr>
        <p:sp>
          <p:nvSpPr>
            <p:cNvPr id="43" name="Shape 60">
              <a:extLst>
                <a:ext uri="{FF2B5EF4-FFF2-40B4-BE49-F238E27FC236}">
                  <a16:creationId xmlns:a16="http://schemas.microsoft.com/office/drawing/2014/main" id="{EB1DDFC8-26D8-4837-C8D3-51FA3824BA30}"/>
                </a:ext>
              </a:extLst>
            </p:cNvPr>
            <p:cNvSpPr/>
            <p:nvPr/>
          </p:nvSpPr>
          <p:spPr>
            <a:xfrm>
              <a:off x="1991544" y="1491816"/>
              <a:ext cx="543398" cy="256879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  <a:prstDash val="solid"/>
            </a:ln>
          </p:spPr>
        </p:sp>
        <p:sp>
          <p:nvSpPr>
            <p:cNvPr id="44" name="Text 61">
              <a:extLst>
                <a:ext uri="{FF2B5EF4-FFF2-40B4-BE49-F238E27FC236}">
                  <a16:creationId xmlns:a16="http://schemas.microsoft.com/office/drawing/2014/main" id="{7737E7B1-43D9-47A7-4447-E38E2014C3ED}"/>
                </a:ext>
              </a:extLst>
            </p:cNvPr>
            <p:cNvSpPr txBox="1"/>
            <p:nvPr/>
          </p:nvSpPr>
          <p:spPr>
            <a:xfrm>
              <a:off x="1991544" y="1491816"/>
              <a:ext cx="543398" cy="2568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66666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7일</a:t>
              </a:r>
              <a:endParaRPr lang="en-US" sz="900" dirty="0"/>
            </a:p>
          </p:txBody>
        </p:sp>
        <p:sp>
          <p:nvSpPr>
            <p:cNvPr id="45" name="Shape 62">
              <a:extLst>
                <a:ext uri="{FF2B5EF4-FFF2-40B4-BE49-F238E27FC236}">
                  <a16:creationId xmlns:a16="http://schemas.microsoft.com/office/drawing/2014/main" id="{0C94D5A0-4E6C-89A0-DDC0-FB9F9B6E8AA5}"/>
                </a:ext>
              </a:extLst>
            </p:cNvPr>
            <p:cNvSpPr/>
            <p:nvPr/>
          </p:nvSpPr>
          <p:spPr>
            <a:xfrm>
              <a:off x="2584342" y="1491816"/>
              <a:ext cx="543398" cy="256879"/>
            </a:xfrm>
            <a:prstGeom prst="roundRect">
              <a:avLst>
                <a:gd name="adj" fmla="val 11538"/>
              </a:avLst>
            </a:prstGeom>
            <a:solidFill>
              <a:schemeClr val="bg1"/>
            </a:solidFill>
            <a:ln w="9525">
              <a:solidFill>
                <a:srgbClr val="519CFF"/>
              </a:solidFill>
              <a:prstDash val="solid"/>
            </a:ln>
          </p:spPr>
        </p:sp>
        <p:sp>
          <p:nvSpPr>
            <p:cNvPr id="46" name="Text 63">
              <a:extLst>
                <a:ext uri="{FF2B5EF4-FFF2-40B4-BE49-F238E27FC236}">
                  <a16:creationId xmlns:a16="http://schemas.microsoft.com/office/drawing/2014/main" id="{8549AACE-1552-AF02-E8DA-89FE9DB2FB7B}"/>
                </a:ext>
              </a:extLst>
            </p:cNvPr>
            <p:cNvSpPr txBox="1"/>
            <p:nvPr/>
          </p:nvSpPr>
          <p:spPr>
            <a:xfrm>
              <a:off x="2584342" y="1491816"/>
              <a:ext cx="543398" cy="2568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519C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30일</a:t>
              </a:r>
              <a:endParaRPr lang="en-US" sz="900" dirty="0">
                <a:solidFill>
                  <a:srgbClr val="519CFF"/>
                </a:solidFill>
              </a:endParaRPr>
            </a:p>
          </p:txBody>
        </p:sp>
        <p:sp>
          <p:nvSpPr>
            <p:cNvPr id="47" name="Shape 64">
              <a:extLst>
                <a:ext uri="{FF2B5EF4-FFF2-40B4-BE49-F238E27FC236}">
                  <a16:creationId xmlns:a16="http://schemas.microsoft.com/office/drawing/2014/main" id="{FE5CA96B-1BDF-94E8-0156-D04A562B39A6}"/>
                </a:ext>
              </a:extLst>
            </p:cNvPr>
            <p:cNvSpPr/>
            <p:nvPr/>
          </p:nvSpPr>
          <p:spPr>
            <a:xfrm>
              <a:off x="3177139" y="1491816"/>
              <a:ext cx="543398" cy="256879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  <a:prstDash val="solid"/>
            </a:ln>
          </p:spPr>
        </p:sp>
        <p:sp>
          <p:nvSpPr>
            <p:cNvPr id="48" name="Text 65">
              <a:extLst>
                <a:ext uri="{FF2B5EF4-FFF2-40B4-BE49-F238E27FC236}">
                  <a16:creationId xmlns:a16="http://schemas.microsoft.com/office/drawing/2014/main" id="{550F9E6E-B1E4-10BF-0C45-580F3F56A168}"/>
                </a:ext>
              </a:extLst>
            </p:cNvPr>
            <p:cNvSpPr txBox="1"/>
            <p:nvPr/>
          </p:nvSpPr>
          <p:spPr>
            <a:xfrm>
              <a:off x="3177139" y="1491816"/>
              <a:ext cx="543398" cy="2568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66666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60일</a:t>
              </a:r>
              <a:endParaRPr lang="en-US" sz="900" dirty="0"/>
            </a:p>
          </p:txBody>
        </p:sp>
      </p:grp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9DF47DBE-A832-F644-B186-F2D5EF390910}"/>
              </a:ext>
            </a:extLst>
          </p:cNvPr>
          <p:cNvGrpSpPr/>
          <p:nvPr/>
        </p:nvGrpSpPr>
        <p:grpSpPr>
          <a:xfrm>
            <a:off x="5509696" y="1491816"/>
            <a:ext cx="493998" cy="256879"/>
            <a:chOff x="5927775" y="1491816"/>
            <a:chExt cx="493998" cy="256879"/>
          </a:xfrm>
        </p:grpSpPr>
        <p:sp>
          <p:nvSpPr>
            <p:cNvPr id="49" name="Shape 66">
              <a:extLst>
                <a:ext uri="{FF2B5EF4-FFF2-40B4-BE49-F238E27FC236}">
                  <a16:creationId xmlns:a16="http://schemas.microsoft.com/office/drawing/2014/main" id="{7F5FD321-F913-731B-B6FB-B422E4438D18}"/>
                </a:ext>
              </a:extLst>
            </p:cNvPr>
            <p:cNvSpPr/>
            <p:nvPr/>
          </p:nvSpPr>
          <p:spPr>
            <a:xfrm>
              <a:off x="5927775" y="1491816"/>
              <a:ext cx="493998" cy="256879"/>
            </a:xfrm>
            <a:prstGeom prst="roundRect">
              <a:avLst>
                <a:gd name="adj" fmla="val 15385"/>
              </a:avLst>
            </a:prstGeom>
            <a:solidFill>
              <a:srgbClr val="519CFF"/>
            </a:solidFill>
            <a:ln/>
          </p:spPr>
        </p:sp>
        <p:sp>
          <p:nvSpPr>
            <p:cNvPr id="50" name="Text 67">
              <a:extLst>
                <a:ext uri="{FF2B5EF4-FFF2-40B4-BE49-F238E27FC236}">
                  <a16:creationId xmlns:a16="http://schemas.microsoft.com/office/drawing/2014/main" id="{2CAC283B-D2AE-284D-032A-552CA83ADD76}"/>
                </a:ext>
              </a:extLst>
            </p:cNvPr>
            <p:cNvSpPr txBox="1"/>
            <p:nvPr/>
          </p:nvSpPr>
          <p:spPr>
            <a:xfrm>
              <a:off x="5927775" y="1491816"/>
              <a:ext cx="493998" cy="2568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조회</a:t>
              </a:r>
              <a:endParaRPr lang="en-US" sz="900" dirty="0"/>
            </a:p>
          </p:txBody>
        </p:sp>
      </p:grpSp>
      <p:sp>
        <p:nvSpPr>
          <p:cNvPr id="51" name="Text 68">
            <a:extLst>
              <a:ext uri="{FF2B5EF4-FFF2-40B4-BE49-F238E27FC236}">
                <a16:creationId xmlns:a16="http://schemas.microsoft.com/office/drawing/2014/main" id="{BF33A5DE-D213-6768-5E7F-E95D6185193C}"/>
              </a:ext>
            </a:extLst>
          </p:cNvPr>
          <p:cNvSpPr txBox="1"/>
          <p:nvPr/>
        </p:nvSpPr>
        <p:spPr>
          <a:xfrm>
            <a:off x="6085760" y="1491816"/>
            <a:ext cx="1594416" cy="256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</a:t>
            </a:r>
            <a:r>
              <a:rPr lang="en-US" altLang="ko-KR" sz="8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r>
              <a:rPr lang="ko-KR" altLang="en-US" sz="8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개월까지 조회 가능합니다</a:t>
            </a:r>
            <a:r>
              <a:rPr lang="en-US" altLang="ko-KR" sz="8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800" dirty="0"/>
          </a:p>
        </p:txBody>
      </p:sp>
      <p:graphicFrame>
        <p:nvGraphicFramePr>
          <p:cNvPr id="172" name="표 171">
            <a:extLst>
              <a:ext uri="{FF2B5EF4-FFF2-40B4-BE49-F238E27FC236}">
                <a16:creationId xmlns:a16="http://schemas.microsoft.com/office/drawing/2014/main" id="{EC2CA5CB-F01E-7E03-747A-B2C31FE82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57506"/>
              </p:ext>
            </p:extLst>
          </p:nvPr>
        </p:nvGraphicFramePr>
        <p:xfrm>
          <a:off x="1941091" y="1916832"/>
          <a:ext cx="7395268" cy="1080120"/>
        </p:xfrm>
        <a:graphic>
          <a:graphicData uri="http://schemas.openxmlformats.org/drawingml/2006/table">
            <a:tbl>
              <a:tblPr/>
              <a:tblGrid>
                <a:gridCol w="1848817">
                  <a:extLst>
                    <a:ext uri="{9D8B030D-6E8A-4147-A177-3AD203B41FA5}">
                      <a16:colId xmlns:a16="http://schemas.microsoft.com/office/drawing/2014/main" val="1026088283"/>
                    </a:ext>
                  </a:extLst>
                </a:gridCol>
                <a:gridCol w="1848817">
                  <a:extLst>
                    <a:ext uri="{9D8B030D-6E8A-4147-A177-3AD203B41FA5}">
                      <a16:colId xmlns:a16="http://schemas.microsoft.com/office/drawing/2014/main" val="3496974805"/>
                    </a:ext>
                  </a:extLst>
                </a:gridCol>
                <a:gridCol w="1848817">
                  <a:extLst>
                    <a:ext uri="{9D8B030D-6E8A-4147-A177-3AD203B41FA5}">
                      <a16:colId xmlns:a16="http://schemas.microsoft.com/office/drawing/2014/main" val="2155998993"/>
                    </a:ext>
                  </a:extLst>
                </a:gridCol>
                <a:gridCol w="1848817">
                  <a:extLst>
                    <a:ext uri="{9D8B030D-6E8A-4147-A177-3AD203B41FA5}">
                      <a16:colId xmlns:a16="http://schemas.microsoft.com/office/drawing/2014/main" val="1217134166"/>
                    </a:ext>
                  </a:extLst>
                </a:gridCol>
              </a:tblGrid>
              <a:tr h="5400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진행한 방송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최고 동시 시청자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1,502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평균 동시 시청자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612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누적 시청자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9,840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642433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총 방송 시간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38:12:05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채팅 참여자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9,840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방송 중 후원 횟수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9,840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방송 중 </a:t>
                      </a:r>
                      <a:r>
                        <a:rPr lang="ko-KR" altLang="en-US" sz="900" b="0" dirty="0" err="1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후원액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9,840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맑은 고딕" pitchFamily="34" charset="-120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맑은 고딕" pitchFamily="34" charset="-120"/>
                        </a:rPr>
                        <a:t>캐시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386587"/>
                  </a:ext>
                </a:extLst>
              </a:tr>
            </a:tbl>
          </a:graphicData>
        </a:graphic>
      </p:graphicFrame>
      <p:pic>
        <p:nvPicPr>
          <p:cNvPr id="174" name="그림 173">
            <a:extLst>
              <a:ext uri="{FF2B5EF4-FFF2-40B4-BE49-F238E27FC236}">
                <a16:creationId xmlns:a16="http://schemas.microsoft.com/office/drawing/2014/main" id="{2899034A-1244-AEC7-C11D-57E810546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204" y="1466654"/>
            <a:ext cx="1370770" cy="301822"/>
          </a:xfrm>
          <a:prstGeom prst="rect">
            <a:avLst/>
          </a:prstGeom>
        </p:spPr>
      </p:pic>
      <p:pic>
        <p:nvPicPr>
          <p:cNvPr id="176" name="그림 175">
            <a:extLst>
              <a:ext uri="{FF2B5EF4-FFF2-40B4-BE49-F238E27FC236}">
                <a16:creationId xmlns:a16="http://schemas.microsoft.com/office/drawing/2014/main" id="{889EF036-C014-4F6E-7B98-BAFAC1AC6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7708" y="1472766"/>
            <a:ext cx="2018362" cy="300026"/>
          </a:xfrm>
          <a:prstGeom prst="rect">
            <a:avLst/>
          </a:prstGeom>
        </p:spPr>
      </p:pic>
      <p:graphicFrame>
        <p:nvGraphicFramePr>
          <p:cNvPr id="180" name="표 179">
            <a:extLst>
              <a:ext uri="{FF2B5EF4-FFF2-40B4-BE49-F238E27FC236}">
                <a16:creationId xmlns:a16="http://schemas.microsoft.com/office/drawing/2014/main" id="{82A60EDC-744A-4FC4-3211-7B37C8EF5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438786"/>
              </p:ext>
            </p:extLst>
          </p:nvPr>
        </p:nvGraphicFramePr>
        <p:xfrm>
          <a:off x="1926907" y="3228016"/>
          <a:ext cx="7409451" cy="15316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3055">
                  <a:extLst>
                    <a:ext uri="{9D8B030D-6E8A-4147-A177-3AD203B41FA5}">
                      <a16:colId xmlns:a16="http://schemas.microsoft.com/office/drawing/2014/main" val="2969637067"/>
                    </a:ext>
                  </a:extLst>
                </a:gridCol>
                <a:gridCol w="2184427">
                  <a:extLst>
                    <a:ext uri="{9D8B030D-6E8A-4147-A177-3AD203B41FA5}">
                      <a16:colId xmlns:a16="http://schemas.microsoft.com/office/drawing/2014/main" val="2858939313"/>
                    </a:ext>
                  </a:extLst>
                </a:gridCol>
                <a:gridCol w="634567">
                  <a:extLst>
                    <a:ext uri="{9D8B030D-6E8A-4147-A177-3AD203B41FA5}">
                      <a16:colId xmlns:a16="http://schemas.microsoft.com/office/drawing/2014/main" val="2522157283"/>
                    </a:ext>
                  </a:extLst>
                </a:gridCol>
                <a:gridCol w="634567">
                  <a:extLst>
                    <a:ext uri="{9D8B030D-6E8A-4147-A177-3AD203B41FA5}">
                      <a16:colId xmlns:a16="http://schemas.microsoft.com/office/drawing/2014/main" val="4226630376"/>
                    </a:ext>
                  </a:extLst>
                </a:gridCol>
                <a:gridCol w="634567">
                  <a:extLst>
                    <a:ext uri="{9D8B030D-6E8A-4147-A177-3AD203B41FA5}">
                      <a16:colId xmlns:a16="http://schemas.microsoft.com/office/drawing/2014/main" val="2606358781"/>
                    </a:ext>
                  </a:extLst>
                </a:gridCol>
                <a:gridCol w="634567">
                  <a:extLst>
                    <a:ext uri="{9D8B030D-6E8A-4147-A177-3AD203B41FA5}">
                      <a16:colId xmlns:a16="http://schemas.microsoft.com/office/drawing/2014/main" val="3161525545"/>
                    </a:ext>
                  </a:extLst>
                </a:gridCol>
                <a:gridCol w="634567">
                  <a:extLst>
                    <a:ext uri="{9D8B030D-6E8A-4147-A177-3AD203B41FA5}">
                      <a16:colId xmlns:a16="http://schemas.microsoft.com/office/drawing/2014/main" val="113154858"/>
                    </a:ext>
                  </a:extLst>
                </a:gridCol>
                <a:gridCol w="634567">
                  <a:extLst>
                    <a:ext uri="{9D8B030D-6E8A-4147-A177-3AD203B41FA5}">
                      <a16:colId xmlns:a16="http://schemas.microsoft.com/office/drawing/2014/main" val="1389614539"/>
                    </a:ext>
                  </a:extLst>
                </a:gridCol>
                <a:gridCol w="634567">
                  <a:extLst>
                    <a:ext uri="{9D8B030D-6E8A-4147-A177-3AD203B41FA5}">
                      <a16:colId xmlns:a16="http://schemas.microsoft.com/office/drawing/2014/main" val="2231286024"/>
                    </a:ext>
                  </a:extLst>
                </a:gridCol>
              </a:tblGrid>
              <a:tr h="1289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방송 일시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제목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방송 시간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최고 동시 시청자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평균 동시 시청자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누적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시청자</a:t>
                      </a:r>
                      <a:endParaRPr lang="en-US" altLang="ko-KR" sz="800" dirty="0"/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채팅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참여자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후원 수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후원 액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060991"/>
                  </a:ext>
                </a:extLst>
              </a:tr>
              <a:tr h="2990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0000-00-00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방송 제목 </a:t>
                      </a:r>
                      <a:r>
                        <a:rPr lang="ko-KR" altLang="en-US" sz="800" dirty="0" err="1"/>
                        <a:t>제목</a:t>
                      </a:r>
                      <a:r>
                        <a:rPr lang="ko-KR" altLang="en-US" sz="800" dirty="0"/>
                        <a:t> </a:t>
                      </a:r>
                      <a:r>
                        <a:rPr lang="ko-KR" altLang="en-US" sz="800" dirty="0" err="1"/>
                        <a:t>제목</a:t>
                      </a:r>
                      <a:r>
                        <a:rPr lang="en-US" altLang="ko-KR" sz="800" dirty="0"/>
                        <a:t>…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00:00:00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032660"/>
                  </a:ext>
                </a:extLst>
              </a:tr>
              <a:tr h="299097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-apple-system"/>
                          <a:ea typeface="맑은 고딕" panose="020B0503020000020004" pitchFamily="50" charset="-127"/>
                          <a:cs typeface="+mn-cs"/>
                        </a:rPr>
                        <a:t>0000-00-00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방송 제목 제목 제목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00:00:00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654977"/>
                  </a:ext>
                </a:extLst>
              </a:tr>
              <a:tr h="299097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-apple-system"/>
                          <a:ea typeface="맑은 고딕" panose="020B0503020000020004" pitchFamily="50" charset="-127"/>
                          <a:cs typeface="+mn-cs"/>
                        </a:rPr>
                        <a:t>0000-00-00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방송 제목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제목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제목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00:00:00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480906"/>
                  </a:ext>
                </a:extLst>
              </a:tr>
              <a:tr h="299097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-apple-system"/>
                          <a:ea typeface="맑은 고딕" panose="020B0503020000020004" pitchFamily="50" charset="-127"/>
                          <a:cs typeface="+mn-cs"/>
                        </a:rPr>
                        <a:t>0000-00-00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방송 제목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제목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제목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00:00:00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902726"/>
                  </a:ext>
                </a:extLst>
              </a:tr>
            </a:tbl>
          </a:graphicData>
        </a:graphic>
      </p:graphicFrame>
      <p:sp>
        <p:nvSpPr>
          <p:cNvPr id="181" name="TextBox 180">
            <a:extLst>
              <a:ext uri="{FF2B5EF4-FFF2-40B4-BE49-F238E27FC236}">
                <a16:creationId xmlns:a16="http://schemas.microsoft.com/office/drawing/2014/main" id="{2AA21ED8-79A5-F31E-EC17-A6987BEE8C77}"/>
              </a:ext>
            </a:extLst>
          </p:cNvPr>
          <p:cNvSpPr txBox="1"/>
          <p:nvPr/>
        </p:nvSpPr>
        <p:spPr>
          <a:xfrm>
            <a:off x="5033067" y="6348974"/>
            <a:ext cx="11673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ebdings" panose="05030102010509060703" pitchFamily="18" charset="2"/>
              </a:rPr>
              <a:t>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1 2 3 4 5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ebdings" panose="05030102010509060703" pitchFamily="18" charset="2"/>
              </a:rPr>
              <a:t>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E7460B76-9286-426E-8D3D-F6C6CF636F67}"/>
              </a:ext>
            </a:extLst>
          </p:cNvPr>
          <p:cNvSpPr txBox="1"/>
          <p:nvPr/>
        </p:nvSpPr>
        <p:spPr>
          <a:xfrm>
            <a:off x="5554823" y="6184342"/>
            <a:ext cx="9621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데이터가 없어요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3866F695-1B19-2A16-D063-4E99C7E725F7}"/>
              </a:ext>
            </a:extLst>
          </p:cNvPr>
          <p:cNvSpPr txBox="1"/>
          <p:nvPr/>
        </p:nvSpPr>
        <p:spPr>
          <a:xfrm>
            <a:off x="5394391" y="6165304"/>
            <a:ext cx="369332" cy="22858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l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4" name="Group 323">
            <a:extLst>
              <a:ext uri="{FF2B5EF4-FFF2-40B4-BE49-F238E27FC236}">
                <a16:creationId xmlns:a16="http://schemas.microsoft.com/office/drawing/2014/main" id="{EAF3FB4F-0777-B43B-2152-3A27AE154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501585"/>
              </p:ext>
            </p:extLst>
          </p:nvPr>
        </p:nvGraphicFramePr>
        <p:xfrm>
          <a:off x="9625013" y="575703"/>
          <a:ext cx="2519969" cy="4926175"/>
        </p:xfrm>
        <a:graphic>
          <a:graphicData uri="http://schemas.openxmlformats.org/drawingml/2006/table">
            <a:tbl>
              <a:tblPr/>
              <a:tblGrid>
                <a:gridCol w="28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조회 기간 설정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- 7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30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60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기간 조회를 통해 방송 기록 조회 가능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조회 결과를 엑셀 파일로 다운로드 가능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최근 몇 개월까지 조회 가능한지 개발팀 확인 필요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90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종합 지표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조회된 방송 합계 데이터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툴팁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일자별 방송 데이터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각 행의 제목을 클릭하면 다음 페이지 이동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일자별 상세 데이터 및 그래프 노출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6" name="타원 129">
            <a:extLst>
              <a:ext uri="{FF2B5EF4-FFF2-40B4-BE49-F238E27FC236}">
                <a16:creationId xmlns:a16="http://schemas.microsoft.com/office/drawing/2014/main" id="{DD24939F-CB7F-7923-8750-AC0B965DA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603" y="1541465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8" name="타원 129">
            <a:extLst>
              <a:ext uri="{FF2B5EF4-FFF2-40B4-BE49-F238E27FC236}">
                <a16:creationId xmlns:a16="http://schemas.microsoft.com/office/drawing/2014/main" id="{407E9853-1A92-4620-9AD3-587EAA6D3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603" y="1975554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9" name="Table 1">
            <a:extLst>
              <a:ext uri="{FF2B5EF4-FFF2-40B4-BE49-F238E27FC236}">
                <a16:creationId xmlns:a16="http://schemas.microsoft.com/office/drawing/2014/main" id="{F2095BF7-9AC4-F761-F066-0499D624B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901833"/>
              </p:ext>
            </p:extLst>
          </p:nvPr>
        </p:nvGraphicFramePr>
        <p:xfrm>
          <a:off x="9974144" y="2009564"/>
          <a:ext cx="2138085" cy="2895600"/>
        </p:xfrm>
        <a:graphic>
          <a:graphicData uri="http://schemas.openxmlformats.org/drawingml/2006/table">
            <a:tbl>
              <a:tblPr/>
              <a:tblGrid>
                <a:gridCol w="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3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8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툴팁</a:t>
                      </a:r>
                      <a:endParaRPr lang="en-US" sz="8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진행한 방송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기간 내 종료된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회차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 수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최고 동시 시청자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기간 내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회차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 방송 시간의 합계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 동시 시청자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시간 가중 평균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누적 시청자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기간 내 중복을 제거한 시청자 수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283811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총 방송 시간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기간 내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회차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 방송 시간의 합계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79622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채팅 참여자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회차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 동안 중복을 제거한 채팅 이용자 수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302842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방송 중 후원 횟수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회차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 동안 누적 후원 횟수 합계</a:t>
                      </a:r>
                      <a:endParaRPr lang="en-US" altLang="ko-KR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443031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방송 중 </a:t>
                      </a: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후원액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회차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 동안 누적 후원 액수 합계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108428"/>
                  </a:ext>
                </a:extLst>
              </a:tr>
            </a:tbl>
          </a:graphicData>
        </a:graphic>
      </p:graphicFrame>
      <p:sp>
        <p:nvSpPr>
          <p:cNvPr id="190" name="타원 189">
            <a:extLst>
              <a:ext uri="{FF2B5EF4-FFF2-40B4-BE49-F238E27FC236}">
                <a16:creationId xmlns:a16="http://schemas.microsoft.com/office/drawing/2014/main" id="{0EF09737-BC27-D481-9EF0-FC7EDF58BC68}"/>
              </a:ext>
            </a:extLst>
          </p:cNvPr>
          <p:cNvSpPr/>
          <p:nvPr/>
        </p:nvSpPr>
        <p:spPr>
          <a:xfrm>
            <a:off x="3194117" y="2000067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1" name="타원 190">
            <a:extLst>
              <a:ext uri="{FF2B5EF4-FFF2-40B4-BE49-F238E27FC236}">
                <a16:creationId xmlns:a16="http://schemas.microsoft.com/office/drawing/2014/main" id="{3C6FE23C-E7DC-F0A0-4D84-A10080B7F488}"/>
              </a:ext>
            </a:extLst>
          </p:cNvPr>
          <p:cNvSpPr/>
          <p:nvPr/>
        </p:nvSpPr>
        <p:spPr>
          <a:xfrm>
            <a:off x="5176237" y="2000067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DE8818A5-E277-F460-E800-74126974F6DF}"/>
              </a:ext>
            </a:extLst>
          </p:cNvPr>
          <p:cNvSpPr/>
          <p:nvPr/>
        </p:nvSpPr>
        <p:spPr>
          <a:xfrm>
            <a:off x="7040895" y="2000067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3B752D28-193D-83DE-DD8D-E8692EE3D035}"/>
              </a:ext>
            </a:extLst>
          </p:cNvPr>
          <p:cNvSpPr/>
          <p:nvPr/>
        </p:nvSpPr>
        <p:spPr>
          <a:xfrm>
            <a:off x="8767250" y="2000067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7F9B1E20-5801-F075-39DF-44A598B8FD21}"/>
              </a:ext>
            </a:extLst>
          </p:cNvPr>
          <p:cNvSpPr/>
          <p:nvPr/>
        </p:nvSpPr>
        <p:spPr>
          <a:xfrm>
            <a:off x="8822854" y="252979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4DC4F3B2-A388-7DBF-3D70-7C1C2DA8F3D0}"/>
              </a:ext>
            </a:extLst>
          </p:cNvPr>
          <p:cNvSpPr/>
          <p:nvPr/>
        </p:nvSpPr>
        <p:spPr>
          <a:xfrm>
            <a:off x="7040895" y="252979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F8E95588-B9BA-FF6F-9719-992104DBEB2D}"/>
              </a:ext>
            </a:extLst>
          </p:cNvPr>
          <p:cNvSpPr/>
          <p:nvPr/>
        </p:nvSpPr>
        <p:spPr>
          <a:xfrm>
            <a:off x="5033644" y="252979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7" name="타원 196">
            <a:extLst>
              <a:ext uri="{FF2B5EF4-FFF2-40B4-BE49-F238E27FC236}">
                <a16:creationId xmlns:a16="http://schemas.microsoft.com/office/drawing/2014/main" id="{52160F5A-B3FE-30AE-180B-5901BD784DB5}"/>
              </a:ext>
            </a:extLst>
          </p:cNvPr>
          <p:cNvSpPr/>
          <p:nvPr/>
        </p:nvSpPr>
        <p:spPr>
          <a:xfrm>
            <a:off x="3223415" y="252979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8" name="타원 129">
            <a:extLst>
              <a:ext uri="{FF2B5EF4-FFF2-40B4-BE49-F238E27FC236}">
                <a16:creationId xmlns:a16="http://schemas.microsoft.com/office/drawing/2014/main" id="{ECC45DA4-CAFA-720C-0931-C91EE98B2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603" y="3309265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46010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39A548A-BF38-E8FF-95C0-CA04970840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424732"/>
          </a:xfrm>
        </p:spPr>
        <p:txBody>
          <a:bodyPr/>
          <a:lstStyle/>
          <a:p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분석 </a:t>
            </a:r>
            <a:r>
              <a:rPr lang="en-US" altLang="ko-KR" dirty="0"/>
              <a:t>&gt;</a:t>
            </a:r>
            <a:r>
              <a:rPr lang="ko-KR" altLang="en-US" dirty="0"/>
              <a:t> 일별 분석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DB7AC2F-98DE-392D-E50E-7411C2D50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크리에이터 스튜디오 </a:t>
            </a:r>
            <a:r>
              <a:rPr lang="en-US" altLang="ko-KR" dirty="0"/>
              <a:t>&gt; </a:t>
            </a:r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분석 </a:t>
            </a:r>
            <a:r>
              <a:rPr lang="en-US" altLang="ko-KR" dirty="0"/>
              <a:t>&gt; </a:t>
            </a:r>
            <a:r>
              <a:rPr lang="ko-KR" altLang="en-US" dirty="0"/>
              <a:t>일별 분석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41494459-2E42-27CF-A4AE-58F560DED948}"/>
              </a:ext>
            </a:extLst>
          </p:cNvPr>
          <p:cNvSpPr/>
          <p:nvPr/>
        </p:nvSpPr>
        <p:spPr>
          <a:xfrm>
            <a:off x="1809132" y="908720"/>
            <a:ext cx="7635240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0A5ECC67-92B8-F099-36DB-3E37D5E7CCA9}"/>
              </a:ext>
            </a:extLst>
          </p:cNvPr>
          <p:cNvSpPr/>
          <p:nvPr/>
        </p:nvSpPr>
        <p:spPr>
          <a:xfrm>
            <a:off x="1809132" y="908720"/>
            <a:ext cx="7635240" cy="3657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87BAA77B-CD63-5561-2F62-498AE4B2F61A}"/>
              </a:ext>
            </a:extLst>
          </p:cNvPr>
          <p:cNvSpPr txBox="1"/>
          <p:nvPr/>
        </p:nvSpPr>
        <p:spPr>
          <a:xfrm>
            <a:off x="1992012" y="908720"/>
            <a:ext cx="75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00" b="1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</a:t>
            </a:r>
            <a:r>
              <a:rPr kumimoji="0" lang="ko-KR" alt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</a:t>
            </a:r>
            <a:endParaRPr kumimoji="0" lang="en-US" sz="1100" dirty="0">
              <a:latin typeface="Calibri" panose="020F0502020204030204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2EA4C701-5FE0-C4CF-5581-2BFCA08FB48D}"/>
              </a:ext>
            </a:extLst>
          </p:cNvPr>
          <p:cNvSpPr/>
          <p:nvPr/>
        </p:nvSpPr>
        <p:spPr>
          <a:xfrm>
            <a:off x="146092" y="908720"/>
            <a:ext cx="1663041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6B58620-AF05-1EF5-FCB4-EC8690D940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677"/>
          <a:stretch>
            <a:fillRect/>
          </a:stretch>
        </p:blipFill>
        <p:spPr>
          <a:xfrm>
            <a:off x="176771" y="935489"/>
            <a:ext cx="1606975" cy="3980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FBDE0E-82A1-EB72-1FB9-18F1E4A3C448}"/>
              </a:ext>
            </a:extLst>
          </p:cNvPr>
          <p:cNvSpPr txBox="1"/>
          <p:nvPr/>
        </p:nvSpPr>
        <p:spPr>
          <a:xfrm>
            <a:off x="263352" y="1340768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라이브 방송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733237-4E01-6E22-9256-F37BEE8FC8C3}"/>
              </a:ext>
            </a:extLst>
          </p:cNvPr>
          <p:cNvSpPr txBox="1"/>
          <p:nvPr/>
        </p:nvSpPr>
        <p:spPr>
          <a:xfrm>
            <a:off x="421209" y="1609645"/>
            <a:ext cx="915635" cy="755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관리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설정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분석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838A8268-5287-DBDA-E63E-C3371CD5A242}"/>
              </a:ext>
            </a:extLst>
          </p:cNvPr>
          <p:cNvSpPr/>
          <p:nvPr/>
        </p:nvSpPr>
        <p:spPr>
          <a:xfrm>
            <a:off x="302895" y="2111136"/>
            <a:ext cx="1234440" cy="237744"/>
          </a:xfrm>
          <a:prstGeom prst="rect">
            <a:avLst/>
          </a:prstGeom>
          <a:ln w="28575">
            <a:solidFill>
              <a:srgbClr val="D93025"/>
            </a:solidFill>
            <a:prstDash val="sysDot"/>
          </a:ln>
        </p:spPr>
      </p:sp>
      <p:sp>
        <p:nvSpPr>
          <p:cNvPr id="31" name="Shape 57">
            <a:extLst>
              <a:ext uri="{FF2B5EF4-FFF2-40B4-BE49-F238E27FC236}">
                <a16:creationId xmlns:a16="http://schemas.microsoft.com/office/drawing/2014/main" id="{EE80C633-AE8E-40DE-10C8-57A8522D5FD7}"/>
              </a:ext>
            </a:extLst>
          </p:cNvPr>
          <p:cNvSpPr/>
          <p:nvPr/>
        </p:nvSpPr>
        <p:spPr>
          <a:xfrm>
            <a:off x="1926393" y="1412776"/>
            <a:ext cx="7409967" cy="414958"/>
          </a:xfrm>
          <a:prstGeom prst="rect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3DAD383-9284-A9F0-F8C0-7093483B1989}"/>
              </a:ext>
            </a:extLst>
          </p:cNvPr>
          <p:cNvGrpSpPr/>
          <p:nvPr/>
        </p:nvGrpSpPr>
        <p:grpSpPr>
          <a:xfrm>
            <a:off x="2973710" y="1491816"/>
            <a:ext cx="493998" cy="256879"/>
            <a:chOff x="5927775" y="1491816"/>
            <a:chExt cx="493998" cy="256879"/>
          </a:xfrm>
        </p:grpSpPr>
        <p:sp>
          <p:nvSpPr>
            <p:cNvPr id="40" name="Shape 66">
              <a:extLst>
                <a:ext uri="{FF2B5EF4-FFF2-40B4-BE49-F238E27FC236}">
                  <a16:creationId xmlns:a16="http://schemas.microsoft.com/office/drawing/2014/main" id="{B707E4F1-11B7-5F9F-FF47-2BEE2106B5E1}"/>
                </a:ext>
              </a:extLst>
            </p:cNvPr>
            <p:cNvSpPr/>
            <p:nvPr/>
          </p:nvSpPr>
          <p:spPr>
            <a:xfrm>
              <a:off x="5927775" y="1491816"/>
              <a:ext cx="493998" cy="256879"/>
            </a:xfrm>
            <a:prstGeom prst="roundRect">
              <a:avLst>
                <a:gd name="adj" fmla="val 15385"/>
              </a:avLst>
            </a:prstGeom>
            <a:solidFill>
              <a:srgbClr val="519CFF"/>
            </a:solidFill>
            <a:ln/>
          </p:spPr>
        </p:sp>
        <p:sp>
          <p:nvSpPr>
            <p:cNvPr id="41" name="Text 67">
              <a:extLst>
                <a:ext uri="{FF2B5EF4-FFF2-40B4-BE49-F238E27FC236}">
                  <a16:creationId xmlns:a16="http://schemas.microsoft.com/office/drawing/2014/main" id="{A62D7DA3-B030-2B9A-10F3-00C3B2CB8070}"/>
                </a:ext>
              </a:extLst>
            </p:cNvPr>
            <p:cNvSpPr txBox="1"/>
            <p:nvPr/>
          </p:nvSpPr>
          <p:spPr>
            <a:xfrm>
              <a:off x="5927775" y="1491816"/>
              <a:ext cx="493998" cy="2568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조회</a:t>
              </a:r>
              <a:endParaRPr lang="en-US" sz="900" dirty="0"/>
            </a:p>
          </p:txBody>
        </p:sp>
      </p:grpSp>
      <p:pic>
        <p:nvPicPr>
          <p:cNvPr id="43" name="그림 42">
            <a:extLst>
              <a:ext uri="{FF2B5EF4-FFF2-40B4-BE49-F238E27FC236}">
                <a16:creationId xmlns:a16="http://schemas.microsoft.com/office/drawing/2014/main" id="{0954856C-F5EF-7077-0685-5950C9A39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590" y="1466654"/>
            <a:ext cx="1370770" cy="301822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98D4EDBF-41BB-2A38-1D5B-068AD54936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449"/>
          <a:stretch>
            <a:fillRect/>
          </a:stretch>
        </p:blipFill>
        <p:spPr>
          <a:xfrm>
            <a:off x="1970152" y="1472766"/>
            <a:ext cx="979932" cy="300026"/>
          </a:xfrm>
          <a:prstGeom prst="rect">
            <a:avLst/>
          </a:prstGeom>
        </p:spPr>
      </p:pic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D9B80D3B-DD4B-B1B9-F1C3-786235F61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154035"/>
              </p:ext>
            </p:extLst>
          </p:nvPr>
        </p:nvGraphicFramePr>
        <p:xfrm>
          <a:off x="1926392" y="1916832"/>
          <a:ext cx="7409451" cy="1368152"/>
        </p:xfrm>
        <a:graphic>
          <a:graphicData uri="http://schemas.openxmlformats.org/drawingml/2006/table">
            <a:tbl>
              <a:tblPr/>
              <a:tblGrid>
                <a:gridCol w="2469817">
                  <a:extLst>
                    <a:ext uri="{9D8B030D-6E8A-4147-A177-3AD203B41FA5}">
                      <a16:colId xmlns:a16="http://schemas.microsoft.com/office/drawing/2014/main" val="3496974805"/>
                    </a:ext>
                  </a:extLst>
                </a:gridCol>
                <a:gridCol w="2469817">
                  <a:extLst>
                    <a:ext uri="{9D8B030D-6E8A-4147-A177-3AD203B41FA5}">
                      <a16:colId xmlns:a16="http://schemas.microsoft.com/office/drawing/2014/main" val="2155998993"/>
                    </a:ext>
                  </a:extLst>
                </a:gridCol>
                <a:gridCol w="2469817">
                  <a:extLst>
                    <a:ext uri="{9D8B030D-6E8A-4147-A177-3AD203B41FA5}">
                      <a16:colId xmlns:a16="http://schemas.microsoft.com/office/drawing/2014/main" val="1217134166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오늘도 즐거운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겜방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총 방송 시간 </a:t>
                      </a: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맑은 고딕" pitchFamily="34" charset="-120"/>
                        </a:rPr>
                        <a:t>38:12:05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맑은 고딕" pitchFamily="34" charset="-120"/>
                        </a:rPr>
                        <a:t>(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2026-09-23 17:38:11 ~ 2026-09-24 17:46:30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맑은 고딕" pitchFamily="34" charset="-120"/>
                        </a:rPr>
                        <a:t>)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556114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최고 동시 시청자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1,502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평균 동시 시청자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612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누적 시청자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9,840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642433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채팅 참여자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9,840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방송 중 후원 횟수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9,840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방송 중 </a:t>
                      </a:r>
                      <a:r>
                        <a:rPr lang="ko-KR" altLang="en-US" sz="900" b="0" dirty="0" err="1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후원액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9,840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맑은 고딕" pitchFamily="34" charset="-120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맑은 고딕" pitchFamily="34" charset="-120"/>
                        </a:rPr>
                        <a:t>캐시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386587"/>
                  </a:ext>
                </a:extLst>
              </a:tr>
            </a:tbl>
          </a:graphicData>
        </a:graphic>
      </p:graphicFrame>
      <p:pic>
        <p:nvPicPr>
          <p:cNvPr id="50" name="그림 49">
            <a:extLst>
              <a:ext uri="{FF2B5EF4-FFF2-40B4-BE49-F238E27FC236}">
                <a16:creationId xmlns:a16="http://schemas.microsoft.com/office/drawing/2014/main" id="{205A4A1F-1C3B-0CF4-85C3-8E6DBA67696C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1893770" y="3826542"/>
            <a:ext cx="7464543" cy="2554786"/>
          </a:xfrm>
          <a:prstGeom prst="rect">
            <a:avLst/>
          </a:prstGeom>
        </p:spPr>
      </p:pic>
      <p:sp>
        <p:nvSpPr>
          <p:cNvPr id="51" name="Text 22">
            <a:extLst>
              <a:ext uri="{FF2B5EF4-FFF2-40B4-BE49-F238E27FC236}">
                <a16:creationId xmlns:a16="http://schemas.microsoft.com/office/drawing/2014/main" id="{3864BDE3-8EAC-1C97-E942-B3C7CBD9A2F3}"/>
              </a:ext>
            </a:extLst>
          </p:cNvPr>
          <p:cNvSpPr txBox="1"/>
          <p:nvPr/>
        </p:nvSpPr>
        <p:spPr>
          <a:xfrm>
            <a:off x="7965590" y="3510684"/>
            <a:ext cx="1367136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kumimoji="0" lang="ko-KR" alt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 동시 시청자         ▼</a:t>
            </a:r>
            <a:endParaRPr kumimoji="0"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0DEEEF73-B91E-CD54-8615-899B29EE39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3967" y="6035724"/>
            <a:ext cx="6666369" cy="173737"/>
          </a:xfrm>
          <a:prstGeom prst="rect">
            <a:avLst/>
          </a:prstGeom>
        </p:spPr>
      </p:pic>
      <p:graphicFrame>
        <p:nvGraphicFramePr>
          <p:cNvPr id="56" name="Group 323">
            <a:extLst>
              <a:ext uri="{FF2B5EF4-FFF2-40B4-BE49-F238E27FC236}">
                <a16:creationId xmlns:a16="http://schemas.microsoft.com/office/drawing/2014/main" id="{56DECA04-4592-DA9D-58D9-19EAADE23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593413"/>
              </p:ext>
            </p:extLst>
          </p:nvPr>
        </p:nvGraphicFramePr>
        <p:xfrm>
          <a:off x="9625013" y="575703"/>
          <a:ext cx="2519969" cy="1944576"/>
        </p:xfrm>
        <a:graphic>
          <a:graphicData uri="http://schemas.openxmlformats.org/drawingml/2006/table">
            <a:tbl>
              <a:tblPr/>
              <a:tblGrid>
                <a:gridCol w="28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캘린더 클릭하여 일자별 방송 데이터 조회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조회된 결과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제목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및 방송 데이터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그래프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드롭다운 메뉴별 그래프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그래프에 마우스 오버 시 해당 시간과 데이터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7" name="타원 129">
            <a:extLst>
              <a:ext uri="{FF2B5EF4-FFF2-40B4-BE49-F238E27FC236}">
                <a16:creationId xmlns:a16="http://schemas.microsoft.com/office/drawing/2014/main" id="{7E888393-2132-4EE2-B34C-3BA9150BE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9219" y="2007035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타원 129">
            <a:extLst>
              <a:ext uri="{FF2B5EF4-FFF2-40B4-BE49-F238E27FC236}">
                <a16:creationId xmlns:a16="http://schemas.microsoft.com/office/drawing/2014/main" id="{3D63E9B0-718C-E991-6C3E-50287983C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207" y="1533163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타원 129">
            <a:extLst>
              <a:ext uri="{FF2B5EF4-FFF2-40B4-BE49-F238E27FC236}">
                <a16:creationId xmlns:a16="http://schemas.microsoft.com/office/drawing/2014/main" id="{9A623973-16C1-9455-EA50-659902337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9219" y="3868921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A74325F7-8FAF-7056-744C-1505541FE85A}"/>
              </a:ext>
            </a:extLst>
          </p:cNvPr>
          <p:cNvGrpSpPr/>
          <p:nvPr/>
        </p:nvGrpSpPr>
        <p:grpSpPr>
          <a:xfrm>
            <a:off x="9699300" y="3826542"/>
            <a:ext cx="1367136" cy="1178456"/>
            <a:chOff x="9699300" y="3510684"/>
            <a:chExt cx="1367136" cy="1178456"/>
          </a:xfrm>
        </p:grpSpPr>
        <p:sp>
          <p:nvSpPr>
            <p:cNvPr id="60" name="Text 22">
              <a:extLst>
                <a:ext uri="{FF2B5EF4-FFF2-40B4-BE49-F238E27FC236}">
                  <a16:creationId xmlns:a16="http://schemas.microsoft.com/office/drawing/2014/main" id="{FB5346D6-CFCF-F505-B77E-8E2272858565}"/>
                </a:ext>
              </a:extLst>
            </p:cNvPr>
            <p:cNvSpPr txBox="1"/>
            <p:nvPr/>
          </p:nvSpPr>
          <p:spPr>
            <a:xfrm>
              <a:off x="9699300" y="3510684"/>
              <a:ext cx="1367136" cy="2718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 </a:t>
              </a:r>
              <a:r>
                <a:rPr kumimoji="0" lang="ko-KR" altLang="en-US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최고 동시 시청자         ▼</a:t>
              </a:r>
              <a:endParaRPr kumimoji="0" lang="en-US" sz="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1" name="Text 22">
              <a:extLst>
                <a:ext uri="{FF2B5EF4-FFF2-40B4-BE49-F238E27FC236}">
                  <a16:creationId xmlns:a16="http://schemas.microsoft.com/office/drawing/2014/main" id="{C929937A-8589-1A59-0C07-AE24C5660675}"/>
                </a:ext>
              </a:extLst>
            </p:cNvPr>
            <p:cNvSpPr txBox="1"/>
            <p:nvPr/>
          </p:nvSpPr>
          <p:spPr>
            <a:xfrm>
              <a:off x="9699300" y="3826542"/>
              <a:ext cx="1367136" cy="8625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 </a:t>
              </a:r>
              <a:r>
                <a:rPr kumimoji="0" lang="ko-KR" altLang="en-US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최고 동시 시청자</a:t>
              </a:r>
              <a:endParaRPr kumimoji="0" 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endParaRPr>
            </a:p>
            <a:p>
              <a:pPr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 </a:t>
              </a:r>
              <a:r>
                <a:rPr kumimoji="0" lang="ko-KR" altLang="en-US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평균 동시 시청자</a:t>
              </a:r>
              <a:endParaRPr kumimoji="0" lang="en-US" altLang="ko-KR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endParaRPr>
            </a:p>
            <a:p>
              <a:pPr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 </a:t>
              </a:r>
              <a:r>
                <a:rPr kumimoji="0" lang="ko-KR" altLang="en-US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누적 시청자</a:t>
              </a:r>
              <a:endParaRPr kumimoji="0" lang="en-US" altLang="ko-KR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endParaRPr>
            </a:p>
            <a:p>
              <a:pPr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 </a:t>
              </a:r>
              <a:r>
                <a:rPr kumimoji="0" lang="ko-KR" altLang="en-US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채팅 참여자</a:t>
              </a:r>
              <a:endParaRPr kumimoji="0" lang="en-US" altLang="ko-KR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endParaRPr>
            </a:p>
            <a:p>
              <a:pPr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 </a:t>
              </a:r>
              <a:r>
                <a:rPr kumimoji="0" lang="ko-KR" altLang="en-US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방송 중 후원 횟수</a:t>
              </a:r>
              <a:endParaRPr kumimoji="0" lang="en-US" altLang="ko-KR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endParaRPr>
            </a:p>
            <a:p>
              <a:pPr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 </a:t>
              </a:r>
              <a:r>
                <a:rPr kumimoji="0" lang="ko-KR" altLang="en-US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방송 중 </a:t>
              </a:r>
              <a:r>
                <a:rPr kumimoji="0" lang="ko-KR" altLang="en-US" sz="80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후원액</a:t>
              </a:r>
              <a:endParaRPr kumimoji="0" lang="en-US" altLang="ko-KR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endParaRPr>
            </a:p>
          </p:txBody>
        </p:sp>
      </p:grp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00935622-35C1-3E59-CA06-3AC6B38A871F}"/>
              </a:ext>
            </a:extLst>
          </p:cNvPr>
          <p:cNvCxnSpPr>
            <a:cxnSpLocks/>
            <a:stCxn id="51" idx="3"/>
            <a:endCxn id="60" idx="0"/>
          </p:cNvCxnSpPr>
          <p:nvPr/>
        </p:nvCxnSpPr>
        <p:spPr>
          <a:xfrm>
            <a:off x="9332726" y="3646592"/>
            <a:ext cx="1050142" cy="179950"/>
          </a:xfrm>
          <a:prstGeom prst="bentConnector2">
            <a:avLst/>
          </a:prstGeom>
          <a:ln>
            <a:solidFill>
              <a:schemeClr val="accent6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572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0E4E13-01C8-9861-6DF3-3790CF22C2B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화면 구성안 상세 </a:t>
            </a:r>
            <a:r>
              <a:rPr lang="en-US" altLang="ko-KR" dirty="0"/>
              <a:t>– </a:t>
            </a:r>
            <a:r>
              <a:rPr lang="ko-KR" altLang="en-US" dirty="0"/>
              <a:t>채팅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B4B6D8E-62C9-8DAB-124D-CF9951ABFC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4922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B469C-C803-454F-053B-F75E83CE6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4">
            <a:extLst>
              <a:ext uri="{FF2B5EF4-FFF2-40B4-BE49-F238E27FC236}">
                <a16:creationId xmlns:a16="http://schemas.microsoft.com/office/drawing/2014/main" id="{CB43A0CC-03BD-FF57-0FF1-E396DDDEB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화면 영역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98CC91-35FA-8D9E-DF87-8949F0D33947}"/>
              </a:ext>
            </a:extLst>
          </p:cNvPr>
          <p:cNvSpPr txBox="1"/>
          <p:nvPr/>
        </p:nvSpPr>
        <p:spPr>
          <a:xfrm>
            <a:off x="161762" y="403650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화면 영역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4F3B544-BB97-D54E-B3F9-CCB2400C090D}"/>
              </a:ext>
            </a:extLst>
          </p:cNvPr>
          <p:cNvSpPr/>
          <p:nvPr/>
        </p:nvSpPr>
        <p:spPr>
          <a:xfrm>
            <a:off x="272980" y="709823"/>
            <a:ext cx="3626776" cy="579664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C1C3DD3-84A1-9B8F-59C4-E0AE4E61F4B8}"/>
              </a:ext>
            </a:extLst>
          </p:cNvPr>
          <p:cNvSpPr/>
          <p:nvPr/>
        </p:nvSpPr>
        <p:spPr>
          <a:xfrm>
            <a:off x="323780" y="760850"/>
            <a:ext cx="867372" cy="252028"/>
          </a:xfrm>
          <a:prstGeom prst="roundRect">
            <a:avLst>
              <a:gd name="adj" fmla="val 50000"/>
            </a:avLst>
          </a:prstGeom>
          <a:solidFill>
            <a:srgbClr val="465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투네이션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56D2CD0-473E-0274-78B1-666E85B5B16C}"/>
              </a:ext>
            </a:extLst>
          </p:cNvPr>
          <p:cNvSpPr/>
          <p:nvPr/>
        </p:nvSpPr>
        <p:spPr>
          <a:xfrm>
            <a:off x="1278021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유튜브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8BA392D-19B6-EC70-A429-5F4292FABE81}"/>
              </a:ext>
            </a:extLst>
          </p:cNvPr>
          <p:cNvSpPr/>
          <p:nvPr/>
        </p:nvSpPr>
        <p:spPr>
          <a:xfrm>
            <a:off x="2214675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트위치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EDEDF9C0-A400-795E-F183-F7D199BE062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709917" y="812552"/>
            <a:ext cx="148624" cy="148624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9AE5A1F9-5541-F210-DFB9-A537892240AA}"/>
              </a:ext>
            </a:extLst>
          </p:cNvPr>
          <p:cNvSpPr/>
          <p:nvPr/>
        </p:nvSpPr>
        <p:spPr>
          <a:xfrm>
            <a:off x="281772" y="1088740"/>
            <a:ext cx="3617984" cy="432048"/>
          </a:xfrm>
          <a:prstGeom prst="rect">
            <a:avLst/>
          </a:prstGeom>
          <a:solidFill>
            <a:srgbClr val="EEF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8ECC155A-6EE0-EC09-4C71-0D8D2F492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03" y="1208899"/>
            <a:ext cx="182896" cy="18289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D05CE9A7-F293-6562-FE43-A735A83D1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0535" y="1216520"/>
            <a:ext cx="358171" cy="1752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5A63FB2-56E4-2B2D-B4F5-7922F354BD8A}"/>
              </a:ext>
            </a:extLst>
          </p:cNvPr>
          <p:cNvSpPr txBox="1"/>
          <p:nvPr/>
        </p:nvSpPr>
        <p:spPr>
          <a:xfrm>
            <a:off x="533649" y="119332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채팅 매너 지켜주세요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 참여 부탁드려요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A66BC13-4D10-EE92-3EEE-7ABED0B42DA2}"/>
              </a:ext>
            </a:extLst>
          </p:cNvPr>
          <p:cNvSpPr/>
          <p:nvPr/>
        </p:nvSpPr>
        <p:spPr>
          <a:xfrm>
            <a:off x="335627" y="1625373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ED1CD9-9E39-B6AA-395A-6FF4B009153F}"/>
              </a:ext>
            </a:extLst>
          </p:cNvPr>
          <p:cNvSpPr txBox="1"/>
          <p:nvPr/>
        </p:nvSpPr>
        <p:spPr>
          <a:xfrm>
            <a:off x="676571" y="1598869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933A0CB-1ADE-7903-4977-CB0E5CA654F7}"/>
              </a:ext>
            </a:extLst>
          </p:cNvPr>
          <p:cNvSpPr/>
          <p:nvPr/>
        </p:nvSpPr>
        <p:spPr>
          <a:xfrm>
            <a:off x="335627" y="1906876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544359-0713-D1DE-F05C-95105CF530B0}"/>
              </a:ext>
            </a:extLst>
          </p:cNvPr>
          <p:cNvSpPr txBox="1"/>
          <p:nvPr/>
        </p:nvSpPr>
        <p:spPr>
          <a:xfrm>
            <a:off x="676571" y="1880372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3074" name="Picture 2" descr="대박">
            <a:extLst>
              <a:ext uri="{FF2B5EF4-FFF2-40B4-BE49-F238E27FC236}">
                <a16:creationId xmlns:a16="http://schemas.microsoft.com/office/drawing/2014/main" id="{44525E1B-C0DD-B9C2-CCCB-05511BF28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1836087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121AE0B-AE1B-6152-E180-C2F4F6842E94}"/>
              </a:ext>
            </a:extLst>
          </p:cNvPr>
          <p:cNvSpPr/>
          <p:nvPr/>
        </p:nvSpPr>
        <p:spPr>
          <a:xfrm>
            <a:off x="335627" y="2188379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6E14C3-D83E-9ED3-85B7-A277895F4F19}"/>
              </a:ext>
            </a:extLst>
          </p:cNvPr>
          <p:cNvSpPr txBox="1"/>
          <p:nvPr/>
        </p:nvSpPr>
        <p:spPr>
          <a:xfrm>
            <a:off x="676571" y="216187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오늘도 화이팅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B4C210F4-D2EC-4FBB-23C5-8E2C6CADC760}"/>
              </a:ext>
            </a:extLst>
          </p:cNvPr>
          <p:cNvSpPr/>
          <p:nvPr/>
        </p:nvSpPr>
        <p:spPr>
          <a:xfrm>
            <a:off x="334515" y="2456892"/>
            <a:ext cx="3489783" cy="61759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1ABC40B-51D5-4CF5-9285-15A5C6EEC10F}"/>
              </a:ext>
            </a:extLst>
          </p:cNvPr>
          <p:cNvSpPr/>
          <p:nvPr/>
        </p:nvSpPr>
        <p:spPr>
          <a:xfrm>
            <a:off x="390727" y="254053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5618CF0-7F6E-86B2-91D2-C315A085AE87}"/>
              </a:ext>
            </a:extLst>
          </p:cNvPr>
          <p:cNvSpPr txBox="1"/>
          <p:nvPr/>
        </p:nvSpPr>
        <p:spPr>
          <a:xfrm>
            <a:off x="731671" y="251403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CC8A50-8360-5588-B41E-8A6A40BD0A9F}"/>
              </a:ext>
            </a:extLst>
          </p:cNvPr>
          <p:cNvSpPr txBox="1"/>
          <p:nvPr/>
        </p:nvSpPr>
        <p:spPr>
          <a:xfrm>
            <a:off x="402581" y="277991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9E5CC0-C8A0-BFD2-4391-17D0D958A224}"/>
              </a:ext>
            </a:extLst>
          </p:cNvPr>
          <p:cNvSpPr txBox="1"/>
          <p:nvPr/>
        </p:nvSpPr>
        <p:spPr>
          <a:xfrm>
            <a:off x="3058036" y="2649217"/>
            <a:ext cx="7885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1,000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5878FCBF-FD3E-B908-9D23-428C67D2DCCA}"/>
              </a:ext>
            </a:extLst>
          </p:cNvPr>
          <p:cNvSpPr/>
          <p:nvPr/>
        </p:nvSpPr>
        <p:spPr>
          <a:xfrm>
            <a:off x="335627" y="316450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88763907-DF0A-9B2A-F386-A8FE0F246A27}"/>
              </a:ext>
            </a:extLst>
          </p:cNvPr>
          <p:cNvSpPr/>
          <p:nvPr/>
        </p:nvSpPr>
        <p:spPr>
          <a:xfrm>
            <a:off x="335627" y="344600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D4A520-EC5E-DF25-1A29-493D777632A0}"/>
              </a:ext>
            </a:extLst>
          </p:cNvPr>
          <p:cNvSpPr txBox="1"/>
          <p:nvPr/>
        </p:nvSpPr>
        <p:spPr>
          <a:xfrm>
            <a:off x="676571" y="341950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53" name="Picture 2" descr="대박">
            <a:extLst>
              <a:ext uri="{FF2B5EF4-FFF2-40B4-BE49-F238E27FC236}">
                <a16:creationId xmlns:a16="http://schemas.microsoft.com/office/drawing/2014/main" id="{A90E3784-5263-68E1-8F04-87636CD0B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337521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9C2104DB-B398-8D67-1F81-A456F63AD2D1}"/>
              </a:ext>
            </a:extLst>
          </p:cNvPr>
          <p:cNvSpPr/>
          <p:nvPr/>
        </p:nvSpPr>
        <p:spPr>
          <a:xfrm>
            <a:off x="335627" y="371622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440770-03EE-D9D7-61C9-3949BD58AC04}"/>
              </a:ext>
            </a:extLst>
          </p:cNvPr>
          <p:cNvSpPr txBox="1"/>
          <p:nvPr/>
        </p:nvSpPr>
        <p:spPr>
          <a:xfrm>
            <a:off x="676571" y="368971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3E413548-93F0-6036-5052-2809DCAC6ED0}"/>
              </a:ext>
            </a:extLst>
          </p:cNvPr>
          <p:cNvSpPr/>
          <p:nvPr/>
        </p:nvSpPr>
        <p:spPr>
          <a:xfrm>
            <a:off x="335627" y="3997724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BF5CC9-B8C7-C7CA-780E-B2A733C6E560}"/>
              </a:ext>
            </a:extLst>
          </p:cNvPr>
          <p:cNvSpPr txBox="1"/>
          <p:nvPr/>
        </p:nvSpPr>
        <p:spPr>
          <a:xfrm>
            <a:off x="676571" y="3971220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58" name="Picture 2" descr="대박">
            <a:extLst>
              <a:ext uri="{FF2B5EF4-FFF2-40B4-BE49-F238E27FC236}">
                <a16:creationId xmlns:a16="http://schemas.microsoft.com/office/drawing/2014/main" id="{1BEFDDEC-A221-FFBC-7B30-511B8EA4F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3926935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01C0424E-6643-74C8-28F2-21432C5BCF64}"/>
              </a:ext>
            </a:extLst>
          </p:cNvPr>
          <p:cNvSpPr/>
          <p:nvPr/>
        </p:nvSpPr>
        <p:spPr>
          <a:xfrm>
            <a:off x="335627" y="426529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F3CB8F-5006-D677-0421-EE596169EEB8}"/>
              </a:ext>
            </a:extLst>
          </p:cNvPr>
          <p:cNvSpPr txBox="1"/>
          <p:nvPr/>
        </p:nvSpPr>
        <p:spPr>
          <a:xfrm>
            <a:off x="676571" y="4238788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41520237-2701-7C1F-3536-8482C97942BC}"/>
              </a:ext>
            </a:extLst>
          </p:cNvPr>
          <p:cNvSpPr/>
          <p:nvPr/>
        </p:nvSpPr>
        <p:spPr>
          <a:xfrm>
            <a:off x="335627" y="454679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E306511-72EC-F6A1-9652-D0FD3209AD55}"/>
              </a:ext>
            </a:extLst>
          </p:cNvPr>
          <p:cNvSpPr txBox="1"/>
          <p:nvPr/>
        </p:nvSpPr>
        <p:spPr>
          <a:xfrm>
            <a:off x="676571" y="452029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63" name="Picture 2" descr="대박">
            <a:extLst>
              <a:ext uri="{FF2B5EF4-FFF2-40B4-BE49-F238E27FC236}">
                <a16:creationId xmlns:a16="http://schemas.microsoft.com/office/drawing/2014/main" id="{6AE9527E-2E7D-3F5C-780C-696E8C589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447600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7CF82907-7411-EB11-01A2-B18F41F72661}"/>
              </a:ext>
            </a:extLst>
          </p:cNvPr>
          <p:cNvSpPr/>
          <p:nvPr/>
        </p:nvSpPr>
        <p:spPr>
          <a:xfrm>
            <a:off x="335627" y="481701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862D852-0A95-280F-5BC2-F4CA1D708DAA}"/>
              </a:ext>
            </a:extLst>
          </p:cNvPr>
          <p:cNvSpPr txBox="1"/>
          <p:nvPr/>
        </p:nvSpPr>
        <p:spPr>
          <a:xfrm>
            <a:off x="676571" y="479050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FB19AD2A-75EF-411F-ABC6-A870BA18A75D}"/>
              </a:ext>
            </a:extLst>
          </p:cNvPr>
          <p:cNvSpPr/>
          <p:nvPr/>
        </p:nvSpPr>
        <p:spPr>
          <a:xfrm>
            <a:off x="334515" y="5050158"/>
            <a:ext cx="3489783" cy="61759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996C6550-3754-EB3E-E772-5BF5FDBDB83B}"/>
              </a:ext>
            </a:extLst>
          </p:cNvPr>
          <p:cNvSpPr/>
          <p:nvPr/>
        </p:nvSpPr>
        <p:spPr>
          <a:xfrm>
            <a:off x="390727" y="5133801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7F57D4B-E82D-E80D-4BE8-F0445471D6B3}"/>
              </a:ext>
            </a:extLst>
          </p:cNvPr>
          <p:cNvSpPr txBox="1"/>
          <p:nvPr/>
        </p:nvSpPr>
        <p:spPr>
          <a:xfrm>
            <a:off x="731671" y="510729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EB22AF1-D569-2360-2A8C-DF82997B5B3C}"/>
              </a:ext>
            </a:extLst>
          </p:cNvPr>
          <p:cNvSpPr txBox="1"/>
          <p:nvPr/>
        </p:nvSpPr>
        <p:spPr>
          <a:xfrm>
            <a:off x="402581" y="53731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B7C6932-052B-A188-088D-8CFD5B57B5CC}"/>
              </a:ext>
            </a:extLst>
          </p:cNvPr>
          <p:cNvSpPr txBox="1"/>
          <p:nvPr/>
        </p:nvSpPr>
        <p:spPr>
          <a:xfrm>
            <a:off x="3058036" y="5242483"/>
            <a:ext cx="7885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>
                <a:latin typeface="나눔고딕" panose="020D0604000000000000" pitchFamily="50" charset="-127"/>
                <a:ea typeface="나눔고딕" panose="020D0604000000000000" pitchFamily="50" charset="-127"/>
              </a:rPr>
              <a:t>1,000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71C2ADEE-DA4D-A014-7B66-F8A6C62B7BF9}"/>
              </a:ext>
            </a:extLst>
          </p:cNvPr>
          <p:cNvSpPr/>
          <p:nvPr/>
        </p:nvSpPr>
        <p:spPr>
          <a:xfrm>
            <a:off x="334515" y="5711960"/>
            <a:ext cx="3489782" cy="35227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DF5EEF29-8898-2BA6-6FC5-61B8477AE8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8119" y="5784776"/>
            <a:ext cx="198137" cy="19813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210C2FE8-326E-17DB-D0DF-C6A9EBC4D8D1}"/>
              </a:ext>
            </a:extLst>
          </p:cNvPr>
          <p:cNvSpPr txBox="1"/>
          <p:nvPr/>
        </p:nvSpPr>
        <p:spPr>
          <a:xfrm>
            <a:off x="441006" y="57687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61C9FD20-F212-F80F-90F7-571BA6F5EF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088" y="6187832"/>
            <a:ext cx="289585" cy="266723"/>
          </a:xfrm>
          <a:prstGeom prst="rect">
            <a:avLst/>
          </a:prstGeom>
        </p:spPr>
      </p:pic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FAA61DFB-F34F-8CF1-1585-E16CB7849D0D}"/>
              </a:ext>
            </a:extLst>
          </p:cNvPr>
          <p:cNvSpPr/>
          <p:nvPr/>
        </p:nvSpPr>
        <p:spPr>
          <a:xfrm>
            <a:off x="658987" y="6161176"/>
            <a:ext cx="2668796" cy="30075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</a:rPr>
              <a:t>채팅 입력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632F4C0D-5DA3-2B2F-8255-25DD74BA4B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5367" y="6178181"/>
            <a:ext cx="487722" cy="266723"/>
          </a:xfrm>
          <a:prstGeom prst="rect">
            <a:avLst/>
          </a:prstGeom>
        </p:spPr>
      </p:pic>
      <p:sp>
        <p:nvSpPr>
          <p:cNvPr id="84" name="직사각형 83">
            <a:extLst>
              <a:ext uri="{FF2B5EF4-FFF2-40B4-BE49-F238E27FC236}">
                <a16:creationId xmlns:a16="http://schemas.microsoft.com/office/drawing/2014/main" id="{7B93698F-EA03-A73A-7959-698BD8C7EC3E}"/>
              </a:ext>
            </a:extLst>
          </p:cNvPr>
          <p:cNvSpPr/>
          <p:nvPr/>
        </p:nvSpPr>
        <p:spPr>
          <a:xfrm>
            <a:off x="272980" y="709823"/>
            <a:ext cx="3626776" cy="377704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5F4BA47C-43D9-FC14-A2A8-FC4CE4DEF5AB}"/>
              </a:ext>
            </a:extLst>
          </p:cNvPr>
          <p:cNvSpPr/>
          <p:nvPr/>
        </p:nvSpPr>
        <p:spPr>
          <a:xfrm>
            <a:off x="272980" y="1115608"/>
            <a:ext cx="3626776" cy="4981542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679996E0-6A6C-E181-21BA-83D03786E288}"/>
              </a:ext>
            </a:extLst>
          </p:cNvPr>
          <p:cNvSpPr/>
          <p:nvPr/>
        </p:nvSpPr>
        <p:spPr>
          <a:xfrm>
            <a:off x="272980" y="6112136"/>
            <a:ext cx="3626776" cy="377704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92" name="표 91">
            <a:extLst>
              <a:ext uri="{FF2B5EF4-FFF2-40B4-BE49-F238E27FC236}">
                <a16:creationId xmlns:a16="http://schemas.microsoft.com/office/drawing/2014/main" id="{0016C8C2-E67F-560C-803B-0377FAD84AC0}"/>
              </a:ext>
            </a:extLst>
          </p:cNvPr>
          <p:cNvGraphicFramePr>
            <a:graphicFrameLocks noGrp="1"/>
          </p:cNvGraphicFramePr>
          <p:nvPr/>
        </p:nvGraphicFramePr>
        <p:xfrm>
          <a:off x="4163739" y="862951"/>
          <a:ext cx="5016729" cy="1449760"/>
        </p:xfrm>
        <a:graphic>
          <a:graphicData uri="http://schemas.openxmlformats.org/drawingml/2006/table">
            <a:tbl>
              <a:tblPr/>
              <a:tblGrid>
                <a:gridCol w="1122510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3894219">
                  <a:extLst>
                    <a:ext uri="{9D8B030D-6E8A-4147-A177-3AD203B41FA5}">
                      <a16:colId xmlns:a16="http://schemas.microsoft.com/office/drawing/2014/main" val="338176086"/>
                    </a:ext>
                  </a:extLst>
                </a:gridCol>
              </a:tblGrid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채널 탭 표시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투네이션</a:t>
                      </a:r>
                      <a:r>
                        <a:rPr lang="en-US" altLang="ko-KR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유튜브</a:t>
                      </a:r>
                      <a:r>
                        <a:rPr lang="en-US" altLang="ko-KR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트위치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탭이 나열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각 탭에는 현재 채팅 숫자 노출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채널 전환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탭을 클릭하면 그 채널로 즉시 전환된다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35771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대화 이력 보존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다른 채널로 이동했다가 돌아오면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이전에 </a:t>
                      </a:r>
                      <a:r>
                        <a:rPr lang="ko-KR" altLang="en-US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대화 이력이 그대로 유지</a:t>
                      </a:r>
                      <a:endParaRPr lang="en-US" altLang="ko-KR" sz="80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172278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관리 메뉴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클린봇 설정</a:t>
                      </a:r>
                      <a:r>
                        <a:rPr lang="en-US" altLang="ko-KR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채팅입력제한</a:t>
                      </a:r>
                      <a:r>
                        <a:rPr lang="en-US" altLang="ko-KR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채팅 얼리기</a:t>
                      </a:r>
                      <a:r>
                        <a:rPr lang="en-US" altLang="ko-KR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매니저 모드</a:t>
                      </a:r>
                      <a:r>
                        <a:rPr lang="en-US" altLang="ko-KR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입장표시</a:t>
                      </a:r>
                      <a:r>
                        <a:rPr lang="en-US" altLang="ko-KR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글자크기</a:t>
                      </a:r>
                      <a:r>
                        <a:rPr lang="en-US" altLang="ko-KR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차단목록</a:t>
                      </a:r>
                      <a:r>
                        <a:rPr lang="en-US" altLang="ko-KR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참여형 메뉴 설정</a:t>
                      </a:r>
                      <a:endParaRPr lang="en-US" altLang="ko-KR" sz="80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790871"/>
                  </a:ext>
                </a:extLst>
              </a:tr>
            </a:tbl>
          </a:graphicData>
        </a:graphic>
      </p:graphicFrame>
      <p:sp>
        <p:nvSpPr>
          <p:cNvPr id="93" name="TextBox 92">
            <a:extLst>
              <a:ext uri="{FF2B5EF4-FFF2-40B4-BE49-F238E27FC236}">
                <a16:creationId xmlns:a16="http://schemas.microsoft.com/office/drawing/2014/main" id="{5272A5EB-A137-5B15-F9B9-825D9BA18151}"/>
              </a:ext>
            </a:extLst>
          </p:cNvPr>
          <p:cNvSpPr txBox="1"/>
          <p:nvPr/>
        </p:nvSpPr>
        <p:spPr>
          <a:xfrm>
            <a:off x="4137362" y="630259"/>
            <a:ext cx="11161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채널 영역</a:t>
            </a:r>
          </a:p>
        </p:txBody>
      </p:sp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57E4218E-2D5D-7FB4-D274-C54616BB588F}"/>
              </a:ext>
            </a:extLst>
          </p:cNvPr>
          <p:cNvGraphicFramePr>
            <a:graphicFrameLocks noGrp="1"/>
          </p:cNvGraphicFramePr>
          <p:nvPr/>
        </p:nvGraphicFramePr>
        <p:xfrm>
          <a:off x="4163739" y="3467619"/>
          <a:ext cx="5016729" cy="1040238"/>
        </p:xfrm>
        <a:graphic>
          <a:graphicData uri="http://schemas.openxmlformats.org/drawingml/2006/table">
            <a:tbl>
              <a:tblPr/>
              <a:tblGrid>
                <a:gridCol w="1122510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3894219">
                  <a:extLst>
                    <a:ext uri="{9D8B030D-6E8A-4147-A177-3AD203B41FA5}">
                      <a16:colId xmlns:a16="http://schemas.microsoft.com/office/drawing/2014/main" val="338176086"/>
                    </a:ext>
                  </a:extLst>
                </a:gridCol>
              </a:tblGrid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공지 </a:t>
                      </a:r>
                      <a:r>
                        <a:rPr lang="en-US" altLang="ko-KR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고정</a:t>
                      </a:r>
                      <a:r>
                        <a:rPr lang="en-US" altLang="ko-KR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solidFill>
                          <a:srgbClr val="141A26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공지사항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매니저 모드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등록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상단 고정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채팅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투네이션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VIP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등급 표시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도네이터 명 클릭 시 프로필 및 차단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신고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이모티콘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35771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스크롤 시 최근 후원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스크롤 이동 시 최근 후원 노출</a:t>
                      </a:r>
                      <a:endParaRPr lang="en-US" altLang="ko-KR" sz="80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172278"/>
                  </a:ext>
                </a:extLst>
              </a:tr>
            </a:tbl>
          </a:graphicData>
        </a:graphic>
      </p:graphicFrame>
      <p:sp>
        <p:nvSpPr>
          <p:cNvPr id="99" name="TextBox 98">
            <a:extLst>
              <a:ext uri="{FF2B5EF4-FFF2-40B4-BE49-F238E27FC236}">
                <a16:creationId xmlns:a16="http://schemas.microsoft.com/office/drawing/2014/main" id="{417DE0E0-0233-F23D-B5E7-07E633692732}"/>
              </a:ext>
            </a:extLst>
          </p:cNvPr>
          <p:cNvSpPr txBox="1"/>
          <p:nvPr/>
        </p:nvSpPr>
        <p:spPr>
          <a:xfrm>
            <a:off x="4137362" y="3234927"/>
            <a:ext cx="11161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채팅 뷰어 영역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E9A688B-1881-6786-C892-EBE67A53FBEA}"/>
              </a:ext>
            </a:extLst>
          </p:cNvPr>
          <p:cNvSpPr txBox="1"/>
          <p:nvPr/>
        </p:nvSpPr>
        <p:spPr>
          <a:xfrm>
            <a:off x="676571" y="313927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02" name="표 101">
            <a:extLst>
              <a:ext uri="{FF2B5EF4-FFF2-40B4-BE49-F238E27FC236}">
                <a16:creationId xmlns:a16="http://schemas.microsoft.com/office/drawing/2014/main" id="{C581DFD8-77F8-B3AE-95D5-37E102168A6B}"/>
              </a:ext>
            </a:extLst>
          </p:cNvPr>
          <p:cNvGraphicFramePr>
            <a:graphicFrameLocks noGrp="1"/>
          </p:cNvGraphicFramePr>
          <p:nvPr/>
        </p:nvGraphicFramePr>
        <p:xfrm>
          <a:off x="4163739" y="5808013"/>
          <a:ext cx="5016729" cy="693492"/>
        </p:xfrm>
        <a:graphic>
          <a:graphicData uri="http://schemas.openxmlformats.org/drawingml/2006/table">
            <a:tbl>
              <a:tblPr/>
              <a:tblGrid>
                <a:gridCol w="1122510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3894219">
                  <a:extLst>
                    <a:ext uri="{9D8B030D-6E8A-4147-A177-3AD203B41FA5}">
                      <a16:colId xmlns:a16="http://schemas.microsoft.com/office/drawing/2014/main" val="338176086"/>
                    </a:ext>
                  </a:extLst>
                </a:gridCol>
              </a:tblGrid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이모티콘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채팅용 이모티콘 기본 제공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채팅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최대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120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자 이내 채팅 입력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357711"/>
                  </a:ext>
                </a:extLst>
              </a:tr>
            </a:tbl>
          </a:graphicData>
        </a:graphic>
      </p:graphicFrame>
      <p:sp>
        <p:nvSpPr>
          <p:cNvPr id="103" name="TextBox 102">
            <a:extLst>
              <a:ext uri="{FF2B5EF4-FFF2-40B4-BE49-F238E27FC236}">
                <a16:creationId xmlns:a16="http://schemas.microsoft.com/office/drawing/2014/main" id="{24B8116E-2CC1-4D38-1996-D21087C9FF9F}"/>
              </a:ext>
            </a:extLst>
          </p:cNvPr>
          <p:cNvSpPr txBox="1"/>
          <p:nvPr/>
        </p:nvSpPr>
        <p:spPr>
          <a:xfrm>
            <a:off x="4137362" y="5575321"/>
            <a:ext cx="11161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채팅 입력 영역</a:t>
            </a:r>
          </a:p>
        </p:txBody>
      </p:sp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ACE91270-7376-77B7-CEF6-5F2A8D6E9251}"/>
              </a:ext>
            </a:extLst>
          </p:cNvPr>
          <p:cNvCxnSpPr>
            <a:stCxn id="84" idx="3"/>
            <a:endCxn id="92" idx="1"/>
          </p:cNvCxnSpPr>
          <p:nvPr/>
        </p:nvCxnSpPr>
        <p:spPr>
          <a:xfrm>
            <a:off x="3899756" y="898675"/>
            <a:ext cx="263983" cy="689156"/>
          </a:xfrm>
          <a:prstGeom prst="bentConnector3">
            <a:avLst/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964FEA8D-2C5C-73D1-512A-699130DDB670}"/>
              </a:ext>
            </a:extLst>
          </p:cNvPr>
          <p:cNvCxnSpPr/>
          <p:nvPr/>
        </p:nvCxnSpPr>
        <p:spPr>
          <a:xfrm>
            <a:off x="3899756" y="3388240"/>
            <a:ext cx="263983" cy="689156"/>
          </a:xfrm>
          <a:prstGeom prst="bentConnector3">
            <a:avLst/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연결선: 꺾임 107">
            <a:extLst>
              <a:ext uri="{FF2B5EF4-FFF2-40B4-BE49-F238E27FC236}">
                <a16:creationId xmlns:a16="http://schemas.microsoft.com/office/drawing/2014/main" id="{64A66616-5E3A-6A95-D29D-6D508B8EC7FD}"/>
              </a:ext>
            </a:extLst>
          </p:cNvPr>
          <p:cNvCxnSpPr>
            <a:cxnSpLocks/>
            <a:stCxn id="87" idx="3"/>
            <a:endCxn id="102" idx="1"/>
          </p:cNvCxnSpPr>
          <p:nvPr/>
        </p:nvCxnSpPr>
        <p:spPr>
          <a:xfrm flipV="1">
            <a:off x="3899756" y="6154759"/>
            <a:ext cx="263983" cy="146229"/>
          </a:xfrm>
          <a:prstGeom prst="bentConnector3">
            <a:avLst>
              <a:gd name="adj1" fmla="val 50000"/>
            </a:avLst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4" name="그림 113">
            <a:extLst>
              <a:ext uri="{FF2B5EF4-FFF2-40B4-BE49-F238E27FC236}">
                <a16:creationId xmlns:a16="http://schemas.microsoft.com/office/drawing/2014/main" id="{7DA547C5-F34E-A31F-8EC6-2D9E78C296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4392" y="796618"/>
            <a:ext cx="189024" cy="18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6245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2E540-0053-4B8A-8E3F-5CAE55009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4">
            <a:extLst>
              <a:ext uri="{FF2B5EF4-FFF2-40B4-BE49-F238E27FC236}">
                <a16:creationId xmlns:a16="http://schemas.microsoft.com/office/drawing/2014/main" id="{AB16E6BD-F3DB-F31A-FA6E-E89885370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채널 영역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51E7CE-8219-1F58-A9AA-48DDFE539701}"/>
              </a:ext>
            </a:extLst>
          </p:cNvPr>
          <p:cNvSpPr txBox="1"/>
          <p:nvPr/>
        </p:nvSpPr>
        <p:spPr>
          <a:xfrm>
            <a:off x="161762" y="403650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채널 영역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0FA89D8-832C-3BB6-19AB-32DB4DD0CA33}"/>
              </a:ext>
            </a:extLst>
          </p:cNvPr>
          <p:cNvSpPr/>
          <p:nvPr/>
        </p:nvSpPr>
        <p:spPr>
          <a:xfrm>
            <a:off x="272980" y="709823"/>
            <a:ext cx="3626776" cy="579664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D38606C-5893-2D13-FC7E-AA2DDC0341D8}"/>
              </a:ext>
            </a:extLst>
          </p:cNvPr>
          <p:cNvSpPr/>
          <p:nvPr/>
        </p:nvSpPr>
        <p:spPr>
          <a:xfrm>
            <a:off x="281772" y="1088740"/>
            <a:ext cx="3610800" cy="432048"/>
          </a:xfrm>
          <a:prstGeom prst="rect">
            <a:avLst/>
          </a:prstGeom>
          <a:solidFill>
            <a:srgbClr val="EEF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5CE6A930-17D1-15D9-A21D-C7A683563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03" y="1208899"/>
            <a:ext cx="182896" cy="18289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9765113F-55E9-40E8-23AF-350ED73A5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535" y="1216520"/>
            <a:ext cx="358171" cy="1752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F0A813F-2272-EE40-06F4-237A0B3056D8}"/>
              </a:ext>
            </a:extLst>
          </p:cNvPr>
          <p:cNvSpPr txBox="1"/>
          <p:nvPr/>
        </p:nvSpPr>
        <p:spPr>
          <a:xfrm>
            <a:off x="533649" y="119332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채팅 매너 지켜주세요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 참여 부탁드려요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7945FBB8-D3D0-FCFC-B9E3-9DC0C917C5F3}"/>
              </a:ext>
            </a:extLst>
          </p:cNvPr>
          <p:cNvSpPr/>
          <p:nvPr/>
        </p:nvSpPr>
        <p:spPr>
          <a:xfrm>
            <a:off x="335627" y="1625373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D96576-C06A-3681-326D-FBF733CCF554}"/>
              </a:ext>
            </a:extLst>
          </p:cNvPr>
          <p:cNvSpPr txBox="1"/>
          <p:nvPr/>
        </p:nvSpPr>
        <p:spPr>
          <a:xfrm>
            <a:off x="676571" y="1598869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12AEC302-97FA-8FEC-06AA-5C61A79BCEC1}"/>
              </a:ext>
            </a:extLst>
          </p:cNvPr>
          <p:cNvSpPr/>
          <p:nvPr/>
        </p:nvSpPr>
        <p:spPr>
          <a:xfrm>
            <a:off x="335627" y="1906876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8DEDA6-C508-6114-9145-CF58426584E3}"/>
              </a:ext>
            </a:extLst>
          </p:cNvPr>
          <p:cNvSpPr txBox="1"/>
          <p:nvPr/>
        </p:nvSpPr>
        <p:spPr>
          <a:xfrm>
            <a:off x="676571" y="1880372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3074" name="Picture 2" descr="대박">
            <a:extLst>
              <a:ext uri="{FF2B5EF4-FFF2-40B4-BE49-F238E27FC236}">
                <a16:creationId xmlns:a16="http://schemas.microsoft.com/office/drawing/2014/main" id="{AC236ED5-50EC-73C2-2F88-E92474A13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1836087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B91EA8E3-D2C6-815F-76FF-9E1A0CB57DBF}"/>
              </a:ext>
            </a:extLst>
          </p:cNvPr>
          <p:cNvSpPr/>
          <p:nvPr/>
        </p:nvSpPr>
        <p:spPr>
          <a:xfrm>
            <a:off x="335627" y="2188379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ED4282-D9E8-87C5-2DE7-A1C7D4AA4C2D}"/>
              </a:ext>
            </a:extLst>
          </p:cNvPr>
          <p:cNvSpPr txBox="1"/>
          <p:nvPr/>
        </p:nvSpPr>
        <p:spPr>
          <a:xfrm>
            <a:off x="676571" y="216187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오늘도 화이팅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8F72C469-E559-5B5F-2EFC-82C5184FD31B}"/>
              </a:ext>
            </a:extLst>
          </p:cNvPr>
          <p:cNvSpPr/>
          <p:nvPr/>
        </p:nvSpPr>
        <p:spPr>
          <a:xfrm>
            <a:off x="334515" y="2456892"/>
            <a:ext cx="3489783" cy="61759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6DE27A7-56F6-067A-E6FC-A0DAB3DF8D65}"/>
              </a:ext>
            </a:extLst>
          </p:cNvPr>
          <p:cNvSpPr/>
          <p:nvPr/>
        </p:nvSpPr>
        <p:spPr>
          <a:xfrm>
            <a:off x="390727" y="254053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536475-9CAD-B251-F7C5-F28798165739}"/>
              </a:ext>
            </a:extLst>
          </p:cNvPr>
          <p:cNvSpPr txBox="1"/>
          <p:nvPr/>
        </p:nvSpPr>
        <p:spPr>
          <a:xfrm>
            <a:off x="731671" y="251403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93939C-F75D-7A1F-F9C7-82967519A14C}"/>
              </a:ext>
            </a:extLst>
          </p:cNvPr>
          <p:cNvSpPr txBox="1"/>
          <p:nvPr/>
        </p:nvSpPr>
        <p:spPr>
          <a:xfrm>
            <a:off x="402581" y="277991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7903A5B-C0E8-2E01-6AFE-8E6DD1D3ACC4}"/>
              </a:ext>
            </a:extLst>
          </p:cNvPr>
          <p:cNvSpPr txBox="1"/>
          <p:nvPr/>
        </p:nvSpPr>
        <p:spPr>
          <a:xfrm>
            <a:off x="3058036" y="2649217"/>
            <a:ext cx="7885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1,000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EB4E7E9B-EC17-7AA8-B459-5C3524FF9D7C}"/>
              </a:ext>
            </a:extLst>
          </p:cNvPr>
          <p:cNvSpPr/>
          <p:nvPr/>
        </p:nvSpPr>
        <p:spPr>
          <a:xfrm>
            <a:off x="335627" y="316450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7B84CA7C-473C-4011-F0EB-85BD98E83AEE}"/>
              </a:ext>
            </a:extLst>
          </p:cNvPr>
          <p:cNvSpPr/>
          <p:nvPr/>
        </p:nvSpPr>
        <p:spPr>
          <a:xfrm>
            <a:off x="335627" y="344600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F5CF98-6D3C-1447-A23C-E5D32BB2F89E}"/>
              </a:ext>
            </a:extLst>
          </p:cNvPr>
          <p:cNvSpPr txBox="1"/>
          <p:nvPr/>
        </p:nvSpPr>
        <p:spPr>
          <a:xfrm>
            <a:off x="676571" y="341950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53" name="Picture 2" descr="대박">
            <a:extLst>
              <a:ext uri="{FF2B5EF4-FFF2-40B4-BE49-F238E27FC236}">
                <a16:creationId xmlns:a16="http://schemas.microsoft.com/office/drawing/2014/main" id="{1BB2862B-0BF7-0074-CE69-B1BB3A950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337521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ACF9E6BF-E2AA-95F5-7943-52910F7E425D}"/>
              </a:ext>
            </a:extLst>
          </p:cNvPr>
          <p:cNvSpPr/>
          <p:nvPr/>
        </p:nvSpPr>
        <p:spPr>
          <a:xfrm>
            <a:off x="335627" y="371622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9E7F4A8-ECBF-098A-BC23-E38FA8B8CB96}"/>
              </a:ext>
            </a:extLst>
          </p:cNvPr>
          <p:cNvSpPr txBox="1"/>
          <p:nvPr/>
        </p:nvSpPr>
        <p:spPr>
          <a:xfrm>
            <a:off x="676571" y="368971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98561A68-9A8B-AEC4-8140-5C410C0BD9AD}"/>
              </a:ext>
            </a:extLst>
          </p:cNvPr>
          <p:cNvSpPr/>
          <p:nvPr/>
        </p:nvSpPr>
        <p:spPr>
          <a:xfrm>
            <a:off x="335627" y="426529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98902B6-60A7-571B-F911-134624D75CE1}"/>
              </a:ext>
            </a:extLst>
          </p:cNvPr>
          <p:cNvSpPr txBox="1"/>
          <p:nvPr/>
        </p:nvSpPr>
        <p:spPr>
          <a:xfrm>
            <a:off x="676571" y="4238788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664EE2E4-D38D-C071-38BE-30313AFF77C1}"/>
              </a:ext>
            </a:extLst>
          </p:cNvPr>
          <p:cNvSpPr/>
          <p:nvPr/>
        </p:nvSpPr>
        <p:spPr>
          <a:xfrm>
            <a:off x="335627" y="454679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FC4A937-9B38-7227-146A-9D977AC52277}"/>
              </a:ext>
            </a:extLst>
          </p:cNvPr>
          <p:cNvSpPr txBox="1"/>
          <p:nvPr/>
        </p:nvSpPr>
        <p:spPr>
          <a:xfrm>
            <a:off x="676571" y="452029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63" name="Picture 2" descr="대박">
            <a:extLst>
              <a:ext uri="{FF2B5EF4-FFF2-40B4-BE49-F238E27FC236}">
                <a16:creationId xmlns:a16="http://schemas.microsoft.com/office/drawing/2014/main" id="{3C371969-350A-8380-F6DE-CCCCDCB9A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447600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22D47E7C-D546-5E3F-4C57-6A796607BD98}"/>
              </a:ext>
            </a:extLst>
          </p:cNvPr>
          <p:cNvSpPr/>
          <p:nvPr/>
        </p:nvSpPr>
        <p:spPr>
          <a:xfrm>
            <a:off x="335627" y="481701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147784D-F954-C5D8-E800-598C16B5FB8A}"/>
              </a:ext>
            </a:extLst>
          </p:cNvPr>
          <p:cNvSpPr txBox="1"/>
          <p:nvPr/>
        </p:nvSpPr>
        <p:spPr>
          <a:xfrm>
            <a:off x="676571" y="479050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7EC07CB8-FB2E-AE7C-BDD6-FC95EBD582A6}"/>
              </a:ext>
            </a:extLst>
          </p:cNvPr>
          <p:cNvSpPr/>
          <p:nvPr/>
        </p:nvSpPr>
        <p:spPr>
          <a:xfrm>
            <a:off x="334515" y="5050158"/>
            <a:ext cx="3489783" cy="617595"/>
          </a:xfrm>
          <a:prstGeom prst="roundRect">
            <a:avLst/>
          </a:prstGeom>
          <a:solidFill>
            <a:srgbClr val="CC7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C4DD78DD-DA80-D094-7B1E-445FD6439D81}"/>
              </a:ext>
            </a:extLst>
          </p:cNvPr>
          <p:cNvSpPr/>
          <p:nvPr/>
        </p:nvSpPr>
        <p:spPr>
          <a:xfrm>
            <a:off x="390727" y="5133801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105AD0C-3ADD-427A-3561-12B64D9C3408}"/>
              </a:ext>
            </a:extLst>
          </p:cNvPr>
          <p:cNvSpPr txBox="1"/>
          <p:nvPr/>
        </p:nvSpPr>
        <p:spPr>
          <a:xfrm>
            <a:off x="731671" y="510729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E2C87DD-726C-3AF7-A6F7-A6A8707B2690}"/>
              </a:ext>
            </a:extLst>
          </p:cNvPr>
          <p:cNvSpPr txBox="1"/>
          <p:nvPr/>
        </p:nvSpPr>
        <p:spPr>
          <a:xfrm>
            <a:off x="402581" y="53731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6FADDDB-B021-3C92-5727-1946D29D2E3B}"/>
              </a:ext>
            </a:extLst>
          </p:cNvPr>
          <p:cNvSpPr txBox="1"/>
          <p:nvPr/>
        </p:nvSpPr>
        <p:spPr>
          <a:xfrm>
            <a:off x="2891644" y="5242483"/>
            <a:ext cx="9549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100,000 </a:t>
            </a:r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2EAEFA9B-9D11-3D6A-7E97-BAAE03FA1F29}"/>
              </a:ext>
            </a:extLst>
          </p:cNvPr>
          <p:cNvSpPr/>
          <p:nvPr/>
        </p:nvSpPr>
        <p:spPr>
          <a:xfrm>
            <a:off x="334515" y="5711960"/>
            <a:ext cx="3489782" cy="35227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52A057FB-CBC9-1343-6734-DFC6D424FC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8119" y="5784776"/>
            <a:ext cx="198137" cy="19813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853E4370-1998-22F2-F76D-A52C547FA290}"/>
              </a:ext>
            </a:extLst>
          </p:cNvPr>
          <p:cNvSpPr txBox="1"/>
          <p:nvPr/>
        </p:nvSpPr>
        <p:spPr>
          <a:xfrm>
            <a:off x="441006" y="57687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E9EE409D-798D-41F9-D642-3700CA2B25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088" y="6187832"/>
            <a:ext cx="289585" cy="266723"/>
          </a:xfrm>
          <a:prstGeom prst="rect">
            <a:avLst/>
          </a:prstGeom>
        </p:spPr>
      </p:pic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E04750E7-81E2-06B8-EA35-6144AA1D6B00}"/>
              </a:ext>
            </a:extLst>
          </p:cNvPr>
          <p:cNvSpPr/>
          <p:nvPr/>
        </p:nvSpPr>
        <p:spPr>
          <a:xfrm>
            <a:off x="658987" y="6161176"/>
            <a:ext cx="2668796" cy="30075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</a:rPr>
              <a:t>채팅 입력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A2F6DBCE-23EE-D602-0533-B5DC4BEDD2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5367" y="6178181"/>
            <a:ext cx="487722" cy="266723"/>
          </a:xfrm>
          <a:prstGeom prst="rect">
            <a:avLst/>
          </a:prstGeom>
        </p:spPr>
      </p:pic>
      <p:sp>
        <p:nvSpPr>
          <p:cNvPr id="84" name="직사각형 83">
            <a:extLst>
              <a:ext uri="{FF2B5EF4-FFF2-40B4-BE49-F238E27FC236}">
                <a16:creationId xmlns:a16="http://schemas.microsoft.com/office/drawing/2014/main" id="{AD3EDF02-898A-A5F3-E116-59F32BC35664}"/>
              </a:ext>
            </a:extLst>
          </p:cNvPr>
          <p:cNvSpPr/>
          <p:nvPr/>
        </p:nvSpPr>
        <p:spPr>
          <a:xfrm>
            <a:off x="3599736" y="709823"/>
            <a:ext cx="300020" cy="377704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21D9D64-94C8-57DF-9FF0-19A69A73C8B2}"/>
              </a:ext>
            </a:extLst>
          </p:cNvPr>
          <p:cNvSpPr txBox="1"/>
          <p:nvPr/>
        </p:nvSpPr>
        <p:spPr>
          <a:xfrm>
            <a:off x="676571" y="313927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66538CA-90D6-C825-2431-0C4DCA9723BD}"/>
              </a:ext>
            </a:extLst>
          </p:cNvPr>
          <p:cNvSpPr/>
          <p:nvPr/>
        </p:nvSpPr>
        <p:spPr>
          <a:xfrm>
            <a:off x="4149457" y="709823"/>
            <a:ext cx="2511629" cy="3457685"/>
          </a:xfrm>
          <a:prstGeom prst="roundRect">
            <a:avLst>
              <a:gd name="adj" fmla="val 274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1C377EA-F0B5-9ADB-CE4B-FA090EA6DC5F}"/>
              </a:ext>
            </a:extLst>
          </p:cNvPr>
          <p:cNvCxnSpPr>
            <a:cxnSpLocks/>
          </p:cNvCxnSpPr>
          <p:nvPr/>
        </p:nvCxnSpPr>
        <p:spPr>
          <a:xfrm>
            <a:off x="4149457" y="1062363"/>
            <a:ext cx="2511629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CE0C59F-BF2A-C971-230D-CEB1A5C31EBA}"/>
              </a:ext>
            </a:extLst>
          </p:cNvPr>
          <p:cNvSpPr txBox="1"/>
          <p:nvPr/>
        </p:nvSpPr>
        <p:spPr>
          <a:xfrm>
            <a:off x="4151998" y="766887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7A57913-7178-3D1D-2249-D025F9D100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4783" y="816030"/>
            <a:ext cx="213378" cy="182896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34C8ED4-1742-EEF7-EA38-1CBAF42B4659}"/>
              </a:ext>
            </a:extLst>
          </p:cNvPr>
          <p:cNvSpPr/>
          <p:nvPr/>
        </p:nvSpPr>
        <p:spPr>
          <a:xfrm>
            <a:off x="4281619" y="1381987"/>
            <a:ext cx="1436727" cy="252028"/>
          </a:xfrm>
          <a:prstGeom prst="roundRect">
            <a:avLst>
              <a:gd name="adj" fmla="val 32557"/>
            </a:avLst>
          </a:prstGeom>
          <a:solidFill>
            <a:srgbClr val="E9EB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클린봇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7F15974-01A9-9EBE-6472-82756DF1C97B}"/>
              </a:ext>
            </a:extLst>
          </p:cNvPr>
          <p:cNvSpPr/>
          <p:nvPr/>
        </p:nvSpPr>
        <p:spPr>
          <a:xfrm>
            <a:off x="5820644" y="1369250"/>
            <a:ext cx="594359" cy="254561"/>
          </a:xfrm>
          <a:prstGeom prst="roundRect">
            <a:avLst>
              <a:gd name="adj" fmla="val 8351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중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C8BCA8-C3C3-380A-0FCA-7874AB68D64C}"/>
              </a:ext>
            </a:extLst>
          </p:cNvPr>
          <p:cNvSpPr txBox="1"/>
          <p:nvPr/>
        </p:nvSpPr>
        <p:spPr>
          <a:xfrm>
            <a:off x="6167278" y="1368798"/>
            <a:ext cx="180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E05F4CC-37BF-36A4-A080-44B710CE9435}"/>
              </a:ext>
            </a:extLst>
          </p:cNvPr>
          <p:cNvSpPr/>
          <p:nvPr/>
        </p:nvSpPr>
        <p:spPr>
          <a:xfrm>
            <a:off x="4281619" y="1776927"/>
            <a:ext cx="1436727" cy="252028"/>
          </a:xfrm>
          <a:prstGeom prst="roundRect">
            <a:avLst>
              <a:gd name="adj" fmla="val 325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채팅입력제한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FB5126B-512E-F71F-0565-D71C626810BB}"/>
              </a:ext>
            </a:extLst>
          </p:cNvPr>
          <p:cNvSpPr/>
          <p:nvPr/>
        </p:nvSpPr>
        <p:spPr>
          <a:xfrm>
            <a:off x="5820644" y="1764190"/>
            <a:ext cx="594359" cy="254561"/>
          </a:xfrm>
          <a:prstGeom prst="roundRect">
            <a:avLst>
              <a:gd name="adj" fmla="val 8351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5AA335-0C2F-2B8F-1AD1-F08ABC3211EE}"/>
              </a:ext>
            </a:extLst>
          </p:cNvPr>
          <p:cNvSpPr txBox="1"/>
          <p:nvPr/>
        </p:nvSpPr>
        <p:spPr>
          <a:xfrm>
            <a:off x="6167278" y="1763738"/>
            <a:ext cx="180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3211877-AAC2-AAAE-9905-D91657256EB3}"/>
              </a:ext>
            </a:extLst>
          </p:cNvPr>
          <p:cNvSpPr/>
          <p:nvPr/>
        </p:nvSpPr>
        <p:spPr>
          <a:xfrm>
            <a:off x="4281619" y="2184239"/>
            <a:ext cx="1436727" cy="252028"/>
          </a:xfrm>
          <a:prstGeom prst="roundRect">
            <a:avLst>
              <a:gd name="adj" fmla="val 325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채팅 얼리기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D32E6D7-EB28-FA67-B976-BF3AF2C51C61}"/>
              </a:ext>
            </a:extLst>
          </p:cNvPr>
          <p:cNvSpPr/>
          <p:nvPr/>
        </p:nvSpPr>
        <p:spPr>
          <a:xfrm>
            <a:off x="4274400" y="2594541"/>
            <a:ext cx="1094272" cy="252028"/>
          </a:xfrm>
          <a:prstGeom prst="roundRect">
            <a:avLst>
              <a:gd name="adj" fmla="val 32557"/>
            </a:avLst>
          </a:prstGeom>
          <a:solidFill>
            <a:srgbClr val="E9EB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입장 표시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3AD231E-9DA7-9AA0-955D-ED9816489A11}"/>
              </a:ext>
            </a:extLst>
          </p:cNvPr>
          <p:cNvSpPr/>
          <p:nvPr/>
        </p:nvSpPr>
        <p:spPr>
          <a:xfrm>
            <a:off x="5393112" y="2594541"/>
            <a:ext cx="1094272" cy="252028"/>
          </a:xfrm>
          <a:prstGeom prst="roundRect">
            <a:avLst>
              <a:gd name="adj" fmla="val 3255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글자 크게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0427691-8982-2827-407B-A3B568C3AF9A}"/>
              </a:ext>
            </a:extLst>
          </p:cNvPr>
          <p:cNvSpPr/>
          <p:nvPr/>
        </p:nvSpPr>
        <p:spPr>
          <a:xfrm>
            <a:off x="4261737" y="3161491"/>
            <a:ext cx="1436727" cy="252028"/>
          </a:xfrm>
          <a:prstGeom prst="roundRect">
            <a:avLst>
              <a:gd name="adj" fmla="val 325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차단 목록</a:t>
            </a:r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13DE6142-DE34-6E66-E1F2-7300A9124920}"/>
              </a:ext>
            </a:extLst>
          </p:cNvPr>
          <p:cNvCxnSpPr/>
          <p:nvPr/>
        </p:nvCxnSpPr>
        <p:spPr>
          <a:xfrm>
            <a:off x="3899756" y="898675"/>
            <a:ext cx="263983" cy="689156"/>
          </a:xfrm>
          <a:prstGeom prst="bentConnector3">
            <a:avLst>
              <a:gd name="adj1" fmla="val 56661"/>
            </a:avLst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그림 41">
            <a:extLst>
              <a:ext uri="{FF2B5EF4-FFF2-40B4-BE49-F238E27FC236}">
                <a16:creationId xmlns:a16="http://schemas.microsoft.com/office/drawing/2014/main" id="{6CF830BC-90FA-A4B8-CD10-80BDAB1E4F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804" y="3931268"/>
            <a:ext cx="2789162" cy="236240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8C137DCA-B1D1-5C72-8060-BD3C5DFDF32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4504" y="755168"/>
            <a:ext cx="2324301" cy="2949196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A5C91C8C-8770-C6E3-481A-C99B31D9282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04503" y="4257727"/>
            <a:ext cx="2324301" cy="2362405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4D722721-613E-8BA2-92E2-8745E48C5B86}"/>
              </a:ext>
            </a:extLst>
          </p:cNvPr>
          <p:cNvSpPr txBox="1"/>
          <p:nvPr/>
        </p:nvSpPr>
        <p:spPr>
          <a:xfrm>
            <a:off x="4199775" y="1127999"/>
            <a:ext cx="6895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노출 설정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125F491-0279-D04A-56BC-2EB551D39457}"/>
              </a:ext>
            </a:extLst>
          </p:cNvPr>
          <p:cNvSpPr txBox="1"/>
          <p:nvPr/>
        </p:nvSpPr>
        <p:spPr>
          <a:xfrm>
            <a:off x="4199775" y="2923827"/>
            <a:ext cx="6895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차단 설정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907A228-26F9-CEBC-8718-B51F664E4C3C}"/>
              </a:ext>
            </a:extLst>
          </p:cNvPr>
          <p:cNvSpPr txBox="1"/>
          <p:nvPr/>
        </p:nvSpPr>
        <p:spPr>
          <a:xfrm>
            <a:off x="4199775" y="3491266"/>
            <a:ext cx="9918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부가 기능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9C5DD765-3115-FBD7-E8BA-852AE34E0F55}"/>
              </a:ext>
            </a:extLst>
          </p:cNvPr>
          <p:cNvSpPr/>
          <p:nvPr/>
        </p:nvSpPr>
        <p:spPr>
          <a:xfrm>
            <a:off x="4274400" y="3807773"/>
            <a:ext cx="1094272" cy="252028"/>
          </a:xfrm>
          <a:prstGeom prst="roundRect">
            <a:avLst>
              <a:gd name="adj" fmla="val 32557"/>
            </a:avLst>
          </a:prstGeom>
          <a:solidFill>
            <a:srgbClr val="E9EB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투표 만들기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B968575A-1F55-789D-8C73-5EC8445E556A}"/>
              </a:ext>
            </a:extLst>
          </p:cNvPr>
          <p:cNvSpPr/>
          <p:nvPr/>
        </p:nvSpPr>
        <p:spPr>
          <a:xfrm>
            <a:off x="5436163" y="3807773"/>
            <a:ext cx="1094272" cy="252028"/>
          </a:xfrm>
          <a:prstGeom prst="roundRect">
            <a:avLst>
              <a:gd name="adj" fmla="val 32557"/>
            </a:avLst>
          </a:prstGeom>
          <a:solidFill>
            <a:srgbClr val="E9EB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승부 예측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4D9D6FA7-55F8-438D-1605-25F27AE4B69E}"/>
              </a:ext>
            </a:extLst>
          </p:cNvPr>
          <p:cNvSpPr/>
          <p:nvPr/>
        </p:nvSpPr>
        <p:spPr>
          <a:xfrm>
            <a:off x="6834018" y="692398"/>
            <a:ext cx="2511629" cy="3051595"/>
          </a:xfrm>
          <a:prstGeom prst="roundRect">
            <a:avLst>
              <a:gd name="adj" fmla="val 274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0C1FB908-DEF2-9258-62C4-305B24305396}"/>
              </a:ext>
            </a:extLst>
          </p:cNvPr>
          <p:cNvSpPr/>
          <p:nvPr/>
        </p:nvSpPr>
        <p:spPr>
          <a:xfrm>
            <a:off x="6834018" y="4146319"/>
            <a:ext cx="2511629" cy="2473814"/>
          </a:xfrm>
          <a:prstGeom prst="roundRect">
            <a:avLst>
              <a:gd name="adj" fmla="val 274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09" name="연결선: 꺾임 108">
            <a:extLst>
              <a:ext uri="{FF2B5EF4-FFF2-40B4-BE49-F238E27FC236}">
                <a16:creationId xmlns:a16="http://schemas.microsoft.com/office/drawing/2014/main" id="{7A3CBC15-3C1A-A19C-CA31-549094CDD133}"/>
              </a:ext>
            </a:extLst>
          </p:cNvPr>
          <p:cNvCxnSpPr>
            <a:cxnSpLocks/>
            <a:stCxn id="90" idx="0"/>
          </p:cNvCxnSpPr>
          <p:nvPr/>
        </p:nvCxnSpPr>
        <p:spPr>
          <a:xfrm rot="5400000" flipH="1" flipV="1">
            <a:off x="5803992" y="2707261"/>
            <a:ext cx="118056" cy="2082969"/>
          </a:xfrm>
          <a:prstGeom prst="bentConnector2">
            <a:avLst/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298FDE22-917E-93F8-9DCE-CD939B033262}"/>
              </a:ext>
            </a:extLst>
          </p:cNvPr>
          <p:cNvSpPr/>
          <p:nvPr/>
        </p:nvSpPr>
        <p:spPr>
          <a:xfrm>
            <a:off x="2214675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트위치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F6CA4018-1743-A336-58A1-953E55E5067A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709917" y="812552"/>
            <a:ext cx="148624" cy="148624"/>
          </a:xfrm>
          <a:prstGeom prst="rect">
            <a:avLst/>
          </a:pr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4FC8A94C-644D-3F41-D7D7-26CAD71FF1A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94392" y="796618"/>
            <a:ext cx="189024" cy="189024"/>
          </a:xfrm>
          <a:prstGeom prst="rect">
            <a:avLst/>
          </a:prstGeom>
        </p:spPr>
      </p:pic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6C1F74A1-B57C-ED67-0172-32E20107BEA1}"/>
              </a:ext>
            </a:extLst>
          </p:cNvPr>
          <p:cNvSpPr/>
          <p:nvPr/>
        </p:nvSpPr>
        <p:spPr>
          <a:xfrm>
            <a:off x="1278021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유튜브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8855C7FE-7F40-DAC8-AC25-4811F7E07285}"/>
              </a:ext>
            </a:extLst>
          </p:cNvPr>
          <p:cNvSpPr/>
          <p:nvPr/>
        </p:nvSpPr>
        <p:spPr>
          <a:xfrm>
            <a:off x="323780" y="760850"/>
            <a:ext cx="867372" cy="252028"/>
          </a:xfrm>
          <a:prstGeom prst="roundRect">
            <a:avLst>
              <a:gd name="adj" fmla="val 50000"/>
            </a:avLst>
          </a:prstGeom>
          <a:solidFill>
            <a:srgbClr val="465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투네이션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072" name="그림 3071">
            <a:extLst>
              <a:ext uri="{FF2B5EF4-FFF2-40B4-BE49-F238E27FC236}">
                <a16:creationId xmlns:a16="http://schemas.microsoft.com/office/drawing/2014/main" id="{9548C724-8A7B-B215-D8B8-6F0690018FD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26085" y="5065664"/>
            <a:ext cx="2333806" cy="1488352"/>
          </a:xfrm>
          <a:prstGeom prst="rect">
            <a:avLst/>
          </a:prstGeom>
        </p:spPr>
      </p:pic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EE551C80-7C4D-2A73-F24E-41785ACA3890}"/>
              </a:ext>
            </a:extLst>
          </p:cNvPr>
          <p:cNvSpPr/>
          <p:nvPr/>
        </p:nvSpPr>
        <p:spPr>
          <a:xfrm>
            <a:off x="4132848" y="4965391"/>
            <a:ext cx="2511629" cy="1664168"/>
          </a:xfrm>
          <a:prstGeom prst="roundRect">
            <a:avLst>
              <a:gd name="adj" fmla="val 274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14" name="연결선: 꺾임 113">
            <a:extLst>
              <a:ext uri="{FF2B5EF4-FFF2-40B4-BE49-F238E27FC236}">
                <a16:creationId xmlns:a16="http://schemas.microsoft.com/office/drawing/2014/main" id="{9AFEB48A-39E2-0E33-A1B4-4F0340CC8DF2}"/>
              </a:ext>
            </a:extLst>
          </p:cNvPr>
          <p:cNvCxnSpPr>
            <a:cxnSpLocks/>
            <a:stCxn id="91" idx="2"/>
          </p:cNvCxnSpPr>
          <p:nvPr/>
        </p:nvCxnSpPr>
        <p:spPr>
          <a:xfrm rot="16200000" flipH="1">
            <a:off x="6228161" y="3814938"/>
            <a:ext cx="360994" cy="850719"/>
          </a:xfrm>
          <a:prstGeom prst="bentConnector2">
            <a:avLst/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5" name="연결선: 꺾임 3074">
            <a:extLst>
              <a:ext uri="{FF2B5EF4-FFF2-40B4-BE49-F238E27FC236}">
                <a16:creationId xmlns:a16="http://schemas.microsoft.com/office/drawing/2014/main" id="{74834536-F8FD-E27D-CF48-07EE13AA935F}"/>
              </a:ext>
            </a:extLst>
          </p:cNvPr>
          <p:cNvCxnSpPr>
            <a:cxnSpLocks/>
            <a:stCxn id="29" idx="1"/>
            <a:endCxn id="126" idx="1"/>
          </p:cNvCxnSpPr>
          <p:nvPr/>
        </p:nvCxnSpPr>
        <p:spPr>
          <a:xfrm rot="10800000" flipV="1">
            <a:off x="4132849" y="3287505"/>
            <a:ext cx="128889" cy="2509970"/>
          </a:xfrm>
          <a:prstGeom prst="bentConnector3">
            <a:avLst>
              <a:gd name="adj1" fmla="val 209146"/>
            </a:avLst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E60164B-18CD-9B83-FBE0-AAC4001EAD6A}"/>
              </a:ext>
            </a:extLst>
          </p:cNvPr>
          <p:cNvSpPr txBox="1"/>
          <p:nvPr/>
        </p:nvSpPr>
        <p:spPr>
          <a:xfrm>
            <a:off x="4137626" y="470420"/>
            <a:ext cx="11161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 메뉴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786622-AB4D-8B36-0286-49E8404723EE}"/>
              </a:ext>
            </a:extLst>
          </p:cNvPr>
          <p:cNvSpPr txBox="1"/>
          <p:nvPr/>
        </p:nvSpPr>
        <p:spPr>
          <a:xfrm>
            <a:off x="6840786" y="470420"/>
            <a:ext cx="16674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부가기능 </a:t>
            </a:r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투표 만들기</a:t>
            </a:r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95BB64-D30D-C51D-663F-ED29234A353D}"/>
              </a:ext>
            </a:extLst>
          </p:cNvPr>
          <p:cNvSpPr txBox="1"/>
          <p:nvPr/>
        </p:nvSpPr>
        <p:spPr>
          <a:xfrm>
            <a:off x="6840786" y="3908581"/>
            <a:ext cx="16674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부가기능 </a:t>
            </a:r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승부예측 만들기</a:t>
            </a:r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7E2594-2299-F737-F5E7-42C2DAF45DF0}"/>
              </a:ext>
            </a:extLst>
          </p:cNvPr>
          <p:cNvSpPr txBox="1"/>
          <p:nvPr/>
        </p:nvSpPr>
        <p:spPr>
          <a:xfrm>
            <a:off x="4137626" y="4701595"/>
            <a:ext cx="11161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차단 목록</a:t>
            </a:r>
          </a:p>
        </p:txBody>
      </p:sp>
    </p:spTree>
    <p:extLst>
      <p:ext uri="{BB962C8B-B14F-4D97-AF65-F5344CB8AC3E}">
        <p14:creationId xmlns:p14="http://schemas.microsoft.com/office/powerpoint/2010/main" val="40717840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5CB0C-172C-F8D8-7ABF-2824F6B32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4">
            <a:extLst>
              <a:ext uri="{FF2B5EF4-FFF2-40B4-BE49-F238E27FC236}">
                <a16:creationId xmlns:a16="http://schemas.microsoft.com/office/drawing/2014/main" id="{A7FF357D-CC02-0D4B-D8EA-BDFBFFB1B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채널 영역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54AB85F-E27A-E02D-E3BD-87FE1F13B66F}"/>
              </a:ext>
            </a:extLst>
          </p:cNvPr>
          <p:cNvSpPr txBox="1"/>
          <p:nvPr/>
        </p:nvSpPr>
        <p:spPr>
          <a:xfrm>
            <a:off x="161762" y="403650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채널 영역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7B85955-B70E-038E-F4DC-F0C3CA8A3498}"/>
              </a:ext>
            </a:extLst>
          </p:cNvPr>
          <p:cNvSpPr/>
          <p:nvPr/>
        </p:nvSpPr>
        <p:spPr>
          <a:xfrm>
            <a:off x="112272" y="929166"/>
            <a:ext cx="2511629" cy="3457685"/>
          </a:xfrm>
          <a:prstGeom prst="roundRect">
            <a:avLst>
              <a:gd name="adj" fmla="val 274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DA04954-9FF6-04FB-896D-64D5FDAF9546}"/>
              </a:ext>
            </a:extLst>
          </p:cNvPr>
          <p:cNvCxnSpPr>
            <a:cxnSpLocks/>
          </p:cNvCxnSpPr>
          <p:nvPr/>
        </p:nvCxnSpPr>
        <p:spPr>
          <a:xfrm>
            <a:off x="112272" y="1281706"/>
            <a:ext cx="2511629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ED48304-7EF6-E3DB-BBB8-161BA12895AE}"/>
              </a:ext>
            </a:extLst>
          </p:cNvPr>
          <p:cNvSpPr txBox="1"/>
          <p:nvPr/>
        </p:nvSpPr>
        <p:spPr>
          <a:xfrm>
            <a:off x="114813" y="986230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5892572-EBFF-0940-9AEF-D3C6671A0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598" y="1035373"/>
            <a:ext cx="213378" cy="182896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32F9DBB-6B6A-ADF8-C2C3-716640F6790B}"/>
              </a:ext>
            </a:extLst>
          </p:cNvPr>
          <p:cNvSpPr/>
          <p:nvPr/>
        </p:nvSpPr>
        <p:spPr>
          <a:xfrm>
            <a:off x="244434" y="1601330"/>
            <a:ext cx="1436727" cy="252028"/>
          </a:xfrm>
          <a:prstGeom prst="roundRect">
            <a:avLst>
              <a:gd name="adj" fmla="val 32557"/>
            </a:avLst>
          </a:prstGeom>
          <a:solidFill>
            <a:srgbClr val="E9EB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클린봇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DA01DC3-C7B9-5471-DA58-A2D762B2FD6F}"/>
              </a:ext>
            </a:extLst>
          </p:cNvPr>
          <p:cNvSpPr/>
          <p:nvPr/>
        </p:nvSpPr>
        <p:spPr>
          <a:xfrm>
            <a:off x="1783459" y="1588593"/>
            <a:ext cx="594359" cy="254561"/>
          </a:xfrm>
          <a:prstGeom prst="roundRect">
            <a:avLst>
              <a:gd name="adj" fmla="val 8351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중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26DAB7-C66F-36EC-F401-13E415F62F93}"/>
              </a:ext>
            </a:extLst>
          </p:cNvPr>
          <p:cNvSpPr txBox="1"/>
          <p:nvPr/>
        </p:nvSpPr>
        <p:spPr>
          <a:xfrm>
            <a:off x="2130093" y="1588141"/>
            <a:ext cx="180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35D06F9-8B79-76F5-8ADC-D5D03E8BB912}"/>
              </a:ext>
            </a:extLst>
          </p:cNvPr>
          <p:cNvSpPr/>
          <p:nvPr/>
        </p:nvSpPr>
        <p:spPr>
          <a:xfrm>
            <a:off x="244434" y="1996270"/>
            <a:ext cx="1436727" cy="252028"/>
          </a:xfrm>
          <a:prstGeom prst="roundRect">
            <a:avLst>
              <a:gd name="adj" fmla="val 325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채팅입력제한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6EE6FE5-3C44-DA0E-64FD-D0FA21196D92}"/>
              </a:ext>
            </a:extLst>
          </p:cNvPr>
          <p:cNvSpPr/>
          <p:nvPr/>
        </p:nvSpPr>
        <p:spPr>
          <a:xfrm>
            <a:off x="1783459" y="1983533"/>
            <a:ext cx="594359" cy="254561"/>
          </a:xfrm>
          <a:prstGeom prst="roundRect">
            <a:avLst>
              <a:gd name="adj" fmla="val 8351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3D683B-3876-48DB-7ED3-DFA4411ED9D8}"/>
              </a:ext>
            </a:extLst>
          </p:cNvPr>
          <p:cNvSpPr txBox="1"/>
          <p:nvPr/>
        </p:nvSpPr>
        <p:spPr>
          <a:xfrm>
            <a:off x="2130093" y="1983081"/>
            <a:ext cx="180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459066C-2574-8709-F7D7-32D188A86316}"/>
              </a:ext>
            </a:extLst>
          </p:cNvPr>
          <p:cNvSpPr/>
          <p:nvPr/>
        </p:nvSpPr>
        <p:spPr>
          <a:xfrm>
            <a:off x="244434" y="2403582"/>
            <a:ext cx="1436727" cy="252028"/>
          </a:xfrm>
          <a:prstGeom prst="roundRect">
            <a:avLst>
              <a:gd name="adj" fmla="val 325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채팅 얼리기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1C2868C-221C-A41E-FEB0-851FBCD51461}"/>
              </a:ext>
            </a:extLst>
          </p:cNvPr>
          <p:cNvSpPr/>
          <p:nvPr/>
        </p:nvSpPr>
        <p:spPr>
          <a:xfrm>
            <a:off x="237215" y="2813884"/>
            <a:ext cx="1094272" cy="252028"/>
          </a:xfrm>
          <a:prstGeom prst="roundRect">
            <a:avLst>
              <a:gd name="adj" fmla="val 32557"/>
            </a:avLst>
          </a:prstGeom>
          <a:solidFill>
            <a:srgbClr val="E9EB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입장 표시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2000687-3EDC-B462-D72A-D57857B1458B}"/>
              </a:ext>
            </a:extLst>
          </p:cNvPr>
          <p:cNvSpPr/>
          <p:nvPr/>
        </p:nvSpPr>
        <p:spPr>
          <a:xfrm>
            <a:off x="1355927" y="2813884"/>
            <a:ext cx="1094272" cy="252028"/>
          </a:xfrm>
          <a:prstGeom prst="roundRect">
            <a:avLst>
              <a:gd name="adj" fmla="val 3255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글자 크게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DF4AE4A-B81B-CD0D-6FFF-3BF41DD1AB5C}"/>
              </a:ext>
            </a:extLst>
          </p:cNvPr>
          <p:cNvSpPr/>
          <p:nvPr/>
        </p:nvSpPr>
        <p:spPr>
          <a:xfrm>
            <a:off x="224552" y="3380834"/>
            <a:ext cx="1436727" cy="252028"/>
          </a:xfrm>
          <a:prstGeom prst="roundRect">
            <a:avLst>
              <a:gd name="adj" fmla="val 325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차단 목록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E06A92B-F4C6-529F-6FA4-E35631F55208}"/>
              </a:ext>
            </a:extLst>
          </p:cNvPr>
          <p:cNvSpPr txBox="1"/>
          <p:nvPr/>
        </p:nvSpPr>
        <p:spPr>
          <a:xfrm>
            <a:off x="162590" y="1347342"/>
            <a:ext cx="6895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노출 설정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98D477E-74E0-2EBA-FFC1-0BABC48EA587}"/>
              </a:ext>
            </a:extLst>
          </p:cNvPr>
          <p:cNvSpPr txBox="1"/>
          <p:nvPr/>
        </p:nvSpPr>
        <p:spPr>
          <a:xfrm>
            <a:off x="162590" y="3143170"/>
            <a:ext cx="6895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차단 설정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2C5EA072-BCEA-6F9F-C173-2DEAF459E374}"/>
              </a:ext>
            </a:extLst>
          </p:cNvPr>
          <p:cNvSpPr/>
          <p:nvPr/>
        </p:nvSpPr>
        <p:spPr>
          <a:xfrm>
            <a:off x="256429" y="3983966"/>
            <a:ext cx="1094272" cy="252028"/>
          </a:xfrm>
          <a:prstGeom prst="roundRect">
            <a:avLst>
              <a:gd name="adj" fmla="val 32557"/>
            </a:avLst>
          </a:prstGeom>
          <a:solidFill>
            <a:srgbClr val="E9EB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투표 만들기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E90BFDCD-E60D-5B67-A3DF-A8C7AFD846FF}"/>
              </a:ext>
            </a:extLst>
          </p:cNvPr>
          <p:cNvSpPr/>
          <p:nvPr/>
        </p:nvSpPr>
        <p:spPr>
          <a:xfrm>
            <a:off x="1418192" y="3983966"/>
            <a:ext cx="1094272" cy="252028"/>
          </a:xfrm>
          <a:prstGeom prst="roundRect">
            <a:avLst>
              <a:gd name="adj" fmla="val 32557"/>
            </a:avLst>
          </a:prstGeom>
          <a:solidFill>
            <a:srgbClr val="E9EB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승부 예측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2969030-1FFC-EE8E-3607-23A62FEF4D5A}"/>
              </a:ext>
            </a:extLst>
          </p:cNvPr>
          <p:cNvGraphicFramePr>
            <a:graphicFrameLocks noGrp="1"/>
          </p:cNvGraphicFramePr>
          <p:nvPr/>
        </p:nvGraphicFramePr>
        <p:xfrm>
          <a:off x="2810502" y="800708"/>
          <a:ext cx="6640808" cy="3797489"/>
        </p:xfrm>
        <a:graphic>
          <a:graphicData uri="http://schemas.openxmlformats.org/drawingml/2006/table">
            <a:tbl>
              <a:tblPr/>
              <a:tblGrid>
                <a:gridCol w="994376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338176086"/>
                    </a:ext>
                  </a:extLst>
                </a:gridCol>
                <a:gridCol w="3848044">
                  <a:extLst>
                    <a:ext uri="{9D8B030D-6E8A-4147-A177-3AD203B41FA5}">
                      <a16:colId xmlns:a16="http://schemas.microsoft.com/office/drawing/2014/main" val="1454673545"/>
                    </a:ext>
                  </a:extLst>
                </a:gridCol>
                <a:gridCol w="763022">
                  <a:extLst>
                    <a:ext uri="{9D8B030D-6E8A-4147-A177-3AD203B41FA5}">
                      <a16:colId xmlns:a16="http://schemas.microsoft.com/office/drawing/2014/main" val="4070529318"/>
                    </a:ext>
                  </a:extLst>
                </a:gridCol>
              </a:tblGrid>
              <a:tr h="41328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 대상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상세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기본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941602"/>
                  </a:ext>
                </a:extLst>
              </a:tr>
              <a:tr h="31007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i="0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클린봇</a:t>
                      </a:r>
                      <a:endParaRPr lang="ko-KR" altLang="en-US" sz="800" b="1" dirty="0">
                        <a:solidFill>
                          <a:srgbClr val="141A26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도네이터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클린봇을 켜고 끈다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OFF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 두면 판정 대상 메시지도 원문 그대로 보인다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ON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  <a:tr h="54702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클린봇 강도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크리에이터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차단 민감도를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단계로 조절한다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강할수록 광고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의심 메시지까지 더 공격적으로 가리고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약은 확정 욕설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심한 도배만 가린다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욕설은 강도와 무관하게 항상 차단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중</a:t>
                      </a:r>
                      <a:endParaRPr lang="en-US" altLang="ko-KR" sz="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357711"/>
                  </a:ext>
                </a:extLst>
              </a:tr>
              <a:tr h="52796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채팅입력제한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크리에이터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전송 간격 제한을 켜고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5/10/30/60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초 중 선택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켜진 상태에서 한 번 보내면 선택한 시간만큼 입력이 잠긴다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크리에이터 는 채팅입력제한 제외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172278"/>
                  </a:ext>
                </a:extLst>
              </a:tr>
              <a:tr h="41902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채팅 얼리기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크리에이터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채팅 입력을 제한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OFF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812763"/>
                  </a:ext>
                </a:extLst>
              </a:tr>
              <a:tr h="31007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입장표시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공통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입장 알림을 화면에 표시한다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ON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18370"/>
                  </a:ext>
                </a:extLst>
              </a:tr>
              <a:tr h="31007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글자 크게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공통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글자 크기를 조정한다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OFF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375485"/>
                  </a:ext>
                </a:extLst>
              </a:tr>
              <a:tr h="31007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차단 목록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공통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내가 차단한 유저 목록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OFF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227769"/>
                  </a:ext>
                </a:extLst>
              </a:tr>
              <a:tr h="31007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부가 기능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크리에이터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투표 만들기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승부 예측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OFF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81898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00FC254-0071-ED6F-1A7A-3FD2BA4C3200}"/>
              </a:ext>
            </a:extLst>
          </p:cNvPr>
          <p:cNvSpPr txBox="1"/>
          <p:nvPr/>
        </p:nvSpPr>
        <p:spPr>
          <a:xfrm>
            <a:off x="162590" y="3720960"/>
            <a:ext cx="6895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부가 기능</a:t>
            </a:r>
          </a:p>
        </p:txBody>
      </p:sp>
    </p:spTree>
    <p:extLst>
      <p:ext uri="{BB962C8B-B14F-4D97-AF65-F5344CB8AC3E}">
        <p14:creationId xmlns:p14="http://schemas.microsoft.com/office/powerpoint/2010/main" val="31395599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C1DE4-A9C5-C4DA-D3F8-0EF0DB54A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4">
            <a:extLst>
              <a:ext uri="{FF2B5EF4-FFF2-40B4-BE49-F238E27FC236}">
                <a16:creationId xmlns:a16="http://schemas.microsoft.com/office/drawing/2014/main" id="{B0540534-3642-ECB0-85E4-CE55C7C22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채널 영역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0602D9-C73B-5ED8-F9B3-5CF366AA0B85}"/>
              </a:ext>
            </a:extLst>
          </p:cNvPr>
          <p:cNvSpPr txBox="1"/>
          <p:nvPr/>
        </p:nvSpPr>
        <p:spPr>
          <a:xfrm>
            <a:off x="161762" y="403650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클린봇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31033BA-11BC-9D6D-986B-DAEEC504CAF4}"/>
              </a:ext>
            </a:extLst>
          </p:cNvPr>
          <p:cNvGraphicFramePr>
            <a:graphicFrameLocks noGrp="1"/>
          </p:cNvGraphicFramePr>
          <p:nvPr/>
        </p:nvGraphicFramePr>
        <p:xfrm>
          <a:off x="299356" y="1124744"/>
          <a:ext cx="5605442" cy="562104"/>
        </p:xfrm>
        <a:graphic>
          <a:graphicData uri="http://schemas.openxmlformats.org/drawingml/2006/table">
            <a:tbl>
              <a:tblPr/>
              <a:tblGrid>
                <a:gridCol w="1476164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3366256">
                  <a:extLst>
                    <a:ext uri="{9D8B030D-6E8A-4147-A177-3AD203B41FA5}">
                      <a16:colId xmlns:a16="http://schemas.microsoft.com/office/drawing/2014/main" val="1454673545"/>
                    </a:ext>
                  </a:extLst>
                </a:gridCol>
                <a:gridCol w="763022">
                  <a:extLst>
                    <a:ext uri="{9D8B030D-6E8A-4147-A177-3AD203B41FA5}">
                      <a16:colId xmlns:a16="http://schemas.microsoft.com/office/drawing/2014/main" val="4070529318"/>
                    </a:ext>
                  </a:extLst>
                </a:gridCol>
              </a:tblGrid>
              <a:tr h="2520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단계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규칙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점수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941602"/>
                  </a:ext>
                </a:extLst>
              </a:tr>
              <a:tr h="31007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i="0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금칙어</a:t>
                      </a:r>
                      <a:endParaRPr lang="ko-KR" altLang="en-US" sz="800" b="1" dirty="0">
                        <a:solidFill>
                          <a:srgbClr val="141A26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투네이션 금칙어 사전 활용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9FB8DB1-3E07-8DAA-456B-6668DDF18E26}"/>
              </a:ext>
            </a:extLst>
          </p:cNvPr>
          <p:cNvSpPr txBox="1"/>
          <p:nvPr/>
        </p:nvSpPr>
        <p:spPr>
          <a:xfrm>
            <a:off x="299356" y="834537"/>
            <a:ext cx="2088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사전 매칭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D79372-1E8F-C04E-86CB-4DE1CDD115B3}"/>
              </a:ext>
            </a:extLst>
          </p:cNvPr>
          <p:cNvSpPr txBox="1"/>
          <p:nvPr/>
        </p:nvSpPr>
        <p:spPr>
          <a:xfrm>
            <a:off x="299356" y="1863076"/>
            <a:ext cx="2088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스팸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도배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51B39336-D365-24DA-A479-E70078D3194B}"/>
              </a:ext>
            </a:extLst>
          </p:cNvPr>
          <p:cNvGraphicFramePr>
            <a:graphicFrameLocks noGrp="1"/>
          </p:cNvGraphicFramePr>
          <p:nvPr/>
        </p:nvGraphicFramePr>
        <p:xfrm>
          <a:off x="299356" y="2200662"/>
          <a:ext cx="5605442" cy="1182256"/>
        </p:xfrm>
        <a:graphic>
          <a:graphicData uri="http://schemas.openxmlformats.org/drawingml/2006/table">
            <a:tbl>
              <a:tblPr/>
              <a:tblGrid>
                <a:gridCol w="1440160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3402260">
                  <a:extLst>
                    <a:ext uri="{9D8B030D-6E8A-4147-A177-3AD203B41FA5}">
                      <a16:colId xmlns:a16="http://schemas.microsoft.com/office/drawing/2014/main" val="1454673545"/>
                    </a:ext>
                  </a:extLst>
                </a:gridCol>
                <a:gridCol w="763022">
                  <a:extLst>
                    <a:ext uri="{9D8B030D-6E8A-4147-A177-3AD203B41FA5}">
                      <a16:colId xmlns:a16="http://schemas.microsoft.com/office/drawing/2014/main" val="4070529318"/>
                    </a:ext>
                  </a:extLst>
                </a:gridCol>
              </a:tblGrid>
              <a:tr h="2520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신호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규칙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점수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941602"/>
                  </a:ext>
                </a:extLst>
              </a:tr>
              <a:tr h="31007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동일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유사 반복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초 윈도우 내 같은 정규화본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60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  <a:tr h="31007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초당 다발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초 내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전송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50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073645"/>
                  </a:ext>
                </a:extLst>
              </a:tr>
              <a:tr h="31007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광고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http·www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.·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카톡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텔레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·010-xxxx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패턴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40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230351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BB3CBDD-9D95-EFE6-2E5C-CEA1FCE9A3C5}"/>
              </a:ext>
            </a:extLst>
          </p:cNvPr>
          <p:cNvSpPr txBox="1"/>
          <p:nvPr/>
        </p:nvSpPr>
        <p:spPr>
          <a:xfrm>
            <a:off x="299356" y="3474283"/>
            <a:ext cx="2088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강도별 판정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75D29642-E93B-9F57-EAF8-BA15071FB4F8}"/>
              </a:ext>
            </a:extLst>
          </p:cNvPr>
          <p:cNvGraphicFramePr>
            <a:graphicFrameLocks noGrp="1"/>
          </p:cNvGraphicFramePr>
          <p:nvPr/>
        </p:nvGraphicFramePr>
        <p:xfrm>
          <a:off x="299356" y="3770777"/>
          <a:ext cx="5605442" cy="1182256"/>
        </p:xfrm>
        <a:graphic>
          <a:graphicData uri="http://schemas.openxmlformats.org/drawingml/2006/table">
            <a:tbl>
              <a:tblPr/>
              <a:tblGrid>
                <a:gridCol w="1440160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1548172">
                  <a:extLst>
                    <a:ext uri="{9D8B030D-6E8A-4147-A177-3AD203B41FA5}">
                      <a16:colId xmlns:a16="http://schemas.microsoft.com/office/drawing/2014/main" val="1454673545"/>
                    </a:ext>
                  </a:extLst>
                </a:gridCol>
                <a:gridCol w="2617110">
                  <a:extLst>
                    <a:ext uri="{9D8B030D-6E8A-4147-A177-3AD203B41FA5}">
                      <a16:colId xmlns:a16="http://schemas.microsoft.com/office/drawing/2014/main" val="4070529318"/>
                    </a:ext>
                  </a:extLst>
                </a:gridCol>
              </a:tblGrid>
              <a:tr h="2520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강도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임계 값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효과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941602"/>
                  </a:ext>
                </a:extLst>
              </a:tr>
              <a:tr h="31007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약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low)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확정 욕설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강한 도배만 블라인드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관대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  <a:tr h="31007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중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mid)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60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반복 도배까지 차단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073645"/>
                  </a:ext>
                </a:extLst>
              </a:tr>
              <a:tr h="31007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강 </a:t>
                      </a:r>
                      <a:r>
                        <a:rPr lang="en-US" altLang="ko-KR" sz="800" b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800" b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high)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35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광고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의심까지 공격적 차단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230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76683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47E86-20EA-2550-5822-DF54D2572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4">
            <a:extLst>
              <a:ext uri="{FF2B5EF4-FFF2-40B4-BE49-F238E27FC236}">
                <a16:creationId xmlns:a16="http://schemas.microsoft.com/office/drawing/2014/main" id="{125F7C5A-01D9-C380-A3FD-D59871D3E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채널 영역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ECE3949-F5E9-1666-E89E-ABAE99471B5E}"/>
              </a:ext>
            </a:extLst>
          </p:cNvPr>
          <p:cNvSpPr txBox="1"/>
          <p:nvPr/>
        </p:nvSpPr>
        <p:spPr>
          <a:xfrm>
            <a:off x="161762" y="403650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채널 영역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349D827-1BE6-C31E-8BBE-0BD3E5988E54}"/>
              </a:ext>
            </a:extLst>
          </p:cNvPr>
          <p:cNvSpPr/>
          <p:nvPr/>
        </p:nvSpPr>
        <p:spPr>
          <a:xfrm>
            <a:off x="272980" y="709823"/>
            <a:ext cx="3626776" cy="579664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086D480E-7330-2237-94A6-94169C95F385}"/>
              </a:ext>
            </a:extLst>
          </p:cNvPr>
          <p:cNvSpPr/>
          <p:nvPr/>
        </p:nvSpPr>
        <p:spPr>
          <a:xfrm>
            <a:off x="3318381" y="709823"/>
            <a:ext cx="300020" cy="377704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77B0DB89-BDA6-0C30-67B3-4EF005120C47}"/>
              </a:ext>
            </a:extLst>
          </p:cNvPr>
          <p:cNvCxnSpPr>
            <a:cxnSpLocks/>
          </p:cNvCxnSpPr>
          <p:nvPr/>
        </p:nvCxnSpPr>
        <p:spPr>
          <a:xfrm>
            <a:off x="3604928" y="899633"/>
            <a:ext cx="742230" cy="356091"/>
          </a:xfrm>
          <a:prstGeom prst="bentConnector3">
            <a:avLst>
              <a:gd name="adj1" fmla="val 50000"/>
            </a:avLst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FE717528-3494-F711-A7B5-1F837870FFA4}"/>
              </a:ext>
            </a:extLst>
          </p:cNvPr>
          <p:cNvSpPr/>
          <p:nvPr/>
        </p:nvSpPr>
        <p:spPr>
          <a:xfrm>
            <a:off x="2214675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트위치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2565BE52-64BE-7F60-0AFF-5B297425943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709917" y="812552"/>
            <a:ext cx="148624" cy="148624"/>
          </a:xfrm>
          <a:prstGeom prst="rect">
            <a:avLst/>
          </a:pr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A599F12A-0029-6BD8-A032-6962047B4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392" y="796618"/>
            <a:ext cx="189024" cy="189024"/>
          </a:xfrm>
          <a:prstGeom prst="rect">
            <a:avLst/>
          </a:prstGeom>
        </p:spPr>
      </p:pic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7FC8CF18-4B85-98F4-35DB-1E76238666F7}"/>
              </a:ext>
            </a:extLst>
          </p:cNvPr>
          <p:cNvSpPr/>
          <p:nvPr/>
        </p:nvSpPr>
        <p:spPr>
          <a:xfrm>
            <a:off x="1278021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유튜브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3F294F33-DB67-35AF-11FB-0219CFC3B7AA}"/>
              </a:ext>
            </a:extLst>
          </p:cNvPr>
          <p:cNvSpPr/>
          <p:nvPr/>
        </p:nvSpPr>
        <p:spPr>
          <a:xfrm>
            <a:off x="323780" y="760850"/>
            <a:ext cx="867372" cy="252028"/>
          </a:xfrm>
          <a:prstGeom prst="roundRect">
            <a:avLst>
              <a:gd name="adj" fmla="val 50000"/>
            </a:avLst>
          </a:prstGeom>
          <a:solidFill>
            <a:srgbClr val="465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투네이션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98C9749-B3F8-3270-DC63-D268A21721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284" y="1037059"/>
            <a:ext cx="3098294" cy="494585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2CF7A8C-A744-75DC-8B98-79B53D9B9E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651"/>
          <a:stretch>
            <a:fillRect/>
          </a:stretch>
        </p:blipFill>
        <p:spPr>
          <a:xfrm>
            <a:off x="4359593" y="721554"/>
            <a:ext cx="3102985" cy="315224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1441FF38-2AEB-AE45-B06A-3AA939CCC4F1}"/>
              </a:ext>
            </a:extLst>
          </p:cNvPr>
          <p:cNvSpPr/>
          <p:nvPr/>
        </p:nvSpPr>
        <p:spPr>
          <a:xfrm>
            <a:off x="272980" y="1164804"/>
            <a:ext cx="3626776" cy="5341663"/>
          </a:xfrm>
          <a:prstGeom prst="rect">
            <a:avLst/>
          </a:prstGeom>
          <a:solidFill>
            <a:srgbClr val="F3F5FA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13CBCF5B-600A-BCC7-2C9E-6C455CB810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6165" y="3119293"/>
            <a:ext cx="1920406" cy="1432684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D386170E-ED9E-12D4-99A8-12D3659EB3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159" y="6126601"/>
            <a:ext cx="3115420" cy="354399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706B46C-E429-925F-C09C-D2D2EE8470B1}"/>
              </a:ext>
            </a:extLst>
          </p:cNvPr>
          <p:cNvSpPr/>
          <p:nvPr/>
        </p:nvSpPr>
        <p:spPr>
          <a:xfrm>
            <a:off x="1607873" y="4123596"/>
            <a:ext cx="1004792" cy="377704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DD069D85-1032-EBCB-E19E-CFA6A8689D9C}"/>
              </a:ext>
            </a:extLst>
          </p:cNvPr>
          <p:cNvCxnSpPr>
            <a:cxnSpLocks/>
            <a:stCxn id="12" idx="1"/>
            <a:endCxn id="2" idx="3"/>
          </p:cNvCxnSpPr>
          <p:nvPr/>
        </p:nvCxnSpPr>
        <p:spPr>
          <a:xfrm rot="10800000" flipV="1">
            <a:off x="2612666" y="3509986"/>
            <a:ext cx="1751619" cy="802462"/>
          </a:xfrm>
          <a:prstGeom prst="bentConnector3">
            <a:avLst>
              <a:gd name="adj1" fmla="val 50000"/>
            </a:avLst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8694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02ABC-2EC3-9740-4F65-DCE5B0FE7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4">
            <a:extLst>
              <a:ext uri="{FF2B5EF4-FFF2-40B4-BE49-F238E27FC236}">
                <a16:creationId xmlns:a16="http://schemas.microsoft.com/office/drawing/2014/main" id="{54BC1C06-5F96-2D3B-2CB4-CDDDF8A6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채팅 뷰어 영역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78937B-3A2A-2331-F2D5-C19F7533E696}"/>
              </a:ext>
            </a:extLst>
          </p:cNvPr>
          <p:cNvSpPr txBox="1"/>
          <p:nvPr/>
        </p:nvSpPr>
        <p:spPr>
          <a:xfrm>
            <a:off x="161762" y="403650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채팅 뷰어 영역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F5BBF4B-05DC-C1F1-34D2-802132EEFD0B}"/>
              </a:ext>
            </a:extLst>
          </p:cNvPr>
          <p:cNvSpPr/>
          <p:nvPr/>
        </p:nvSpPr>
        <p:spPr>
          <a:xfrm>
            <a:off x="272980" y="709823"/>
            <a:ext cx="3626776" cy="579664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F447BE6-2142-043A-1A74-BB357135AB73}"/>
              </a:ext>
            </a:extLst>
          </p:cNvPr>
          <p:cNvSpPr/>
          <p:nvPr/>
        </p:nvSpPr>
        <p:spPr>
          <a:xfrm>
            <a:off x="281772" y="1088740"/>
            <a:ext cx="3617984" cy="432048"/>
          </a:xfrm>
          <a:prstGeom prst="rect">
            <a:avLst/>
          </a:prstGeom>
          <a:solidFill>
            <a:srgbClr val="EEF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B67845BA-C544-2DC0-041B-17A02C494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03" y="1208899"/>
            <a:ext cx="182896" cy="18289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9B69AB0C-7248-D8CD-5FE2-5AA7EC4B5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535" y="1216520"/>
            <a:ext cx="358171" cy="1752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4A2E939-AD24-460D-8135-A9B9F9E6CEF6}"/>
              </a:ext>
            </a:extLst>
          </p:cNvPr>
          <p:cNvSpPr txBox="1"/>
          <p:nvPr/>
        </p:nvSpPr>
        <p:spPr>
          <a:xfrm>
            <a:off x="533649" y="119332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채팅 매너 지켜주세요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 참여 부탁드려요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34D95C7-4550-AB6B-07E6-3B14A1E048DE}"/>
              </a:ext>
            </a:extLst>
          </p:cNvPr>
          <p:cNvSpPr/>
          <p:nvPr/>
        </p:nvSpPr>
        <p:spPr>
          <a:xfrm>
            <a:off x="335627" y="1625373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5BAB8C-C993-36CE-B2E7-FFF06AFDFFC8}"/>
              </a:ext>
            </a:extLst>
          </p:cNvPr>
          <p:cNvSpPr txBox="1"/>
          <p:nvPr/>
        </p:nvSpPr>
        <p:spPr>
          <a:xfrm>
            <a:off x="676571" y="1598869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5FD728B-0AFF-235D-EEF2-0AC4D24FBB19}"/>
              </a:ext>
            </a:extLst>
          </p:cNvPr>
          <p:cNvSpPr/>
          <p:nvPr/>
        </p:nvSpPr>
        <p:spPr>
          <a:xfrm>
            <a:off x="335627" y="1906876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9ECA05-82C2-CF59-BCF2-DEAB42CD5A10}"/>
              </a:ext>
            </a:extLst>
          </p:cNvPr>
          <p:cNvSpPr txBox="1"/>
          <p:nvPr/>
        </p:nvSpPr>
        <p:spPr>
          <a:xfrm>
            <a:off x="676571" y="1880372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3074" name="Picture 2" descr="대박">
            <a:extLst>
              <a:ext uri="{FF2B5EF4-FFF2-40B4-BE49-F238E27FC236}">
                <a16:creationId xmlns:a16="http://schemas.microsoft.com/office/drawing/2014/main" id="{3DE26CB7-D467-D68F-D32B-53F38224B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1836087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EF8D9E7F-DDDE-2191-AE9E-C9351F5FEF44}"/>
              </a:ext>
            </a:extLst>
          </p:cNvPr>
          <p:cNvSpPr/>
          <p:nvPr/>
        </p:nvSpPr>
        <p:spPr>
          <a:xfrm>
            <a:off x="335627" y="2188379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06AC86-6E9B-F1F3-0FDD-0D79B898109D}"/>
              </a:ext>
            </a:extLst>
          </p:cNvPr>
          <p:cNvSpPr txBox="1"/>
          <p:nvPr/>
        </p:nvSpPr>
        <p:spPr>
          <a:xfrm>
            <a:off x="676571" y="216187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오늘도 화이팅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B4C6235B-1F7C-44D3-9BF2-77605DBE2C17}"/>
              </a:ext>
            </a:extLst>
          </p:cNvPr>
          <p:cNvSpPr/>
          <p:nvPr/>
        </p:nvSpPr>
        <p:spPr>
          <a:xfrm>
            <a:off x="334515" y="2456892"/>
            <a:ext cx="3489783" cy="61759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1D3627AB-2586-0EC4-CB9A-F7EE0DF6C9D4}"/>
              </a:ext>
            </a:extLst>
          </p:cNvPr>
          <p:cNvSpPr/>
          <p:nvPr/>
        </p:nvSpPr>
        <p:spPr>
          <a:xfrm>
            <a:off x="390727" y="254053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842298-A5AA-ECFA-5160-238E25775128}"/>
              </a:ext>
            </a:extLst>
          </p:cNvPr>
          <p:cNvSpPr txBox="1"/>
          <p:nvPr/>
        </p:nvSpPr>
        <p:spPr>
          <a:xfrm>
            <a:off x="731671" y="251403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F7A331-CAD3-ECE9-B88E-22A9AA651219}"/>
              </a:ext>
            </a:extLst>
          </p:cNvPr>
          <p:cNvSpPr txBox="1"/>
          <p:nvPr/>
        </p:nvSpPr>
        <p:spPr>
          <a:xfrm>
            <a:off x="402581" y="277991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8C351B-7EB6-B629-BD14-4391AD319611}"/>
              </a:ext>
            </a:extLst>
          </p:cNvPr>
          <p:cNvSpPr txBox="1"/>
          <p:nvPr/>
        </p:nvSpPr>
        <p:spPr>
          <a:xfrm>
            <a:off x="3058036" y="2649217"/>
            <a:ext cx="7885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1,000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53E1470-E977-AA97-57B9-B00F7A05FFBC}"/>
              </a:ext>
            </a:extLst>
          </p:cNvPr>
          <p:cNvSpPr/>
          <p:nvPr/>
        </p:nvSpPr>
        <p:spPr>
          <a:xfrm>
            <a:off x="335627" y="316450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17B18F4F-C60B-0695-907A-42F6D53C2DD9}"/>
              </a:ext>
            </a:extLst>
          </p:cNvPr>
          <p:cNvSpPr/>
          <p:nvPr/>
        </p:nvSpPr>
        <p:spPr>
          <a:xfrm>
            <a:off x="335627" y="344600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0AAE7A-0140-6D5C-9F35-EF10DDB952AD}"/>
              </a:ext>
            </a:extLst>
          </p:cNvPr>
          <p:cNvSpPr txBox="1"/>
          <p:nvPr/>
        </p:nvSpPr>
        <p:spPr>
          <a:xfrm>
            <a:off x="676571" y="341950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53" name="Picture 2" descr="대박">
            <a:extLst>
              <a:ext uri="{FF2B5EF4-FFF2-40B4-BE49-F238E27FC236}">
                <a16:creationId xmlns:a16="http://schemas.microsoft.com/office/drawing/2014/main" id="{035A0DCE-7200-1598-7FD3-7A84BA554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337521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FF21B22-5BBA-65E8-3802-1F8F2148EE9A}"/>
              </a:ext>
            </a:extLst>
          </p:cNvPr>
          <p:cNvSpPr/>
          <p:nvPr/>
        </p:nvSpPr>
        <p:spPr>
          <a:xfrm>
            <a:off x="335627" y="371622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76E9D0F-2CFC-5730-4D2F-124727BA6E0C}"/>
              </a:ext>
            </a:extLst>
          </p:cNvPr>
          <p:cNvSpPr txBox="1"/>
          <p:nvPr/>
        </p:nvSpPr>
        <p:spPr>
          <a:xfrm>
            <a:off x="676571" y="368971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1281C509-3472-3FFD-B7AD-FAFECA9B78B7}"/>
              </a:ext>
            </a:extLst>
          </p:cNvPr>
          <p:cNvSpPr/>
          <p:nvPr/>
        </p:nvSpPr>
        <p:spPr>
          <a:xfrm>
            <a:off x="335627" y="454679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DD33143-1978-07E8-8078-5FD8236197BC}"/>
              </a:ext>
            </a:extLst>
          </p:cNvPr>
          <p:cNvSpPr txBox="1"/>
          <p:nvPr/>
        </p:nvSpPr>
        <p:spPr>
          <a:xfrm>
            <a:off x="676571" y="452029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분탕러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클린봇이 가린 메시지 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욕설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비속어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i="1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0EEB7554-8F89-FEAF-D543-4BA083881396}"/>
              </a:ext>
            </a:extLst>
          </p:cNvPr>
          <p:cNvSpPr/>
          <p:nvPr/>
        </p:nvSpPr>
        <p:spPr>
          <a:xfrm>
            <a:off x="334515" y="5050158"/>
            <a:ext cx="3489783" cy="617595"/>
          </a:xfrm>
          <a:prstGeom prst="roundRect">
            <a:avLst/>
          </a:prstGeom>
          <a:solidFill>
            <a:srgbClr val="CC7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3A5092CC-9F55-D2D0-7E91-A56D1123AB64}"/>
              </a:ext>
            </a:extLst>
          </p:cNvPr>
          <p:cNvSpPr/>
          <p:nvPr/>
        </p:nvSpPr>
        <p:spPr>
          <a:xfrm>
            <a:off x="390727" y="5133801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2A6C5D3-B7AC-7CA1-3FF8-139AA2C34A34}"/>
              </a:ext>
            </a:extLst>
          </p:cNvPr>
          <p:cNvSpPr txBox="1"/>
          <p:nvPr/>
        </p:nvSpPr>
        <p:spPr>
          <a:xfrm>
            <a:off x="731671" y="510729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4A78E7-D8C1-F00D-B6E2-3AE8D34F4110}"/>
              </a:ext>
            </a:extLst>
          </p:cNvPr>
          <p:cNvSpPr txBox="1"/>
          <p:nvPr/>
        </p:nvSpPr>
        <p:spPr>
          <a:xfrm>
            <a:off x="402581" y="53731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E80B689-A438-AA03-7409-F4881FDAB1A7}"/>
              </a:ext>
            </a:extLst>
          </p:cNvPr>
          <p:cNvSpPr txBox="1"/>
          <p:nvPr/>
        </p:nvSpPr>
        <p:spPr>
          <a:xfrm>
            <a:off x="2891644" y="5242483"/>
            <a:ext cx="9549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100,000 </a:t>
            </a:r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5EA3890D-2C87-3C6E-530B-AFA5960FA897}"/>
              </a:ext>
            </a:extLst>
          </p:cNvPr>
          <p:cNvSpPr/>
          <p:nvPr/>
        </p:nvSpPr>
        <p:spPr>
          <a:xfrm>
            <a:off x="334515" y="5711960"/>
            <a:ext cx="3489782" cy="35227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F60896B3-57C6-D7C2-37A4-9C92CCC0F1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8119" y="5784776"/>
            <a:ext cx="198137" cy="19813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E0D259DA-9C05-7EAE-C541-172976DB2DBB}"/>
              </a:ext>
            </a:extLst>
          </p:cNvPr>
          <p:cNvSpPr txBox="1"/>
          <p:nvPr/>
        </p:nvSpPr>
        <p:spPr>
          <a:xfrm>
            <a:off x="441006" y="57687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0AEB7E19-3A7D-867A-A636-58B0302C1C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088" y="6187832"/>
            <a:ext cx="289585" cy="266723"/>
          </a:xfrm>
          <a:prstGeom prst="rect">
            <a:avLst/>
          </a:prstGeom>
        </p:spPr>
      </p:pic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3720363E-6A81-6280-0BA6-964CA4950DAA}"/>
              </a:ext>
            </a:extLst>
          </p:cNvPr>
          <p:cNvSpPr/>
          <p:nvPr/>
        </p:nvSpPr>
        <p:spPr>
          <a:xfrm>
            <a:off x="658987" y="6161176"/>
            <a:ext cx="2668796" cy="30075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</a:rPr>
              <a:t>채팅 입력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BFB1BF07-96BE-9901-4F27-75BFB628EE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5367" y="6178181"/>
            <a:ext cx="487722" cy="266723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09688554-D66D-9D51-0BEA-019DEE6525D4}"/>
              </a:ext>
            </a:extLst>
          </p:cNvPr>
          <p:cNvSpPr txBox="1"/>
          <p:nvPr/>
        </p:nvSpPr>
        <p:spPr>
          <a:xfrm>
            <a:off x="676571" y="313927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08D42209-C637-7E3A-8169-8D678E57F1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804" y="3931268"/>
            <a:ext cx="2789162" cy="236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621D45E-238C-E26F-79CD-436B9FF61B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2629" y="4525324"/>
            <a:ext cx="220999" cy="198137"/>
          </a:xfrm>
          <a:prstGeom prst="rect">
            <a:avLst/>
          </a:prstGeom>
        </p:spPr>
      </p:pic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C23904DA-B9B1-AA09-F242-27D35FC7752A}"/>
              </a:ext>
            </a:extLst>
          </p:cNvPr>
          <p:cNvSpPr/>
          <p:nvPr/>
        </p:nvSpPr>
        <p:spPr>
          <a:xfrm>
            <a:off x="335627" y="4809321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447ACAE-C1E1-5289-0C57-6DA5C2A11E9A}"/>
              </a:ext>
            </a:extLst>
          </p:cNvPr>
          <p:cNvSpPr txBox="1"/>
          <p:nvPr/>
        </p:nvSpPr>
        <p:spPr>
          <a:xfrm>
            <a:off x="676571" y="478281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분탕러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클린봇이 가린 메시지 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광고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연락처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i="1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18" name="그림 117">
            <a:extLst>
              <a:ext uri="{FF2B5EF4-FFF2-40B4-BE49-F238E27FC236}">
                <a16:creationId xmlns:a16="http://schemas.microsoft.com/office/drawing/2014/main" id="{2E7B41DB-DF80-8059-8246-8FD7392564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2629" y="4787850"/>
            <a:ext cx="220999" cy="198137"/>
          </a:xfrm>
          <a:prstGeom prst="rect">
            <a:avLst/>
          </a:prstGeom>
        </p:spPr>
      </p:pic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D57157A8-3499-1669-5F0D-D0D05C9BFD6A}"/>
              </a:ext>
            </a:extLst>
          </p:cNvPr>
          <p:cNvSpPr/>
          <p:nvPr/>
        </p:nvSpPr>
        <p:spPr>
          <a:xfrm>
            <a:off x="335627" y="4266449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DF5ABDF-45E5-768D-4BF4-E43176096E68}"/>
              </a:ext>
            </a:extLst>
          </p:cNvPr>
          <p:cNvSpPr txBox="1"/>
          <p:nvPr/>
        </p:nvSpPr>
        <p:spPr>
          <a:xfrm>
            <a:off x="676571" y="423994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분탕러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클린봇이 가린 메시지 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도배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i="1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1" name="그림 120">
            <a:extLst>
              <a:ext uri="{FF2B5EF4-FFF2-40B4-BE49-F238E27FC236}">
                <a16:creationId xmlns:a16="http://schemas.microsoft.com/office/drawing/2014/main" id="{D6B7FF10-258A-723F-0934-D7FC55A255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2629" y="4244978"/>
            <a:ext cx="220999" cy="198137"/>
          </a:xfrm>
          <a:prstGeom prst="rect">
            <a:avLst/>
          </a:prstGeom>
        </p:spPr>
      </p:pic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E73F6565-4C0F-C01A-4537-BA1251C3A7CA}"/>
              </a:ext>
            </a:extLst>
          </p:cNvPr>
          <p:cNvSpPr/>
          <p:nvPr/>
        </p:nvSpPr>
        <p:spPr>
          <a:xfrm>
            <a:off x="2214675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트위치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3" name="그림 122">
            <a:extLst>
              <a:ext uri="{FF2B5EF4-FFF2-40B4-BE49-F238E27FC236}">
                <a16:creationId xmlns:a16="http://schemas.microsoft.com/office/drawing/2014/main" id="{0C4A3069-10A0-B9CD-BD6D-099D93678E18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709917" y="812552"/>
            <a:ext cx="148624" cy="148624"/>
          </a:xfrm>
          <a:prstGeom prst="rect">
            <a:avLst/>
          </a:prstGeom>
        </p:spPr>
      </p:pic>
      <p:pic>
        <p:nvPicPr>
          <p:cNvPr id="124" name="그림 123">
            <a:extLst>
              <a:ext uri="{FF2B5EF4-FFF2-40B4-BE49-F238E27FC236}">
                <a16:creationId xmlns:a16="http://schemas.microsoft.com/office/drawing/2014/main" id="{44D78506-5168-3A55-B226-FC0DB4BEFBC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94392" y="796618"/>
            <a:ext cx="189024" cy="189024"/>
          </a:xfrm>
          <a:prstGeom prst="rect">
            <a:avLst/>
          </a:prstGeom>
        </p:spPr>
      </p:pic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1C700461-CE46-D654-E7A9-5FCAFBCF6C07}"/>
              </a:ext>
            </a:extLst>
          </p:cNvPr>
          <p:cNvSpPr/>
          <p:nvPr/>
        </p:nvSpPr>
        <p:spPr>
          <a:xfrm>
            <a:off x="1278021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유튜브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196DBDCE-F04D-AC74-BB41-87373EB97F83}"/>
              </a:ext>
            </a:extLst>
          </p:cNvPr>
          <p:cNvSpPr/>
          <p:nvPr/>
        </p:nvSpPr>
        <p:spPr>
          <a:xfrm>
            <a:off x="323780" y="760850"/>
            <a:ext cx="867372" cy="252028"/>
          </a:xfrm>
          <a:prstGeom prst="roundRect">
            <a:avLst>
              <a:gd name="adj" fmla="val 50000"/>
            </a:avLst>
          </a:prstGeom>
          <a:solidFill>
            <a:srgbClr val="465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투네이션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9B5C401-D527-846D-851D-22DF04D26C61}"/>
              </a:ext>
            </a:extLst>
          </p:cNvPr>
          <p:cNvSpPr/>
          <p:nvPr/>
        </p:nvSpPr>
        <p:spPr>
          <a:xfrm>
            <a:off x="4291978" y="958822"/>
            <a:ext cx="3617984" cy="331024"/>
          </a:xfrm>
          <a:prstGeom prst="rect">
            <a:avLst/>
          </a:prstGeom>
          <a:solidFill>
            <a:srgbClr val="EEF0FD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6EC96BA-E47E-05EF-2C59-EA276F2625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77179" y="1016278"/>
            <a:ext cx="899238" cy="22862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88652F19-9B26-354B-3BDF-CF50D14F916F}"/>
              </a:ext>
            </a:extLst>
          </p:cNvPr>
          <p:cNvSpPr/>
          <p:nvPr/>
        </p:nvSpPr>
        <p:spPr>
          <a:xfrm>
            <a:off x="4291978" y="1660997"/>
            <a:ext cx="3617984" cy="331024"/>
          </a:xfrm>
          <a:prstGeom prst="rect">
            <a:avLst/>
          </a:prstGeom>
          <a:solidFill>
            <a:srgbClr val="EEF0FD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61FD4CC-4F05-BF55-D0CD-F658745C571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29952" y="1672539"/>
            <a:ext cx="2865368" cy="304826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497F21BB-63A7-98A7-B3B3-F2B76666781E}"/>
              </a:ext>
            </a:extLst>
          </p:cNvPr>
          <p:cNvSpPr/>
          <p:nvPr/>
        </p:nvSpPr>
        <p:spPr>
          <a:xfrm>
            <a:off x="4291978" y="2364622"/>
            <a:ext cx="3617984" cy="331024"/>
          </a:xfrm>
          <a:prstGeom prst="rect">
            <a:avLst/>
          </a:prstGeom>
          <a:solidFill>
            <a:srgbClr val="EEF0FD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DF9DDA3-3C63-C39C-2A82-B90F9716CF7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54478" y="2379676"/>
            <a:ext cx="2880610" cy="31244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24CB203-1087-B667-D135-403E5639F749}"/>
              </a:ext>
            </a:extLst>
          </p:cNvPr>
          <p:cNvSpPr txBox="1"/>
          <p:nvPr/>
        </p:nvSpPr>
        <p:spPr>
          <a:xfrm>
            <a:off x="4239036" y="680649"/>
            <a:ext cx="24330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공지 등록 버튼 </a:t>
            </a:r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없을 시</a:t>
            </a:r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F14745-AE98-4724-9965-BDA5A7E543A0}"/>
              </a:ext>
            </a:extLst>
          </p:cNvPr>
          <p:cNvSpPr txBox="1"/>
          <p:nvPr/>
        </p:nvSpPr>
        <p:spPr>
          <a:xfrm>
            <a:off x="4239036" y="1398201"/>
            <a:ext cx="24330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공지 등록 폼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C512F9-ED05-3EA6-340F-CDDEEDA93860}"/>
              </a:ext>
            </a:extLst>
          </p:cNvPr>
          <p:cNvSpPr txBox="1"/>
          <p:nvPr/>
        </p:nvSpPr>
        <p:spPr>
          <a:xfrm>
            <a:off x="4239036" y="2119134"/>
            <a:ext cx="24330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공지 수정 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3532834-5D85-51A0-251E-58A7BC9CAC6F}"/>
              </a:ext>
            </a:extLst>
          </p:cNvPr>
          <p:cNvSpPr/>
          <p:nvPr/>
        </p:nvSpPr>
        <p:spPr>
          <a:xfrm>
            <a:off x="3398073" y="1104710"/>
            <a:ext cx="300020" cy="377704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BF947B82-A731-1216-AC55-49739770FCC2}"/>
              </a:ext>
            </a:extLst>
          </p:cNvPr>
          <p:cNvCxnSpPr>
            <a:cxnSpLocks/>
            <a:stCxn id="29" idx="2"/>
            <a:endCxn id="19" idx="1"/>
          </p:cNvCxnSpPr>
          <p:nvPr/>
        </p:nvCxnSpPr>
        <p:spPr>
          <a:xfrm rot="16200000" flipH="1">
            <a:off x="3424537" y="1605959"/>
            <a:ext cx="1053486" cy="806395"/>
          </a:xfrm>
          <a:prstGeom prst="bentConnector2">
            <a:avLst/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7" name="표 76">
            <a:extLst>
              <a:ext uri="{FF2B5EF4-FFF2-40B4-BE49-F238E27FC236}">
                <a16:creationId xmlns:a16="http://schemas.microsoft.com/office/drawing/2014/main" id="{4660F867-8907-40DD-D9F4-0B16572683EA}"/>
              </a:ext>
            </a:extLst>
          </p:cNvPr>
          <p:cNvGraphicFramePr>
            <a:graphicFrameLocks noGrp="1"/>
          </p:cNvGraphicFramePr>
          <p:nvPr/>
        </p:nvGraphicFramePr>
        <p:xfrm>
          <a:off x="4280110" y="3081242"/>
          <a:ext cx="5249261" cy="958162"/>
        </p:xfrm>
        <a:graphic>
          <a:graphicData uri="http://schemas.openxmlformats.org/drawingml/2006/table">
            <a:tbl>
              <a:tblPr/>
              <a:tblGrid>
                <a:gridCol w="1174540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4074721">
                  <a:extLst>
                    <a:ext uri="{9D8B030D-6E8A-4147-A177-3AD203B41FA5}">
                      <a16:colId xmlns:a16="http://schemas.microsoft.com/office/drawing/2014/main" val="338176086"/>
                    </a:ext>
                  </a:extLst>
                </a:gridCol>
              </a:tblGrid>
              <a:tr h="34674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</a:rPr>
                        <a:t>공지 표시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📢 아이콘과 함께 공지 문구가 상단에 고정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크리에이터 로그인 시 ✏️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수정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 또는 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등록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을 눌러 입력창에 문구 작성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공지는 모든 채널에 공통적용 이며 활성 공지는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개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새 공지는 기존 공지를 대체한다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.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최대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120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자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도네이터 접근 시 편집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·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삭제 버튼이 보이지 않고 열람만 가능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6892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4F8C9-95DB-C546-98B0-A3685B70B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4">
            <a:extLst>
              <a:ext uri="{FF2B5EF4-FFF2-40B4-BE49-F238E27FC236}">
                <a16:creationId xmlns:a16="http://schemas.microsoft.com/office/drawing/2014/main" id="{3A7BFE9A-C4A8-37D8-64A3-0BA379A38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채팅 뷰어 영역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347AD8-AF38-11C8-73ED-3A714B8D5453}"/>
              </a:ext>
            </a:extLst>
          </p:cNvPr>
          <p:cNvSpPr txBox="1"/>
          <p:nvPr/>
        </p:nvSpPr>
        <p:spPr>
          <a:xfrm>
            <a:off x="161762" y="403650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채팅 뷰어 영역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9F007AD-B984-945F-1D88-A8702A72A67A}"/>
              </a:ext>
            </a:extLst>
          </p:cNvPr>
          <p:cNvSpPr/>
          <p:nvPr/>
        </p:nvSpPr>
        <p:spPr>
          <a:xfrm>
            <a:off x="272980" y="709823"/>
            <a:ext cx="3626776" cy="579664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05927E5-0F8F-0AEB-A49F-83FF3E397874}"/>
              </a:ext>
            </a:extLst>
          </p:cNvPr>
          <p:cNvSpPr/>
          <p:nvPr/>
        </p:nvSpPr>
        <p:spPr>
          <a:xfrm>
            <a:off x="335627" y="1159380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449622-D88E-6CF8-4F8F-5B64AFB8F932}"/>
              </a:ext>
            </a:extLst>
          </p:cNvPr>
          <p:cNvSpPr txBox="1"/>
          <p:nvPr/>
        </p:nvSpPr>
        <p:spPr>
          <a:xfrm>
            <a:off x="676571" y="1132876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C15C3AA7-6803-AF11-B464-A0DBB94A00AB}"/>
              </a:ext>
            </a:extLst>
          </p:cNvPr>
          <p:cNvSpPr/>
          <p:nvPr/>
        </p:nvSpPr>
        <p:spPr>
          <a:xfrm>
            <a:off x="335627" y="1440883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18B3CB-D4CC-F675-3459-5EBF95C9B318}"/>
              </a:ext>
            </a:extLst>
          </p:cNvPr>
          <p:cNvSpPr txBox="1"/>
          <p:nvPr/>
        </p:nvSpPr>
        <p:spPr>
          <a:xfrm>
            <a:off x="676571" y="1414379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3074" name="Picture 2" descr="대박">
            <a:extLst>
              <a:ext uri="{FF2B5EF4-FFF2-40B4-BE49-F238E27FC236}">
                <a16:creationId xmlns:a16="http://schemas.microsoft.com/office/drawing/2014/main" id="{2ABFC662-B124-76E5-4204-26CDE95D7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1370094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257762F5-A8CB-0D1B-FFC6-244395002DC9}"/>
              </a:ext>
            </a:extLst>
          </p:cNvPr>
          <p:cNvSpPr/>
          <p:nvPr/>
        </p:nvSpPr>
        <p:spPr>
          <a:xfrm>
            <a:off x="335627" y="1722386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6CC70A-BCF1-D3BA-62A5-E472DF06FEBC}"/>
              </a:ext>
            </a:extLst>
          </p:cNvPr>
          <p:cNvSpPr txBox="1"/>
          <p:nvPr/>
        </p:nvSpPr>
        <p:spPr>
          <a:xfrm>
            <a:off x="676571" y="1695882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오늘도 화이팅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86642E0-18AE-4885-72AE-CE21106CE4AA}"/>
              </a:ext>
            </a:extLst>
          </p:cNvPr>
          <p:cNvSpPr/>
          <p:nvPr/>
        </p:nvSpPr>
        <p:spPr>
          <a:xfrm>
            <a:off x="334515" y="1990899"/>
            <a:ext cx="3489783" cy="61759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4F8A691-0424-48EA-8B2C-AFB5681EC8D7}"/>
              </a:ext>
            </a:extLst>
          </p:cNvPr>
          <p:cNvSpPr/>
          <p:nvPr/>
        </p:nvSpPr>
        <p:spPr>
          <a:xfrm>
            <a:off x="390727" y="2074542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17F481-AA33-E76D-5282-39FB18B27652}"/>
              </a:ext>
            </a:extLst>
          </p:cNvPr>
          <p:cNvSpPr txBox="1"/>
          <p:nvPr/>
        </p:nvSpPr>
        <p:spPr>
          <a:xfrm>
            <a:off x="731671" y="2048038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5ED343-B36A-7285-9E0B-78FB476FF08E}"/>
              </a:ext>
            </a:extLst>
          </p:cNvPr>
          <p:cNvSpPr txBox="1"/>
          <p:nvPr/>
        </p:nvSpPr>
        <p:spPr>
          <a:xfrm>
            <a:off x="402581" y="2313918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86DF46-6BC6-C3C2-01A6-F6AB81450C4C}"/>
              </a:ext>
            </a:extLst>
          </p:cNvPr>
          <p:cNvSpPr txBox="1"/>
          <p:nvPr/>
        </p:nvSpPr>
        <p:spPr>
          <a:xfrm>
            <a:off x="3058036" y="2183224"/>
            <a:ext cx="7885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1,000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D185AC2A-A9DD-B479-2AA8-8634F6FECDF7}"/>
              </a:ext>
            </a:extLst>
          </p:cNvPr>
          <p:cNvSpPr/>
          <p:nvPr/>
        </p:nvSpPr>
        <p:spPr>
          <a:xfrm>
            <a:off x="335627" y="2698509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E5BAC813-66C5-86B9-9DF2-4DCEBD69674E}"/>
              </a:ext>
            </a:extLst>
          </p:cNvPr>
          <p:cNvSpPr/>
          <p:nvPr/>
        </p:nvSpPr>
        <p:spPr>
          <a:xfrm>
            <a:off x="335627" y="2980012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6CC9CA1-3D5C-55EC-6629-61644B71FD8D}"/>
              </a:ext>
            </a:extLst>
          </p:cNvPr>
          <p:cNvSpPr txBox="1"/>
          <p:nvPr/>
        </p:nvSpPr>
        <p:spPr>
          <a:xfrm>
            <a:off x="676571" y="2953508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53" name="Picture 2" descr="대박">
            <a:extLst>
              <a:ext uri="{FF2B5EF4-FFF2-40B4-BE49-F238E27FC236}">
                <a16:creationId xmlns:a16="http://schemas.microsoft.com/office/drawing/2014/main" id="{7389BC69-7900-D717-5DFB-DEE507C0F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2909223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16C4E90-99BC-ACBF-0C94-25E36861CB6C}"/>
              </a:ext>
            </a:extLst>
          </p:cNvPr>
          <p:cNvSpPr/>
          <p:nvPr/>
        </p:nvSpPr>
        <p:spPr>
          <a:xfrm>
            <a:off x="335627" y="3250228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DBA85CA-769D-9646-D317-9124A47789AF}"/>
              </a:ext>
            </a:extLst>
          </p:cNvPr>
          <p:cNvSpPr txBox="1"/>
          <p:nvPr/>
        </p:nvSpPr>
        <p:spPr>
          <a:xfrm>
            <a:off x="676571" y="3223724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9035942E-A8E0-9D90-A3B8-C2C312D951D9}"/>
              </a:ext>
            </a:extLst>
          </p:cNvPr>
          <p:cNvSpPr/>
          <p:nvPr/>
        </p:nvSpPr>
        <p:spPr>
          <a:xfrm>
            <a:off x="335627" y="454679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94B3597-55F7-F0BC-A070-5416137DF7FB}"/>
              </a:ext>
            </a:extLst>
          </p:cNvPr>
          <p:cNvSpPr txBox="1"/>
          <p:nvPr/>
        </p:nvSpPr>
        <p:spPr>
          <a:xfrm>
            <a:off x="676571" y="452029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분탕러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클린봇이 가린 메시지 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욕설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비속어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i="1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CE039396-B90B-9159-9F14-90188E7842D0}"/>
              </a:ext>
            </a:extLst>
          </p:cNvPr>
          <p:cNvSpPr/>
          <p:nvPr/>
        </p:nvSpPr>
        <p:spPr>
          <a:xfrm>
            <a:off x="334515" y="5050158"/>
            <a:ext cx="3489783" cy="617595"/>
          </a:xfrm>
          <a:prstGeom prst="roundRect">
            <a:avLst/>
          </a:prstGeom>
          <a:solidFill>
            <a:srgbClr val="CC7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429A24DF-3B93-A285-A688-09015B31CD8C}"/>
              </a:ext>
            </a:extLst>
          </p:cNvPr>
          <p:cNvSpPr/>
          <p:nvPr/>
        </p:nvSpPr>
        <p:spPr>
          <a:xfrm>
            <a:off x="390727" y="5133801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CBD9888-A3E4-DA0F-712E-B6D2AE387F43}"/>
              </a:ext>
            </a:extLst>
          </p:cNvPr>
          <p:cNvSpPr txBox="1"/>
          <p:nvPr/>
        </p:nvSpPr>
        <p:spPr>
          <a:xfrm>
            <a:off x="731671" y="510729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F23BF05-0BD7-73D2-2F7B-4A3B5A75B262}"/>
              </a:ext>
            </a:extLst>
          </p:cNvPr>
          <p:cNvSpPr txBox="1"/>
          <p:nvPr/>
        </p:nvSpPr>
        <p:spPr>
          <a:xfrm>
            <a:off x="402581" y="53731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92F081B-EF1B-61DE-92C3-B581D6DC3D2A}"/>
              </a:ext>
            </a:extLst>
          </p:cNvPr>
          <p:cNvSpPr txBox="1"/>
          <p:nvPr/>
        </p:nvSpPr>
        <p:spPr>
          <a:xfrm>
            <a:off x="2891644" y="5242483"/>
            <a:ext cx="9549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100,000 </a:t>
            </a:r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B44E57FB-0C80-DC2D-FA77-D323308A0F9B}"/>
              </a:ext>
            </a:extLst>
          </p:cNvPr>
          <p:cNvSpPr/>
          <p:nvPr/>
        </p:nvSpPr>
        <p:spPr>
          <a:xfrm>
            <a:off x="334515" y="5711960"/>
            <a:ext cx="3489782" cy="35227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9C737F9F-13D2-8876-2CE3-831F3A656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119" y="5784776"/>
            <a:ext cx="198137" cy="19813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2E68B140-C668-ECC9-43DD-9D759B796AE3}"/>
              </a:ext>
            </a:extLst>
          </p:cNvPr>
          <p:cNvSpPr txBox="1"/>
          <p:nvPr/>
        </p:nvSpPr>
        <p:spPr>
          <a:xfrm>
            <a:off x="441006" y="57687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2FE89E94-47C3-20CC-A5E0-3A0695FB1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088" y="6187832"/>
            <a:ext cx="289585" cy="266723"/>
          </a:xfrm>
          <a:prstGeom prst="rect">
            <a:avLst/>
          </a:prstGeom>
        </p:spPr>
      </p:pic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1595B02C-1E88-00D2-DCB5-948383EC365D}"/>
              </a:ext>
            </a:extLst>
          </p:cNvPr>
          <p:cNvSpPr/>
          <p:nvPr/>
        </p:nvSpPr>
        <p:spPr>
          <a:xfrm>
            <a:off x="658987" y="6161176"/>
            <a:ext cx="2668796" cy="30075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</a:rPr>
              <a:t>채팅 입력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AA5C59CE-075B-3033-844F-E19A3FD2AE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5367" y="6178181"/>
            <a:ext cx="487722" cy="266723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3F68FF64-7110-1F95-3002-78E8940B9405}"/>
              </a:ext>
            </a:extLst>
          </p:cNvPr>
          <p:cNvSpPr txBox="1"/>
          <p:nvPr/>
        </p:nvSpPr>
        <p:spPr>
          <a:xfrm>
            <a:off x="676571" y="2673278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A59748E5-72B3-B874-C2D7-E8F9F412EA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804" y="3465275"/>
            <a:ext cx="2789162" cy="236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7EE586F-51DA-F2D6-266B-A0145D20FD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2629" y="4525324"/>
            <a:ext cx="220999" cy="198137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4B635EF8-D58C-6B9E-C19D-74B54BE7A0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772" y="1533693"/>
            <a:ext cx="3618000" cy="2154437"/>
          </a:xfrm>
          <a:prstGeom prst="rect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8" name="직사각형 67">
            <a:extLst>
              <a:ext uri="{FF2B5EF4-FFF2-40B4-BE49-F238E27FC236}">
                <a16:creationId xmlns:a16="http://schemas.microsoft.com/office/drawing/2014/main" id="{2908BB55-AEB1-3F57-F9F3-1D3E26217E58}"/>
              </a:ext>
            </a:extLst>
          </p:cNvPr>
          <p:cNvSpPr/>
          <p:nvPr/>
        </p:nvSpPr>
        <p:spPr>
          <a:xfrm>
            <a:off x="279195" y="1065245"/>
            <a:ext cx="3617984" cy="432048"/>
          </a:xfrm>
          <a:prstGeom prst="rect">
            <a:avLst/>
          </a:prstGeom>
          <a:solidFill>
            <a:srgbClr val="EEF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C74C17C-057B-7C61-1950-D8010228CAB0}"/>
              </a:ext>
            </a:extLst>
          </p:cNvPr>
          <p:cNvSpPr txBox="1"/>
          <p:nvPr/>
        </p:nvSpPr>
        <p:spPr>
          <a:xfrm>
            <a:off x="504449" y="1183336"/>
            <a:ext cx="129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점심 뭐 먹을까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6" name="그림 85">
            <a:extLst>
              <a:ext uri="{FF2B5EF4-FFF2-40B4-BE49-F238E27FC236}">
                <a16:creationId xmlns:a16="http://schemas.microsoft.com/office/drawing/2014/main" id="{0DE127B1-01A5-06EE-0287-34603B3417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0103" y="1199531"/>
            <a:ext cx="181059" cy="181059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2C5F1E51-2A75-15CC-8BDE-3E3FC3052987}"/>
              </a:ext>
            </a:extLst>
          </p:cNvPr>
          <p:cNvSpPr txBox="1"/>
          <p:nvPr/>
        </p:nvSpPr>
        <p:spPr>
          <a:xfrm>
            <a:off x="3166281" y="1191130"/>
            <a:ext cx="7200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800" b="1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결과 보기</a:t>
            </a:r>
            <a:r>
              <a:rPr lang="ko-KR" altLang="en-US" sz="600" dirty="0"/>
              <a:t>▼</a:t>
            </a:r>
          </a:p>
        </p:txBody>
      </p: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65E554E1-B5DA-403F-AAEF-A3B506318BBA}"/>
              </a:ext>
            </a:extLst>
          </p:cNvPr>
          <p:cNvSpPr/>
          <p:nvPr/>
        </p:nvSpPr>
        <p:spPr>
          <a:xfrm>
            <a:off x="335627" y="4809321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D102746-2B44-F4A4-5139-243D7B0676DA}"/>
              </a:ext>
            </a:extLst>
          </p:cNvPr>
          <p:cNvSpPr txBox="1"/>
          <p:nvPr/>
        </p:nvSpPr>
        <p:spPr>
          <a:xfrm>
            <a:off x="676571" y="478281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분탕러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클린봇이 가린 메시지 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광고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연락처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i="1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18" name="그림 117">
            <a:extLst>
              <a:ext uri="{FF2B5EF4-FFF2-40B4-BE49-F238E27FC236}">
                <a16:creationId xmlns:a16="http://schemas.microsoft.com/office/drawing/2014/main" id="{A160B546-3A18-22F2-A883-8A6D1641E7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2629" y="4787850"/>
            <a:ext cx="220999" cy="198137"/>
          </a:xfrm>
          <a:prstGeom prst="rect">
            <a:avLst/>
          </a:prstGeom>
        </p:spPr>
      </p:pic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F94758AD-888B-9AF3-9392-0826ED7B9976}"/>
              </a:ext>
            </a:extLst>
          </p:cNvPr>
          <p:cNvSpPr/>
          <p:nvPr/>
        </p:nvSpPr>
        <p:spPr>
          <a:xfrm>
            <a:off x="335627" y="4266449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2969785-F0DA-AD05-B0E2-6408E8DC1D35}"/>
              </a:ext>
            </a:extLst>
          </p:cNvPr>
          <p:cNvSpPr txBox="1"/>
          <p:nvPr/>
        </p:nvSpPr>
        <p:spPr>
          <a:xfrm>
            <a:off x="676571" y="423994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분탕러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클린봇이 가린 메시지 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도배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i="1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1" name="그림 120">
            <a:extLst>
              <a:ext uri="{FF2B5EF4-FFF2-40B4-BE49-F238E27FC236}">
                <a16:creationId xmlns:a16="http://schemas.microsoft.com/office/drawing/2014/main" id="{C84AB773-B3AB-9C62-4978-3FA82F370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2629" y="4244978"/>
            <a:ext cx="220999" cy="198137"/>
          </a:xfrm>
          <a:prstGeom prst="rect">
            <a:avLst/>
          </a:prstGeom>
        </p:spPr>
      </p:pic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70C52144-D602-B39F-BA49-94132BD0832D}"/>
              </a:ext>
            </a:extLst>
          </p:cNvPr>
          <p:cNvSpPr/>
          <p:nvPr/>
        </p:nvSpPr>
        <p:spPr>
          <a:xfrm>
            <a:off x="2214675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트위치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3" name="그림 122">
            <a:extLst>
              <a:ext uri="{FF2B5EF4-FFF2-40B4-BE49-F238E27FC236}">
                <a16:creationId xmlns:a16="http://schemas.microsoft.com/office/drawing/2014/main" id="{9266AD16-7972-1F81-8DCF-37069EBC2AB0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709917" y="812552"/>
            <a:ext cx="148624" cy="148624"/>
          </a:xfrm>
          <a:prstGeom prst="rect">
            <a:avLst/>
          </a:prstGeom>
        </p:spPr>
      </p:pic>
      <p:pic>
        <p:nvPicPr>
          <p:cNvPr id="124" name="그림 123">
            <a:extLst>
              <a:ext uri="{FF2B5EF4-FFF2-40B4-BE49-F238E27FC236}">
                <a16:creationId xmlns:a16="http://schemas.microsoft.com/office/drawing/2014/main" id="{FD48D23A-9C5C-D59C-AFCD-D98C514A7D7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94392" y="796618"/>
            <a:ext cx="189024" cy="189024"/>
          </a:xfrm>
          <a:prstGeom prst="rect">
            <a:avLst/>
          </a:prstGeom>
        </p:spPr>
      </p:pic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79A0B4A4-4CE7-F1ED-0748-8404DBE897CB}"/>
              </a:ext>
            </a:extLst>
          </p:cNvPr>
          <p:cNvSpPr/>
          <p:nvPr/>
        </p:nvSpPr>
        <p:spPr>
          <a:xfrm>
            <a:off x="1278021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유튜브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7FA316CF-9E26-DBAD-6DF2-E2C7697F6F4F}"/>
              </a:ext>
            </a:extLst>
          </p:cNvPr>
          <p:cNvSpPr/>
          <p:nvPr/>
        </p:nvSpPr>
        <p:spPr>
          <a:xfrm>
            <a:off x="323780" y="760850"/>
            <a:ext cx="867372" cy="252028"/>
          </a:xfrm>
          <a:prstGeom prst="roundRect">
            <a:avLst>
              <a:gd name="adj" fmla="val 50000"/>
            </a:avLst>
          </a:prstGeom>
          <a:solidFill>
            <a:srgbClr val="465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투네이션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9038354-367D-61CC-E034-A5C0FF090DD5}"/>
              </a:ext>
            </a:extLst>
          </p:cNvPr>
          <p:cNvGrpSpPr/>
          <p:nvPr/>
        </p:nvGrpSpPr>
        <p:grpSpPr>
          <a:xfrm>
            <a:off x="4262744" y="1629862"/>
            <a:ext cx="3617984" cy="2027162"/>
            <a:chOff x="4295362" y="1952696"/>
            <a:chExt cx="3617984" cy="202716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31DFD5D-D92D-86EE-4188-AAB709D89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95362" y="1952696"/>
              <a:ext cx="3617984" cy="2027162"/>
            </a:xfrm>
            <a:prstGeom prst="rect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208C0C7-BFC4-962F-F3A3-6239783C8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420163" y="3671396"/>
              <a:ext cx="371313" cy="219412"/>
            </a:xfrm>
            <a:prstGeom prst="rect">
              <a:avLst/>
            </a:prstGeom>
          </p:spPr>
        </p:pic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871A711-233E-EA55-09CE-825410277303}"/>
              </a:ext>
            </a:extLst>
          </p:cNvPr>
          <p:cNvSpPr/>
          <p:nvPr/>
        </p:nvSpPr>
        <p:spPr>
          <a:xfrm>
            <a:off x="4343981" y="3339770"/>
            <a:ext cx="3427819" cy="271360"/>
          </a:xfrm>
          <a:prstGeom prst="rect">
            <a:avLst/>
          </a:prstGeom>
          <a:solidFill>
            <a:srgbClr val="F1F2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B144752-DFD6-5116-4506-5338D40F37B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5976" y="3381226"/>
            <a:ext cx="1158340" cy="2514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A61270-7822-8664-070B-94A3F5011099}"/>
              </a:ext>
            </a:extLst>
          </p:cNvPr>
          <p:cNvSpPr txBox="1"/>
          <p:nvPr/>
        </p:nvSpPr>
        <p:spPr>
          <a:xfrm>
            <a:off x="4290684" y="3391470"/>
            <a:ext cx="1624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 결과를 어떻게 할까요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94977A6-5F33-C68A-8F0F-0F2493052B7B}"/>
              </a:ext>
            </a:extLst>
          </p:cNvPr>
          <p:cNvSpPr/>
          <p:nvPr/>
        </p:nvSpPr>
        <p:spPr>
          <a:xfrm>
            <a:off x="353088" y="3322654"/>
            <a:ext cx="3471209" cy="300047"/>
          </a:xfrm>
          <a:prstGeom prst="rect">
            <a:avLst/>
          </a:prstGeom>
          <a:solidFill>
            <a:srgbClr val="F1F2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4C640E3F-DA4C-3E03-E7DB-A016B5C71E2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15058" y="3363983"/>
            <a:ext cx="371313" cy="219412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CB2F677A-F830-6FF3-0534-E30BE9B5237A}"/>
              </a:ext>
            </a:extLst>
          </p:cNvPr>
          <p:cNvSpPr/>
          <p:nvPr/>
        </p:nvSpPr>
        <p:spPr>
          <a:xfrm>
            <a:off x="3427068" y="3307187"/>
            <a:ext cx="337201" cy="306754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9B9175B7-0FE4-4208-CFAA-C7469D907C3A}"/>
              </a:ext>
            </a:extLst>
          </p:cNvPr>
          <p:cNvCxnSpPr>
            <a:cxnSpLocks/>
            <a:stCxn id="96" idx="3"/>
            <a:endCxn id="6" idx="1"/>
          </p:cNvCxnSpPr>
          <p:nvPr/>
        </p:nvCxnSpPr>
        <p:spPr>
          <a:xfrm flipV="1">
            <a:off x="3786371" y="2643443"/>
            <a:ext cx="476373" cy="830246"/>
          </a:xfrm>
          <a:prstGeom prst="bentConnector3">
            <a:avLst>
              <a:gd name="adj1" fmla="val 50000"/>
            </a:avLst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CEE2ADBF-30A5-6E47-F2F9-7E7CF9642BB9}"/>
              </a:ext>
            </a:extLst>
          </p:cNvPr>
          <p:cNvCxnSpPr>
            <a:cxnSpLocks/>
            <a:stCxn id="8" idx="2"/>
            <a:endCxn id="87" idx="3"/>
          </p:cNvCxnSpPr>
          <p:nvPr/>
        </p:nvCxnSpPr>
        <p:spPr>
          <a:xfrm rot="5400000" flipH="1">
            <a:off x="4398826" y="786388"/>
            <a:ext cx="2333856" cy="3358785"/>
          </a:xfrm>
          <a:prstGeom prst="bentConnector4">
            <a:avLst>
              <a:gd name="adj1" fmla="val -9795"/>
              <a:gd name="adj2" fmla="val 92914"/>
            </a:avLst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15D4C9EF-0534-D327-301E-4CF1F398D5B6}"/>
              </a:ext>
            </a:extLst>
          </p:cNvPr>
          <p:cNvGraphicFramePr>
            <a:graphicFrameLocks noGrp="1"/>
          </p:cNvGraphicFramePr>
          <p:nvPr/>
        </p:nvGraphicFramePr>
        <p:xfrm>
          <a:off x="4250645" y="4053979"/>
          <a:ext cx="5016729" cy="1758192"/>
        </p:xfrm>
        <a:graphic>
          <a:graphicData uri="http://schemas.openxmlformats.org/drawingml/2006/table">
            <a:tbl>
              <a:tblPr/>
              <a:tblGrid>
                <a:gridCol w="1122510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3894219">
                  <a:extLst>
                    <a:ext uri="{9D8B030D-6E8A-4147-A177-3AD203B41FA5}">
                      <a16:colId xmlns:a16="http://schemas.microsoft.com/office/drawing/2014/main" val="338176086"/>
                    </a:ext>
                  </a:extLst>
                </a:gridCol>
              </a:tblGrid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편집 창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투표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·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승부예측을 시작하면 먼저 편집 창이 뜬다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. 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질문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최대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40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자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과 항목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(2~6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각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24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자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을 입력하고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, "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항목 추가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"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로 늘리거나 ✕로 줄인다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최소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2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시작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"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시작하기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"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를 누르면 편집한 질문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·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항목 그대로 참여 패널이 상단에 생성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시작을 알리는 시스템 메시지가 나온다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.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35771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참여 </a:t>
                      </a:r>
                      <a:r>
                        <a:rPr lang="en-US" altLang="ko-KR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변경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항목을 클릭해 참여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선택 항목에 ✓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).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다른 항목을 클릭하면 표가 옮겨진다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(1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인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변경 가능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172278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실시간 집계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항목별 진행률 바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·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퍼센트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·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표수가 참여에 따라 실시간으로 갱신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790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58099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98D88-51A0-308A-6151-265D57028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4">
            <a:extLst>
              <a:ext uri="{FF2B5EF4-FFF2-40B4-BE49-F238E27FC236}">
                <a16:creationId xmlns:a16="http://schemas.microsoft.com/office/drawing/2014/main" id="{FF83D13D-CEFE-49E9-FE2E-D9984D44E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채팅 뷰어 영역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3225D8E-170E-E8DD-3A5B-E9795CF7ABEA}"/>
              </a:ext>
            </a:extLst>
          </p:cNvPr>
          <p:cNvSpPr txBox="1"/>
          <p:nvPr/>
        </p:nvSpPr>
        <p:spPr>
          <a:xfrm>
            <a:off x="161762" y="403650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채팅 뷰어 영역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C62011E-4B94-BD8E-5EDC-549CED54FFB6}"/>
              </a:ext>
            </a:extLst>
          </p:cNvPr>
          <p:cNvSpPr/>
          <p:nvPr/>
        </p:nvSpPr>
        <p:spPr>
          <a:xfrm>
            <a:off x="272980" y="709823"/>
            <a:ext cx="3626776" cy="579664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F34013E-2349-2842-E5AC-ADC586418253}"/>
              </a:ext>
            </a:extLst>
          </p:cNvPr>
          <p:cNvSpPr/>
          <p:nvPr/>
        </p:nvSpPr>
        <p:spPr>
          <a:xfrm>
            <a:off x="281772" y="1088740"/>
            <a:ext cx="3617984" cy="432048"/>
          </a:xfrm>
          <a:prstGeom prst="rect">
            <a:avLst/>
          </a:prstGeom>
          <a:solidFill>
            <a:srgbClr val="EEF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C075AEF1-2547-FB83-6F0A-46729ED99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03" y="1208899"/>
            <a:ext cx="182896" cy="18289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D3CB832F-450B-6D16-7526-BA62661DC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535" y="1216520"/>
            <a:ext cx="358171" cy="1752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F904D91-1F26-930A-F264-AF8E433580A7}"/>
              </a:ext>
            </a:extLst>
          </p:cNvPr>
          <p:cNvSpPr txBox="1"/>
          <p:nvPr/>
        </p:nvSpPr>
        <p:spPr>
          <a:xfrm>
            <a:off x="533649" y="119332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채팅 매너 지켜주세요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 참여 부탁드려요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25EF4507-6B53-5D9D-AF0C-D47BC19C0C97}"/>
              </a:ext>
            </a:extLst>
          </p:cNvPr>
          <p:cNvSpPr/>
          <p:nvPr/>
        </p:nvSpPr>
        <p:spPr>
          <a:xfrm>
            <a:off x="335627" y="1625373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CC0085-6A54-E82F-181A-A414E1D72E27}"/>
              </a:ext>
            </a:extLst>
          </p:cNvPr>
          <p:cNvSpPr txBox="1"/>
          <p:nvPr/>
        </p:nvSpPr>
        <p:spPr>
          <a:xfrm>
            <a:off x="676571" y="1598869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0FB30536-19E0-677E-20F0-8D41794298C9}"/>
              </a:ext>
            </a:extLst>
          </p:cNvPr>
          <p:cNvSpPr/>
          <p:nvPr/>
        </p:nvSpPr>
        <p:spPr>
          <a:xfrm>
            <a:off x="335627" y="1906876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577676-4411-4856-F5F3-749CA25CBA16}"/>
              </a:ext>
            </a:extLst>
          </p:cNvPr>
          <p:cNvSpPr txBox="1"/>
          <p:nvPr/>
        </p:nvSpPr>
        <p:spPr>
          <a:xfrm>
            <a:off x="676571" y="1880372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3074" name="Picture 2" descr="대박">
            <a:extLst>
              <a:ext uri="{FF2B5EF4-FFF2-40B4-BE49-F238E27FC236}">
                <a16:creationId xmlns:a16="http://schemas.microsoft.com/office/drawing/2014/main" id="{398E9765-564C-15CC-67E5-BB7BD6B5E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1836087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D1A7AA05-7968-BBEE-D609-9CDEED5F99C4}"/>
              </a:ext>
            </a:extLst>
          </p:cNvPr>
          <p:cNvSpPr/>
          <p:nvPr/>
        </p:nvSpPr>
        <p:spPr>
          <a:xfrm>
            <a:off x="335627" y="2188379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6F30F7-28FD-A49D-6720-92EECD151EAE}"/>
              </a:ext>
            </a:extLst>
          </p:cNvPr>
          <p:cNvSpPr txBox="1"/>
          <p:nvPr/>
        </p:nvSpPr>
        <p:spPr>
          <a:xfrm>
            <a:off x="676571" y="216187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오늘도 화이팅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FA1044-B04D-166B-354D-899F845FBEDB}"/>
              </a:ext>
            </a:extLst>
          </p:cNvPr>
          <p:cNvSpPr/>
          <p:nvPr/>
        </p:nvSpPr>
        <p:spPr>
          <a:xfrm>
            <a:off x="334515" y="2456892"/>
            <a:ext cx="3489783" cy="61759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CE28955-F3FB-C2DC-EF2E-08E9827552B9}"/>
              </a:ext>
            </a:extLst>
          </p:cNvPr>
          <p:cNvSpPr/>
          <p:nvPr/>
        </p:nvSpPr>
        <p:spPr>
          <a:xfrm>
            <a:off x="390727" y="254053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8F9F49-D5DF-1473-0067-9B94FF8A1090}"/>
              </a:ext>
            </a:extLst>
          </p:cNvPr>
          <p:cNvSpPr txBox="1"/>
          <p:nvPr/>
        </p:nvSpPr>
        <p:spPr>
          <a:xfrm>
            <a:off x="731671" y="251403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A7CEEF-3ACF-63B4-F6C5-C6D718F771C7}"/>
              </a:ext>
            </a:extLst>
          </p:cNvPr>
          <p:cNvSpPr txBox="1"/>
          <p:nvPr/>
        </p:nvSpPr>
        <p:spPr>
          <a:xfrm>
            <a:off x="402581" y="277991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2FB078-C301-B93A-D4F5-9999733A5BFA}"/>
              </a:ext>
            </a:extLst>
          </p:cNvPr>
          <p:cNvSpPr txBox="1"/>
          <p:nvPr/>
        </p:nvSpPr>
        <p:spPr>
          <a:xfrm>
            <a:off x="3058036" y="2649217"/>
            <a:ext cx="7885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1,000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61CBE0FE-655E-1989-7D34-5762BBC4D34A}"/>
              </a:ext>
            </a:extLst>
          </p:cNvPr>
          <p:cNvSpPr/>
          <p:nvPr/>
        </p:nvSpPr>
        <p:spPr>
          <a:xfrm>
            <a:off x="335627" y="316450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C948989A-4ABE-6B17-2886-7B7C13415D06}"/>
              </a:ext>
            </a:extLst>
          </p:cNvPr>
          <p:cNvSpPr/>
          <p:nvPr/>
        </p:nvSpPr>
        <p:spPr>
          <a:xfrm>
            <a:off x="335627" y="344600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9973062-055C-20DE-D12A-D04BD29AA444}"/>
              </a:ext>
            </a:extLst>
          </p:cNvPr>
          <p:cNvSpPr txBox="1"/>
          <p:nvPr/>
        </p:nvSpPr>
        <p:spPr>
          <a:xfrm>
            <a:off x="676571" y="341950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53" name="Picture 2" descr="대박">
            <a:extLst>
              <a:ext uri="{FF2B5EF4-FFF2-40B4-BE49-F238E27FC236}">
                <a16:creationId xmlns:a16="http://schemas.microsoft.com/office/drawing/2014/main" id="{BE841294-6122-6368-2B84-484F2FAE5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337521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98CE898D-E519-518B-CC06-D3DC2B084379}"/>
              </a:ext>
            </a:extLst>
          </p:cNvPr>
          <p:cNvSpPr/>
          <p:nvPr/>
        </p:nvSpPr>
        <p:spPr>
          <a:xfrm>
            <a:off x="335627" y="371622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4958F5-2836-FEB4-0C1F-17C0BB0EBA26}"/>
              </a:ext>
            </a:extLst>
          </p:cNvPr>
          <p:cNvSpPr txBox="1"/>
          <p:nvPr/>
        </p:nvSpPr>
        <p:spPr>
          <a:xfrm>
            <a:off x="676571" y="368971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77106BF9-6372-AD09-5D0A-F2A49650EACF}"/>
              </a:ext>
            </a:extLst>
          </p:cNvPr>
          <p:cNvSpPr/>
          <p:nvPr/>
        </p:nvSpPr>
        <p:spPr>
          <a:xfrm>
            <a:off x="335627" y="454679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AB88C14-FAA2-7B0E-1715-0D9D97265BA1}"/>
              </a:ext>
            </a:extLst>
          </p:cNvPr>
          <p:cNvSpPr txBox="1"/>
          <p:nvPr/>
        </p:nvSpPr>
        <p:spPr>
          <a:xfrm>
            <a:off x="676571" y="452029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63" name="Picture 2" descr="대박">
            <a:extLst>
              <a:ext uri="{FF2B5EF4-FFF2-40B4-BE49-F238E27FC236}">
                <a16:creationId xmlns:a16="http://schemas.microsoft.com/office/drawing/2014/main" id="{98EC1A82-42D2-E8A1-6A6C-473F25F13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447600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BFD30564-8392-F8CC-B14F-34F58EF1EE10}"/>
              </a:ext>
            </a:extLst>
          </p:cNvPr>
          <p:cNvSpPr/>
          <p:nvPr/>
        </p:nvSpPr>
        <p:spPr>
          <a:xfrm>
            <a:off x="335627" y="481701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F712BB7-6D00-B552-8D48-FFCE57A42168}"/>
              </a:ext>
            </a:extLst>
          </p:cNvPr>
          <p:cNvSpPr txBox="1"/>
          <p:nvPr/>
        </p:nvSpPr>
        <p:spPr>
          <a:xfrm>
            <a:off x="676571" y="479050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B767CAB7-DFEA-FCFB-1C85-F13874F58392}"/>
              </a:ext>
            </a:extLst>
          </p:cNvPr>
          <p:cNvSpPr/>
          <p:nvPr/>
        </p:nvSpPr>
        <p:spPr>
          <a:xfrm>
            <a:off x="334515" y="5050158"/>
            <a:ext cx="3489783" cy="617595"/>
          </a:xfrm>
          <a:prstGeom prst="roundRect">
            <a:avLst/>
          </a:prstGeom>
          <a:solidFill>
            <a:srgbClr val="CC7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6DF4B823-4139-67AD-3A90-753930A87326}"/>
              </a:ext>
            </a:extLst>
          </p:cNvPr>
          <p:cNvSpPr/>
          <p:nvPr/>
        </p:nvSpPr>
        <p:spPr>
          <a:xfrm>
            <a:off x="390727" y="5133801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A86D1DE-3D9E-2712-EC1B-A19ACA40521B}"/>
              </a:ext>
            </a:extLst>
          </p:cNvPr>
          <p:cNvSpPr txBox="1"/>
          <p:nvPr/>
        </p:nvSpPr>
        <p:spPr>
          <a:xfrm>
            <a:off x="731671" y="510729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BC61D6E-0B5A-90D1-E8E6-5AA62EA8F9D9}"/>
              </a:ext>
            </a:extLst>
          </p:cNvPr>
          <p:cNvSpPr txBox="1"/>
          <p:nvPr/>
        </p:nvSpPr>
        <p:spPr>
          <a:xfrm>
            <a:off x="402581" y="53731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D94869E-7672-4BB9-7923-D3089D74472D}"/>
              </a:ext>
            </a:extLst>
          </p:cNvPr>
          <p:cNvSpPr txBox="1"/>
          <p:nvPr/>
        </p:nvSpPr>
        <p:spPr>
          <a:xfrm>
            <a:off x="2891644" y="5242483"/>
            <a:ext cx="9549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100,000 </a:t>
            </a:r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80678261-F8EB-F730-1350-3BFF6D324B04}"/>
              </a:ext>
            </a:extLst>
          </p:cNvPr>
          <p:cNvSpPr/>
          <p:nvPr/>
        </p:nvSpPr>
        <p:spPr>
          <a:xfrm>
            <a:off x="334515" y="5711960"/>
            <a:ext cx="3489782" cy="35227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99A977EE-A677-3277-AB10-ED7BC3C92E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8119" y="5784776"/>
            <a:ext cx="198137" cy="19813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3C196F20-6F32-71F8-1599-1229D19CEA82}"/>
              </a:ext>
            </a:extLst>
          </p:cNvPr>
          <p:cNvSpPr txBox="1"/>
          <p:nvPr/>
        </p:nvSpPr>
        <p:spPr>
          <a:xfrm>
            <a:off x="441006" y="57687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14E9F4AC-3C2F-DBC2-9EEA-39C47A0633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088" y="6187832"/>
            <a:ext cx="289585" cy="266723"/>
          </a:xfrm>
          <a:prstGeom prst="rect">
            <a:avLst/>
          </a:prstGeom>
        </p:spPr>
      </p:pic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AD47BD23-CAC6-802C-1226-187B3FCA522F}"/>
              </a:ext>
            </a:extLst>
          </p:cNvPr>
          <p:cNvSpPr/>
          <p:nvPr/>
        </p:nvSpPr>
        <p:spPr>
          <a:xfrm>
            <a:off x="658987" y="6161176"/>
            <a:ext cx="2668796" cy="30075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</a:rPr>
              <a:t>채팅 입력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16F4EDD8-DE92-AA8A-90D4-293066E52D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5367" y="6178181"/>
            <a:ext cx="487722" cy="266723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E378DDDC-1D86-99DF-F53F-0CF327B20CD1}"/>
              </a:ext>
            </a:extLst>
          </p:cNvPr>
          <p:cNvSpPr txBox="1"/>
          <p:nvPr/>
        </p:nvSpPr>
        <p:spPr>
          <a:xfrm>
            <a:off x="676571" y="313927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E76246EE-B8C8-2D4C-1EAD-5001B6E716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804" y="3931268"/>
            <a:ext cx="2789162" cy="236240"/>
          </a:xfrm>
          <a:prstGeom prst="rect">
            <a:avLst/>
          </a:prstGeom>
        </p:spPr>
      </p:pic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95A3504D-43C7-1F40-4013-E7CD88104EA0}"/>
              </a:ext>
            </a:extLst>
          </p:cNvPr>
          <p:cNvSpPr/>
          <p:nvPr/>
        </p:nvSpPr>
        <p:spPr>
          <a:xfrm>
            <a:off x="2214675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트위치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528A8DDB-D515-7364-1BA3-8F7A3DD4F540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709917" y="812552"/>
            <a:ext cx="148624" cy="148624"/>
          </a:xfrm>
          <a:prstGeom prst="rect">
            <a:avLst/>
          </a:pr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1998CCE3-836C-539E-E673-19686F38A4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94392" y="796618"/>
            <a:ext cx="189024" cy="189024"/>
          </a:xfrm>
          <a:prstGeom prst="rect">
            <a:avLst/>
          </a:prstGeom>
        </p:spPr>
      </p:pic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FD56EA66-21BB-0A8B-2AC0-F4C7E9BC50CD}"/>
              </a:ext>
            </a:extLst>
          </p:cNvPr>
          <p:cNvSpPr/>
          <p:nvPr/>
        </p:nvSpPr>
        <p:spPr>
          <a:xfrm>
            <a:off x="1278021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유튜브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500DA803-F7BE-96B4-2106-6E7322309220}"/>
              </a:ext>
            </a:extLst>
          </p:cNvPr>
          <p:cNvSpPr/>
          <p:nvPr/>
        </p:nvSpPr>
        <p:spPr>
          <a:xfrm>
            <a:off x="323780" y="760850"/>
            <a:ext cx="867372" cy="252028"/>
          </a:xfrm>
          <a:prstGeom prst="roundRect">
            <a:avLst>
              <a:gd name="adj" fmla="val 50000"/>
            </a:avLst>
          </a:prstGeom>
          <a:solidFill>
            <a:srgbClr val="465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투네이션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275199B-696E-754F-40AD-D3C4203FBA41}"/>
              </a:ext>
            </a:extLst>
          </p:cNvPr>
          <p:cNvSpPr/>
          <p:nvPr/>
        </p:nvSpPr>
        <p:spPr>
          <a:xfrm>
            <a:off x="341477" y="4203345"/>
            <a:ext cx="3489782" cy="259103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chemeClr val="accent1">
                    <a:lumMod val="75000"/>
                  </a:schemeClr>
                </a:solidFill>
              </a:rPr>
              <a:t>나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오늘 방송 꿀잼 각</a:t>
            </a: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0F933FE6-C195-8E40-9851-D1522CB3C73A}"/>
              </a:ext>
            </a:extLst>
          </p:cNvPr>
          <p:cNvGraphicFramePr>
            <a:graphicFrameLocks noGrp="1"/>
          </p:cNvGraphicFramePr>
          <p:nvPr/>
        </p:nvGraphicFramePr>
        <p:xfrm>
          <a:off x="4303347" y="695306"/>
          <a:ext cx="5016729" cy="1575312"/>
        </p:xfrm>
        <a:graphic>
          <a:graphicData uri="http://schemas.openxmlformats.org/drawingml/2006/table">
            <a:tbl>
              <a:tblPr/>
              <a:tblGrid>
                <a:gridCol w="1122510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3894219">
                  <a:extLst>
                    <a:ext uri="{9D8B030D-6E8A-4147-A177-3AD203B41FA5}">
                      <a16:colId xmlns:a16="http://schemas.microsoft.com/office/drawing/2014/main" val="338176086"/>
                    </a:ext>
                  </a:extLst>
                </a:gridCol>
              </a:tblGrid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메시지 라인 구성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한 줄은 </a:t>
                      </a:r>
                      <a:r>
                        <a:rPr lang="en-US" altLang="ko-KR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1" i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뱃지</a:t>
                      </a:r>
                      <a:r>
                        <a:rPr lang="en-US" altLang="ko-KR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 [</a:t>
                      </a:r>
                      <a:r>
                        <a:rPr lang="ko-KR" altLang="en-US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닉네임</a:t>
                      </a:r>
                      <a:r>
                        <a:rPr lang="en-US" altLang="ko-KR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색</a:t>
                      </a:r>
                      <a:r>
                        <a:rPr lang="en-US" altLang="ko-KR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)] [</a:t>
                      </a:r>
                      <a:r>
                        <a:rPr lang="ko-KR" altLang="en-US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본문</a:t>
                      </a:r>
                      <a:r>
                        <a:rPr lang="en-US" altLang="ko-KR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순으로 표시된다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멘션 하이라이트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@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닉은 강조색으로 표시된다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본인이 </a:t>
                      </a:r>
                      <a:r>
                        <a:rPr lang="ko-KR" altLang="en-US" sz="800" b="1" i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멘션된</a:t>
                      </a:r>
                      <a:r>
                        <a:rPr lang="ko-KR" altLang="en-US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메시지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는 좌측 강조 바와 배경으로 눈에 띄게 부각된다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35771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블라인드 표시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클린봇이 가린 메시지는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클린봇이 가린 메시지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사유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)"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 표시되고 </a:t>
                      </a:r>
                      <a:r>
                        <a:rPr lang="en-US" altLang="ko-KR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보기</a:t>
                      </a:r>
                      <a:r>
                        <a:rPr lang="en-US" altLang="ko-KR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 개별 원문을 열 수 있다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실제 가림 여부는 개인 클린봇 설정을 따른다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172278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삭제 </a:t>
                      </a:r>
                      <a:r>
                        <a:rPr lang="en-US" altLang="ko-KR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차단 표시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매니저가 삭제한 메시지는 취소선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흐림 처리된다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내가 차단한 유저의 메시지는 목록에서 숨겨진다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790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47856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F0A7C-D68D-8CD5-A1EB-D1827217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4">
            <a:extLst>
              <a:ext uri="{FF2B5EF4-FFF2-40B4-BE49-F238E27FC236}">
                <a16:creationId xmlns:a16="http://schemas.microsoft.com/office/drawing/2014/main" id="{41BD00F4-8422-27A6-65E0-417086AF3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채팅 뷰어 영역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AF6D9D-557A-BA4F-9561-2E038D615B21}"/>
              </a:ext>
            </a:extLst>
          </p:cNvPr>
          <p:cNvSpPr txBox="1"/>
          <p:nvPr/>
        </p:nvSpPr>
        <p:spPr>
          <a:xfrm>
            <a:off x="161762" y="403650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채팅 뷰어 영역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1D57F43-14A8-597E-36BB-BBA44FCCDD43}"/>
              </a:ext>
            </a:extLst>
          </p:cNvPr>
          <p:cNvSpPr/>
          <p:nvPr/>
        </p:nvSpPr>
        <p:spPr>
          <a:xfrm>
            <a:off x="272980" y="709823"/>
            <a:ext cx="3626776" cy="579664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033DA4F-D9C3-54DF-F4D7-CE9AE78F6BA9}"/>
              </a:ext>
            </a:extLst>
          </p:cNvPr>
          <p:cNvSpPr/>
          <p:nvPr/>
        </p:nvSpPr>
        <p:spPr>
          <a:xfrm>
            <a:off x="281772" y="1088740"/>
            <a:ext cx="3617984" cy="432048"/>
          </a:xfrm>
          <a:prstGeom prst="rect">
            <a:avLst/>
          </a:prstGeom>
          <a:solidFill>
            <a:srgbClr val="EEF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45CC465E-8C28-C53D-813A-9402F28CF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03" y="1208899"/>
            <a:ext cx="182896" cy="18289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A4BD72AA-45CC-BE91-69A4-1A4303702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535" y="1216520"/>
            <a:ext cx="358171" cy="1752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42A40A6-4F37-1D4D-DFFF-11952C898408}"/>
              </a:ext>
            </a:extLst>
          </p:cNvPr>
          <p:cNvSpPr txBox="1"/>
          <p:nvPr/>
        </p:nvSpPr>
        <p:spPr>
          <a:xfrm>
            <a:off x="533649" y="119332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채팅 매너 지켜주세요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 참여 부탁드려요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4D34688-FDF5-9645-4E27-889847CF72C2}"/>
              </a:ext>
            </a:extLst>
          </p:cNvPr>
          <p:cNvSpPr/>
          <p:nvPr/>
        </p:nvSpPr>
        <p:spPr>
          <a:xfrm>
            <a:off x="335627" y="1625373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00BE54-A313-0B5B-9C41-E227923104E3}"/>
              </a:ext>
            </a:extLst>
          </p:cNvPr>
          <p:cNvSpPr txBox="1"/>
          <p:nvPr/>
        </p:nvSpPr>
        <p:spPr>
          <a:xfrm>
            <a:off x="676571" y="1598869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C9EB3121-8F1C-6E9C-A80B-A63A6390EB18}"/>
              </a:ext>
            </a:extLst>
          </p:cNvPr>
          <p:cNvSpPr/>
          <p:nvPr/>
        </p:nvSpPr>
        <p:spPr>
          <a:xfrm>
            <a:off x="335627" y="1906876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40DB6D-971D-6ECE-0DEE-F31BA5FA771A}"/>
              </a:ext>
            </a:extLst>
          </p:cNvPr>
          <p:cNvSpPr txBox="1"/>
          <p:nvPr/>
        </p:nvSpPr>
        <p:spPr>
          <a:xfrm>
            <a:off x="676571" y="1880372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3074" name="Picture 2" descr="대박">
            <a:extLst>
              <a:ext uri="{FF2B5EF4-FFF2-40B4-BE49-F238E27FC236}">
                <a16:creationId xmlns:a16="http://schemas.microsoft.com/office/drawing/2014/main" id="{87B62157-2A5B-2616-0CAE-127AE78A7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1836087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6FC4CA0-8F1B-8985-B86F-22F4C11A70C4}"/>
              </a:ext>
            </a:extLst>
          </p:cNvPr>
          <p:cNvSpPr/>
          <p:nvPr/>
        </p:nvSpPr>
        <p:spPr>
          <a:xfrm>
            <a:off x="335627" y="2188379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ABD8DA-9740-64F9-3D4E-999001218AB3}"/>
              </a:ext>
            </a:extLst>
          </p:cNvPr>
          <p:cNvSpPr txBox="1"/>
          <p:nvPr/>
        </p:nvSpPr>
        <p:spPr>
          <a:xfrm>
            <a:off x="676571" y="216187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오늘도 화이팅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232582D7-80DD-2B7A-AB9F-346AD76AD94F}"/>
              </a:ext>
            </a:extLst>
          </p:cNvPr>
          <p:cNvSpPr/>
          <p:nvPr/>
        </p:nvSpPr>
        <p:spPr>
          <a:xfrm>
            <a:off x="334515" y="2456892"/>
            <a:ext cx="3489783" cy="61759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E41BA59-54E4-102F-8123-DCE62471000E}"/>
              </a:ext>
            </a:extLst>
          </p:cNvPr>
          <p:cNvSpPr/>
          <p:nvPr/>
        </p:nvSpPr>
        <p:spPr>
          <a:xfrm>
            <a:off x="390727" y="254053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60D5CD-155B-88F0-D775-292991BE1530}"/>
              </a:ext>
            </a:extLst>
          </p:cNvPr>
          <p:cNvSpPr txBox="1"/>
          <p:nvPr/>
        </p:nvSpPr>
        <p:spPr>
          <a:xfrm>
            <a:off x="731671" y="251403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5C3F25D-EE0F-8E18-EF14-26D6C90EC97F}"/>
              </a:ext>
            </a:extLst>
          </p:cNvPr>
          <p:cNvSpPr txBox="1"/>
          <p:nvPr/>
        </p:nvSpPr>
        <p:spPr>
          <a:xfrm>
            <a:off x="402581" y="277991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B12EF4-6612-9FA6-625A-82A5996FCAD7}"/>
              </a:ext>
            </a:extLst>
          </p:cNvPr>
          <p:cNvSpPr txBox="1"/>
          <p:nvPr/>
        </p:nvSpPr>
        <p:spPr>
          <a:xfrm>
            <a:off x="3058036" y="2649217"/>
            <a:ext cx="7885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1,000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30CB5AF-237C-99C5-AEC4-64CE4BA779E4}"/>
              </a:ext>
            </a:extLst>
          </p:cNvPr>
          <p:cNvSpPr/>
          <p:nvPr/>
        </p:nvSpPr>
        <p:spPr>
          <a:xfrm>
            <a:off x="335627" y="316450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7CA445B4-07B8-F29D-98D0-B55E7064484E}"/>
              </a:ext>
            </a:extLst>
          </p:cNvPr>
          <p:cNvSpPr/>
          <p:nvPr/>
        </p:nvSpPr>
        <p:spPr>
          <a:xfrm>
            <a:off x="335627" y="344600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EC991C7-9F08-B12A-BD1F-7FB609CC1E8A}"/>
              </a:ext>
            </a:extLst>
          </p:cNvPr>
          <p:cNvSpPr txBox="1"/>
          <p:nvPr/>
        </p:nvSpPr>
        <p:spPr>
          <a:xfrm>
            <a:off x="676571" y="341950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53" name="Picture 2" descr="대박">
            <a:extLst>
              <a:ext uri="{FF2B5EF4-FFF2-40B4-BE49-F238E27FC236}">
                <a16:creationId xmlns:a16="http://schemas.microsoft.com/office/drawing/2014/main" id="{432919C6-9D25-35A8-7F83-205E38B6A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337521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931D70E3-A88F-5449-0F07-E8D8560471FE}"/>
              </a:ext>
            </a:extLst>
          </p:cNvPr>
          <p:cNvSpPr/>
          <p:nvPr/>
        </p:nvSpPr>
        <p:spPr>
          <a:xfrm>
            <a:off x="335627" y="371622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E9D4C1-C96D-CCC8-18D2-1A8EB5CAAE1A}"/>
              </a:ext>
            </a:extLst>
          </p:cNvPr>
          <p:cNvSpPr txBox="1"/>
          <p:nvPr/>
        </p:nvSpPr>
        <p:spPr>
          <a:xfrm>
            <a:off x="676571" y="368971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43E56BDE-FD16-7930-64B8-92D9334A0FAC}"/>
              </a:ext>
            </a:extLst>
          </p:cNvPr>
          <p:cNvSpPr/>
          <p:nvPr/>
        </p:nvSpPr>
        <p:spPr>
          <a:xfrm>
            <a:off x="335627" y="426529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4897D1E-4214-FE85-3E7F-73420E016999}"/>
              </a:ext>
            </a:extLst>
          </p:cNvPr>
          <p:cNvSpPr txBox="1"/>
          <p:nvPr/>
        </p:nvSpPr>
        <p:spPr>
          <a:xfrm>
            <a:off x="676571" y="4238788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AA4A73E1-2CA2-DB59-AB0E-BC48C7F7AB93}"/>
              </a:ext>
            </a:extLst>
          </p:cNvPr>
          <p:cNvSpPr/>
          <p:nvPr/>
        </p:nvSpPr>
        <p:spPr>
          <a:xfrm>
            <a:off x="335627" y="454679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067F037-079F-A997-725D-1EB076434639}"/>
              </a:ext>
            </a:extLst>
          </p:cNvPr>
          <p:cNvSpPr txBox="1"/>
          <p:nvPr/>
        </p:nvSpPr>
        <p:spPr>
          <a:xfrm>
            <a:off x="676571" y="452029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63" name="Picture 2" descr="대박">
            <a:extLst>
              <a:ext uri="{FF2B5EF4-FFF2-40B4-BE49-F238E27FC236}">
                <a16:creationId xmlns:a16="http://schemas.microsoft.com/office/drawing/2014/main" id="{AD08A8B3-E992-CF11-08A7-044A73A08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447600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7E73ACB8-AEEB-047E-0071-72E2FE417906}"/>
              </a:ext>
            </a:extLst>
          </p:cNvPr>
          <p:cNvSpPr/>
          <p:nvPr/>
        </p:nvSpPr>
        <p:spPr>
          <a:xfrm>
            <a:off x="335627" y="481701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4074E0C-3630-6020-DDA1-28CA897DE1B3}"/>
              </a:ext>
            </a:extLst>
          </p:cNvPr>
          <p:cNvSpPr txBox="1"/>
          <p:nvPr/>
        </p:nvSpPr>
        <p:spPr>
          <a:xfrm>
            <a:off x="676571" y="479050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04B38F75-3EF8-1205-F1DA-611C0259463F}"/>
              </a:ext>
            </a:extLst>
          </p:cNvPr>
          <p:cNvSpPr/>
          <p:nvPr/>
        </p:nvSpPr>
        <p:spPr>
          <a:xfrm>
            <a:off x="334515" y="5050158"/>
            <a:ext cx="3489783" cy="617595"/>
          </a:xfrm>
          <a:prstGeom prst="roundRect">
            <a:avLst/>
          </a:prstGeom>
          <a:solidFill>
            <a:srgbClr val="CC7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20429CAB-9981-BF17-85CE-6C13290A3708}"/>
              </a:ext>
            </a:extLst>
          </p:cNvPr>
          <p:cNvSpPr/>
          <p:nvPr/>
        </p:nvSpPr>
        <p:spPr>
          <a:xfrm>
            <a:off x="390727" y="5133801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4298480-FED4-974B-5C34-33F78335692B}"/>
              </a:ext>
            </a:extLst>
          </p:cNvPr>
          <p:cNvSpPr txBox="1"/>
          <p:nvPr/>
        </p:nvSpPr>
        <p:spPr>
          <a:xfrm>
            <a:off x="731671" y="510729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41416B8-8494-D400-E7DB-32EFCCDAEF39}"/>
              </a:ext>
            </a:extLst>
          </p:cNvPr>
          <p:cNvSpPr txBox="1"/>
          <p:nvPr/>
        </p:nvSpPr>
        <p:spPr>
          <a:xfrm>
            <a:off x="402581" y="53731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F5B9905-BDF8-EEBB-28A0-21D21ECDF1BB}"/>
              </a:ext>
            </a:extLst>
          </p:cNvPr>
          <p:cNvSpPr txBox="1"/>
          <p:nvPr/>
        </p:nvSpPr>
        <p:spPr>
          <a:xfrm>
            <a:off x="2891644" y="5242483"/>
            <a:ext cx="9549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100,000 </a:t>
            </a:r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4E23A58B-A4CB-A402-2A2E-30C8C3F7D922}"/>
              </a:ext>
            </a:extLst>
          </p:cNvPr>
          <p:cNvSpPr/>
          <p:nvPr/>
        </p:nvSpPr>
        <p:spPr>
          <a:xfrm>
            <a:off x="334515" y="5711960"/>
            <a:ext cx="3489782" cy="35227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F8EE304A-FB77-00A2-CBD9-7A32F547EF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8119" y="5784776"/>
            <a:ext cx="198137" cy="19813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2AECB879-C022-F65C-E4ED-198AC8FF2117}"/>
              </a:ext>
            </a:extLst>
          </p:cNvPr>
          <p:cNvSpPr txBox="1"/>
          <p:nvPr/>
        </p:nvSpPr>
        <p:spPr>
          <a:xfrm>
            <a:off x="441006" y="57687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8FEFC7D2-286A-03A8-1F25-202EA414D3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088" y="6187832"/>
            <a:ext cx="289585" cy="266723"/>
          </a:xfrm>
          <a:prstGeom prst="rect">
            <a:avLst/>
          </a:prstGeom>
        </p:spPr>
      </p:pic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CAF2167D-3E3A-7643-2303-185AC96C952B}"/>
              </a:ext>
            </a:extLst>
          </p:cNvPr>
          <p:cNvSpPr/>
          <p:nvPr/>
        </p:nvSpPr>
        <p:spPr>
          <a:xfrm>
            <a:off x="658987" y="6161176"/>
            <a:ext cx="2668796" cy="30075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</a:rPr>
              <a:t>채팅 입력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DF5E46EA-95EA-87A1-ED30-181AA2AB18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5367" y="6178181"/>
            <a:ext cx="487722" cy="266723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BB9B3C52-A2FC-9DA0-7863-3F6B87D0FF9F}"/>
              </a:ext>
            </a:extLst>
          </p:cNvPr>
          <p:cNvSpPr txBox="1"/>
          <p:nvPr/>
        </p:nvSpPr>
        <p:spPr>
          <a:xfrm>
            <a:off x="676571" y="313927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7C57C6D1-362E-4DC8-86AB-499FE58CDD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804" y="3931268"/>
            <a:ext cx="2789162" cy="236240"/>
          </a:xfrm>
          <a:prstGeom prst="rect">
            <a:avLst/>
          </a:prstGeom>
        </p:spPr>
      </p:pic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CC6A371D-0587-2DC2-3780-DCB74EAB6178}"/>
              </a:ext>
            </a:extLst>
          </p:cNvPr>
          <p:cNvSpPr/>
          <p:nvPr/>
        </p:nvSpPr>
        <p:spPr>
          <a:xfrm>
            <a:off x="2214675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트위치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A26F0D50-E08E-0E91-7A5D-7B6526495531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709917" y="812552"/>
            <a:ext cx="148624" cy="148624"/>
          </a:xfrm>
          <a:prstGeom prst="rect">
            <a:avLst/>
          </a:pr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2B7CF6C4-6E40-9849-5130-FB90E7727A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94392" y="796618"/>
            <a:ext cx="189024" cy="189024"/>
          </a:xfrm>
          <a:prstGeom prst="rect">
            <a:avLst/>
          </a:prstGeom>
        </p:spPr>
      </p:pic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CF37F773-C807-B8E6-CCD1-BF2811181A00}"/>
              </a:ext>
            </a:extLst>
          </p:cNvPr>
          <p:cNvSpPr/>
          <p:nvPr/>
        </p:nvSpPr>
        <p:spPr>
          <a:xfrm>
            <a:off x="1278021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유튜브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3088D37E-9A63-415C-27FE-B26211BBAC03}"/>
              </a:ext>
            </a:extLst>
          </p:cNvPr>
          <p:cNvSpPr/>
          <p:nvPr/>
        </p:nvSpPr>
        <p:spPr>
          <a:xfrm>
            <a:off x="323780" y="760850"/>
            <a:ext cx="867372" cy="252028"/>
          </a:xfrm>
          <a:prstGeom prst="roundRect">
            <a:avLst>
              <a:gd name="adj" fmla="val 50000"/>
            </a:avLst>
          </a:prstGeom>
          <a:solidFill>
            <a:srgbClr val="465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투네이션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9A269D7-D8E8-E8D3-6DE9-BFA7D6E4C78C}"/>
              </a:ext>
            </a:extLst>
          </p:cNvPr>
          <p:cNvGrpSpPr/>
          <p:nvPr/>
        </p:nvGrpSpPr>
        <p:grpSpPr>
          <a:xfrm>
            <a:off x="4187344" y="1716671"/>
            <a:ext cx="3512109" cy="617595"/>
            <a:chOff x="4225385" y="550961"/>
            <a:chExt cx="3512109" cy="617595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5EDF857B-DD04-EFC1-CA25-F70085C92EBD}"/>
                </a:ext>
              </a:extLst>
            </p:cNvPr>
            <p:cNvSpPr/>
            <p:nvPr/>
          </p:nvSpPr>
          <p:spPr>
            <a:xfrm>
              <a:off x="4225385" y="550961"/>
              <a:ext cx="3489783" cy="617595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11AEB447-F7F5-2157-1BAC-8C858013AAD7}"/>
                </a:ext>
              </a:extLst>
            </p:cNvPr>
            <p:cNvSpPr/>
            <p:nvPr/>
          </p:nvSpPr>
          <p:spPr>
            <a:xfrm>
              <a:off x="4281597" y="634604"/>
              <a:ext cx="396044" cy="180020"/>
            </a:xfrm>
            <a:prstGeom prst="roundRect">
              <a:avLst>
                <a:gd name="adj" fmla="val 37599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SVIP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2E28D07-639F-3514-EFE1-B32DCDBCC568}"/>
                </a:ext>
              </a:extLst>
            </p:cNvPr>
            <p:cNvSpPr txBox="1"/>
            <p:nvPr/>
          </p:nvSpPr>
          <p:spPr>
            <a:xfrm>
              <a:off x="4622541" y="608100"/>
              <a:ext cx="264052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accent5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열혈팬</a:t>
              </a:r>
              <a:r>
                <a:rPr lang="en-US" altLang="ko-KR" sz="800" b="1" dirty="0">
                  <a:solidFill>
                    <a:schemeClr val="accent5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sz="800" b="1" dirty="0">
                  <a:solidFill>
                    <a:schemeClr val="accent5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호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4E239B-EDBD-EC60-5C14-B7F9862E5925}"/>
                </a:ext>
              </a:extLst>
            </p:cNvPr>
            <p:cNvSpPr txBox="1"/>
            <p:nvPr/>
          </p:nvSpPr>
          <p:spPr>
            <a:xfrm>
              <a:off x="4293451" y="873980"/>
              <a:ext cx="264052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텍스트후원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오늘 방송 미쳤다 후원 받아라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~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7743C3D-8AC8-B098-2640-1B83BA17CD9A}"/>
                </a:ext>
              </a:extLst>
            </p:cNvPr>
            <p:cNvSpPr txBox="1"/>
            <p:nvPr/>
          </p:nvSpPr>
          <p:spPr>
            <a:xfrm>
              <a:off x="6948906" y="743286"/>
              <a:ext cx="78858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1,000 </a:t>
              </a:r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캐시</a:t>
              </a:r>
              <a:endPara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57E658E-440C-1D2C-551C-950BA7DDF144}"/>
              </a:ext>
            </a:extLst>
          </p:cNvPr>
          <p:cNvGrpSpPr/>
          <p:nvPr/>
        </p:nvGrpSpPr>
        <p:grpSpPr>
          <a:xfrm>
            <a:off x="4199158" y="2553116"/>
            <a:ext cx="3512109" cy="617595"/>
            <a:chOff x="4225385" y="1289897"/>
            <a:chExt cx="3512109" cy="617595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CEE2BA5A-41CF-962B-34C5-7089286DF0E1}"/>
                </a:ext>
              </a:extLst>
            </p:cNvPr>
            <p:cNvSpPr/>
            <p:nvPr/>
          </p:nvSpPr>
          <p:spPr>
            <a:xfrm>
              <a:off x="4225385" y="1289897"/>
              <a:ext cx="3489783" cy="617595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090B435-D0DB-3EE6-39A6-94AEDFB9C389}"/>
                </a:ext>
              </a:extLst>
            </p:cNvPr>
            <p:cNvSpPr/>
            <p:nvPr/>
          </p:nvSpPr>
          <p:spPr>
            <a:xfrm>
              <a:off x="4281597" y="1373540"/>
              <a:ext cx="396044" cy="180020"/>
            </a:xfrm>
            <a:prstGeom prst="roundRect">
              <a:avLst>
                <a:gd name="adj" fmla="val 37599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SVIP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114B1DA-069A-216F-9380-2F2AC4182D68}"/>
                </a:ext>
              </a:extLst>
            </p:cNvPr>
            <p:cNvSpPr txBox="1"/>
            <p:nvPr/>
          </p:nvSpPr>
          <p:spPr>
            <a:xfrm>
              <a:off x="4622541" y="1347036"/>
              <a:ext cx="264052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accent5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열혈팬</a:t>
              </a:r>
              <a:r>
                <a:rPr lang="en-US" altLang="ko-KR" sz="800" b="1" dirty="0">
                  <a:solidFill>
                    <a:schemeClr val="accent5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sz="800" b="1" dirty="0">
                  <a:solidFill>
                    <a:schemeClr val="accent5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호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6627234-76F3-764A-4380-B3E41AAAE728}"/>
                </a:ext>
              </a:extLst>
            </p:cNvPr>
            <p:cNvSpPr txBox="1"/>
            <p:nvPr/>
          </p:nvSpPr>
          <p:spPr>
            <a:xfrm>
              <a:off x="4293451" y="1612916"/>
              <a:ext cx="264052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룰렛후원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오늘 방송 미쳤다 후원 받아라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~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147339C-7242-A45A-EED7-4D5CBD6077B7}"/>
                </a:ext>
              </a:extLst>
            </p:cNvPr>
            <p:cNvSpPr txBox="1"/>
            <p:nvPr/>
          </p:nvSpPr>
          <p:spPr>
            <a:xfrm>
              <a:off x="6816080" y="1482222"/>
              <a:ext cx="92141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10,000 </a:t>
              </a:r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캐시</a:t>
              </a:r>
              <a:endPara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7DAD0D7-A7F7-AFDF-EB28-A544C6CA60BC}"/>
              </a:ext>
            </a:extLst>
          </p:cNvPr>
          <p:cNvGrpSpPr/>
          <p:nvPr/>
        </p:nvGrpSpPr>
        <p:grpSpPr>
          <a:xfrm>
            <a:off x="4199158" y="3354676"/>
            <a:ext cx="3512109" cy="617595"/>
            <a:chOff x="4225385" y="2026720"/>
            <a:chExt cx="3512109" cy="617595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03C9F976-1A95-B816-4507-D61C9C648315}"/>
                </a:ext>
              </a:extLst>
            </p:cNvPr>
            <p:cNvSpPr/>
            <p:nvPr/>
          </p:nvSpPr>
          <p:spPr>
            <a:xfrm>
              <a:off x="4225385" y="2026720"/>
              <a:ext cx="3489783" cy="61759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69ADA417-EFF4-8995-6650-60B464C14071}"/>
                </a:ext>
              </a:extLst>
            </p:cNvPr>
            <p:cNvSpPr/>
            <p:nvPr/>
          </p:nvSpPr>
          <p:spPr>
            <a:xfrm>
              <a:off x="4281597" y="2110363"/>
              <a:ext cx="396044" cy="180020"/>
            </a:xfrm>
            <a:prstGeom prst="roundRect">
              <a:avLst>
                <a:gd name="adj" fmla="val 37599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SVIP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85F7B32-2296-C736-0E09-C57174F8B2F8}"/>
                </a:ext>
              </a:extLst>
            </p:cNvPr>
            <p:cNvSpPr txBox="1"/>
            <p:nvPr/>
          </p:nvSpPr>
          <p:spPr>
            <a:xfrm>
              <a:off x="4622541" y="2083859"/>
              <a:ext cx="264052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accent5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열혈팬</a:t>
              </a:r>
              <a:r>
                <a:rPr lang="en-US" altLang="ko-KR" sz="800" b="1" dirty="0">
                  <a:solidFill>
                    <a:schemeClr val="accent5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sz="800" b="1" dirty="0">
                  <a:solidFill>
                    <a:schemeClr val="accent5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호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FF88083-3074-C5BF-2801-38D6170B9036}"/>
                </a:ext>
              </a:extLst>
            </p:cNvPr>
            <p:cNvSpPr txBox="1"/>
            <p:nvPr/>
          </p:nvSpPr>
          <p:spPr>
            <a:xfrm>
              <a:off x="4293451" y="2349739"/>
              <a:ext cx="264052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텍스트후원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오늘 방송 미쳤다 후원 받아라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~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94ED52C-4E82-ECEC-9A81-ABAD5ED691B8}"/>
                </a:ext>
              </a:extLst>
            </p:cNvPr>
            <p:cNvSpPr txBox="1"/>
            <p:nvPr/>
          </p:nvSpPr>
          <p:spPr>
            <a:xfrm>
              <a:off x="6816080" y="2219045"/>
              <a:ext cx="92141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50,000 </a:t>
              </a:r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캐시</a:t>
              </a:r>
              <a:endPara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4C19831-B82A-21F2-E2C6-957A5D29F1B2}"/>
              </a:ext>
            </a:extLst>
          </p:cNvPr>
          <p:cNvGrpSpPr/>
          <p:nvPr/>
        </p:nvGrpSpPr>
        <p:grpSpPr>
          <a:xfrm>
            <a:off x="4206988" y="4135026"/>
            <a:ext cx="3512109" cy="617595"/>
            <a:chOff x="4225385" y="2798332"/>
            <a:chExt cx="3512109" cy="617595"/>
          </a:xfrm>
        </p:grpSpPr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D57A7613-3D5C-B1E6-7CF5-3B626C45E384}"/>
                </a:ext>
              </a:extLst>
            </p:cNvPr>
            <p:cNvSpPr/>
            <p:nvPr/>
          </p:nvSpPr>
          <p:spPr>
            <a:xfrm>
              <a:off x="4225385" y="2798332"/>
              <a:ext cx="3489783" cy="617595"/>
            </a:xfrm>
            <a:prstGeom prst="roundRect">
              <a:avLst/>
            </a:prstGeom>
            <a:solidFill>
              <a:srgbClr val="CC7A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8AE91E10-B122-EB0A-A6F9-9B3BFB222D6C}"/>
                </a:ext>
              </a:extLst>
            </p:cNvPr>
            <p:cNvSpPr/>
            <p:nvPr/>
          </p:nvSpPr>
          <p:spPr>
            <a:xfrm>
              <a:off x="4281597" y="2881975"/>
              <a:ext cx="396044" cy="180020"/>
            </a:xfrm>
            <a:prstGeom prst="roundRect">
              <a:avLst>
                <a:gd name="adj" fmla="val 37599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SVIP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B3751B1-E3C3-C946-D0FE-BB0443CD3C16}"/>
                </a:ext>
              </a:extLst>
            </p:cNvPr>
            <p:cNvSpPr txBox="1"/>
            <p:nvPr/>
          </p:nvSpPr>
          <p:spPr>
            <a:xfrm>
              <a:off x="4622541" y="2855471"/>
              <a:ext cx="264052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열혈팬</a:t>
              </a:r>
              <a:r>
                <a:rPr lang="en-US" altLang="ko-KR" sz="8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sz="8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호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F3C1742-5835-F011-3EE1-C4FC0E50C678}"/>
                </a:ext>
              </a:extLst>
            </p:cNvPr>
            <p:cNvSpPr txBox="1"/>
            <p:nvPr/>
          </p:nvSpPr>
          <p:spPr>
            <a:xfrm>
              <a:off x="4293451" y="3121351"/>
              <a:ext cx="264052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텍스트후원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오늘 방송 미쳤다 후원 받아라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~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B65951C-4B07-3E5A-2B65-EA4B61D8E906}"/>
                </a:ext>
              </a:extLst>
            </p:cNvPr>
            <p:cNvSpPr txBox="1"/>
            <p:nvPr/>
          </p:nvSpPr>
          <p:spPr>
            <a:xfrm>
              <a:off x="6744072" y="2990657"/>
              <a:ext cx="99342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100,000 </a:t>
              </a:r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캐시</a:t>
              </a:r>
              <a:endPara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678505E-058A-29EA-5468-7C026EF1AD5B}"/>
              </a:ext>
            </a:extLst>
          </p:cNvPr>
          <p:cNvGraphicFramePr>
            <a:graphicFrameLocks noGrp="1"/>
          </p:cNvGraphicFramePr>
          <p:nvPr/>
        </p:nvGraphicFramePr>
        <p:xfrm>
          <a:off x="4106622" y="1598869"/>
          <a:ext cx="5311524" cy="3316508"/>
        </p:xfrm>
        <a:graphic>
          <a:graphicData uri="http://schemas.openxmlformats.org/drawingml/2006/table">
            <a:tbl>
              <a:tblPr/>
              <a:tblGrid>
                <a:gridCol w="3856117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1455407">
                  <a:extLst>
                    <a:ext uri="{9D8B030D-6E8A-4147-A177-3AD203B41FA5}">
                      <a16:colId xmlns:a16="http://schemas.microsoft.com/office/drawing/2014/main" val="338176086"/>
                    </a:ext>
                  </a:extLst>
                </a:gridCol>
              </a:tblGrid>
              <a:tr h="82912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ko-KR" altLang="en-US" sz="800" b="1" dirty="0">
                        <a:solidFill>
                          <a:srgbClr val="141A26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latin typeface="맑은 고딕" panose="020B0503020000020004" pitchFamily="50" charset="-127"/>
                          <a:ea typeface="+mn-ea"/>
                        </a:rPr>
                        <a:t>~ 9,999 </a:t>
                      </a:r>
                      <a:r>
                        <a:rPr lang="ko-KR" altLang="en-US" sz="800" b="1" dirty="0">
                          <a:latin typeface="맑은 고딕" panose="020B0503020000020004" pitchFamily="50" charset="-127"/>
                          <a:ea typeface="+mn-ea"/>
                        </a:rPr>
                        <a:t>캐시 후원</a:t>
                      </a:r>
                      <a:endParaRPr lang="en-US" altLang="ko-KR" sz="800" b="0" i="0" dirty="0">
                        <a:solidFill>
                          <a:srgbClr val="4F586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  <a:tr h="82912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ko-KR" altLang="en-US" sz="800" b="1" dirty="0">
                        <a:solidFill>
                          <a:srgbClr val="141A26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latin typeface="맑은 고딕" panose="020B0503020000020004" pitchFamily="50" charset="-127"/>
                          <a:ea typeface="+mn-ea"/>
                        </a:rPr>
                        <a:t>10,000~ 49,999 </a:t>
                      </a:r>
                      <a:r>
                        <a:rPr lang="ko-KR" altLang="en-US" sz="800" b="1" dirty="0">
                          <a:latin typeface="맑은 고딕" panose="020B0503020000020004" pitchFamily="50" charset="-127"/>
                          <a:ea typeface="+mn-ea"/>
                        </a:rPr>
                        <a:t>캐시 후원</a:t>
                      </a:r>
                      <a:endParaRPr lang="en-US" altLang="ko-KR" sz="800" b="0" i="0" dirty="0">
                        <a:solidFill>
                          <a:srgbClr val="4F586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357711"/>
                  </a:ext>
                </a:extLst>
              </a:tr>
              <a:tr h="82912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ko-KR" altLang="en-US" sz="800" b="1" dirty="0">
                        <a:solidFill>
                          <a:srgbClr val="141A26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latin typeface="맑은 고딕" panose="020B0503020000020004" pitchFamily="50" charset="-127"/>
                          <a:ea typeface="+mn-ea"/>
                        </a:rPr>
                        <a:t>50,000~ 99,999 </a:t>
                      </a:r>
                      <a:r>
                        <a:rPr lang="ko-KR" altLang="en-US" sz="800" b="1" dirty="0">
                          <a:latin typeface="맑은 고딕" panose="020B0503020000020004" pitchFamily="50" charset="-127"/>
                          <a:ea typeface="+mn-ea"/>
                        </a:rPr>
                        <a:t>캐시 후원</a:t>
                      </a:r>
                      <a:endParaRPr lang="en-US" altLang="ko-KR" sz="800" i="0" dirty="0">
                        <a:solidFill>
                          <a:srgbClr val="4F586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172278"/>
                  </a:ext>
                </a:extLst>
              </a:tr>
              <a:tr h="82912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ko-KR" altLang="en-US" sz="800" b="1" dirty="0">
                        <a:solidFill>
                          <a:srgbClr val="141A26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latin typeface="맑은 고딕" panose="020B0503020000020004" pitchFamily="50" charset="-127"/>
                          <a:ea typeface="+mn-ea"/>
                        </a:rPr>
                        <a:t>100,000~ </a:t>
                      </a:r>
                      <a:r>
                        <a:rPr lang="ko-KR" altLang="en-US" sz="800" b="1" dirty="0">
                          <a:latin typeface="맑은 고딕" panose="020B0503020000020004" pitchFamily="50" charset="-127"/>
                          <a:ea typeface="+mn-ea"/>
                        </a:rPr>
                        <a:t>캐시 후원</a:t>
                      </a:r>
                      <a:endParaRPr lang="en-US" altLang="ko-KR" sz="800" i="0" dirty="0">
                        <a:solidFill>
                          <a:srgbClr val="4F586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79087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885A983-BDD2-0E5C-1DA4-8DAB99977C4A}"/>
              </a:ext>
            </a:extLst>
          </p:cNvPr>
          <p:cNvSpPr txBox="1"/>
          <p:nvPr/>
        </p:nvSpPr>
        <p:spPr>
          <a:xfrm>
            <a:off x="4094082" y="1260998"/>
            <a:ext cx="24330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후원 금액 구간 별 색상 차별화</a:t>
            </a:r>
          </a:p>
        </p:txBody>
      </p:sp>
    </p:spTree>
    <p:extLst>
      <p:ext uri="{BB962C8B-B14F-4D97-AF65-F5344CB8AC3E}">
        <p14:creationId xmlns:p14="http://schemas.microsoft.com/office/powerpoint/2010/main" val="23752129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08763-A585-4E31-7EB8-F86F2A8A3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4">
            <a:extLst>
              <a:ext uri="{FF2B5EF4-FFF2-40B4-BE49-F238E27FC236}">
                <a16:creationId xmlns:a16="http://schemas.microsoft.com/office/drawing/2014/main" id="{2D986883-C93C-8D39-8B1C-500180462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채팅 뷰어 영역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D80A26-5D08-07F4-0BA3-DFE9CBEBDD22}"/>
              </a:ext>
            </a:extLst>
          </p:cNvPr>
          <p:cNvSpPr txBox="1"/>
          <p:nvPr/>
        </p:nvSpPr>
        <p:spPr>
          <a:xfrm>
            <a:off x="161762" y="403650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채팅 뷰어 영역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459BF6-4362-FF47-E777-A2FFD8E9C80C}"/>
              </a:ext>
            </a:extLst>
          </p:cNvPr>
          <p:cNvSpPr/>
          <p:nvPr/>
        </p:nvSpPr>
        <p:spPr>
          <a:xfrm>
            <a:off x="272980" y="709823"/>
            <a:ext cx="3626776" cy="579664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720D021-FA2F-8898-270D-EA973AAD1F3D}"/>
              </a:ext>
            </a:extLst>
          </p:cNvPr>
          <p:cNvSpPr/>
          <p:nvPr/>
        </p:nvSpPr>
        <p:spPr>
          <a:xfrm>
            <a:off x="281772" y="1088740"/>
            <a:ext cx="3617984" cy="432048"/>
          </a:xfrm>
          <a:prstGeom prst="rect">
            <a:avLst/>
          </a:prstGeom>
          <a:solidFill>
            <a:srgbClr val="EEF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2C80D998-EBC1-2474-E143-BA7AA73D2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03" y="1208899"/>
            <a:ext cx="182896" cy="18289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FC7952F-0430-C372-7D20-817684EF5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535" y="1216520"/>
            <a:ext cx="358171" cy="1752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560856C-B45D-380D-8059-3C5A9F8AACFE}"/>
              </a:ext>
            </a:extLst>
          </p:cNvPr>
          <p:cNvSpPr txBox="1"/>
          <p:nvPr/>
        </p:nvSpPr>
        <p:spPr>
          <a:xfrm>
            <a:off x="533649" y="119332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채팅 매너 지켜주세요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 참여 부탁드려요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91E6B25-6BE9-0844-2F8F-D5122C7EF99E}"/>
              </a:ext>
            </a:extLst>
          </p:cNvPr>
          <p:cNvSpPr/>
          <p:nvPr/>
        </p:nvSpPr>
        <p:spPr>
          <a:xfrm>
            <a:off x="335627" y="1625373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B6CCAE-F5EC-5519-1994-293AA754323C}"/>
              </a:ext>
            </a:extLst>
          </p:cNvPr>
          <p:cNvSpPr txBox="1"/>
          <p:nvPr/>
        </p:nvSpPr>
        <p:spPr>
          <a:xfrm>
            <a:off x="676571" y="1598869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3AD9BF2-C930-EB6C-B1E2-0BE9FA2A837C}"/>
              </a:ext>
            </a:extLst>
          </p:cNvPr>
          <p:cNvSpPr/>
          <p:nvPr/>
        </p:nvSpPr>
        <p:spPr>
          <a:xfrm>
            <a:off x="335627" y="1906876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EC0A80-C84B-34EA-0108-C5721D015C29}"/>
              </a:ext>
            </a:extLst>
          </p:cNvPr>
          <p:cNvSpPr txBox="1"/>
          <p:nvPr/>
        </p:nvSpPr>
        <p:spPr>
          <a:xfrm>
            <a:off x="676571" y="1880372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3074" name="Picture 2" descr="대박">
            <a:extLst>
              <a:ext uri="{FF2B5EF4-FFF2-40B4-BE49-F238E27FC236}">
                <a16:creationId xmlns:a16="http://schemas.microsoft.com/office/drawing/2014/main" id="{9E2D4B16-B835-3C0A-98FC-CCA253776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1836087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2A96AD1F-86F5-D33E-B37B-7F3D22E718B2}"/>
              </a:ext>
            </a:extLst>
          </p:cNvPr>
          <p:cNvSpPr/>
          <p:nvPr/>
        </p:nvSpPr>
        <p:spPr>
          <a:xfrm>
            <a:off x="335627" y="2188379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3BB4670-639E-A107-E14F-C6C16586CC6F}"/>
              </a:ext>
            </a:extLst>
          </p:cNvPr>
          <p:cNvSpPr txBox="1"/>
          <p:nvPr/>
        </p:nvSpPr>
        <p:spPr>
          <a:xfrm>
            <a:off x="676571" y="216187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오늘도 화이팅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7874486-BF9F-CEE0-7627-9932AB3DD9EB}"/>
              </a:ext>
            </a:extLst>
          </p:cNvPr>
          <p:cNvSpPr/>
          <p:nvPr/>
        </p:nvSpPr>
        <p:spPr>
          <a:xfrm>
            <a:off x="334515" y="2456892"/>
            <a:ext cx="3489783" cy="61759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458B2F4-6474-E4D5-BF47-798897C2A4B6}"/>
              </a:ext>
            </a:extLst>
          </p:cNvPr>
          <p:cNvSpPr/>
          <p:nvPr/>
        </p:nvSpPr>
        <p:spPr>
          <a:xfrm>
            <a:off x="390727" y="254053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7D2405-A515-D234-F0FC-FF91F7B94FF3}"/>
              </a:ext>
            </a:extLst>
          </p:cNvPr>
          <p:cNvSpPr txBox="1"/>
          <p:nvPr/>
        </p:nvSpPr>
        <p:spPr>
          <a:xfrm>
            <a:off x="731671" y="251403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FC6C37-73F7-2E67-935C-1B4C5D4213CF}"/>
              </a:ext>
            </a:extLst>
          </p:cNvPr>
          <p:cNvSpPr txBox="1"/>
          <p:nvPr/>
        </p:nvSpPr>
        <p:spPr>
          <a:xfrm>
            <a:off x="402581" y="277991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F94B14-6497-CB09-B229-0946A65D7047}"/>
              </a:ext>
            </a:extLst>
          </p:cNvPr>
          <p:cNvSpPr txBox="1"/>
          <p:nvPr/>
        </p:nvSpPr>
        <p:spPr>
          <a:xfrm>
            <a:off x="3058036" y="2649217"/>
            <a:ext cx="7885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1,000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D31AC31C-7DF7-5BF6-831B-C5FC99246B56}"/>
              </a:ext>
            </a:extLst>
          </p:cNvPr>
          <p:cNvSpPr/>
          <p:nvPr/>
        </p:nvSpPr>
        <p:spPr>
          <a:xfrm>
            <a:off x="335627" y="316450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8BE2DA80-4ACD-A0AD-D2BA-3C1B4849A1ED}"/>
              </a:ext>
            </a:extLst>
          </p:cNvPr>
          <p:cNvSpPr/>
          <p:nvPr/>
        </p:nvSpPr>
        <p:spPr>
          <a:xfrm>
            <a:off x="335627" y="344600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85ED46C-32C2-B4E6-1090-26C4D58B2E02}"/>
              </a:ext>
            </a:extLst>
          </p:cNvPr>
          <p:cNvSpPr txBox="1"/>
          <p:nvPr/>
        </p:nvSpPr>
        <p:spPr>
          <a:xfrm>
            <a:off x="676571" y="341950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53" name="Picture 2" descr="대박">
            <a:extLst>
              <a:ext uri="{FF2B5EF4-FFF2-40B4-BE49-F238E27FC236}">
                <a16:creationId xmlns:a16="http://schemas.microsoft.com/office/drawing/2014/main" id="{5A2D680C-7E31-8C42-5C89-C923AFD2D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337521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1E446101-1AFD-D45F-FED0-AE0ED6843266}"/>
              </a:ext>
            </a:extLst>
          </p:cNvPr>
          <p:cNvSpPr/>
          <p:nvPr/>
        </p:nvSpPr>
        <p:spPr>
          <a:xfrm>
            <a:off x="335627" y="371622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8B5E5B4-04D7-DAB4-E00C-6DDA814E8FD4}"/>
              </a:ext>
            </a:extLst>
          </p:cNvPr>
          <p:cNvSpPr txBox="1"/>
          <p:nvPr/>
        </p:nvSpPr>
        <p:spPr>
          <a:xfrm>
            <a:off x="676571" y="368971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77C6BF45-951A-804A-6141-14B8171E78DD}"/>
              </a:ext>
            </a:extLst>
          </p:cNvPr>
          <p:cNvSpPr/>
          <p:nvPr/>
        </p:nvSpPr>
        <p:spPr>
          <a:xfrm>
            <a:off x="335627" y="426529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64A740B-7408-C980-5EB8-CA40C23186EB}"/>
              </a:ext>
            </a:extLst>
          </p:cNvPr>
          <p:cNvSpPr txBox="1"/>
          <p:nvPr/>
        </p:nvSpPr>
        <p:spPr>
          <a:xfrm>
            <a:off x="676571" y="4238788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2864BFE1-E6B3-B08D-097A-AFE4E2FD48C7}"/>
              </a:ext>
            </a:extLst>
          </p:cNvPr>
          <p:cNvSpPr/>
          <p:nvPr/>
        </p:nvSpPr>
        <p:spPr>
          <a:xfrm>
            <a:off x="335627" y="454679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54F36BF-F83D-EE13-C719-001FEB88EAB7}"/>
              </a:ext>
            </a:extLst>
          </p:cNvPr>
          <p:cNvSpPr txBox="1"/>
          <p:nvPr/>
        </p:nvSpPr>
        <p:spPr>
          <a:xfrm>
            <a:off x="676571" y="452029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63" name="Picture 2" descr="대박">
            <a:extLst>
              <a:ext uri="{FF2B5EF4-FFF2-40B4-BE49-F238E27FC236}">
                <a16:creationId xmlns:a16="http://schemas.microsoft.com/office/drawing/2014/main" id="{A58D1255-178D-2D2E-A7EB-ACEDD0EF4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447600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4730FF3A-76AE-17A3-57D8-1D23308F61A8}"/>
              </a:ext>
            </a:extLst>
          </p:cNvPr>
          <p:cNvSpPr/>
          <p:nvPr/>
        </p:nvSpPr>
        <p:spPr>
          <a:xfrm>
            <a:off x="335627" y="481701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A4A4E19-4EB3-8CAE-54BD-7084BAAD34CB}"/>
              </a:ext>
            </a:extLst>
          </p:cNvPr>
          <p:cNvSpPr txBox="1"/>
          <p:nvPr/>
        </p:nvSpPr>
        <p:spPr>
          <a:xfrm>
            <a:off x="786771" y="4790507"/>
            <a:ext cx="3037526" cy="215444"/>
          </a:xfrm>
          <a:prstGeom prst="rect">
            <a:avLst/>
          </a:prstGeom>
          <a:solidFill>
            <a:srgbClr val="E9EDF4">
              <a:alpha val="59000"/>
            </a:srgbClr>
          </a:solidFill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7534850C-5EF8-F66D-2063-468A455AAA3C}"/>
              </a:ext>
            </a:extLst>
          </p:cNvPr>
          <p:cNvSpPr/>
          <p:nvPr/>
        </p:nvSpPr>
        <p:spPr>
          <a:xfrm>
            <a:off x="334515" y="5050158"/>
            <a:ext cx="3489783" cy="617595"/>
          </a:xfrm>
          <a:prstGeom prst="roundRect">
            <a:avLst/>
          </a:prstGeom>
          <a:solidFill>
            <a:srgbClr val="CC7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A8630650-788A-228B-4143-3C209872DA47}"/>
              </a:ext>
            </a:extLst>
          </p:cNvPr>
          <p:cNvSpPr/>
          <p:nvPr/>
        </p:nvSpPr>
        <p:spPr>
          <a:xfrm>
            <a:off x="390727" y="5133801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3A9F689-768A-B007-5334-19FB63C7F366}"/>
              </a:ext>
            </a:extLst>
          </p:cNvPr>
          <p:cNvSpPr txBox="1"/>
          <p:nvPr/>
        </p:nvSpPr>
        <p:spPr>
          <a:xfrm>
            <a:off x="731671" y="510729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97F9D94-6703-17E5-32B3-3FFDB880FF6C}"/>
              </a:ext>
            </a:extLst>
          </p:cNvPr>
          <p:cNvSpPr txBox="1"/>
          <p:nvPr/>
        </p:nvSpPr>
        <p:spPr>
          <a:xfrm>
            <a:off x="402581" y="53731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1869521-6402-1F68-E901-FD184D3D009E}"/>
              </a:ext>
            </a:extLst>
          </p:cNvPr>
          <p:cNvSpPr txBox="1"/>
          <p:nvPr/>
        </p:nvSpPr>
        <p:spPr>
          <a:xfrm>
            <a:off x="2891644" y="5242483"/>
            <a:ext cx="9549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100,000 </a:t>
            </a:r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F2F81767-A852-6820-83F0-DBB3D7D5105B}"/>
              </a:ext>
            </a:extLst>
          </p:cNvPr>
          <p:cNvSpPr/>
          <p:nvPr/>
        </p:nvSpPr>
        <p:spPr>
          <a:xfrm>
            <a:off x="334515" y="5711960"/>
            <a:ext cx="3489782" cy="35227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F4026529-12E0-A680-16B3-02ADC95375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8119" y="5784776"/>
            <a:ext cx="198137" cy="19813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38E894B4-5C1A-9FE9-5097-70033DFD1101}"/>
              </a:ext>
            </a:extLst>
          </p:cNvPr>
          <p:cNvSpPr txBox="1"/>
          <p:nvPr/>
        </p:nvSpPr>
        <p:spPr>
          <a:xfrm>
            <a:off x="441006" y="57687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7BACE329-627D-29CB-4575-1864F5A2D2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088" y="6187832"/>
            <a:ext cx="289585" cy="266723"/>
          </a:xfrm>
          <a:prstGeom prst="rect">
            <a:avLst/>
          </a:prstGeom>
        </p:spPr>
      </p:pic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0AF81CB0-3EA1-7526-0867-6EE1D3DF091D}"/>
              </a:ext>
            </a:extLst>
          </p:cNvPr>
          <p:cNvSpPr/>
          <p:nvPr/>
        </p:nvSpPr>
        <p:spPr>
          <a:xfrm>
            <a:off x="658987" y="6161176"/>
            <a:ext cx="2668796" cy="30075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</a:rPr>
              <a:t>채팅 입력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D3B52588-0ABE-D5FA-D28A-57E817E52B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5367" y="6178181"/>
            <a:ext cx="487722" cy="266723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89D35DF3-619D-3204-1025-9A8255CF9E9B}"/>
              </a:ext>
            </a:extLst>
          </p:cNvPr>
          <p:cNvSpPr txBox="1"/>
          <p:nvPr/>
        </p:nvSpPr>
        <p:spPr>
          <a:xfrm>
            <a:off x="676571" y="313927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45C7B34F-7CDB-0714-433F-6DB2F6EF31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804" y="3931268"/>
            <a:ext cx="2789162" cy="236240"/>
          </a:xfrm>
          <a:prstGeom prst="rect">
            <a:avLst/>
          </a:prstGeom>
        </p:spPr>
      </p:pic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0FC0837E-45F1-C0EB-5541-FC1DE03CD132}"/>
              </a:ext>
            </a:extLst>
          </p:cNvPr>
          <p:cNvSpPr/>
          <p:nvPr/>
        </p:nvSpPr>
        <p:spPr>
          <a:xfrm>
            <a:off x="2214675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트위치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2809959E-268A-3AB8-A332-F26F988F9BA7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709917" y="812552"/>
            <a:ext cx="148624" cy="148624"/>
          </a:xfrm>
          <a:prstGeom prst="rect">
            <a:avLst/>
          </a:pr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F1F0DCA2-80D4-0C1F-D4D6-CAE754C2C37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94392" y="796618"/>
            <a:ext cx="189024" cy="189024"/>
          </a:xfrm>
          <a:prstGeom prst="rect">
            <a:avLst/>
          </a:prstGeom>
        </p:spPr>
      </p:pic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5AB023B5-50A7-1481-7E2D-510CC6765E26}"/>
              </a:ext>
            </a:extLst>
          </p:cNvPr>
          <p:cNvSpPr/>
          <p:nvPr/>
        </p:nvSpPr>
        <p:spPr>
          <a:xfrm>
            <a:off x="1278021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유튜브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DA443CB5-FFC8-0F3E-807A-CF6A1F8C79B7}"/>
              </a:ext>
            </a:extLst>
          </p:cNvPr>
          <p:cNvSpPr/>
          <p:nvPr/>
        </p:nvSpPr>
        <p:spPr>
          <a:xfrm>
            <a:off x="323780" y="760850"/>
            <a:ext cx="867372" cy="252028"/>
          </a:xfrm>
          <a:prstGeom prst="roundRect">
            <a:avLst>
              <a:gd name="adj" fmla="val 50000"/>
            </a:avLst>
          </a:prstGeom>
          <a:solidFill>
            <a:srgbClr val="465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투네이션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B16959A-81A7-81DB-79F8-AA0645F14C3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58969" y="707774"/>
            <a:ext cx="2070827" cy="2356927"/>
          </a:xfrm>
          <a:prstGeom prst="rect">
            <a:avLst/>
          </a:prstGeom>
          <a:ln w="6350">
            <a:solidFill>
              <a:schemeClr val="bg1">
                <a:lumMod val="65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FFBCA7B-FDC2-84A8-1E9F-F63AFA7637E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363" y="4813237"/>
            <a:ext cx="152400" cy="152400"/>
          </a:xfrm>
          <a:prstGeom prst="rect">
            <a:avLst/>
          </a:prstGeom>
        </p:spPr>
      </p:pic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03CD9641-A36C-9F4D-1485-4C01C61DF43B}"/>
              </a:ext>
            </a:extLst>
          </p:cNvPr>
          <p:cNvCxnSpPr>
            <a:cxnSpLocks/>
            <a:endCxn id="8" idx="1"/>
          </p:cNvCxnSpPr>
          <p:nvPr/>
        </p:nvCxnSpPr>
        <p:spPr>
          <a:xfrm rot="5400000" flipH="1" flipV="1">
            <a:off x="2445955" y="3073846"/>
            <a:ext cx="2900622" cy="525406"/>
          </a:xfrm>
          <a:prstGeom prst="bentConnector2">
            <a:avLst/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>
            <a:extLst>
              <a:ext uri="{FF2B5EF4-FFF2-40B4-BE49-F238E27FC236}">
                <a16:creationId xmlns:a16="http://schemas.microsoft.com/office/drawing/2014/main" id="{F6675A16-E433-431B-75C8-0D8C4EE6BE0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4032" y="703371"/>
            <a:ext cx="2316681" cy="960938"/>
          </a:xfrm>
          <a:prstGeom prst="rect">
            <a:avLst/>
          </a:prstGeom>
          <a:ln w="6350">
            <a:solidFill>
              <a:schemeClr val="bg1">
                <a:lumMod val="65000"/>
              </a:schemeClr>
            </a:solidFill>
          </a:ln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9B96A4C6-74BA-88CD-486F-51AF7933373E}"/>
              </a:ext>
            </a:extLst>
          </p:cNvPr>
          <p:cNvSpPr/>
          <p:nvPr/>
        </p:nvSpPr>
        <p:spPr>
          <a:xfrm>
            <a:off x="6786507" y="729747"/>
            <a:ext cx="900100" cy="420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D2F4C75-8E3D-BAAB-8976-28261530A303}"/>
              </a:ext>
            </a:extLst>
          </p:cNvPr>
          <p:cNvGrpSpPr/>
          <p:nvPr/>
        </p:nvGrpSpPr>
        <p:grpSpPr>
          <a:xfrm>
            <a:off x="6834735" y="811787"/>
            <a:ext cx="936619" cy="215444"/>
            <a:chOff x="5539032" y="5661055"/>
            <a:chExt cx="936619" cy="215444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04EC2D6A-A777-2CC5-3E9F-D3B2305AE4D5}"/>
                </a:ext>
              </a:extLst>
            </p:cNvPr>
            <p:cNvSpPr/>
            <p:nvPr/>
          </p:nvSpPr>
          <p:spPr>
            <a:xfrm>
              <a:off x="5539032" y="5687559"/>
              <a:ext cx="396044" cy="180020"/>
            </a:xfrm>
            <a:prstGeom prst="roundRect">
              <a:avLst>
                <a:gd name="adj" fmla="val 37599"/>
              </a:avLst>
            </a:prstGeom>
            <a:solidFill>
              <a:srgbClr val="51DB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VIP</a:t>
              </a:r>
              <a:endPara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CBD14C6-41AA-02B3-279D-EF22E436ACB7}"/>
                </a:ext>
              </a:extLst>
            </p:cNvPr>
            <p:cNvSpPr txBox="1"/>
            <p:nvPr/>
          </p:nvSpPr>
          <p:spPr>
            <a:xfrm>
              <a:off x="5879977" y="5661055"/>
              <a:ext cx="59567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rgbClr val="24D1D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단골도네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8B6997A2-D27B-3AD5-CD29-B2DE0A8D3C79}"/>
              </a:ext>
            </a:extLst>
          </p:cNvPr>
          <p:cNvSpPr/>
          <p:nvPr/>
        </p:nvSpPr>
        <p:spPr>
          <a:xfrm>
            <a:off x="769187" y="4754269"/>
            <a:ext cx="543728" cy="251353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E99F09E9-7C09-4D01-BE7F-6D9738AE4546}"/>
              </a:ext>
            </a:extLst>
          </p:cNvPr>
          <p:cNvCxnSpPr>
            <a:cxnSpLocks/>
            <a:stCxn id="77" idx="0"/>
            <a:endCxn id="22" idx="1"/>
          </p:cNvCxnSpPr>
          <p:nvPr/>
        </p:nvCxnSpPr>
        <p:spPr>
          <a:xfrm rot="5400000" flipH="1" flipV="1">
            <a:off x="1927327" y="297565"/>
            <a:ext cx="3570429" cy="5342981"/>
          </a:xfrm>
          <a:prstGeom prst="bentConnector2">
            <a:avLst/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111B7FB0-9600-4931-1ECA-BF6DACE4C85F}"/>
              </a:ext>
            </a:extLst>
          </p:cNvPr>
          <p:cNvSpPr txBox="1"/>
          <p:nvPr/>
        </p:nvSpPr>
        <p:spPr>
          <a:xfrm>
            <a:off x="4131723" y="4810829"/>
            <a:ext cx="15487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최신 채팅 영역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ECEA20A1-7814-5EB8-0830-AD49F5D6A69F}"/>
              </a:ext>
            </a:extLst>
          </p:cNvPr>
          <p:cNvSpPr/>
          <p:nvPr/>
        </p:nvSpPr>
        <p:spPr>
          <a:xfrm>
            <a:off x="322965" y="5664675"/>
            <a:ext cx="3535576" cy="421829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2AE57FD1-EB42-C50B-F0A7-9BAB89D64AA3}"/>
              </a:ext>
            </a:extLst>
          </p:cNvPr>
          <p:cNvCxnSpPr>
            <a:cxnSpLocks/>
            <a:stCxn id="89" idx="3"/>
          </p:cNvCxnSpPr>
          <p:nvPr/>
        </p:nvCxnSpPr>
        <p:spPr>
          <a:xfrm flipV="1">
            <a:off x="3858541" y="5795023"/>
            <a:ext cx="147706" cy="80567"/>
          </a:xfrm>
          <a:prstGeom prst="bentConnector3">
            <a:avLst>
              <a:gd name="adj1" fmla="val 50000"/>
            </a:avLst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1" name="표 100">
            <a:extLst>
              <a:ext uri="{FF2B5EF4-FFF2-40B4-BE49-F238E27FC236}">
                <a16:creationId xmlns:a16="http://schemas.microsoft.com/office/drawing/2014/main" id="{8697916C-962F-801A-DAE8-7490DEFC4969}"/>
              </a:ext>
            </a:extLst>
          </p:cNvPr>
          <p:cNvGraphicFramePr>
            <a:graphicFrameLocks noGrp="1"/>
          </p:cNvGraphicFramePr>
          <p:nvPr/>
        </p:nvGraphicFramePr>
        <p:xfrm>
          <a:off x="4131723" y="5065630"/>
          <a:ext cx="5016729" cy="1632640"/>
        </p:xfrm>
        <a:graphic>
          <a:graphicData uri="http://schemas.openxmlformats.org/drawingml/2006/table">
            <a:tbl>
              <a:tblPr/>
              <a:tblGrid>
                <a:gridCol w="1122510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3894219">
                  <a:extLst>
                    <a:ext uri="{9D8B030D-6E8A-4147-A177-3AD203B41FA5}">
                      <a16:colId xmlns:a16="http://schemas.microsoft.com/office/drawing/2014/main" val="338176086"/>
                    </a:ext>
                  </a:extLst>
                </a:gridCol>
              </a:tblGrid>
              <a:tr h="34674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</a:rPr>
                        <a:t>스크롤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</a:rPr>
                        <a:t>·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</a:rPr>
                        <a:t>최신 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</a:rPr>
                        <a:t>미리보기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새 메시지의 자동 스크롤과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과거 로그를 볼 때의 최신 채팅 미리보기 동작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자동 스크롤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하단 고정 상태에서는 새 메시지가 올라올 때마다 자동으로 최신 위치로 스크롤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35771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스크롤 잠금</a:t>
                      </a:r>
                      <a:endParaRPr lang="en-US" altLang="ko-KR" sz="800" b="1" dirty="0">
                        <a:solidFill>
                          <a:srgbClr val="141A26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미리보기 바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채팅을 위로 올리면 자동 스크롤이 멈추고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하단에 방금 올라온 최신 채팅 한 줄이 미리보기 표기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새 메시지가 올 때마다 미리보기가 갱신되고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쌓인 개수는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+N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배지로 표시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172278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최신 복귀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미리보기 바 또는 ▼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</a:rPr>
                        <a:t>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 누르면 최신 위치로 돌아가고 자동 스크롤이 재개</a:t>
                      </a:r>
                      <a:endParaRPr lang="en-US" altLang="ko-KR" sz="800" dirty="0"/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790871"/>
                  </a:ext>
                </a:extLst>
              </a:tr>
            </a:tbl>
          </a:graphicData>
        </a:graphic>
      </p:graphicFrame>
      <p:sp>
        <p:nvSpPr>
          <p:cNvPr id="103" name="TextBox 102">
            <a:extLst>
              <a:ext uri="{FF2B5EF4-FFF2-40B4-BE49-F238E27FC236}">
                <a16:creationId xmlns:a16="http://schemas.microsoft.com/office/drawing/2014/main" id="{DD2A5225-1726-7472-898B-5FB2B74BA2CE}"/>
              </a:ext>
            </a:extLst>
          </p:cNvPr>
          <p:cNvSpPr txBox="1"/>
          <p:nvPr/>
        </p:nvSpPr>
        <p:spPr>
          <a:xfrm>
            <a:off x="4131723" y="3224156"/>
            <a:ext cx="15487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신고 </a:t>
            </a:r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차단</a:t>
            </a:r>
          </a:p>
        </p:txBody>
      </p:sp>
      <p:graphicFrame>
        <p:nvGraphicFramePr>
          <p:cNvPr id="104" name="표 103">
            <a:extLst>
              <a:ext uri="{FF2B5EF4-FFF2-40B4-BE49-F238E27FC236}">
                <a16:creationId xmlns:a16="http://schemas.microsoft.com/office/drawing/2014/main" id="{C5143CD0-F336-6304-F0C1-C3FD04637327}"/>
              </a:ext>
            </a:extLst>
          </p:cNvPr>
          <p:cNvGraphicFramePr>
            <a:graphicFrameLocks noGrp="1"/>
          </p:cNvGraphicFramePr>
          <p:nvPr/>
        </p:nvGraphicFramePr>
        <p:xfrm>
          <a:off x="4131723" y="3478957"/>
          <a:ext cx="5016729" cy="1231920"/>
        </p:xfrm>
        <a:graphic>
          <a:graphicData uri="http://schemas.openxmlformats.org/drawingml/2006/table">
            <a:tbl>
              <a:tblPr/>
              <a:tblGrid>
                <a:gridCol w="1122510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3894219">
                  <a:extLst>
                    <a:ext uri="{9D8B030D-6E8A-4147-A177-3AD203B41FA5}">
                      <a16:colId xmlns:a16="http://schemas.microsoft.com/office/drawing/2014/main" val="338176086"/>
                    </a:ext>
                  </a:extLst>
                </a:gridCol>
              </a:tblGrid>
              <a:tr h="34674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</a:rPr>
                        <a:t>신고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신고 모달에는 대상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메시지 발췌 또는 </a:t>
                      </a:r>
                      <a:r>
                        <a:rPr lang="ko-KR" altLang="en-US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유저명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 표시되고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스팸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도배 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 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욕설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비하 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 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음란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부적절 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 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광고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홍보 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 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기타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중 하나를 선택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신고 제출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 </a:t>
                      </a:r>
                      <a:r>
                        <a:rPr lang="ko-KR" altLang="en-US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모달이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닫히고 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신고가 접수되었습니다 토스트 메시지 노출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신고는 운영 검토 큐로 전달되며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즉시 제재를 발생시키지 않는다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차단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컨트롤 바 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차단 목록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누르면 차단한 유저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뱃지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닉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목록이 표시된다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각 항목의 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차단 해제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누르면 목록에서 제거되고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숨겨졌던 그 유저의 메시지가 즉시 다시 나타난다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357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85537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48A28-B685-F504-8D91-6D9B75A9F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4">
            <a:extLst>
              <a:ext uri="{FF2B5EF4-FFF2-40B4-BE49-F238E27FC236}">
                <a16:creationId xmlns:a16="http://schemas.microsoft.com/office/drawing/2014/main" id="{7A4A8151-A25E-AEFB-D7EA-B5B8BA76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채팅 입력 영역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8E99557-5E39-2933-8BDE-33B9F3AC68D4}"/>
              </a:ext>
            </a:extLst>
          </p:cNvPr>
          <p:cNvSpPr txBox="1"/>
          <p:nvPr/>
        </p:nvSpPr>
        <p:spPr>
          <a:xfrm>
            <a:off x="161762" y="403650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채팅 입력 영역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018ED24-8C81-CF24-9E5E-47ED6228A803}"/>
              </a:ext>
            </a:extLst>
          </p:cNvPr>
          <p:cNvSpPr/>
          <p:nvPr/>
        </p:nvSpPr>
        <p:spPr>
          <a:xfrm>
            <a:off x="272980" y="709823"/>
            <a:ext cx="3626776" cy="579664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081E7D6-2D28-48F2-F7EA-C2913BBA6784}"/>
              </a:ext>
            </a:extLst>
          </p:cNvPr>
          <p:cNvSpPr/>
          <p:nvPr/>
        </p:nvSpPr>
        <p:spPr>
          <a:xfrm>
            <a:off x="281772" y="1088740"/>
            <a:ext cx="3617984" cy="432048"/>
          </a:xfrm>
          <a:prstGeom prst="rect">
            <a:avLst/>
          </a:prstGeom>
          <a:solidFill>
            <a:srgbClr val="EEF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1AE67140-E833-B545-D6DF-B3B0B0983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03" y="1208899"/>
            <a:ext cx="182896" cy="18289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8DE05FC3-C301-EB71-CA38-39AA6D2DF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535" y="1216520"/>
            <a:ext cx="358171" cy="1752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F807283-CDDE-25EA-0EB6-1E16581CC9B4}"/>
              </a:ext>
            </a:extLst>
          </p:cNvPr>
          <p:cNvSpPr txBox="1"/>
          <p:nvPr/>
        </p:nvSpPr>
        <p:spPr>
          <a:xfrm>
            <a:off x="533649" y="119332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채팅 매너 지켜주세요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 참여 부탁드려요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3550368E-A734-652A-4E1A-BBFA0B79F8D3}"/>
              </a:ext>
            </a:extLst>
          </p:cNvPr>
          <p:cNvSpPr/>
          <p:nvPr/>
        </p:nvSpPr>
        <p:spPr>
          <a:xfrm>
            <a:off x="335627" y="1625373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AF0CE3-904A-191A-B6FD-4FB5D2D30975}"/>
              </a:ext>
            </a:extLst>
          </p:cNvPr>
          <p:cNvSpPr txBox="1"/>
          <p:nvPr/>
        </p:nvSpPr>
        <p:spPr>
          <a:xfrm>
            <a:off x="676571" y="1598869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E99306CE-46F8-D084-5EDE-85C4F12007D6}"/>
              </a:ext>
            </a:extLst>
          </p:cNvPr>
          <p:cNvSpPr/>
          <p:nvPr/>
        </p:nvSpPr>
        <p:spPr>
          <a:xfrm>
            <a:off x="335627" y="1906876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AA0646-41B9-CCBA-45B0-9677E9F97EA9}"/>
              </a:ext>
            </a:extLst>
          </p:cNvPr>
          <p:cNvSpPr txBox="1"/>
          <p:nvPr/>
        </p:nvSpPr>
        <p:spPr>
          <a:xfrm>
            <a:off x="676571" y="1880372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3074" name="Picture 2" descr="대박">
            <a:extLst>
              <a:ext uri="{FF2B5EF4-FFF2-40B4-BE49-F238E27FC236}">
                <a16:creationId xmlns:a16="http://schemas.microsoft.com/office/drawing/2014/main" id="{3DEE9665-7DB4-D065-0EB9-6A6C1D50A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1836087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C2AEE00-5E81-1F59-181C-5852044CABAB}"/>
              </a:ext>
            </a:extLst>
          </p:cNvPr>
          <p:cNvSpPr/>
          <p:nvPr/>
        </p:nvSpPr>
        <p:spPr>
          <a:xfrm>
            <a:off x="335627" y="2188379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AD51EC-7E15-1590-C86C-99C2E04B7626}"/>
              </a:ext>
            </a:extLst>
          </p:cNvPr>
          <p:cNvSpPr txBox="1"/>
          <p:nvPr/>
        </p:nvSpPr>
        <p:spPr>
          <a:xfrm>
            <a:off x="676571" y="216187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오늘도 화이팅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9DBBA4E4-2039-3CD3-5860-3402E7590DFF}"/>
              </a:ext>
            </a:extLst>
          </p:cNvPr>
          <p:cNvSpPr/>
          <p:nvPr/>
        </p:nvSpPr>
        <p:spPr>
          <a:xfrm>
            <a:off x="334515" y="2456892"/>
            <a:ext cx="3489783" cy="61759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BCD6506-56D4-586E-A171-399A48A69939}"/>
              </a:ext>
            </a:extLst>
          </p:cNvPr>
          <p:cNvSpPr/>
          <p:nvPr/>
        </p:nvSpPr>
        <p:spPr>
          <a:xfrm>
            <a:off x="390727" y="254053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19DA3F-91C0-0625-76D7-E2C536F1F9E1}"/>
              </a:ext>
            </a:extLst>
          </p:cNvPr>
          <p:cNvSpPr txBox="1"/>
          <p:nvPr/>
        </p:nvSpPr>
        <p:spPr>
          <a:xfrm>
            <a:off x="731671" y="251403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5FE718-4704-69CD-16F5-675103E4089E}"/>
              </a:ext>
            </a:extLst>
          </p:cNvPr>
          <p:cNvSpPr txBox="1"/>
          <p:nvPr/>
        </p:nvSpPr>
        <p:spPr>
          <a:xfrm>
            <a:off x="402581" y="277991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640FA1-3EAF-FA09-B645-F02335AFE393}"/>
              </a:ext>
            </a:extLst>
          </p:cNvPr>
          <p:cNvSpPr txBox="1"/>
          <p:nvPr/>
        </p:nvSpPr>
        <p:spPr>
          <a:xfrm>
            <a:off x="3058036" y="2649217"/>
            <a:ext cx="7885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1,000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1D100122-F4E6-57E1-61E0-6882CAFCADDB}"/>
              </a:ext>
            </a:extLst>
          </p:cNvPr>
          <p:cNvSpPr/>
          <p:nvPr/>
        </p:nvSpPr>
        <p:spPr>
          <a:xfrm>
            <a:off x="335627" y="316450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A6DE1CCA-9909-FCC3-7A33-96D786AC8B6F}"/>
              </a:ext>
            </a:extLst>
          </p:cNvPr>
          <p:cNvSpPr/>
          <p:nvPr/>
        </p:nvSpPr>
        <p:spPr>
          <a:xfrm>
            <a:off x="335627" y="344600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A8E178C-F719-680E-95B8-CBCC67169477}"/>
              </a:ext>
            </a:extLst>
          </p:cNvPr>
          <p:cNvSpPr txBox="1"/>
          <p:nvPr/>
        </p:nvSpPr>
        <p:spPr>
          <a:xfrm>
            <a:off x="676571" y="341950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53" name="Picture 2" descr="대박">
            <a:extLst>
              <a:ext uri="{FF2B5EF4-FFF2-40B4-BE49-F238E27FC236}">
                <a16:creationId xmlns:a16="http://schemas.microsoft.com/office/drawing/2014/main" id="{CDEAD6F6-1425-3F6D-4125-6942187A0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337521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54B0B4E6-B088-A148-E4B2-AA54C0BD9917}"/>
              </a:ext>
            </a:extLst>
          </p:cNvPr>
          <p:cNvSpPr/>
          <p:nvPr/>
        </p:nvSpPr>
        <p:spPr>
          <a:xfrm>
            <a:off x="335627" y="371622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8FE4AE7-E07F-48B1-27BD-AC6C8CB01B80}"/>
              </a:ext>
            </a:extLst>
          </p:cNvPr>
          <p:cNvSpPr txBox="1"/>
          <p:nvPr/>
        </p:nvSpPr>
        <p:spPr>
          <a:xfrm>
            <a:off x="676571" y="368971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A8ED8967-EDE8-A6D9-30A9-6DB005AF21F0}"/>
              </a:ext>
            </a:extLst>
          </p:cNvPr>
          <p:cNvSpPr/>
          <p:nvPr/>
        </p:nvSpPr>
        <p:spPr>
          <a:xfrm>
            <a:off x="335627" y="426529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1B365BF-A1FD-64C7-FF80-82BAD6A1FE5E}"/>
              </a:ext>
            </a:extLst>
          </p:cNvPr>
          <p:cNvSpPr txBox="1"/>
          <p:nvPr/>
        </p:nvSpPr>
        <p:spPr>
          <a:xfrm>
            <a:off x="676571" y="4238788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70CB7F03-B00F-86F5-6D00-B12D0699E8FC}"/>
              </a:ext>
            </a:extLst>
          </p:cNvPr>
          <p:cNvSpPr/>
          <p:nvPr/>
        </p:nvSpPr>
        <p:spPr>
          <a:xfrm>
            <a:off x="335627" y="454679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8CA5D66-5BE2-2D92-0FA3-10A046A94EB3}"/>
              </a:ext>
            </a:extLst>
          </p:cNvPr>
          <p:cNvSpPr txBox="1"/>
          <p:nvPr/>
        </p:nvSpPr>
        <p:spPr>
          <a:xfrm>
            <a:off x="676571" y="452029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63" name="Picture 2" descr="대박">
            <a:extLst>
              <a:ext uri="{FF2B5EF4-FFF2-40B4-BE49-F238E27FC236}">
                <a16:creationId xmlns:a16="http://schemas.microsoft.com/office/drawing/2014/main" id="{2AE71E4E-FDF9-A7F7-EF76-6E16B3A47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447600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40EA73EE-AD61-EB97-7DA2-196E126B9A0D}"/>
              </a:ext>
            </a:extLst>
          </p:cNvPr>
          <p:cNvSpPr/>
          <p:nvPr/>
        </p:nvSpPr>
        <p:spPr>
          <a:xfrm>
            <a:off x="335627" y="481701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916EC7A-3BA7-27D9-E424-FEFA2C329D49}"/>
              </a:ext>
            </a:extLst>
          </p:cNvPr>
          <p:cNvSpPr txBox="1"/>
          <p:nvPr/>
        </p:nvSpPr>
        <p:spPr>
          <a:xfrm>
            <a:off x="786771" y="4790507"/>
            <a:ext cx="3037526" cy="215444"/>
          </a:xfrm>
          <a:prstGeom prst="rect">
            <a:avLst/>
          </a:prstGeom>
          <a:solidFill>
            <a:srgbClr val="E9EDF4">
              <a:alpha val="59000"/>
            </a:srgbClr>
          </a:solidFill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AF860A70-C4BA-37B1-417B-6C77DEE0F5CE}"/>
              </a:ext>
            </a:extLst>
          </p:cNvPr>
          <p:cNvSpPr/>
          <p:nvPr/>
        </p:nvSpPr>
        <p:spPr>
          <a:xfrm>
            <a:off x="334515" y="5050158"/>
            <a:ext cx="3489783" cy="617595"/>
          </a:xfrm>
          <a:prstGeom prst="roundRect">
            <a:avLst/>
          </a:prstGeom>
          <a:solidFill>
            <a:srgbClr val="CC7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343A2FE2-F510-8310-6E56-2BD62398DA64}"/>
              </a:ext>
            </a:extLst>
          </p:cNvPr>
          <p:cNvSpPr/>
          <p:nvPr/>
        </p:nvSpPr>
        <p:spPr>
          <a:xfrm>
            <a:off x="390727" y="5133801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72FD803-6C7E-DEB8-3D2E-D1D9895C48D8}"/>
              </a:ext>
            </a:extLst>
          </p:cNvPr>
          <p:cNvSpPr txBox="1"/>
          <p:nvPr/>
        </p:nvSpPr>
        <p:spPr>
          <a:xfrm>
            <a:off x="731671" y="510729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F1DCEEC-BCE3-5C16-2CF1-BCC49D9B374C}"/>
              </a:ext>
            </a:extLst>
          </p:cNvPr>
          <p:cNvSpPr txBox="1"/>
          <p:nvPr/>
        </p:nvSpPr>
        <p:spPr>
          <a:xfrm>
            <a:off x="402581" y="53731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5B0E8D7-610E-795D-5B89-3817F98DFE2F}"/>
              </a:ext>
            </a:extLst>
          </p:cNvPr>
          <p:cNvSpPr txBox="1"/>
          <p:nvPr/>
        </p:nvSpPr>
        <p:spPr>
          <a:xfrm>
            <a:off x="2891644" y="5242483"/>
            <a:ext cx="9549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100,000 </a:t>
            </a:r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133CCDA5-A5FB-B6D9-26C6-AF68B81FB2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088" y="6187832"/>
            <a:ext cx="289585" cy="266723"/>
          </a:xfrm>
          <a:prstGeom prst="rect">
            <a:avLst/>
          </a:prstGeom>
        </p:spPr>
      </p:pic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3AFE4D8F-0A49-75D3-4CDF-017C3F558973}"/>
              </a:ext>
            </a:extLst>
          </p:cNvPr>
          <p:cNvSpPr/>
          <p:nvPr/>
        </p:nvSpPr>
        <p:spPr>
          <a:xfrm>
            <a:off x="658987" y="6161176"/>
            <a:ext cx="2668796" cy="30075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 @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B7D87C44-A7C9-83BF-9A01-AFD0283FCE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5367" y="6178181"/>
            <a:ext cx="487722" cy="266723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A19E90AE-9A8A-CE39-27C1-624F83057C5B}"/>
              </a:ext>
            </a:extLst>
          </p:cNvPr>
          <p:cNvSpPr txBox="1"/>
          <p:nvPr/>
        </p:nvSpPr>
        <p:spPr>
          <a:xfrm>
            <a:off x="676571" y="313927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2FDF0E74-9D3B-D662-67E4-1F9EAE8DB5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804" y="3931268"/>
            <a:ext cx="2789162" cy="236240"/>
          </a:xfrm>
          <a:prstGeom prst="rect">
            <a:avLst/>
          </a:prstGeom>
        </p:spPr>
      </p:pic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F84502BF-5F64-7A51-044F-004CFCA777E5}"/>
              </a:ext>
            </a:extLst>
          </p:cNvPr>
          <p:cNvSpPr/>
          <p:nvPr/>
        </p:nvSpPr>
        <p:spPr>
          <a:xfrm>
            <a:off x="2214675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트위치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9D95CD3E-1F3B-48FD-72F0-7E361C4C65D9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709917" y="812552"/>
            <a:ext cx="148624" cy="148624"/>
          </a:xfrm>
          <a:prstGeom prst="rect">
            <a:avLst/>
          </a:pr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7BA0C488-5912-75FA-5CD7-BF5202C300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4392" y="796618"/>
            <a:ext cx="189024" cy="189024"/>
          </a:xfrm>
          <a:prstGeom prst="rect">
            <a:avLst/>
          </a:prstGeom>
        </p:spPr>
      </p:pic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94F84479-ACC9-A766-7743-243EBF99A2FC}"/>
              </a:ext>
            </a:extLst>
          </p:cNvPr>
          <p:cNvSpPr/>
          <p:nvPr/>
        </p:nvSpPr>
        <p:spPr>
          <a:xfrm>
            <a:off x="1278021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유튜브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02FE7D7C-3E92-740D-1EB1-474E50ECDCFD}"/>
              </a:ext>
            </a:extLst>
          </p:cNvPr>
          <p:cNvSpPr/>
          <p:nvPr/>
        </p:nvSpPr>
        <p:spPr>
          <a:xfrm>
            <a:off x="323780" y="760850"/>
            <a:ext cx="867372" cy="252028"/>
          </a:xfrm>
          <a:prstGeom prst="roundRect">
            <a:avLst>
              <a:gd name="adj" fmla="val 50000"/>
            </a:avLst>
          </a:prstGeom>
          <a:solidFill>
            <a:srgbClr val="465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투네이션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89384A3-911A-E126-F45E-A805424BA6B9}"/>
              </a:ext>
            </a:extLst>
          </p:cNvPr>
          <p:cNvGrpSpPr/>
          <p:nvPr/>
        </p:nvGrpSpPr>
        <p:grpSpPr>
          <a:xfrm>
            <a:off x="326040" y="4246697"/>
            <a:ext cx="3489783" cy="1889223"/>
            <a:chOff x="4644264" y="2359735"/>
            <a:chExt cx="3489783" cy="1889223"/>
          </a:xfrm>
        </p:grpSpPr>
        <p:sp>
          <p:nvSpPr>
            <p:cNvPr id="74" name="사각형: 둥근 모서리 73">
              <a:extLst>
                <a:ext uri="{FF2B5EF4-FFF2-40B4-BE49-F238E27FC236}">
                  <a16:creationId xmlns:a16="http://schemas.microsoft.com/office/drawing/2014/main" id="{BF004B86-95CB-ED34-CA99-03128F0CD751}"/>
                </a:ext>
              </a:extLst>
            </p:cNvPr>
            <p:cNvSpPr/>
            <p:nvPr/>
          </p:nvSpPr>
          <p:spPr>
            <a:xfrm>
              <a:off x="4644264" y="2359735"/>
              <a:ext cx="3489782" cy="352277"/>
            </a:xfrm>
            <a:prstGeom prst="roundRect">
              <a:avLst>
                <a:gd name="adj" fmla="val 34427"/>
              </a:avLst>
            </a:prstGeom>
            <a:solidFill>
              <a:srgbClr val="E9ED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62088DB7-A31D-D7B8-9DCB-62EDA5DE4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817868" y="2432551"/>
              <a:ext cx="198137" cy="198137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2066307-373F-7F45-73BD-C2E44FA577AB}"/>
                </a:ext>
              </a:extLst>
            </p:cNvPr>
            <p:cNvSpPr txBox="1"/>
            <p:nvPr/>
          </p:nvSpPr>
          <p:spPr>
            <a:xfrm>
              <a:off x="4750755" y="2416552"/>
              <a:ext cx="264052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rgbClr val="24D1D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단골도네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다음 방송 언제예요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?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6B07453D-C89B-8AAE-B6B0-34831E958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44265" y="2723964"/>
              <a:ext cx="3489782" cy="1524994"/>
            </a:xfrm>
            <a:prstGeom prst="rect">
              <a:avLst/>
            </a:prstGeom>
          </p:spPr>
        </p:pic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DB64F4-113E-087A-6305-D89388F7DEFF}"/>
              </a:ext>
            </a:extLst>
          </p:cNvPr>
          <p:cNvSpPr/>
          <p:nvPr/>
        </p:nvSpPr>
        <p:spPr>
          <a:xfrm>
            <a:off x="323780" y="6143592"/>
            <a:ext cx="352791" cy="283728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9F44C497-B452-6DFD-E07F-B6403FB40175}"/>
              </a:ext>
            </a:extLst>
          </p:cNvPr>
          <p:cNvCxnSpPr>
            <a:cxnSpLocks/>
            <a:stCxn id="6" idx="1"/>
            <a:endCxn id="3" idx="1"/>
          </p:cNvCxnSpPr>
          <p:nvPr/>
        </p:nvCxnSpPr>
        <p:spPr>
          <a:xfrm rot="10800000" flipH="1">
            <a:off x="323779" y="5373424"/>
            <a:ext cx="2261" cy="912033"/>
          </a:xfrm>
          <a:prstGeom prst="bentConnector3">
            <a:avLst>
              <a:gd name="adj1" fmla="val -10110571"/>
            </a:avLst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04043CF-C35E-2785-F08D-B2123164CB9D}"/>
              </a:ext>
            </a:extLst>
          </p:cNvPr>
          <p:cNvSpPr txBox="1"/>
          <p:nvPr/>
        </p:nvSpPr>
        <p:spPr>
          <a:xfrm>
            <a:off x="4158969" y="674988"/>
            <a:ext cx="15487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입력 영역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AE401ECA-75AA-7A27-262F-23BED8FC545D}"/>
              </a:ext>
            </a:extLst>
          </p:cNvPr>
          <p:cNvGraphicFramePr>
            <a:graphicFrameLocks noGrp="1"/>
          </p:cNvGraphicFramePr>
          <p:nvPr/>
        </p:nvGraphicFramePr>
        <p:xfrm>
          <a:off x="4158969" y="929789"/>
          <a:ext cx="5016729" cy="2306832"/>
        </p:xfrm>
        <a:graphic>
          <a:graphicData uri="http://schemas.openxmlformats.org/drawingml/2006/table">
            <a:tbl>
              <a:tblPr/>
              <a:tblGrid>
                <a:gridCol w="1122510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3894219">
                  <a:extLst>
                    <a:ext uri="{9D8B030D-6E8A-4147-A177-3AD203B41FA5}">
                      <a16:colId xmlns:a16="http://schemas.microsoft.com/office/drawing/2014/main" val="338176086"/>
                    </a:ext>
                  </a:extLst>
                </a:gridCol>
              </a:tblGrid>
              <a:tr h="34674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</a:rPr>
                        <a:t>텍스트 전송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입력 후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Enter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또는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보내기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 전송한다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전송하면 입력창이 비워진다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전송에는 로그인이 필요하며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미로그인 시 입력창이 잠긴다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최대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120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자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이모티콘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이모지 제작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&amp;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크리에이터 이미지 후원 활용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뒤에 글자를 입력하면 스티커 후보 팝업이 뜬다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↑↓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이동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Enter/Tab/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클릭으로 선택해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코드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를 삽입한다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35771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멘션 자동완성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@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뒤에 글자를 입력하면 참여자 닉 후보가 뜨고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시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@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닉 이 삽입된다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172278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전송 차단 안내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얼리기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저속모드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제재 등으로 전송이 막히면 입력 창 하단에 사유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및 남은 시간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가 안내되고 입력이 잠긴다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790871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7F6CC07B-97AC-1379-2126-B86FC95AB86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52305" y="5292183"/>
            <a:ext cx="2895851" cy="1074513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143C9DAF-C3AD-A4E9-1D8A-FFDED532C9D5}"/>
              </a:ext>
            </a:extLst>
          </p:cNvPr>
          <p:cNvSpPr/>
          <p:nvPr/>
        </p:nvSpPr>
        <p:spPr>
          <a:xfrm>
            <a:off x="710714" y="6143592"/>
            <a:ext cx="352791" cy="283728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324FFF75-572D-71F9-B755-CA6775D00E1E}"/>
              </a:ext>
            </a:extLst>
          </p:cNvPr>
          <p:cNvCxnSpPr>
            <a:cxnSpLocks/>
            <a:stCxn id="40" idx="3"/>
            <a:endCxn id="24" idx="1"/>
          </p:cNvCxnSpPr>
          <p:nvPr/>
        </p:nvCxnSpPr>
        <p:spPr>
          <a:xfrm flipV="1">
            <a:off x="1063505" y="5829440"/>
            <a:ext cx="3088800" cy="456016"/>
          </a:xfrm>
          <a:prstGeom prst="bentConnector3">
            <a:avLst>
              <a:gd name="adj1" fmla="val 50000"/>
            </a:avLst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그림 65">
            <a:extLst>
              <a:ext uri="{FF2B5EF4-FFF2-40B4-BE49-F238E27FC236}">
                <a16:creationId xmlns:a16="http://schemas.microsoft.com/office/drawing/2014/main" id="{02C64246-6B70-3AD3-9CE1-63460D90243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3932" y="2880049"/>
            <a:ext cx="2926334" cy="31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6731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3A21E8-F6D0-E300-D74E-D66BE5138ED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화면 구성안 상세 </a:t>
            </a:r>
            <a:r>
              <a:rPr lang="en-US" altLang="ko-KR" dirty="0"/>
              <a:t>– </a:t>
            </a:r>
            <a:r>
              <a:rPr lang="ko-KR" altLang="en-US" dirty="0"/>
              <a:t>통합 홈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A18B2E-CF17-10AF-1006-E0AA3A036C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5962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D5220-85F0-6C12-3034-088635BA8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41F220-1159-1E23-FB96-2A7E8C4607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전체 라이브 </a:t>
            </a:r>
            <a:r>
              <a:rPr lang="en-US" altLang="ko-KR" sz="2000" dirty="0"/>
              <a:t>&gt; </a:t>
            </a:r>
            <a:r>
              <a:rPr lang="ko-KR" altLang="en-US" sz="2000" dirty="0"/>
              <a:t>투네이션 유형 신규 추가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748667B-AF5E-BD08-7389-62F77710E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49F7659A-97A3-6FB1-9DDF-DDD88111A63A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7466" cy="286192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투네이션 유형 추가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</a:tbl>
          </a:graphicData>
        </a:graphic>
      </p:graphicFrame>
      <p:sp>
        <p:nvSpPr>
          <p:cNvPr id="2" name="Rectangle 53">
            <a:extLst>
              <a:ext uri="{FF2B5EF4-FFF2-40B4-BE49-F238E27FC236}">
                <a16:creationId xmlns:a16="http://schemas.microsoft.com/office/drawing/2014/main" id="{72293DF3-50C0-9C40-ACD0-D82BF87BCAF2}"/>
              </a:ext>
            </a:extLst>
          </p:cNvPr>
          <p:cNvSpPr/>
          <p:nvPr/>
        </p:nvSpPr>
        <p:spPr>
          <a:xfrm>
            <a:off x="166968" y="1278710"/>
            <a:ext cx="1561164" cy="53103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BE4859-39E8-302A-BA3B-D700A7950386}"/>
              </a:ext>
            </a:extLst>
          </p:cNvPr>
          <p:cNvSpPr txBox="1"/>
          <p:nvPr/>
        </p:nvSpPr>
        <p:spPr>
          <a:xfrm>
            <a:off x="509358" y="925882"/>
            <a:ext cx="930310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맑은 고딕 (Body)"/>
              </a:rPr>
              <a:t>TOONATION</a:t>
            </a:r>
            <a:endParaRPr lang="ko-KR" alt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맑은 고딕 (Body)"/>
            </a:endParaRPr>
          </a:p>
        </p:txBody>
      </p:sp>
      <p:grpSp>
        <p:nvGrpSpPr>
          <p:cNvPr id="10" name="Group 7">
            <a:extLst>
              <a:ext uri="{FF2B5EF4-FFF2-40B4-BE49-F238E27FC236}">
                <a16:creationId xmlns:a16="http://schemas.microsoft.com/office/drawing/2014/main" id="{578E4BFC-BC33-24C4-BD8B-4256BCAFD19F}"/>
              </a:ext>
            </a:extLst>
          </p:cNvPr>
          <p:cNvGrpSpPr/>
          <p:nvPr/>
        </p:nvGrpSpPr>
        <p:grpSpPr>
          <a:xfrm>
            <a:off x="283039" y="1003948"/>
            <a:ext cx="159150" cy="90488"/>
            <a:chOff x="3540154" y="3322040"/>
            <a:chExt cx="209725" cy="90488"/>
          </a:xfrm>
        </p:grpSpPr>
        <p:cxnSp>
          <p:nvCxnSpPr>
            <p:cNvPr id="12" name="Straight Connector 6">
              <a:extLst>
                <a:ext uri="{FF2B5EF4-FFF2-40B4-BE49-F238E27FC236}">
                  <a16:creationId xmlns:a16="http://schemas.microsoft.com/office/drawing/2014/main" id="{5D25CAD1-59ED-96BF-D641-68E79BF8BA7B}"/>
                </a:ext>
              </a:extLst>
            </p:cNvPr>
            <p:cNvCxnSpPr/>
            <p:nvPr/>
          </p:nvCxnSpPr>
          <p:spPr>
            <a:xfrm>
              <a:off x="3540154" y="3322040"/>
              <a:ext cx="20972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8">
              <a:extLst>
                <a:ext uri="{FF2B5EF4-FFF2-40B4-BE49-F238E27FC236}">
                  <a16:creationId xmlns:a16="http://schemas.microsoft.com/office/drawing/2014/main" id="{DF176441-3691-06AD-E1CA-EBA2F09E491C}"/>
                </a:ext>
              </a:extLst>
            </p:cNvPr>
            <p:cNvCxnSpPr/>
            <p:nvPr/>
          </p:nvCxnSpPr>
          <p:spPr>
            <a:xfrm>
              <a:off x="3540154" y="3367284"/>
              <a:ext cx="20972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39">
              <a:extLst>
                <a:ext uri="{FF2B5EF4-FFF2-40B4-BE49-F238E27FC236}">
                  <a16:creationId xmlns:a16="http://schemas.microsoft.com/office/drawing/2014/main" id="{94953C3E-1C35-A3BE-DC37-79B9DC453BCA}"/>
                </a:ext>
              </a:extLst>
            </p:cNvPr>
            <p:cNvCxnSpPr/>
            <p:nvPr/>
          </p:nvCxnSpPr>
          <p:spPr>
            <a:xfrm>
              <a:off x="3540154" y="3412528"/>
              <a:ext cx="20972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3D22D80-A2A5-D68A-EEFF-02A2153A5B12}"/>
              </a:ext>
            </a:extLst>
          </p:cNvPr>
          <p:cNvCxnSpPr>
            <a:cxnSpLocks/>
          </p:cNvCxnSpPr>
          <p:nvPr/>
        </p:nvCxnSpPr>
        <p:spPr>
          <a:xfrm>
            <a:off x="158578" y="1268445"/>
            <a:ext cx="9290222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Rounded Rectangle 95">
            <a:extLst>
              <a:ext uri="{FF2B5EF4-FFF2-40B4-BE49-F238E27FC236}">
                <a16:creationId xmlns:a16="http://schemas.microsoft.com/office/drawing/2014/main" id="{C5E3C2C2-8021-106B-04D2-34EC8ECA5338}"/>
              </a:ext>
            </a:extLst>
          </p:cNvPr>
          <p:cNvSpPr/>
          <p:nvPr/>
        </p:nvSpPr>
        <p:spPr>
          <a:xfrm>
            <a:off x="8239142" y="931299"/>
            <a:ext cx="468000" cy="21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로그인</a:t>
            </a:r>
          </a:p>
        </p:txBody>
      </p:sp>
      <p:sp>
        <p:nvSpPr>
          <p:cNvPr id="23" name="Rounded Rectangle 96">
            <a:extLst>
              <a:ext uri="{FF2B5EF4-FFF2-40B4-BE49-F238E27FC236}">
                <a16:creationId xmlns:a16="http://schemas.microsoft.com/office/drawing/2014/main" id="{820AE9C3-820E-C13F-906F-551A40057B01}"/>
              </a:ext>
            </a:extLst>
          </p:cNvPr>
          <p:cNvSpPr/>
          <p:nvPr/>
        </p:nvSpPr>
        <p:spPr>
          <a:xfrm>
            <a:off x="8763967" y="931299"/>
            <a:ext cx="540000" cy="21600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회원가입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A88C1A-3BFC-A26A-9395-2D5FB6B199B7}"/>
              </a:ext>
            </a:extLst>
          </p:cNvPr>
          <p:cNvSpPr txBox="1"/>
          <p:nvPr/>
        </p:nvSpPr>
        <p:spPr>
          <a:xfrm>
            <a:off x="8095665" y="939729"/>
            <a:ext cx="104763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b="1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pic>
        <p:nvPicPr>
          <p:cNvPr id="30" name="Picture 91">
            <a:extLst>
              <a:ext uri="{FF2B5EF4-FFF2-40B4-BE49-F238E27FC236}">
                <a16:creationId xmlns:a16="http://schemas.microsoft.com/office/drawing/2014/main" id="{ACB136FA-DF9B-6EB4-90A1-32A20AF12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314" y="949321"/>
            <a:ext cx="180000" cy="180000"/>
          </a:xfrm>
          <a:prstGeom prst="rect">
            <a:avLst/>
          </a:prstGeom>
        </p:spPr>
      </p:pic>
      <p:pic>
        <p:nvPicPr>
          <p:cNvPr id="31" name="Picture 92">
            <a:extLst>
              <a:ext uri="{FF2B5EF4-FFF2-40B4-BE49-F238E27FC236}">
                <a16:creationId xmlns:a16="http://schemas.microsoft.com/office/drawing/2014/main" id="{C3F9CC8E-8D68-778D-BBFC-58A36118E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070" y="950672"/>
            <a:ext cx="180000" cy="180000"/>
          </a:xfrm>
          <a:prstGeom prst="rect">
            <a:avLst/>
          </a:prstGeom>
        </p:spPr>
      </p:pic>
      <p:cxnSp>
        <p:nvCxnSpPr>
          <p:cNvPr id="33" name="직선 연결선 143">
            <a:extLst>
              <a:ext uri="{FF2B5EF4-FFF2-40B4-BE49-F238E27FC236}">
                <a16:creationId xmlns:a16="http://schemas.microsoft.com/office/drawing/2014/main" id="{C2F78AC8-EED5-41FA-C657-C42A16142309}"/>
              </a:ext>
            </a:extLst>
          </p:cNvPr>
          <p:cNvCxnSpPr>
            <a:cxnSpLocks/>
          </p:cNvCxnSpPr>
          <p:nvPr/>
        </p:nvCxnSpPr>
        <p:spPr>
          <a:xfrm>
            <a:off x="1728132" y="1268445"/>
            <a:ext cx="0" cy="5320606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5" name="Group 153">
            <a:extLst>
              <a:ext uri="{FF2B5EF4-FFF2-40B4-BE49-F238E27FC236}">
                <a16:creationId xmlns:a16="http://schemas.microsoft.com/office/drawing/2014/main" id="{D2C6A49D-83A1-D141-638E-26767010843A}"/>
              </a:ext>
            </a:extLst>
          </p:cNvPr>
          <p:cNvGrpSpPr/>
          <p:nvPr/>
        </p:nvGrpSpPr>
        <p:grpSpPr>
          <a:xfrm>
            <a:off x="1568165" y="905861"/>
            <a:ext cx="2015149" cy="271182"/>
            <a:chOff x="4137659" y="1996430"/>
            <a:chExt cx="2015149" cy="271182"/>
          </a:xfrm>
        </p:grpSpPr>
        <p:sp>
          <p:nvSpPr>
            <p:cNvPr id="36" name="Rounded Rectangle 154">
              <a:extLst>
                <a:ext uri="{FF2B5EF4-FFF2-40B4-BE49-F238E27FC236}">
                  <a16:creationId xmlns:a16="http://schemas.microsoft.com/office/drawing/2014/main" id="{3AFF17DB-C091-29D4-DDA4-14F97BF7D102}"/>
                </a:ext>
              </a:extLst>
            </p:cNvPr>
            <p:cNvSpPr/>
            <p:nvPr/>
          </p:nvSpPr>
          <p:spPr>
            <a:xfrm>
              <a:off x="4137659" y="1996430"/>
              <a:ext cx="1904477" cy="27118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72000" tIns="0" rIns="0" bIns="0" rtlCol="0" anchor="ctr"/>
            <a:lstStyle/>
            <a:p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라이브</a:t>
              </a: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, </a:t>
              </a:r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크리에이터 검색</a:t>
              </a:r>
            </a:p>
          </p:txBody>
        </p:sp>
        <p:sp>
          <p:nvSpPr>
            <p:cNvPr id="37" name="Rounded Rectangle 185">
              <a:extLst>
                <a:ext uri="{FF2B5EF4-FFF2-40B4-BE49-F238E27FC236}">
                  <a16:creationId xmlns:a16="http://schemas.microsoft.com/office/drawing/2014/main" id="{09932AE1-E9A6-175D-6907-00BF166D34A1}"/>
                </a:ext>
              </a:extLst>
            </p:cNvPr>
            <p:cNvSpPr/>
            <p:nvPr/>
          </p:nvSpPr>
          <p:spPr>
            <a:xfrm>
              <a:off x="5671855" y="1996430"/>
              <a:ext cx="480953" cy="27118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b="1" dirty="0">
                  <a:solidFill>
                    <a:schemeClr val="bg1"/>
                  </a:solidFill>
                </a:rPr>
                <a:t>검색</a:t>
              </a:r>
            </a:p>
          </p:txBody>
        </p:sp>
      </p:grp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2F1E346B-FCA5-67EE-651D-69884FFD3920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9" name="Rectangle 422">
            <a:extLst>
              <a:ext uri="{FF2B5EF4-FFF2-40B4-BE49-F238E27FC236}">
                <a16:creationId xmlns:a16="http://schemas.microsoft.com/office/drawing/2014/main" id="{6ECC9990-C5C9-540B-F42B-5C880A4A7CDB}"/>
              </a:ext>
            </a:extLst>
          </p:cNvPr>
          <p:cNvSpPr/>
          <p:nvPr/>
        </p:nvSpPr>
        <p:spPr>
          <a:xfrm>
            <a:off x="1882892" y="2062646"/>
            <a:ext cx="1733808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0" name="Rectangle 423">
            <a:extLst>
              <a:ext uri="{FF2B5EF4-FFF2-40B4-BE49-F238E27FC236}">
                <a16:creationId xmlns:a16="http://schemas.microsoft.com/office/drawing/2014/main" id="{594ED276-1E06-6E84-48D6-9E28EDA670AD}"/>
              </a:ext>
            </a:extLst>
          </p:cNvPr>
          <p:cNvSpPr/>
          <p:nvPr/>
        </p:nvSpPr>
        <p:spPr>
          <a:xfrm>
            <a:off x="5514805" y="2062646"/>
            <a:ext cx="1724567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1" name="Rectangle 424">
            <a:extLst>
              <a:ext uri="{FF2B5EF4-FFF2-40B4-BE49-F238E27FC236}">
                <a16:creationId xmlns:a16="http://schemas.microsoft.com/office/drawing/2014/main" id="{C505DDD0-C6A8-06B6-9714-F86A907452BB}"/>
              </a:ext>
            </a:extLst>
          </p:cNvPr>
          <p:cNvSpPr/>
          <p:nvPr/>
        </p:nvSpPr>
        <p:spPr>
          <a:xfrm>
            <a:off x="3695358" y="2062646"/>
            <a:ext cx="1734345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242" name="Group 426">
            <a:extLst>
              <a:ext uri="{FF2B5EF4-FFF2-40B4-BE49-F238E27FC236}">
                <a16:creationId xmlns:a16="http://schemas.microsoft.com/office/drawing/2014/main" id="{E839421E-98F5-AF21-D463-3E4361B05BA0}"/>
              </a:ext>
            </a:extLst>
          </p:cNvPr>
          <p:cNvGrpSpPr/>
          <p:nvPr/>
        </p:nvGrpSpPr>
        <p:grpSpPr>
          <a:xfrm>
            <a:off x="1907588" y="3439820"/>
            <a:ext cx="1569717" cy="323038"/>
            <a:chOff x="1912634" y="5161380"/>
            <a:chExt cx="1569717" cy="323038"/>
          </a:xfrm>
        </p:grpSpPr>
        <p:grpSp>
          <p:nvGrpSpPr>
            <p:cNvPr id="243" name="Group 427">
              <a:extLst>
                <a:ext uri="{FF2B5EF4-FFF2-40B4-BE49-F238E27FC236}">
                  <a16:creationId xmlns:a16="http://schemas.microsoft.com/office/drawing/2014/main" id="{7981B526-F1C3-F1DD-34F1-EBFF288E0D5F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5083F77D-A8F6-4CDD-9AE0-04AB78F55D54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n-ea"/>
                    <a:ea typeface="+mn-ea"/>
                  </a:rPr>
                  <a:t>모여봐요 동물의 숲 </a:t>
                </a:r>
                <a:r>
                  <a:rPr lang="en-US" altLang="ko-KR" sz="800" b="1" dirty="0">
                    <a:latin typeface="+mn-ea"/>
                    <a:ea typeface="+mn-ea"/>
                  </a:rPr>
                  <a:t>ver 3.0</a:t>
                </a:r>
              </a:p>
            </p:txBody>
          </p:sp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E67442C3-97E7-49AF-757C-07A5EDBE3934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244" name="Group 428">
              <a:extLst>
                <a:ext uri="{FF2B5EF4-FFF2-40B4-BE49-F238E27FC236}">
                  <a16:creationId xmlns:a16="http://schemas.microsoft.com/office/drawing/2014/main" id="{D8D9766A-817E-1AD2-9573-A8F494FD861B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245" name="Oval 429">
                <a:extLst>
                  <a:ext uri="{FF2B5EF4-FFF2-40B4-BE49-F238E27FC236}">
                    <a16:creationId xmlns:a16="http://schemas.microsoft.com/office/drawing/2014/main" id="{5A3FA104-50CC-BC9F-5037-79150524FC61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246" name="Picture 430">
                <a:extLst>
                  <a:ext uri="{FF2B5EF4-FFF2-40B4-BE49-F238E27FC236}">
                    <a16:creationId xmlns:a16="http://schemas.microsoft.com/office/drawing/2014/main" id="{B693892D-2182-27A2-DD9B-DE17785930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grpSp>
        <p:nvGrpSpPr>
          <p:cNvPr id="249" name="Group 433">
            <a:extLst>
              <a:ext uri="{FF2B5EF4-FFF2-40B4-BE49-F238E27FC236}">
                <a16:creationId xmlns:a16="http://schemas.microsoft.com/office/drawing/2014/main" id="{34BD007F-E806-D9D9-A27B-69F350754ABB}"/>
              </a:ext>
            </a:extLst>
          </p:cNvPr>
          <p:cNvGrpSpPr/>
          <p:nvPr/>
        </p:nvGrpSpPr>
        <p:grpSpPr>
          <a:xfrm>
            <a:off x="3725079" y="3439820"/>
            <a:ext cx="1712853" cy="323038"/>
            <a:chOff x="1912634" y="5161380"/>
            <a:chExt cx="1712853" cy="323038"/>
          </a:xfrm>
        </p:grpSpPr>
        <p:grpSp>
          <p:nvGrpSpPr>
            <p:cNvPr id="250" name="Group 434">
              <a:extLst>
                <a:ext uri="{FF2B5EF4-FFF2-40B4-BE49-F238E27FC236}">
                  <a16:creationId xmlns:a16="http://schemas.microsoft.com/office/drawing/2014/main" id="{FE8245F5-02C3-AB9E-20A9-09BB57D9970E}"/>
                </a:ext>
              </a:extLst>
            </p:cNvPr>
            <p:cNvGrpSpPr/>
            <p:nvPr/>
          </p:nvGrpSpPr>
          <p:grpSpPr>
            <a:xfrm>
              <a:off x="2144878" y="5161380"/>
              <a:ext cx="1480609" cy="323038"/>
              <a:chOff x="1834476" y="5127414"/>
              <a:chExt cx="1480609" cy="323038"/>
            </a:xfrm>
          </p:grpSpPr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6C4B0C8B-C53D-79C5-E1B6-BE045663FE77}"/>
                  </a:ext>
                </a:extLst>
              </p:cNvPr>
              <p:cNvSpPr txBox="1"/>
              <p:nvPr/>
            </p:nvSpPr>
            <p:spPr>
              <a:xfrm>
                <a:off x="1834477" y="5127414"/>
                <a:ext cx="1480608" cy="195814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ko-KR" sz="800" b="1" dirty="0">
                    <a:latin typeface="+mn-ea"/>
                    <a:ea typeface="+mn-ea"/>
                  </a:rPr>
                  <a:t>[</a:t>
                </a:r>
                <a:r>
                  <a:rPr lang="ko-KR" altLang="en-US" sz="800" b="1" dirty="0">
                    <a:latin typeface="+mn-ea"/>
                    <a:ea typeface="+mn-ea"/>
                  </a:rPr>
                  <a:t>마라톤</a:t>
                </a:r>
                <a:r>
                  <a:rPr lang="en-US" altLang="ko-KR" sz="800" b="1" dirty="0">
                    <a:latin typeface="+mn-ea"/>
                    <a:ea typeface="+mn-ea"/>
                  </a:rPr>
                  <a:t>] </a:t>
                </a:r>
                <a:r>
                  <a:rPr lang="ko-KR" altLang="en-US" sz="800" b="1" dirty="0">
                    <a:latin typeface="+mn-ea"/>
                    <a:ea typeface="+mn-ea"/>
                  </a:rPr>
                  <a:t>익스트랙션 신작</a:t>
                </a:r>
                <a:r>
                  <a:rPr lang="en-US" altLang="ko-KR" sz="800" b="1" dirty="0">
                    <a:latin typeface="+mn-ea"/>
                    <a:ea typeface="+mn-ea"/>
                  </a:rPr>
                  <a:t>? </a:t>
                </a:r>
                <a:r>
                  <a:rPr lang="ko-KR" altLang="en-US" sz="800" b="1" dirty="0">
                    <a:latin typeface="+mn-ea"/>
                    <a:ea typeface="+mn-ea"/>
                  </a:rPr>
                  <a:t>베</a:t>
                </a:r>
                <a:r>
                  <a:rPr lang="en-US" altLang="ko-KR" sz="800" b="1" dirty="0">
                    <a:latin typeface="+mn-ea"/>
                    <a:ea typeface="+mn-ea"/>
                  </a:rPr>
                  <a:t>...</a:t>
                </a:r>
                <a:endParaRPr lang="ko-KR" altLang="en-US" sz="800" b="1" dirty="0">
                  <a:latin typeface="+mn-ea"/>
                  <a:ea typeface="+mn-ea"/>
                </a:endParaRPr>
              </a:p>
            </p:txBody>
          </p: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3F81102B-DA91-02FC-DDA6-8F7C83804BA9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342008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유우양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251" name="Group 435">
              <a:extLst>
                <a:ext uri="{FF2B5EF4-FFF2-40B4-BE49-F238E27FC236}">
                  <a16:creationId xmlns:a16="http://schemas.microsoft.com/office/drawing/2014/main" id="{AE185F0C-5394-581E-7BCD-01A4D76BFF8A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252" name="Oval 436">
                <a:extLst>
                  <a:ext uri="{FF2B5EF4-FFF2-40B4-BE49-F238E27FC236}">
                    <a16:creationId xmlns:a16="http://schemas.microsoft.com/office/drawing/2014/main" id="{C5863EB8-FB51-7C73-9D6E-CF0779D05CF3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253" name="Picture 437">
                <a:extLst>
                  <a:ext uri="{FF2B5EF4-FFF2-40B4-BE49-F238E27FC236}">
                    <a16:creationId xmlns:a16="http://schemas.microsoft.com/office/drawing/2014/main" id="{CB78BE1C-DD35-679B-32A9-6A41036F01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grpSp>
        <p:nvGrpSpPr>
          <p:cNvPr id="256" name="Group 440">
            <a:extLst>
              <a:ext uri="{FF2B5EF4-FFF2-40B4-BE49-F238E27FC236}">
                <a16:creationId xmlns:a16="http://schemas.microsoft.com/office/drawing/2014/main" id="{37BE4A67-9720-8DBF-490B-3F42F4B28472}"/>
              </a:ext>
            </a:extLst>
          </p:cNvPr>
          <p:cNvGrpSpPr/>
          <p:nvPr/>
        </p:nvGrpSpPr>
        <p:grpSpPr>
          <a:xfrm>
            <a:off x="5550888" y="3439820"/>
            <a:ext cx="1569717" cy="323038"/>
            <a:chOff x="1912634" y="5161380"/>
            <a:chExt cx="1569717" cy="323038"/>
          </a:xfrm>
        </p:grpSpPr>
        <p:grpSp>
          <p:nvGrpSpPr>
            <p:cNvPr id="257" name="Group 441">
              <a:extLst>
                <a:ext uri="{FF2B5EF4-FFF2-40B4-BE49-F238E27FC236}">
                  <a16:creationId xmlns:a16="http://schemas.microsoft.com/office/drawing/2014/main" id="{DEF6E668-D5CF-7E01-EE55-D78F4E73ABF7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39D1E3A9-013A-252E-2041-A82F8C74429A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n-ea"/>
                    <a:ea typeface="+mn-ea"/>
                  </a:rPr>
                  <a:t>모여봐요 동물의 숲 </a:t>
                </a:r>
                <a:r>
                  <a:rPr lang="en-US" altLang="ko-KR" sz="800" b="1" dirty="0">
                    <a:latin typeface="+mn-ea"/>
                    <a:ea typeface="+mn-ea"/>
                  </a:rPr>
                  <a:t>ver 3.0</a:t>
                </a:r>
              </a:p>
            </p:txBody>
          </p:sp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730403EE-024F-EB85-1B24-B9FEB776EE41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258" name="Group 442">
              <a:extLst>
                <a:ext uri="{FF2B5EF4-FFF2-40B4-BE49-F238E27FC236}">
                  <a16:creationId xmlns:a16="http://schemas.microsoft.com/office/drawing/2014/main" id="{9E2230AE-2680-BDFF-3DA0-C514870CBD0B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259" name="Oval 443">
                <a:extLst>
                  <a:ext uri="{FF2B5EF4-FFF2-40B4-BE49-F238E27FC236}">
                    <a16:creationId xmlns:a16="http://schemas.microsoft.com/office/drawing/2014/main" id="{A23036A1-D3C5-B709-E27F-246722DACE55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260" name="Picture 444">
                <a:extLst>
                  <a:ext uri="{FF2B5EF4-FFF2-40B4-BE49-F238E27FC236}">
                    <a16:creationId xmlns:a16="http://schemas.microsoft.com/office/drawing/2014/main" id="{7EF37FD6-3724-AAAB-6238-CF97F87B31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pic>
        <p:nvPicPr>
          <p:cNvPr id="263" name="Picture 447">
            <a:extLst>
              <a:ext uri="{FF2B5EF4-FFF2-40B4-BE49-F238E27FC236}">
                <a16:creationId xmlns:a16="http://schemas.microsoft.com/office/drawing/2014/main" id="{91E57C59-1F89-6D53-3181-FE190E923B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6840" y="2600741"/>
            <a:ext cx="237809" cy="237809"/>
          </a:xfrm>
          <a:prstGeom prst="rect">
            <a:avLst/>
          </a:prstGeom>
        </p:spPr>
      </p:pic>
      <p:pic>
        <p:nvPicPr>
          <p:cNvPr id="264" name="Picture 448">
            <a:extLst>
              <a:ext uri="{FF2B5EF4-FFF2-40B4-BE49-F238E27FC236}">
                <a16:creationId xmlns:a16="http://schemas.microsoft.com/office/drawing/2014/main" id="{00867EAD-9983-D5C9-C15D-6123B11B9F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858" y="2600741"/>
            <a:ext cx="237809" cy="237809"/>
          </a:xfrm>
          <a:prstGeom prst="rect">
            <a:avLst/>
          </a:prstGeom>
        </p:spPr>
      </p:pic>
      <p:pic>
        <p:nvPicPr>
          <p:cNvPr id="265" name="Picture 449">
            <a:extLst>
              <a:ext uri="{FF2B5EF4-FFF2-40B4-BE49-F238E27FC236}">
                <a16:creationId xmlns:a16="http://schemas.microsoft.com/office/drawing/2014/main" id="{9661321D-72F2-68C9-5EB4-A397B2726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6501" y="2600741"/>
            <a:ext cx="237809" cy="237809"/>
          </a:xfrm>
          <a:prstGeom prst="rect">
            <a:avLst/>
          </a:prstGeom>
        </p:spPr>
      </p:pic>
      <p:grpSp>
        <p:nvGrpSpPr>
          <p:cNvPr id="266" name="Group 450">
            <a:extLst>
              <a:ext uri="{FF2B5EF4-FFF2-40B4-BE49-F238E27FC236}">
                <a16:creationId xmlns:a16="http://schemas.microsoft.com/office/drawing/2014/main" id="{C7B6B635-F457-8336-96FC-B28C4240A19B}"/>
              </a:ext>
            </a:extLst>
          </p:cNvPr>
          <p:cNvGrpSpPr/>
          <p:nvPr/>
        </p:nvGrpSpPr>
        <p:grpSpPr>
          <a:xfrm>
            <a:off x="1944812" y="2156438"/>
            <a:ext cx="699778" cy="136254"/>
            <a:chOff x="1891022" y="4008148"/>
            <a:chExt cx="699778" cy="136254"/>
          </a:xfrm>
        </p:grpSpPr>
        <p:sp>
          <p:nvSpPr>
            <p:cNvPr id="267" name="Rounded Rectangle 451">
              <a:extLst>
                <a:ext uri="{FF2B5EF4-FFF2-40B4-BE49-F238E27FC236}">
                  <a16:creationId xmlns:a16="http://schemas.microsoft.com/office/drawing/2014/main" id="{0D1D8ECC-E531-EBBD-C432-176F6D35DFD4}"/>
                </a:ext>
              </a:extLst>
            </p:cNvPr>
            <p:cNvSpPr/>
            <p:nvPr/>
          </p:nvSpPr>
          <p:spPr>
            <a:xfrm>
              <a:off x="1891022" y="4008148"/>
              <a:ext cx="699778" cy="13625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0" rIns="72000" bIns="0" rtlCol="0" anchor="ctr"/>
            <a:lstStyle/>
            <a:p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시청자</a:t>
              </a:r>
              <a:r>
                <a:rPr lang="en-US" altLang="ko-KR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789</a:t>
              </a:r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명</a:t>
              </a:r>
            </a:p>
          </p:txBody>
        </p:sp>
        <p:sp>
          <p:nvSpPr>
            <p:cNvPr id="268" name="Oval 452">
              <a:extLst>
                <a:ext uri="{FF2B5EF4-FFF2-40B4-BE49-F238E27FC236}">
                  <a16:creationId xmlns:a16="http://schemas.microsoft.com/office/drawing/2014/main" id="{FD17C117-2C6A-E3FC-0E59-9FF169BC6FC7}"/>
                </a:ext>
              </a:extLst>
            </p:cNvPr>
            <p:cNvSpPr/>
            <p:nvPr/>
          </p:nvSpPr>
          <p:spPr>
            <a:xfrm>
              <a:off x="1929009" y="4050217"/>
              <a:ext cx="63500" cy="63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269" name="Group 453">
            <a:extLst>
              <a:ext uri="{FF2B5EF4-FFF2-40B4-BE49-F238E27FC236}">
                <a16:creationId xmlns:a16="http://schemas.microsoft.com/office/drawing/2014/main" id="{1001E303-4956-CCD4-A39A-93994269876B}"/>
              </a:ext>
            </a:extLst>
          </p:cNvPr>
          <p:cNvGrpSpPr/>
          <p:nvPr/>
        </p:nvGrpSpPr>
        <p:grpSpPr>
          <a:xfrm>
            <a:off x="3772718" y="2156438"/>
            <a:ext cx="720795" cy="136254"/>
            <a:chOff x="1891021" y="4008148"/>
            <a:chExt cx="720795" cy="136254"/>
          </a:xfrm>
        </p:grpSpPr>
        <p:sp>
          <p:nvSpPr>
            <p:cNvPr id="270" name="Rounded Rectangle 454">
              <a:extLst>
                <a:ext uri="{FF2B5EF4-FFF2-40B4-BE49-F238E27FC236}">
                  <a16:creationId xmlns:a16="http://schemas.microsoft.com/office/drawing/2014/main" id="{21EF557B-71A7-C88D-571A-BA188CE68F17}"/>
                </a:ext>
              </a:extLst>
            </p:cNvPr>
            <p:cNvSpPr/>
            <p:nvPr/>
          </p:nvSpPr>
          <p:spPr>
            <a:xfrm>
              <a:off x="1891021" y="4008148"/>
              <a:ext cx="720795" cy="13625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0" rIns="72000" bIns="0" rtlCol="0" anchor="ctr"/>
            <a:lstStyle/>
            <a:p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시청자</a:t>
              </a:r>
              <a:r>
                <a:rPr lang="en-US" altLang="ko-KR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2509</a:t>
              </a:r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명</a:t>
              </a:r>
            </a:p>
          </p:txBody>
        </p:sp>
        <p:sp>
          <p:nvSpPr>
            <p:cNvPr id="271" name="Oval 455">
              <a:extLst>
                <a:ext uri="{FF2B5EF4-FFF2-40B4-BE49-F238E27FC236}">
                  <a16:creationId xmlns:a16="http://schemas.microsoft.com/office/drawing/2014/main" id="{A51F5087-9C01-6292-9B93-B4F05799EE0C}"/>
                </a:ext>
              </a:extLst>
            </p:cNvPr>
            <p:cNvSpPr/>
            <p:nvPr/>
          </p:nvSpPr>
          <p:spPr>
            <a:xfrm>
              <a:off x="1929009" y="4050217"/>
              <a:ext cx="63500" cy="63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272" name="Group 456">
            <a:extLst>
              <a:ext uri="{FF2B5EF4-FFF2-40B4-BE49-F238E27FC236}">
                <a16:creationId xmlns:a16="http://schemas.microsoft.com/office/drawing/2014/main" id="{42F2BD3B-B8B3-E1F2-598F-7FB9D0F62F3B}"/>
              </a:ext>
            </a:extLst>
          </p:cNvPr>
          <p:cNvGrpSpPr/>
          <p:nvPr/>
        </p:nvGrpSpPr>
        <p:grpSpPr>
          <a:xfrm>
            <a:off x="5600333" y="2156438"/>
            <a:ext cx="637404" cy="136254"/>
            <a:chOff x="1891022" y="4008148"/>
            <a:chExt cx="637404" cy="136254"/>
          </a:xfrm>
        </p:grpSpPr>
        <p:sp>
          <p:nvSpPr>
            <p:cNvPr id="273" name="Rounded Rectangle 457">
              <a:extLst>
                <a:ext uri="{FF2B5EF4-FFF2-40B4-BE49-F238E27FC236}">
                  <a16:creationId xmlns:a16="http://schemas.microsoft.com/office/drawing/2014/main" id="{9EA6E6FA-79D9-3F82-3867-01C6A7208CAC}"/>
                </a:ext>
              </a:extLst>
            </p:cNvPr>
            <p:cNvSpPr/>
            <p:nvPr/>
          </p:nvSpPr>
          <p:spPr>
            <a:xfrm>
              <a:off x="1891022" y="4008148"/>
              <a:ext cx="637404" cy="13625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0" rIns="72000" bIns="0" rtlCol="0" anchor="ctr"/>
            <a:lstStyle/>
            <a:p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시청자</a:t>
              </a:r>
              <a:r>
                <a:rPr lang="en-US" altLang="ko-KR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99</a:t>
              </a:r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명</a:t>
              </a:r>
            </a:p>
          </p:txBody>
        </p:sp>
        <p:sp>
          <p:nvSpPr>
            <p:cNvPr id="274" name="Oval 458">
              <a:extLst>
                <a:ext uri="{FF2B5EF4-FFF2-40B4-BE49-F238E27FC236}">
                  <a16:creationId xmlns:a16="http://schemas.microsoft.com/office/drawing/2014/main" id="{300757B0-F1DA-DCBA-53F1-27FAD63CBCC6}"/>
                </a:ext>
              </a:extLst>
            </p:cNvPr>
            <p:cNvSpPr/>
            <p:nvPr/>
          </p:nvSpPr>
          <p:spPr>
            <a:xfrm>
              <a:off x="1929009" y="4050217"/>
              <a:ext cx="63500" cy="63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275" name="Group 459">
            <a:extLst>
              <a:ext uri="{FF2B5EF4-FFF2-40B4-BE49-F238E27FC236}">
                <a16:creationId xmlns:a16="http://schemas.microsoft.com/office/drawing/2014/main" id="{AB5C6212-53DD-1C87-684C-BD1230861038}"/>
              </a:ext>
            </a:extLst>
          </p:cNvPr>
          <p:cNvGrpSpPr/>
          <p:nvPr/>
        </p:nvGrpSpPr>
        <p:grpSpPr>
          <a:xfrm>
            <a:off x="3353632" y="3094863"/>
            <a:ext cx="172800" cy="172800"/>
            <a:chOff x="3799849" y="3028948"/>
            <a:chExt cx="172800" cy="172800"/>
          </a:xfrm>
        </p:grpSpPr>
        <p:sp>
          <p:nvSpPr>
            <p:cNvPr id="276" name="Oval 460">
              <a:extLst>
                <a:ext uri="{FF2B5EF4-FFF2-40B4-BE49-F238E27FC236}">
                  <a16:creationId xmlns:a16="http://schemas.microsoft.com/office/drawing/2014/main" id="{2822A3FE-B058-C39F-854D-47AA6FB21ABC}"/>
                </a:ext>
              </a:extLst>
            </p:cNvPr>
            <p:cNvSpPr/>
            <p:nvPr/>
          </p:nvSpPr>
          <p:spPr>
            <a:xfrm>
              <a:off x="3799849" y="3028948"/>
              <a:ext cx="172800" cy="1728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77" name="Picture 461">
              <a:extLst>
                <a:ext uri="{FF2B5EF4-FFF2-40B4-BE49-F238E27FC236}">
                  <a16:creationId xmlns:a16="http://schemas.microsoft.com/office/drawing/2014/main" id="{EA2E8198-B035-DB10-BD1A-C558B5DBE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biLevel thresh="25000"/>
            </a:blip>
            <a:stretch>
              <a:fillRect/>
            </a:stretch>
          </p:blipFill>
          <p:spPr>
            <a:xfrm>
              <a:off x="3840280" y="3071568"/>
              <a:ext cx="91938" cy="87560"/>
            </a:xfrm>
            <a:prstGeom prst="rect">
              <a:avLst/>
            </a:prstGeom>
          </p:spPr>
        </p:pic>
      </p:grpSp>
      <p:grpSp>
        <p:nvGrpSpPr>
          <p:cNvPr id="278" name="Group 462">
            <a:extLst>
              <a:ext uri="{FF2B5EF4-FFF2-40B4-BE49-F238E27FC236}">
                <a16:creationId xmlns:a16="http://schemas.microsoft.com/office/drawing/2014/main" id="{E9787661-42D1-F55A-EF33-85C9536C72E3}"/>
              </a:ext>
            </a:extLst>
          </p:cNvPr>
          <p:cNvGrpSpPr/>
          <p:nvPr/>
        </p:nvGrpSpPr>
        <p:grpSpPr>
          <a:xfrm>
            <a:off x="5185278" y="3094863"/>
            <a:ext cx="172800" cy="172800"/>
            <a:chOff x="3799849" y="3028948"/>
            <a:chExt cx="172800" cy="172800"/>
          </a:xfrm>
        </p:grpSpPr>
        <p:sp>
          <p:nvSpPr>
            <p:cNvPr id="279" name="Oval 463">
              <a:extLst>
                <a:ext uri="{FF2B5EF4-FFF2-40B4-BE49-F238E27FC236}">
                  <a16:creationId xmlns:a16="http://schemas.microsoft.com/office/drawing/2014/main" id="{8E98448C-3BE0-598F-1BD5-3BE305F3A4BA}"/>
                </a:ext>
              </a:extLst>
            </p:cNvPr>
            <p:cNvSpPr/>
            <p:nvPr/>
          </p:nvSpPr>
          <p:spPr>
            <a:xfrm>
              <a:off x="3799849" y="3028948"/>
              <a:ext cx="172800" cy="1728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80" name="Picture 464">
              <a:extLst>
                <a:ext uri="{FF2B5EF4-FFF2-40B4-BE49-F238E27FC236}">
                  <a16:creationId xmlns:a16="http://schemas.microsoft.com/office/drawing/2014/main" id="{7BEA0A31-D74F-035A-F736-7497D94B0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biLevel thresh="25000"/>
            </a:blip>
            <a:stretch>
              <a:fillRect/>
            </a:stretch>
          </p:blipFill>
          <p:spPr>
            <a:xfrm>
              <a:off x="3840280" y="3071568"/>
              <a:ext cx="91938" cy="87560"/>
            </a:xfrm>
            <a:prstGeom prst="rect">
              <a:avLst/>
            </a:prstGeom>
          </p:spPr>
        </p:pic>
      </p:grpSp>
      <p:grpSp>
        <p:nvGrpSpPr>
          <p:cNvPr id="281" name="Group 465">
            <a:extLst>
              <a:ext uri="{FF2B5EF4-FFF2-40B4-BE49-F238E27FC236}">
                <a16:creationId xmlns:a16="http://schemas.microsoft.com/office/drawing/2014/main" id="{0DB34A1C-CD33-39B4-5E0A-34F961B5FD64}"/>
              </a:ext>
            </a:extLst>
          </p:cNvPr>
          <p:cNvGrpSpPr/>
          <p:nvPr/>
        </p:nvGrpSpPr>
        <p:grpSpPr>
          <a:xfrm>
            <a:off x="6967307" y="3094863"/>
            <a:ext cx="172800" cy="172800"/>
            <a:chOff x="3799849" y="3028948"/>
            <a:chExt cx="172800" cy="172800"/>
          </a:xfrm>
        </p:grpSpPr>
        <p:sp>
          <p:nvSpPr>
            <p:cNvPr id="282" name="Oval 466">
              <a:extLst>
                <a:ext uri="{FF2B5EF4-FFF2-40B4-BE49-F238E27FC236}">
                  <a16:creationId xmlns:a16="http://schemas.microsoft.com/office/drawing/2014/main" id="{89EDD6AC-6939-DF5E-F151-81AA10CCDD46}"/>
                </a:ext>
              </a:extLst>
            </p:cNvPr>
            <p:cNvSpPr/>
            <p:nvPr/>
          </p:nvSpPr>
          <p:spPr>
            <a:xfrm>
              <a:off x="3799849" y="3028948"/>
              <a:ext cx="172800" cy="1728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83" name="Picture 467">
              <a:extLst>
                <a:ext uri="{FF2B5EF4-FFF2-40B4-BE49-F238E27FC236}">
                  <a16:creationId xmlns:a16="http://schemas.microsoft.com/office/drawing/2014/main" id="{F6519CA8-17FB-032D-91A2-A9795C150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biLevel thresh="25000"/>
            </a:blip>
            <a:stretch>
              <a:fillRect/>
            </a:stretch>
          </p:blipFill>
          <p:spPr>
            <a:xfrm>
              <a:off x="3840280" y="3071568"/>
              <a:ext cx="91938" cy="87560"/>
            </a:xfrm>
            <a:prstGeom prst="rect">
              <a:avLst/>
            </a:prstGeom>
          </p:spPr>
        </p:pic>
      </p:grpSp>
      <p:sp>
        <p:nvSpPr>
          <p:cNvPr id="284" name="Rectangle 468">
            <a:extLst>
              <a:ext uri="{FF2B5EF4-FFF2-40B4-BE49-F238E27FC236}">
                <a16:creationId xmlns:a16="http://schemas.microsoft.com/office/drawing/2014/main" id="{CA8801A3-439B-08A8-041B-074515B9AC51}"/>
              </a:ext>
            </a:extLst>
          </p:cNvPr>
          <p:cNvSpPr/>
          <p:nvPr/>
        </p:nvSpPr>
        <p:spPr>
          <a:xfrm>
            <a:off x="7320758" y="2062646"/>
            <a:ext cx="1724567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285" name="Group 469">
            <a:extLst>
              <a:ext uri="{FF2B5EF4-FFF2-40B4-BE49-F238E27FC236}">
                <a16:creationId xmlns:a16="http://schemas.microsoft.com/office/drawing/2014/main" id="{13169FFE-4454-6EAA-E9CC-139A144E9260}"/>
              </a:ext>
            </a:extLst>
          </p:cNvPr>
          <p:cNvGrpSpPr/>
          <p:nvPr/>
        </p:nvGrpSpPr>
        <p:grpSpPr>
          <a:xfrm>
            <a:off x="7356841" y="3439820"/>
            <a:ext cx="1569717" cy="323038"/>
            <a:chOff x="1912634" y="5161380"/>
            <a:chExt cx="1569717" cy="323038"/>
          </a:xfrm>
        </p:grpSpPr>
        <p:grpSp>
          <p:nvGrpSpPr>
            <p:cNvPr id="286" name="Group 470">
              <a:extLst>
                <a:ext uri="{FF2B5EF4-FFF2-40B4-BE49-F238E27FC236}">
                  <a16:creationId xmlns:a16="http://schemas.microsoft.com/office/drawing/2014/main" id="{A57EA8DA-6DFB-25E4-8E3D-67513254B65F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61730E11-5858-2327-2F85-D7F7FB9F0D9A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n-ea"/>
                    <a:ea typeface="+mn-ea"/>
                  </a:rPr>
                  <a:t>모여봐요 동물의 숲 </a:t>
                </a:r>
                <a:r>
                  <a:rPr lang="en-US" altLang="ko-KR" sz="800" b="1" dirty="0">
                    <a:latin typeface="+mn-ea"/>
                    <a:ea typeface="+mn-ea"/>
                  </a:rPr>
                  <a:t>ver 3.0</a:t>
                </a:r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EF62B03F-4938-99DC-BB91-D74203AD8208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287" name="Group 471">
              <a:extLst>
                <a:ext uri="{FF2B5EF4-FFF2-40B4-BE49-F238E27FC236}">
                  <a16:creationId xmlns:a16="http://schemas.microsoft.com/office/drawing/2014/main" id="{037448F9-8D90-24A8-8813-3B24B551942F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288" name="Oval 472">
                <a:extLst>
                  <a:ext uri="{FF2B5EF4-FFF2-40B4-BE49-F238E27FC236}">
                    <a16:creationId xmlns:a16="http://schemas.microsoft.com/office/drawing/2014/main" id="{4ED79B61-4DC7-3B60-6CA8-9DCA1B605E98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289" name="Picture 473">
                <a:extLst>
                  <a:ext uri="{FF2B5EF4-FFF2-40B4-BE49-F238E27FC236}">
                    <a16:creationId xmlns:a16="http://schemas.microsoft.com/office/drawing/2014/main" id="{0377C071-FE05-BC30-4550-1208C75D2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pic>
        <p:nvPicPr>
          <p:cNvPr id="292" name="Picture 476">
            <a:extLst>
              <a:ext uri="{FF2B5EF4-FFF2-40B4-BE49-F238E27FC236}">
                <a16:creationId xmlns:a16="http://schemas.microsoft.com/office/drawing/2014/main" id="{B880E901-84B9-6D18-7451-86C3EE3715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2454" y="2600741"/>
            <a:ext cx="237809" cy="237809"/>
          </a:xfrm>
          <a:prstGeom prst="rect">
            <a:avLst/>
          </a:prstGeom>
        </p:spPr>
      </p:pic>
      <p:grpSp>
        <p:nvGrpSpPr>
          <p:cNvPr id="293" name="Group 477">
            <a:extLst>
              <a:ext uri="{FF2B5EF4-FFF2-40B4-BE49-F238E27FC236}">
                <a16:creationId xmlns:a16="http://schemas.microsoft.com/office/drawing/2014/main" id="{8662D3F4-F43E-BD6E-BDB0-F8D4A1DC631F}"/>
              </a:ext>
            </a:extLst>
          </p:cNvPr>
          <p:cNvGrpSpPr/>
          <p:nvPr/>
        </p:nvGrpSpPr>
        <p:grpSpPr>
          <a:xfrm>
            <a:off x="7406286" y="2156438"/>
            <a:ext cx="637404" cy="136254"/>
            <a:chOff x="1891022" y="4008148"/>
            <a:chExt cx="637404" cy="136254"/>
          </a:xfrm>
        </p:grpSpPr>
        <p:sp>
          <p:nvSpPr>
            <p:cNvPr id="294" name="Rounded Rectangle 478">
              <a:extLst>
                <a:ext uri="{FF2B5EF4-FFF2-40B4-BE49-F238E27FC236}">
                  <a16:creationId xmlns:a16="http://schemas.microsoft.com/office/drawing/2014/main" id="{B24CA445-1817-D720-B3F7-B258FB7ACCBB}"/>
                </a:ext>
              </a:extLst>
            </p:cNvPr>
            <p:cNvSpPr/>
            <p:nvPr/>
          </p:nvSpPr>
          <p:spPr>
            <a:xfrm>
              <a:off x="1891022" y="4008148"/>
              <a:ext cx="637404" cy="13625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0" rIns="72000" bIns="0" rtlCol="0" anchor="ctr"/>
            <a:lstStyle/>
            <a:p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시청자</a:t>
              </a:r>
              <a:r>
                <a:rPr lang="en-US" altLang="ko-KR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99</a:t>
              </a:r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명</a:t>
              </a:r>
            </a:p>
          </p:txBody>
        </p:sp>
        <p:sp>
          <p:nvSpPr>
            <p:cNvPr id="295" name="Oval 479">
              <a:extLst>
                <a:ext uri="{FF2B5EF4-FFF2-40B4-BE49-F238E27FC236}">
                  <a16:creationId xmlns:a16="http://schemas.microsoft.com/office/drawing/2014/main" id="{C3030623-740E-5E28-A8C0-5EF995C7FC1C}"/>
                </a:ext>
              </a:extLst>
            </p:cNvPr>
            <p:cNvSpPr/>
            <p:nvPr/>
          </p:nvSpPr>
          <p:spPr>
            <a:xfrm>
              <a:off x="1929009" y="4050217"/>
              <a:ext cx="63500" cy="63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296" name="Group 480">
            <a:extLst>
              <a:ext uri="{FF2B5EF4-FFF2-40B4-BE49-F238E27FC236}">
                <a16:creationId xmlns:a16="http://schemas.microsoft.com/office/drawing/2014/main" id="{8958E9FA-B4A4-3EE6-10A7-B3755C45B573}"/>
              </a:ext>
            </a:extLst>
          </p:cNvPr>
          <p:cNvGrpSpPr/>
          <p:nvPr/>
        </p:nvGrpSpPr>
        <p:grpSpPr>
          <a:xfrm>
            <a:off x="8773260" y="3094863"/>
            <a:ext cx="172800" cy="172800"/>
            <a:chOff x="3799849" y="3028948"/>
            <a:chExt cx="172800" cy="172800"/>
          </a:xfrm>
        </p:grpSpPr>
        <p:sp>
          <p:nvSpPr>
            <p:cNvPr id="297" name="Oval 481">
              <a:extLst>
                <a:ext uri="{FF2B5EF4-FFF2-40B4-BE49-F238E27FC236}">
                  <a16:creationId xmlns:a16="http://schemas.microsoft.com/office/drawing/2014/main" id="{2C83919C-D8A2-3634-3AE2-1BBB0CF37398}"/>
                </a:ext>
              </a:extLst>
            </p:cNvPr>
            <p:cNvSpPr/>
            <p:nvPr/>
          </p:nvSpPr>
          <p:spPr>
            <a:xfrm>
              <a:off x="3799849" y="3028948"/>
              <a:ext cx="172800" cy="1728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98" name="Picture 482">
              <a:extLst>
                <a:ext uri="{FF2B5EF4-FFF2-40B4-BE49-F238E27FC236}">
                  <a16:creationId xmlns:a16="http://schemas.microsoft.com/office/drawing/2014/main" id="{F3F2BA6D-FAE6-02C3-D5B0-04CDED10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biLevel thresh="25000"/>
            </a:blip>
            <a:stretch>
              <a:fillRect/>
            </a:stretch>
          </p:blipFill>
          <p:spPr>
            <a:xfrm>
              <a:off x="3840280" y="3071568"/>
              <a:ext cx="91938" cy="87560"/>
            </a:xfrm>
            <a:prstGeom prst="rect">
              <a:avLst/>
            </a:prstGeom>
          </p:spPr>
        </p:pic>
      </p:grpSp>
      <p:grpSp>
        <p:nvGrpSpPr>
          <p:cNvPr id="299" name="그룹 5241">
            <a:extLst>
              <a:ext uri="{FF2B5EF4-FFF2-40B4-BE49-F238E27FC236}">
                <a16:creationId xmlns:a16="http://schemas.microsoft.com/office/drawing/2014/main" id="{52CA6F37-FF58-0576-9994-5A8E9811649D}"/>
              </a:ext>
            </a:extLst>
          </p:cNvPr>
          <p:cNvGrpSpPr/>
          <p:nvPr/>
        </p:nvGrpSpPr>
        <p:grpSpPr>
          <a:xfrm>
            <a:off x="1980417" y="1377525"/>
            <a:ext cx="3237623" cy="216000"/>
            <a:chOff x="1489298" y="1778160"/>
            <a:chExt cx="3237623" cy="216000"/>
          </a:xfrm>
        </p:grpSpPr>
        <p:sp>
          <p:nvSpPr>
            <p:cNvPr id="300" name="Rounded Rectangle 79">
              <a:extLst>
                <a:ext uri="{FF2B5EF4-FFF2-40B4-BE49-F238E27FC236}">
                  <a16:creationId xmlns:a16="http://schemas.microsoft.com/office/drawing/2014/main" id="{50447705-7C65-4222-AD40-70B03C75A1D0}"/>
                </a:ext>
              </a:extLst>
            </p:cNvPr>
            <p:cNvSpPr/>
            <p:nvPr/>
          </p:nvSpPr>
          <p:spPr>
            <a:xfrm>
              <a:off x="1489298" y="1778160"/>
              <a:ext cx="612000" cy="2160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b="1" dirty="0">
                  <a:solidFill>
                    <a:schemeClr val="bg1"/>
                  </a:solidFill>
                  <a:latin typeface="+mn-ea"/>
                </a:rPr>
                <a:t>전체</a:t>
              </a:r>
              <a:endParaRPr lang="ko-KR" altLang="en-US" sz="8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01" name="Rounded Rectangle 79">
              <a:extLst>
                <a:ext uri="{FF2B5EF4-FFF2-40B4-BE49-F238E27FC236}">
                  <a16:creationId xmlns:a16="http://schemas.microsoft.com/office/drawing/2014/main" id="{734DB72F-564D-1E34-F2FE-E4DFAAD89806}"/>
                </a:ext>
              </a:extLst>
            </p:cNvPr>
            <p:cNvSpPr/>
            <p:nvPr/>
          </p:nvSpPr>
          <p:spPr>
            <a:xfrm>
              <a:off x="2827639" y="1778160"/>
              <a:ext cx="617309" cy="216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유튜브</a:t>
              </a:r>
            </a:p>
          </p:txBody>
        </p:sp>
        <p:sp>
          <p:nvSpPr>
            <p:cNvPr id="302" name="Rounded Rectangle 79">
              <a:extLst>
                <a:ext uri="{FF2B5EF4-FFF2-40B4-BE49-F238E27FC236}">
                  <a16:creationId xmlns:a16="http://schemas.microsoft.com/office/drawing/2014/main" id="{BF7D1682-7A9F-C017-DE25-CB0DB6E1EAB1}"/>
                </a:ext>
              </a:extLst>
            </p:cNvPr>
            <p:cNvSpPr/>
            <p:nvPr/>
          </p:nvSpPr>
          <p:spPr>
            <a:xfrm>
              <a:off x="3504644" y="1778160"/>
              <a:ext cx="580927" cy="216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트위치</a:t>
              </a: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303" name="Rounded Rectangle 79">
              <a:extLst>
                <a:ext uri="{FF2B5EF4-FFF2-40B4-BE49-F238E27FC236}">
                  <a16:creationId xmlns:a16="http://schemas.microsoft.com/office/drawing/2014/main" id="{FBAFE896-EC2C-259C-A8D8-C32B464D03EF}"/>
                </a:ext>
              </a:extLst>
            </p:cNvPr>
            <p:cNvSpPr/>
            <p:nvPr/>
          </p:nvSpPr>
          <p:spPr>
            <a:xfrm>
              <a:off x="4145994" y="1778160"/>
              <a:ext cx="580927" cy="216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기타</a:t>
              </a:r>
            </a:p>
          </p:txBody>
        </p:sp>
        <p:sp>
          <p:nvSpPr>
            <p:cNvPr id="372" name="Rounded Rectangle 79">
              <a:extLst>
                <a:ext uri="{FF2B5EF4-FFF2-40B4-BE49-F238E27FC236}">
                  <a16:creationId xmlns:a16="http://schemas.microsoft.com/office/drawing/2014/main" id="{64683E61-5F62-7D68-602F-DD1880C508B3}"/>
                </a:ext>
              </a:extLst>
            </p:cNvPr>
            <p:cNvSpPr/>
            <p:nvPr/>
          </p:nvSpPr>
          <p:spPr>
            <a:xfrm>
              <a:off x="2154680" y="1778160"/>
              <a:ext cx="617309" cy="216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투네이션</a:t>
              </a:r>
            </a:p>
          </p:txBody>
        </p:sp>
      </p:grpSp>
      <p:sp>
        <p:nvSpPr>
          <p:cNvPr id="304" name="Rectangle 564">
            <a:extLst>
              <a:ext uri="{FF2B5EF4-FFF2-40B4-BE49-F238E27FC236}">
                <a16:creationId xmlns:a16="http://schemas.microsoft.com/office/drawing/2014/main" id="{CC53BDEC-DB4A-3774-1ECC-38EC8B864612}"/>
              </a:ext>
            </a:extLst>
          </p:cNvPr>
          <p:cNvSpPr/>
          <p:nvPr/>
        </p:nvSpPr>
        <p:spPr>
          <a:xfrm>
            <a:off x="1882892" y="3956273"/>
            <a:ext cx="1733808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5" name="Rectangle 565">
            <a:extLst>
              <a:ext uri="{FF2B5EF4-FFF2-40B4-BE49-F238E27FC236}">
                <a16:creationId xmlns:a16="http://schemas.microsoft.com/office/drawing/2014/main" id="{43C6941F-28F2-F827-FAF2-C72AAA2B1A7B}"/>
              </a:ext>
            </a:extLst>
          </p:cNvPr>
          <p:cNvSpPr/>
          <p:nvPr/>
        </p:nvSpPr>
        <p:spPr>
          <a:xfrm>
            <a:off x="5514805" y="3956273"/>
            <a:ext cx="1724567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6" name="Rectangle 566">
            <a:extLst>
              <a:ext uri="{FF2B5EF4-FFF2-40B4-BE49-F238E27FC236}">
                <a16:creationId xmlns:a16="http://schemas.microsoft.com/office/drawing/2014/main" id="{6C613322-FE4D-C62C-7A3C-9F9108C87404}"/>
              </a:ext>
            </a:extLst>
          </p:cNvPr>
          <p:cNvSpPr/>
          <p:nvPr/>
        </p:nvSpPr>
        <p:spPr>
          <a:xfrm>
            <a:off x="3695358" y="3956273"/>
            <a:ext cx="1734345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307" name="Group 567">
            <a:extLst>
              <a:ext uri="{FF2B5EF4-FFF2-40B4-BE49-F238E27FC236}">
                <a16:creationId xmlns:a16="http://schemas.microsoft.com/office/drawing/2014/main" id="{8C33993A-C2EB-9886-C64F-7A0EEA893EC5}"/>
              </a:ext>
            </a:extLst>
          </p:cNvPr>
          <p:cNvGrpSpPr/>
          <p:nvPr/>
        </p:nvGrpSpPr>
        <p:grpSpPr>
          <a:xfrm>
            <a:off x="1907588" y="5333447"/>
            <a:ext cx="1569717" cy="323038"/>
            <a:chOff x="1912634" y="5161380"/>
            <a:chExt cx="1569717" cy="323038"/>
          </a:xfrm>
        </p:grpSpPr>
        <p:grpSp>
          <p:nvGrpSpPr>
            <p:cNvPr id="308" name="Group 568">
              <a:extLst>
                <a:ext uri="{FF2B5EF4-FFF2-40B4-BE49-F238E27FC236}">
                  <a16:creationId xmlns:a16="http://schemas.microsoft.com/office/drawing/2014/main" id="{DF869ECE-BC39-F3DF-7D49-910CEBAC3B0D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48EEDF62-3997-62D1-F1B1-4AE480A40EA8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n-ea"/>
                    <a:ea typeface="+mn-ea"/>
                  </a:rPr>
                  <a:t>모여봐요 동물의 숲 </a:t>
                </a:r>
                <a:r>
                  <a:rPr lang="en-US" altLang="ko-KR" sz="800" b="1" dirty="0">
                    <a:latin typeface="+mn-ea"/>
                    <a:ea typeface="+mn-ea"/>
                  </a:rPr>
                  <a:t>ver 3.0</a:t>
                </a:r>
              </a:p>
            </p:txBody>
          </p:sp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285E2B9B-752A-0AF1-B4D1-369E8715C6DD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309" name="Group 569">
              <a:extLst>
                <a:ext uri="{FF2B5EF4-FFF2-40B4-BE49-F238E27FC236}">
                  <a16:creationId xmlns:a16="http://schemas.microsoft.com/office/drawing/2014/main" id="{C63EF9FC-131A-0B8B-91B1-BF1A7F7179D8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310" name="Oval 570">
                <a:extLst>
                  <a:ext uri="{FF2B5EF4-FFF2-40B4-BE49-F238E27FC236}">
                    <a16:creationId xmlns:a16="http://schemas.microsoft.com/office/drawing/2014/main" id="{A3A8D000-3C4E-8CB1-3F3B-D1561D3B4820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311" name="Picture 571">
                <a:extLst>
                  <a:ext uri="{FF2B5EF4-FFF2-40B4-BE49-F238E27FC236}">
                    <a16:creationId xmlns:a16="http://schemas.microsoft.com/office/drawing/2014/main" id="{CFF04127-3A08-37D7-79C4-71DF497A69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grpSp>
        <p:nvGrpSpPr>
          <p:cNvPr id="314" name="Group 574">
            <a:extLst>
              <a:ext uri="{FF2B5EF4-FFF2-40B4-BE49-F238E27FC236}">
                <a16:creationId xmlns:a16="http://schemas.microsoft.com/office/drawing/2014/main" id="{BF11C25D-4C9E-E112-1E5C-EC93159E3262}"/>
              </a:ext>
            </a:extLst>
          </p:cNvPr>
          <p:cNvGrpSpPr/>
          <p:nvPr/>
        </p:nvGrpSpPr>
        <p:grpSpPr>
          <a:xfrm>
            <a:off x="3725079" y="5333447"/>
            <a:ext cx="1712853" cy="460130"/>
            <a:chOff x="1912634" y="5161380"/>
            <a:chExt cx="1712853" cy="460130"/>
          </a:xfrm>
        </p:grpSpPr>
        <p:grpSp>
          <p:nvGrpSpPr>
            <p:cNvPr id="315" name="Group 575">
              <a:extLst>
                <a:ext uri="{FF2B5EF4-FFF2-40B4-BE49-F238E27FC236}">
                  <a16:creationId xmlns:a16="http://schemas.microsoft.com/office/drawing/2014/main" id="{CC590BDB-7E19-B5A7-D2B0-BEDE3B3E6C50}"/>
                </a:ext>
              </a:extLst>
            </p:cNvPr>
            <p:cNvGrpSpPr/>
            <p:nvPr/>
          </p:nvGrpSpPr>
          <p:grpSpPr>
            <a:xfrm>
              <a:off x="2144878" y="5161380"/>
              <a:ext cx="1480609" cy="460130"/>
              <a:chOff x="1834476" y="5127414"/>
              <a:chExt cx="1480609" cy="460130"/>
            </a:xfrm>
          </p:grpSpPr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6F291FB9-B2A3-20CA-A184-9F5F5213FABF}"/>
                  </a:ext>
                </a:extLst>
              </p:cNvPr>
              <p:cNvSpPr txBox="1"/>
              <p:nvPr/>
            </p:nvSpPr>
            <p:spPr>
              <a:xfrm>
                <a:off x="1834477" y="5127414"/>
                <a:ext cx="1480608" cy="318924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ko-KR" sz="800" b="1" dirty="0">
                    <a:latin typeface="+mn-ea"/>
                    <a:ea typeface="+mn-ea"/>
                  </a:rPr>
                  <a:t>[</a:t>
                </a:r>
                <a:r>
                  <a:rPr lang="ko-KR" altLang="en-US" sz="800" b="1" dirty="0">
                    <a:latin typeface="+mn-ea"/>
                    <a:ea typeface="+mn-ea"/>
                  </a:rPr>
                  <a:t>마라톤</a:t>
                </a:r>
                <a:r>
                  <a:rPr lang="en-US" altLang="ko-KR" sz="800" b="1" dirty="0">
                    <a:latin typeface="+mn-ea"/>
                    <a:ea typeface="+mn-ea"/>
                  </a:rPr>
                  <a:t>] </a:t>
                </a:r>
                <a:r>
                  <a:rPr lang="ko-KR" altLang="en-US" sz="800" b="1" dirty="0">
                    <a:latin typeface="+mn-ea"/>
                    <a:ea typeface="+mn-ea"/>
                  </a:rPr>
                  <a:t>익스트랙션 신작</a:t>
                </a:r>
                <a:r>
                  <a:rPr lang="en-US" altLang="ko-KR" sz="800" b="1" dirty="0">
                    <a:latin typeface="+mn-ea"/>
                    <a:ea typeface="+mn-ea"/>
                  </a:rPr>
                  <a:t>? </a:t>
                </a:r>
                <a:r>
                  <a:rPr lang="ko-KR" altLang="en-US" sz="800" b="1" dirty="0">
                    <a:latin typeface="+mn-ea"/>
                    <a:ea typeface="+mn-ea"/>
                  </a:rPr>
                  <a:t>베</a:t>
                </a:r>
                <a:endParaRPr lang="en-US" altLang="ko-KR" sz="800" b="1" dirty="0">
                  <a:latin typeface="+mn-ea"/>
                  <a:ea typeface="+mn-ea"/>
                </a:endParaRPr>
              </a:p>
              <a:p>
                <a:r>
                  <a:rPr lang="ko-KR" altLang="en-US" sz="800" b="1" dirty="0">
                    <a:latin typeface="+mn-ea"/>
                    <a:ea typeface="+mn-ea"/>
                  </a:rPr>
                  <a:t>테랑의 냉혹한 평가 시간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685675DF-E7AE-4561-C69C-C164DD739353}"/>
                  </a:ext>
                </a:extLst>
              </p:cNvPr>
              <p:cNvSpPr txBox="1"/>
              <p:nvPr/>
            </p:nvSpPr>
            <p:spPr>
              <a:xfrm>
                <a:off x="1834476" y="5407119"/>
                <a:ext cx="342008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유우양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316" name="Group 576">
              <a:extLst>
                <a:ext uri="{FF2B5EF4-FFF2-40B4-BE49-F238E27FC236}">
                  <a16:creationId xmlns:a16="http://schemas.microsoft.com/office/drawing/2014/main" id="{CA2C1FF9-D7CC-C3FA-F95F-F43C5C9AB1AB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317" name="Oval 577">
                <a:extLst>
                  <a:ext uri="{FF2B5EF4-FFF2-40B4-BE49-F238E27FC236}">
                    <a16:creationId xmlns:a16="http://schemas.microsoft.com/office/drawing/2014/main" id="{1F1B0B60-8F42-2BD9-1677-7471384DC6F8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318" name="Picture 578">
                <a:extLst>
                  <a:ext uri="{FF2B5EF4-FFF2-40B4-BE49-F238E27FC236}">
                    <a16:creationId xmlns:a16="http://schemas.microsoft.com/office/drawing/2014/main" id="{7D5E14D6-ABE3-B8ED-AA9F-E392CA94F5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grpSp>
        <p:nvGrpSpPr>
          <p:cNvPr id="321" name="Group 581">
            <a:extLst>
              <a:ext uri="{FF2B5EF4-FFF2-40B4-BE49-F238E27FC236}">
                <a16:creationId xmlns:a16="http://schemas.microsoft.com/office/drawing/2014/main" id="{8E042B6F-BC09-ACB6-76C5-BFE8F00AC45A}"/>
              </a:ext>
            </a:extLst>
          </p:cNvPr>
          <p:cNvGrpSpPr/>
          <p:nvPr/>
        </p:nvGrpSpPr>
        <p:grpSpPr>
          <a:xfrm>
            <a:off x="5550888" y="5333447"/>
            <a:ext cx="1569717" cy="323038"/>
            <a:chOff x="1912634" y="5161380"/>
            <a:chExt cx="1569717" cy="323038"/>
          </a:xfrm>
        </p:grpSpPr>
        <p:grpSp>
          <p:nvGrpSpPr>
            <p:cNvPr id="322" name="Group 582">
              <a:extLst>
                <a:ext uri="{FF2B5EF4-FFF2-40B4-BE49-F238E27FC236}">
                  <a16:creationId xmlns:a16="http://schemas.microsoft.com/office/drawing/2014/main" id="{FE481110-4E2E-8259-C9BC-C601843D3C2E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553E36C0-BA4C-5BEF-3E07-B96E941E5A7D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n-ea"/>
                    <a:ea typeface="+mn-ea"/>
                  </a:rPr>
                  <a:t>모여봐요 동물의 숲 </a:t>
                </a:r>
                <a:r>
                  <a:rPr lang="en-US" altLang="ko-KR" sz="800" b="1" dirty="0">
                    <a:latin typeface="+mn-ea"/>
                    <a:ea typeface="+mn-ea"/>
                  </a:rPr>
                  <a:t>ver 3.0</a:t>
                </a:r>
              </a:p>
            </p:txBody>
          </p:sp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id="{A1B5636F-1571-8DF0-8D7B-403B676B84BC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323" name="Group 583">
              <a:extLst>
                <a:ext uri="{FF2B5EF4-FFF2-40B4-BE49-F238E27FC236}">
                  <a16:creationId xmlns:a16="http://schemas.microsoft.com/office/drawing/2014/main" id="{4F275EA9-B76E-87A4-2039-62847B94A3BC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324" name="Oval 584">
                <a:extLst>
                  <a:ext uri="{FF2B5EF4-FFF2-40B4-BE49-F238E27FC236}">
                    <a16:creationId xmlns:a16="http://schemas.microsoft.com/office/drawing/2014/main" id="{625313D6-4E44-326C-A1C2-661FF856139F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325" name="Picture 585">
                <a:extLst>
                  <a:ext uri="{FF2B5EF4-FFF2-40B4-BE49-F238E27FC236}">
                    <a16:creationId xmlns:a16="http://schemas.microsoft.com/office/drawing/2014/main" id="{34FAD56A-C6B3-F948-65A4-DFEEB7C213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pic>
        <p:nvPicPr>
          <p:cNvPr id="328" name="Picture 588">
            <a:extLst>
              <a:ext uri="{FF2B5EF4-FFF2-40B4-BE49-F238E27FC236}">
                <a16:creationId xmlns:a16="http://schemas.microsoft.com/office/drawing/2014/main" id="{C3704CB1-389A-7B0B-85F5-0E7418EEAD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6840" y="4494368"/>
            <a:ext cx="237809" cy="237809"/>
          </a:xfrm>
          <a:prstGeom prst="rect">
            <a:avLst/>
          </a:prstGeom>
        </p:spPr>
      </p:pic>
      <p:pic>
        <p:nvPicPr>
          <p:cNvPr id="329" name="Picture 589">
            <a:extLst>
              <a:ext uri="{FF2B5EF4-FFF2-40B4-BE49-F238E27FC236}">
                <a16:creationId xmlns:a16="http://schemas.microsoft.com/office/drawing/2014/main" id="{CDBD38EB-FEA4-5073-6973-2FDB17E499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858" y="4494368"/>
            <a:ext cx="237809" cy="237809"/>
          </a:xfrm>
          <a:prstGeom prst="rect">
            <a:avLst/>
          </a:prstGeom>
        </p:spPr>
      </p:pic>
      <p:pic>
        <p:nvPicPr>
          <p:cNvPr id="330" name="Picture 590">
            <a:extLst>
              <a:ext uri="{FF2B5EF4-FFF2-40B4-BE49-F238E27FC236}">
                <a16:creationId xmlns:a16="http://schemas.microsoft.com/office/drawing/2014/main" id="{E7C17820-CE91-FED6-B705-3C85749D40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6501" y="4494368"/>
            <a:ext cx="237809" cy="237809"/>
          </a:xfrm>
          <a:prstGeom prst="rect">
            <a:avLst/>
          </a:prstGeom>
        </p:spPr>
      </p:pic>
      <p:grpSp>
        <p:nvGrpSpPr>
          <p:cNvPr id="331" name="Group 591">
            <a:extLst>
              <a:ext uri="{FF2B5EF4-FFF2-40B4-BE49-F238E27FC236}">
                <a16:creationId xmlns:a16="http://schemas.microsoft.com/office/drawing/2014/main" id="{E02AEEE9-AC07-B762-4653-5F53B9A46463}"/>
              </a:ext>
            </a:extLst>
          </p:cNvPr>
          <p:cNvGrpSpPr/>
          <p:nvPr/>
        </p:nvGrpSpPr>
        <p:grpSpPr>
          <a:xfrm>
            <a:off x="1944812" y="4050065"/>
            <a:ext cx="699778" cy="136254"/>
            <a:chOff x="1891022" y="4008148"/>
            <a:chExt cx="699778" cy="136254"/>
          </a:xfrm>
        </p:grpSpPr>
        <p:sp>
          <p:nvSpPr>
            <p:cNvPr id="332" name="Rounded Rectangle 592">
              <a:extLst>
                <a:ext uri="{FF2B5EF4-FFF2-40B4-BE49-F238E27FC236}">
                  <a16:creationId xmlns:a16="http://schemas.microsoft.com/office/drawing/2014/main" id="{6799A744-5EE8-88AF-8B53-79B8D9C33E12}"/>
                </a:ext>
              </a:extLst>
            </p:cNvPr>
            <p:cNvSpPr/>
            <p:nvPr/>
          </p:nvSpPr>
          <p:spPr>
            <a:xfrm>
              <a:off x="1891022" y="4008148"/>
              <a:ext cx="699778" cy="13625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0" rIns="72000" bIns="0" rtlCol="0" anchor="ctr"/>
            <a:lstStyle/>
            <a:p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시청자</a:t>
              </a:r>
              <a:r>
                <a:rPr lang="en-US" altLang="ko-KR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789</a:t>
              </a:r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명</a:t>
              </a:r>
            </a:p>
          </p:txBody>
        </p:sp>
        <p:sp>
          <p:nvSpPr>
            <p:cNvPr id="333" name="Oval 593">
              <a:extLst>
                <a:ext uri="{FF2B5EF4-FFF2-40B4-BE49-F238E27FC236}">
                  <a16:creationId xmlns:a16="http://schemas.microsoft.com/office/drawing/2014/main" id="{8877B203-3FE9-451E-5DCD-8298B11593F1}"/>
                </a:ext>
              </a:extLst>
            </p:cNvPr>
            <p:cNvSpPr/>
            <p:nvPr/>
          </p:nvSpPr>
          <p:spPr>
            <a:xfrm>
              <a:off x="1929009" y="4050217"/>
              <a:ext cx="63500" cy="63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334" name="Group 594">
            <a:extLst>
              <a:ext uri="{FF2B5EF4-FFF2-40B4-BE49-F238E27FC236}">
                <a16:creationId xmlns:a16="http://schemas.microsoft.com/office/drawing/2014/main" id="{50BCEA71-DEF9-7CCA-AF53-8579896C2505}"/>
              </a:ext>
            </a:extLst>
          </p:cNvPr>
          <p:cNvGrpSpPr/>
          <p:nvPr/>
        </p:nvGrpSpPr>
        <p:grpSpPr>
          <a:xfrm>
            <a:off x="3772718" y="4050065"/>
            <a:ext cx="720795" cy="136254"/>
            <a:chOff x="1891021" y="4008148"/>
            <a:chExt cx="720795" cy="136254"/>
          </a:xfrm>
        </p:grpSpPr>
        <p:sp>
          <p:nvSpPr>
            <p:cNvPr id="335" name="Rounded Rectangle 595">
              <a:extLst>
                <a:ext uri="{FF2B5EF4-FFF2-40B4-BE49-F238E27FC236}">
                  <a16:creationId xmlns:a16="http://schemas.microsoft.com/office/drawing/2014/main" id="{F6D09E15-756A-FC62-6132-0DD3239115EC}"/>
                </a:ext>
              </a:extLst>
            </p:cNvPr>
            <p:cNvSpPr/>
            <p:nvPr/>
          </p:nvSpPr>
          <p:spPr>
            <a:xfrm>
              <a:off x="1891021" y="4008148"/>
              <a:ext cx="720795" cy="13625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0" rIns="72000" bIns="0" rtlCol="0" anchor="ctr"/>
            <a:lstStyle/>
            <a:p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시청자</a:t>
              </a:r>
              <a:r>
                <a:rPr lang="en-US" altLang="ko-KR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2509</a:t>
              </a:r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명</a:t>
              </a:r>
            </a:p>
          </p:txBody>
        </p:sp>
        <p:sp>
          <p:nvSpPr>
            <p:cNvPr id="336" name="Oval 596">
              <a:extLst>
                <a:ext uri="{FF2B5EF4-FFF2-40B4-BE49-F238E27FC236}">
                  <a16:creationId xmlns:a16="http://schemas.microsoft.com/office/drawing/2014/main" id="{08B4FD77-67B5-8750-C72F-89CB7F652E72}"/>
                </a:ext>
              </a:extLst>
            </p:cNvPr>
            <p:cNvSpPr/>
            <p:nvPr/>
          </p:nvSpPr>
          <p:spPr>
            <a:xfrm>
              <a:off x="1929009" y="4050217"/>
              <a:ext cx="63500" cy="63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337" name="Group 597">
            <a:extLst>
              <a:ext uri="{FF2B5EF4-FFF2-40B4-BE49-F238E27FC236}">
                <a16:creationId xmlns:a16="http://schemas.microsoft.com/office/drawing/2014/main" id="{212B3DD2-AAD5-0743-1A29-EED78BAF0D55}"/>
              </a:ext>
            </a:extLst>
          </p:cNvPr>
          <p:cNvGrpSpPr/>
          <p:nvPr/>
        </p:nvGrpSpPr>
        <p:grpSpPr>
          <a:xfrm>
            <a:off x="5600333" y="4050065"/>
            <a:ext cx="637404" cy="136254"/>
            <a:chOff x="1891022" y="4008148"/>
            <a:chExt cx="637404" cy="136254"/>
          </a:xfrm>
        </p:grpSpPr>
        <p:sp>
          <p:nvSpPr>
            <p:cNvPr id="338" name="Rounded Rectangle 598">
              <a:extLst>
                <a:ext uri="{FF2B5EF4-FFF2-40B4-BE49-F238E27FC236}">
                  <a16:creationId xmlns:a16="http://schemas.microsoft.com/office/drawing/2014/main" id="{468DBF03-AA6E-6BE0-9704-5FC6B86B6CC6}"/>
                </a:ext>
              </a:extLst>
            </p:cNvPr>
            <p:cNvSpPr/>
            <p:nvPr/>
          </p:nvSpPr>
          <p:spPr>
            <a:xfrm>
              <a:off x="1891022" y="4008148"/>
              <a:ext cx="637404" cy="13625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0" rIns="72000" bIns="0" rtlCol="0" anchor="ctr"/>
            <a:lstStyle/>
            <a:p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시청자</a:t>
              </a:r>
              <a:r>
                <a:rPr lang="en-US" altLang="ko-KR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99</a:t>
              </a:r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명</a:t>
              </a:r>
            </a:p>
          </p:txBody>
        </p:sp>
        <p:sp>
          <p:nvSpPr>
            <p:cNvPr id="339" name="Oval 599">
              <a:extLst>
                <a:ext uri="{FF2B5EF4-FFF2-40B4-BE49-F238E27FC236}">
                  <a16:creationId xmlns:a16="http://schemas.microsoft.com/office/drawing/2014/main" id="{8A1D904B-E127-EA58-B38F-B95FB5B89C34}"/>
                </a:ext>
              </a:extLst>
            </p:cNvPr>
            <p:cNvSpPr/>
            <p:nvPr/>
          </p:nvSpPr>
          <p:spPr>
            <a:xfrm>
              <a:off x="1929009" y="4050217"/>
              <a:ext cx="63500" cy="63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340" name="Group 600">
            <a:extLst>
              <a:ext uri="{FF2B5EF4-FFF2-40B4-BE49-F238E27FC236}">
                <a16:creationId xmlns:a16="http://schemas.microsoft.com/office/drawing/2014/main" id="{37F33369-A2A9-64A2-BF20-997A86D5AF4E}"/>
              </a:ext>
            </a:extLst>
          </p:cNvPr>
          <p:cNvGrpSpPr/>
          <p:nvPr/>
        </p:nvGrpSpPr>
        <p:grpSpPr>
          <a:xfrm>
            <a:off x="3353632" y="4988490"/>
            <a:ext cx="172800" cy="172800"/>
            <a:chOff x="3799849" y="3028948"/>
            <a:chExt cx="172800" cy="172800"/>
          </a:xfrm>
        </p:grpSpPr>
        <p:sp>
          <p:nvSpPr>
            <p:cNvPr id="341" name="Oval 601">
              <a:extLst>
                <a:ext uri="{FF2B5EF4-FFF2-40B4-BE49-F238E27FC236}">
                  <a16:creationId xmlns:a16="http://schemas.microsoft.com/office/drawing/2014/main" id="{33AC7C32-2A78-C099-02F6-CF5D07BE1714}"/>
                </a:ext>
              </a:extLst>
            </p:cNvPr>
            <p:cNvSpPr/>
            <p:nvPr/>
          </p:nvSpPr>
          <p:spPr>
            <a:xfrm>
              <a:off x="3799849" y="3028948"/>
              <a:ext cx="172800" cy="1728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342" name="Picture 602">
              <a:extLst>
                <a:ext uri="{FF2B5EF4-FFF2-40B4-BE49-F238E27FC236}">
                  <a16:creationId xmlns:a16="http://schemas.microsoft.com/office/drawing/2014/main" id="{A3D1DD70-18F7-2E6A-8609-E16FC4D456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biLevel thresh="25000"/>
            </a:blip>
            <a:stretch>
              <a:fillRect/>
            </a:stretch>
          </p:blipFill>
          <p:spPr>
            <a:xfrm>
              <a:off x="3840280" y="3071568"/>
              <a:ext cx="91938" cy="87560"/>
            </a:xfrm>
            <a:prstGeom prst="rect">
              <a:avLst/>
            </a:prstGeom>
          </p:spPr>
        </p:pic>
      </p:grpSp>
      <p:grpSp>
        <p:nvGrpSpPr>
          <p:cNvPr id="343" name="Group 603">
            <a:extLst>
              <a:ext uri="{FF2B5EF4-FFF2-40B4-BE49-F238E27FC236}">
                <a16:creationId xmlns:a16="http://schemas.microsoft.com/office/drawing/2014/main" id="{FD2D4A1C-58EA-1F91-249A-3BDB6C5D98A3}"/>
              </a:ext>
            </a:extLst>
          </p:cNvPr>
          <p:cNvGrpSpPr/>
          <p:nvPr/>
        </p:nvGrpSpPr>
        <p:grpSpPr>
          <a:xfrm>
            <a:off x="5185278" y="4988490"/>
            <a:ext cx="172800" cy="172800"/>
            <a:chOff x="3799849" y="3028948"/>
            <a:chExt cx="172800" cy="172800"/>
          </a:xfrm>
        </p:grpSpPr>
        <p:sp>
          <p:nvSpPr>
            <p:cNvPr id="344" name="Oval 604">
              <a:extLst>
                <a:ext uri="{FF2B5EF4-FFF2-40B4-BE49-F238E27FC236}">
                  <a16:creationId xmlns:a16="http://schemas.microsoft.com/office/drawing/2014/main" id="{4F92750B-5797-DB7F-AB5C-1E35D3E4BF1E}"/>
                </a:ext>
              </a:extLst>
            </p:cNvPr>
            <p:cNvSpPr/>
            <p:nvPr/>
          </p:nvSpPr>
          <p:spPr>
            <a:xfrm>
              <a:off x="3799849" y="3028948"/>
              <a:ext cx="172800" cy="1728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345" name="Picture 605">
              <a:extLst>
                <a:ext uri="{FF2B5EF4-FFF2-40B4-BE49-F238E27FC236}">
                  <a16:creationId xmlns:a16="http://schemas.microsoft.com/office/drawing/2014/main" id="{348BC8FC-AB31-BF03-40CE-3E37BAB57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biLevel thresh="25000"/>
            </a:blip>
            <a:stretch>
              <a:fillRect/>
            </a:stretch>
          </p:blipFill>
          <p:spPr>
            <a:xfrm>
              <a:off x="3840280" y="3071568"/>
              <a:ext cx="91938" cy="87560"/>
            </a:xfrm>
            <a:prstGeom prst="rect">
              <a:avLst/>
            </a:prstGeom>
          </p:spPr>
        </p:pic>
      </p:grpSp>
      <p:grpSp>
        <p:nvGrpSpPr>
          <p:cNvPr id="346" name="Group 606">
            <a:extLst>
              <a:ext uri="{FF2B5EF4-FFF2-40B4-BE49-F238E27FC236}">
                <a16:creationId xmlns:a16="http://schemas.microsoft.com/office/drawing/2014/main" id="{440938E2-2A5E-9EA7-C2B8-964B29C8E940}"/>
              </a:ext>
            </a:extLst>
          </p:cNvPr>
          <p:cNvGrpSpPr/>
          <p:nvPr/>
        </p:nvGrpSpPr>
        <p:grpSpPr>
          <a:xfrm>
            <a:off x="6967307" y="4988490"/>
            <a:ext cx="172800" cy="172800"/>
            <a:chOff x="3799849" y="3028948"/>
            <a:chExt cx="172800" cy="172800"/>
          </a:xfrm>
        </p:grpSpPr>
        <p:sp>
          <p:nvSpPr>
            <p:cNvPr id="347" name="Oval 607">
              <a:extLst>
                <a:ext uri="{FF2B5EF4-FFF2-40B4-BE49-F238E27FC236}">
                  <a16:creationId xmlns:a16="http://schemas.microsoft.com/office/drawing/2014/main" id="{1BB46563-24D4-359A-4254-97CE170AD19F}"/>
                </a:ext>
              </a:extLst>
            </p:cNvPr>
            <p:cNvSpPr/>
            <p:nvPr/>
          </p:nvSpPr>
          <p:spPr>
            <a:xfrm>
              <a:off x="3799849" y="3028948"/>
              <a:ext cx="172800" cy="1728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348" name="Picture 608">
              <a:extLst>
                <a:ext uri="{FF2B5EF4-FFF2-40B4-BE49-F238E27FC236}">
                  <a16:creationId xmlns:a16="http://schemas.microsoft.com/office/drawing/2014/main" id="{11FB8936-1B72-D7B2-2D9F-DF852DA39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biLevel thresh="25000"/>
            </a:blip>
            <a:stretch>
              <a:fillRect/>
            </a:stretch>
          </p:blipFill>
          <p:spPr>
            <a:xfrm>
              <a:off x="3840280" y="3071568"/>
              <a:ext cx="91938" cy="87560"/>
            </a:xfrm>
            <a:prstGeom prst="rect">
              <a:avLst/>
            </a:prstGeom>
          </p:spPr>
        </p:pic>
      </p:grpSp>
      <p:sp>
        <p:nvSpPr>
          <p:cNvPr id="349" name="Rectangle 609">
            <a:extLst>
              <a:ext uri="{FF2B5EF4-FFF2-40B4-BE49-F238E27FC236}">
                <a16:creationId xmlns:a16="http://schemas.microsoft.com/office/drawing/2014/main" id="{DC85DE72-D8ED-8044-7CB5-D0B68C5AFAFA}"/>
              </a:ext>
            </a:extLst>
          </p:cNvPr>
          <p:cNvSpPr/>
          <p:nvPr/>
        </p:nvSpPr>
        <p:spPr>
          <a:xfrm>
            <a:off x="7320758" y="3956273"/>
            <a:ext cx="1724567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350" name="Group 610">
            <a:extLst>
              <a:ext uri="{FF2B5EF4-FFF2-40B4-BE49-F238E27FC236}">
                <a16:creationId xmlns:a16="http://schemas.microsoft.com/office/drawing/2014/main" id="{AFBB43C4-4F80-3C18-1A99-0AF8BE577CA3}"/>
              </a:ext>
            </a:extLst>
          </p:cNvPr>
          <p:cNvGrpSpPr/>
          <p:nvPr/>
        </p:nvGrpSpPr>
        <p:grpSpPr>
          <a:xfrm>
            <a:off x="7356841" y="5333447"/>
            <a:ext cx="1569717" cy="323038"/>
            <a:chOff x="1912634" y="5161380"/>
            <a:chExt cx="1569717" cy="323038"/>
          </a:xfrm>
        </p:grpSpPr>
        <p:grpSp>
          <p:nvGrpSpPr>
            <p:cNvPr id="351" name="Group 611">
              <a:extLst>
                <a:ext uri="{FF2B5EF4-FFF2-40B4-BE49-F238E27FC236}">
                  <a16:creationId xmlns:a16="http://schemas.microsoft.com/office/drawing/2014/main" id="{9A679B60-9F3D-F533-0C46-B5A38A424830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2BA9B518-99F4-5F94-566C-4E7810A6F27E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n-ea"/>
                    <a:ea typeface="+mn-ea"/>
                  </a:rPr>
                  <a:t>모여봐요 동물의 숲 </a:t>
                </a:r>
                <a:r>
                  <a:rPr lang="en-US" altLang="ko-KR" sz="800" b="1" dirty="0">
                    <a:latin typeface="+mn-ea"/>
                    <a:ea typeface="+mn-ea"/>
                  </a:rPr>
                  <a:t>ver 3.0</a:t>
                </a:r>
              </a:p>
            </p:txBody>
          </p:sp>
          <p:sp>
            <p:nvSpPr>
              <p:cNvPr id="356" name="TextBox 355">
                <a:extLst>
                  <a:ext uri="{FF2B5EF4-FFF2-40B4-BE49-F238E27FC236}">
                    <a16:creationId xmlns:a16="http://schemas.microsoft.com/office/drawing/2014/main" id="{D5715689-6DC9-1DBA-DB15-0E8B310AD376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352" name="Group 612">
              <a:extLst>
                <a:ext uri="{FF2B5EF4-FFF2-40B4-BE49-F238E27FC236}">
                  <a16:creationId xmlns:a16="http://schemas.microsoft.com/office/drawing/2014/main" id="{F5B84BC6-B09D-462D-8F35-6A11E5D515A8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353" name="Oval 613">
                <a:extLst>
                  <a:ext uri="{FF2B5EF4-FFF2-40B4-BE49-F238E27FC236}">
                    <a16:creationId xmlns:a16="http://schemas.microsoft.com/office/drawing/2014/main" id="{8D487F1F-6FA2-D3B1-6D35-488A83F693E1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354" name="Picture 614">
                <a:extLst>
                  <a:ext uri="{FF2B5EF4-FFF2-40B4-BE49-F238E27FC236}">
                    <a16:creationId xmlns:a16="http://schemas.microsoft.com/office/drawing/2014/main" id="{9DB9AE3A-5D74-39EC-7102-7253EF34E3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pic>
        <p:nvPicPr>
          <p:cNvPr id="357" name="Picture 617">
            <a:extLst>
              <a:ext uri="{FF2B5EF4-FFF2-40B4-BE49-F238E27FC236}">
                <a16:creationId xmlns:a16="http://schemas.microsoft.com/office/drawing/2014/main" id="{4414805A-5B32-29E3-2902-CC9A8DBA84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2454" y="4494368"/>
            <a:ext cx="237809" cy="237809"/>
          </a:xfrm>
          <a:prstGeom prst="rect">
            <a:avLst/>
          </a:prstGeom>
        </p:spPr>
      </p:pic>
      <p:grpSp>
        <p:nvGrpSpPr>
          <p:cNvPr id="358" name="Group 618">
            <a:extLst>
              <a:ext uri="{FF2B5EF4-FFF2-40B4-BE49-F238E27FC236}">
                <a16:creationId xmlns:a16="http://schemas.microsoft.com/office/drawing/2014/main" id="{2009EA85-471B-CA1B-8E30-380C2D0AD56A}"/>
              </a:ext>
            </a:extLst>
          </p:cNvPr>
          <p:cNvGrpSpPr/>
          <p:nvPr/>
        </p:nvGrpSpPr>
        <p:grpSpPr>
          <a:xfrm>
            <a:off x="7406286" y="4050065"/>
            <a:ext cx="637404" cy="136254"/>
            <a:chOff x="1891022" y="4008148"/>
            <a:chExt cx="637404" cy="136254"/>
          </a:xfrm>
        </p:grpSpPr>
        <p:sp>
          <p:nvSpPr>
            <p:cNvPr id="359" name="Rounded Rectangle 619">
              <a:extLst>
                <a:ext uri="{FF2B5EF4-FFF2-40B4-BE49-F238E27FC236}">
                  <a16:creationId xmlns:a16="http://schemas.microsoft.com/office/drawing/2014/main" id="{32E44220-24F5-F3D8-E4E5-67507B2A2DFD}"/>
                </a:ext>
              </a:extLst>
            </p:cNvPr>
            <p:cNvSpPr/>
            <p:nvPr/>
          </p:nvSpPr>
          <p:spPr>
            <a:xfrm>
              <a:off x="1891022" y="4008148"/>
              <a:ext cx="637404" cy="13625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0" rIns="72000" bIns="0" rtlCol="0" anchor="ctr"/>
            <a:lstStyle/>
            <a:p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시청자</a:t>
              </a:r>
              <a:r>
                <a:rPr lang="en-US" altLang="ko-KR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99</a:t>
              </a:r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명</a:t>
              </a:r>
            </a:p>
          </p:txBody>
        </p:sp>
        <p:sp>
          <p:nvSpPr>
            <p:cNvPr id="360" name="Oval 620">
              <a:extLst>
                <a:ext uri="{FF2B5EF4-FFF2-40B4-BE49-F238E27FC236}">
                  <a16:creationId xmlns:a16="http://schemas.microsoft.com/office/drawing/2014/main" id="{06EE983E-2B0D-6841-91BB-B3771F7E9057}"/>
                </a:ext>
              </a:extLst>
            </p:cNvPr>
            <p:cNvSpPr/>
            <p:nvPr/>
          </p:nvSpPr>
          <p:spPr>
            <a:xfrm>
              <a:off x="1929009" y="4050217"/>
              <a:ext cx="63500" cy="63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361" name="Group 621">
            <a:extLst>
              <a:ext uri="{FF2B5EF4-FFF2-40B4-BE49-F238E27FC236}">
                <a16:creationId xmlns:a16="http://schemas.microsoft.com/office/drawing/2014/main" id="{CD88E81F-A56F-D326-574C-D1197BEB14EA}"/>
              </a:ext>
            </a:extLst>
          </p:cNvPr>
          <p:cNvGrpSpPr/>
          <p:nvPr/>
        </p:nvGrpSpPr>
        <p:grpSpPr>
          <a:xfrm>
            <a:off x="8773260" y="4988490"/>
            <a:ext cx="172800" cy="172800"/>
            <a:chOff x="3799849" y="3028948"/>
            <a:chExt cx="172800" cy="172800"/>
          </a:xfrm>
        </p:grpSpPr>
        <p:sp>
          <p:nvSpPr>
            <p:cNvPr id="362" name="Oval 622">
              <a:extLst>
                <a:ext uri="{FF2B5EF4-FFF2-40B4-BE49-F238E27FC236}">
                  <a16:creationId xmlns:a16="http://schemas.microsoft.com/office/drawing/2014/main" id="{0EC47846-C745-C605-F225-AF106B5AE11E}"/>
                </a:ext>
              </a:extLst>
            </p:cNvPr>
            <p:cNvSpPr/>
            <p:nvPr/>
          </p:nvSpPr>
          <p:spPr>
            <a:xfrm>
              <a:off x="3799849" y="3028948"/>
              <a:ext cx="172800" cy="1728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363" name="Picture 623">
              <a:extLst>
                <a:ext uri="{FF2B5EF4-FFF2-40B4-BE49-F238E27FC236}">
                  <a16:creationId xmlns:a16="http://schemas.microsoft.com/office/drawing/2014/main" id="{8EC4CAA3-504B-2A0A-C81C-4F4B38086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biLevel thresh="25000"/>
            </a:blip>
            <a:stretch>
              <a:fillRect/>
            </a:stretch>
          </p:blipFill>
          <p:spPr>
            <a:xfrm>
              <a:off x="3840280" y="3071568"/>
              <a:ext cx="91938" cy="87560"/>
            </a:xfrm>
            <a:prstGeom prst="rect">
              <a:avLst/>
            </a:prstGeom>
          </p:spPr>
        </p:pic>
      </p:grpSp>
      <p:sp>
        <p:nvSpPr>
          <p:cNvPr id="364" name="TextBox 363">
            <a:extLst>
              <a:ext uri="{FF2B5EF4-FFF2-40B4-BE49-F238E27FC236}">
                <a16:creationId xmlns:a16="http://schemas.microsoft.com/office/drawing/2014/main" id="{B03A8335-127F-3039-1EF9-930907FBCC49}"/>
              </a:ext>
            </a:extLst>
          </p:cNvPr>
          <p:cNvSpPr txBox="1"/>
          <p:nvPr/>
        </p:nvSpPr>
        <p:spPr>
          <a:xfrm>
            <a:off x="4258166" y="6184542"/>
            <a:ext cx="233934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US" altLang="ko-KR" sz="800" b="1" spc="-15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&lt;&lt;</a:t>
            </a:r>
            <a:r>
              <a:rPr lang="en-US" altLang="ko-KR" sz="8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 &lt;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 2   3   4   5   6   7   8   9   10  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&gt;&gt;</a:t>
            </a:r>
            <a:endParaRPr lang="ko-KR" altLang="en-US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365" name="그룹 178">
            <a:extLst>
              <a:ext uri="{FF2B5EF4-FFF2-40B4-BE49-F238E27FC236}">
                <a16:creationId xmlns:a16="http://schemas.microsoft.com/office/drawing/2014/main" id="{087394E6-489D-F5E1-160F-B35C4171AFAB}"/>
              </a:ext>
            </a:extLst>
          </p:cNvPr>
          <p:cNvGrpSpPr/>
          <p:nvPr/>
        </p:nvGrpSpPr>
        <p:grpSpPr>
          <a:xfrm>
            <a:off x="8142110" y="1789837"/>
            <a:ext cx="875460" cy="195814"/>
            <a:chOff x="3326774" y="3703973"/>
            <a:chExt cx="875460" cy="195814"/>
          </a:xfrm>
        </p:grpSpPr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9C21ABEE-7035-7623-EAA1-7824C80337EC}"/>
                </a:ext>
              </a:extLst>
            </p:cNvPr>
            <p:cNvSpPr txBox="1"/>
            <p:nvPr/>
          </p:nvSpPr>
          <p:spPr>
            <a:xfrm>
              <a:off x="3326774" y="3703973"/>
              <a:ext cx="725126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>
                  <a:latin typeface="+mn-ea"/>
                  <a:ea typeface="+mn-ea"/>
                </a:rPr>
                <a:t>시청자 높은순</a:t>
              </a:r>
              <a:endParaRPr lang="en-US" altLang="ko-KR" sz="800" dirty="0">
                <a:latin typeface="+mn-ea"/>
                <a:ea typeface="+mn-ea"/>
              </a:endParaRPr>
            </a:p>
          </p:txBody>
        </p: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0C94794A-02F8-8ABD-D0A3-A73EE43C3812}"/>
                </a:ext>
              </a:extLst>
            </p:cNvPr>
            <p:cNvSpPr txBox="1"/>
            <p:nvPr/>
          </p:nvSpPr>
          <p:spPr>
            <a:xfrm rot="5400000">
              <a:off x="4001450" y="3689222"/>
              <a:ext cx="167281" cy="234286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</a:p>
          </p:txBody>
        </p:sp>
      </p:grpSp>
      <p:sp>
        <p:nvSpPr>
          <p:cNvPr id="371" name="Rounded Rectangle 79">
            <a:extLst>
              <a:ext uri="{FF2B5EF4-FFF2-40B4-BE49-F238E27FC236}">
                <a16:creationId xmlns:a16="http://schemas.microsoft.com/office/drawing/2014/main" id="{393E35F6-7A27-D2DC-DC2D-7D754ACDD5C6}"/>
              </a:ext>
            </a:extLst>
          </p:cNvPr>
          <p:cNvSpPr/>
          <p:nvPr/>
        </p:nvSpPr>
        <p:spPr>
          <a:xfrm>
            <a:off x="1882892" y="1708187"/>
            <a:ext cx="885715" cy="216000"/>
          </a:xfrm>
          <a:prstGeom prst="roundRect">
            <a:avLst>
              <a:gd name="adj" fmla="val 20948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전체</a:t>
            </a:r>
          </a:p>
        </p:txBody>
      </p:sp>
      <p:sp>
        <p:nvSpPr>
          <p:cNvPr id="374" name="타원 129">
            <a:extLst>
              <a:ext uri="{FF2B5EF4-FFF2-40B4-BE49-F238E27FC236}">
                <a16:creationId xmlns:a16="http://schemas.microsoft.com/office/drawing/2014/main" id="{20A4C0C2-18EB-6B11-5967-8B3E975D6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417" y="1301814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5" name="Rectangle 73">
            <a:extLst>
              <a:ext uri="{FF2B5EF4-FFF2-40B4-BE49-F238E27FC236}">
                <a16:creationId xmlns:a16="http://schemas.microsoft.com/office/drawing/2014/main" id="{4787B3D3-45E3-0121-19EC-7DD0AF82C3E2}"/>
              </a:ext>
            </a:extLst>
          </p:cNvPr>
          <p:cNvSpPr/>
          <p:nvPr/>
        </p:nvSpPr>
        <p:spPr>
          <a:xfrm>
            <a:off x="515584" y="1383234"/>
            <a:ext cx="1043193" cy="1215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ko-KR" altLang="en-US" sz="800" b="1" dirty="0">
                <a:latin typeface="+mn-ea"/>
                <a:ea typeface="+mn-ea"/>
              </a:rPr>
              <a:t>전체 라이브</a:t>
            </a:r>
            <a:endParaRPr lang="en-US" altLang="ko-KR" sz="8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ko-KR" altLang="en-US" sz="8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인기라이브</a:t>
            </a:r>
            <a:endParaRPr lang="en-US" altLang="ko-KR" sz="8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ko-KR" altLang="en-US" sz="8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투네랭킹</a:t>
            </a:r>
            <a:endParaRPr lang="en-US" altLang="ko-KR" sz="8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ko-KR" altLang="en-US" sz="8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이벤트</a:t>
            </a:r>
            <a:endParaRPr lang="en-US" altLang="ko-KR" sz="8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376" name="Group 182">
            <a:extLst>
              <a:ext uri="{FF2B5EF4-FFF2-40B4-BE49-F238E27FC236}">
                <a16:creationId xmlns:a16="http://schemas.microsoft.com/office/drawing/2014/main" id="{71620468-570D-086E-6634-E06F7954287E}"/>
              </a:ext>
            </a:extLst>
          </p:cNvPr>
          <p:cNvGrpSpPr/>
          <p:nvPr/>
        </p:nvGrpSpPr>
        <p:grpSpPr>
          <a:xfrm>
            <a:off x="304344" y="1421839"/>
            <a:ext cx="216000" cy="1123880"/>
            <a:chOff x="334190" y="3789719"/>
            <a:chExt cx="216000" cy="1123880"/>
          </a:xfrm>
        </p:grpSpPr>
        <p:sp>
          <p:nvSpPr>
            <p:cNvPr id="377" name="Oval 183">
              <a:extLst>
                <a:ext uri="{FF2B5EF4-FFF2-40B4-BE49-F238E27FC236}">
                  <a16:creationId xmlns:a16="http://schemas.microsoft.com/office/drawing/2014/main" id="{5074EE89-AA44-04E8-53C5-0AE6245104ED}"/>
                </a:ext>
              </a:extLst>
            </p:cNvPr>
            <p:cNvSpPr/>
            <p:nvPr/>
          </p:nvSpPr>
          <p:spPr>
            <a:xfrm>
              <a:off x="334190" y="3789719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bg1"/>
                  </a:solidFill>
                  <a:latin typeface="+mn-ea"/>
                </a:rPr>
                <a:t>ICON</a:t>
              </a:r>
              <a:endParaRPr lang="ko-KR" altLang="en-US" sz="5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78" name="Oval 184">
              <a:extLst>
                <a:ext uri="{FF2B5EF4-FFF2-40B4-BE49-F238E27FC236}">
                  <a16:creationId xmlns:a16="http://schemas.microsoft.com/office/drawing/2014/main" id="{FC917368-BEB3-D880-FED3-6AA1143D3FFC}"/>
                </a:ext>
              </a:extLst>
            </p:cNvPr>
            <p:cNvSpPr/>
            <p:nvPr/>
          </p:nvSpPr>
          <p:spPr>
            <a:xfrm>
              <a:off x="334190" y="4100041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bg1"/>
                  </a:solidFill>
                  <a:latin typeface="+mn-ea"/>
                </a:rPr>
                <a:t>ICON</a:t>
              </a:r>
              <a:endParaRPr lang="ko-KR" altLang="en-US" sz="5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79" name="Oval 178">
              <a:extLst>
                <a:ext uri="{FF2B5EF4-FFF2-40B4-BE49-F238E27FC236}">
                  <a16:creationId xmlns:a16="http://schemas.microsoft.com/office/drawing/2014/main" id="{7237184D-F782-496F-4963-465F48123153}"/>
                </a:ext>
              </a:extLst>
            </p:cNvPr>
            <p:cNvSpPr/>
            <p:nvPr/>
          </p:nvSpPr>
          <p:spPr>
            <a:xfrm>
              <a:off x="334190" y="4412374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bg1"/>
                  </a:solidFill>
                  <a:latin typeface="+mn-ea"/>
                </a:rPr>
                <a:t>ICON</a:t>
              </a:r>
              <a:endParaRPr lang="ko-KR" altLang="en-US" sz="5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80" name="Oval 200">
              <a:extLst>
                <a:ext uri="{FF2B5EF4-FFF2-40B4-BE49-F238E27FC236}">
                  <a16:creationId xmlns:a16="http://schemas.microsoft.com/office/drawing/2014/main" id="{012C0D7E-5B31-73BD-ABE5-C870FC9E4FA1}"/>
                </a:ext>
              </a:extLst>
            </p:cNvPr>
            <p:cNvSpPr/>
            <p:nvPr/>
          </p:nvSpPr>
          <p:spPr>
            <a:xfrm>
              <a:off x="334190" y="4697599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bg1"/>
                  </a:solidFill>
                  <a:latin typeface="+mn-ea"/>
                </a:rPr>
                <a:t>ICON</a:t>
              </a:r>
              <a:endParaRPr lang="ko-KR" altLang="en-US" sz="500" b="1" dirty="0">
                <a:solidFill>
                  <a:schemeClr val="bg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23383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2644D-A528-0C5D-687F-6C2096910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406ABCD-0B2F-4371-59DD-B5F31837F6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영상 리스트 </a:t>
            </a:r>
            <a:r>
              <a:rPr lang="en-US" altLang="ko-KR" sz="2000" dirty="0"/>
              <a:t>&gt; </a:t>
            </a:r>
            <a:r>
              <a:rPr lang="ko-KR" altLang="en-US" sz="2000" dirty="0"/>
              <a:t>투네이션 로고 신규 추가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ECEB980-2529-E51D-97EB-A459574D5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D2515E2B-9D3D-3F38-A3F5-E468535C9ECC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7466" cy="45720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투네이션 로고 추가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투네이션 자체 스트리밍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영상 썸네일에 투네이션 로고 표시함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</a:tbl>
          </a:graphicData>
        </a:graphic>
      </p:graphicFrame>
      <p:sp>
        <p:nvSpPr>
          <p:cNvPr id="2" name="Rectangle 53">
            <a:extLst>
              <a:ext uri="{FF2B5EF4-FFF2-40B4-BE49-F238E27FC236}">
                <a16:creationId xmlns:a16="http://schemas.microsoft.com/office/drawing/2014/main" id="{E166E875-73A1-5207-C9F3-0717B5EE69AB}"/>
              </a:ext>
            </a:extLst>
          </p:cNvPr>
          <p:cNvSpPr/>
          <p:nvPr/>
        </p:nvSpPr>
        <p:spPr>
          <a:xfrm>
            <a:off x="166968" y="1278710"/>
            <a:ext cx="1561164" cy="53103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175EFD-3D79-4AA0-EE81-499A9F877E96}"/>
              </a:ext>
            </a:extLst>
          </p:cNvPr>
          <p:cNvSpPr txBox="1"/>
          <p:nvPr/>
        </p:nvSpPr>
        <p:spPr>
          <a:xfrm>
            <a:off x="509358" y="925882"/>
            <a:ext cx="930310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맑은 고딕 (Body)"/>
              </a:rPr>
              <a:t>TOONATION</a:t>
            </a:r>
            <a:endParaRPr lang="ko-KR" alt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맑은 고딕 (Body)"/>
            </a:endParaRPr>
          </a:p>
        </p:txBody>
      </p:sp>
      <p:grpSp>
        <p:nvGrpSpPr>
          <p:cNvPr id="10" name="Group 7">
            <a:extLst>
              <a:ext uri="{FF2B5EF4-FFF2-40B4-BE49-F238E27FC236}">
                <a16:creationId xmlns:a16="http://schemas.microsoft.com/office/drawing/2014/main" id="{BD2B18B2-8ADD-CED4-78DC-E8FC7404E58E}"/>
              </a:ext>
            </a:extLst>
          </p:cNvPr>
          <p:cNvGrpSpPr/>
          <p:nvPr/>
        </p:nvGrpSpPr>
        <p:grpSpPr>
          <a:xfrm>
            <a:off x="283039" y="1003948"/>
            <a:ext cx="159150" cy="90488"/>
            <a:chOff x="3540154" y="3322040"/>
            <a:chExt cx="209725" cy="90488"/>
          </a:xfrm>
        </p:grpSpPr>
        <p:cxnSp>
          <p:nvCxnSpPr>
            <p:cNvPr id="12" name="Straight Connector 6">
              <a:extLst>
                <a:ext uri="{FF2B5EF4-FFF2-40B4-BE49-F238E27FC236}">
                  <a16:creationId xmlns:a16="http://schemas.microsoft.com/office/drawing/2014/main" id="{DC6B1389-C427-7DC0-BC9D-F95119476048}"/>
                </a:ext>
              </a:extLst>
            </p:cNvPr>
            <p:cNvCxnSpPr/>
            <p:nvPr/>
          </p:nvCxnSpPr>
          <p:spPr>
            <a:xfrm>
              <a:off x="3540154" y="3322040"/>
              <a:ext cx="20972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8">
              <a:extLst>
                <a:ext uri="{FF2B5EF4-FFF2-40B4-BE49-F238E27FC236}">
                  <a16:creationId xmlns:a16="http://schemas.microsoft.com/office/drawing/2014/main" id="{78D43AC5-A43A-5574-706E-80EE30532DB8}"/>
                </a:ext>
              </a:extLst>
            </p:cNvPr>
            <p:cNvCxnSpPr/>
            <p:nvPr/>
          </p:nvCxnSpPr>
          <p:spPr>
            <a:xfrm>
              <a:off x="3540154" y="3367284"/>
              <a:ext cx="20972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39">
              <a:extLst>
                <a:ext uri="{FF2B5EF4-FFF2-40B4-BE49-F238E27FC236}">
                  <a16:creationId xmlns:a16="http://schemas.microsoft.com/office/drawing/2014/main" id="{9356D0D5-3D9D-E326-B7EC-6D2C31020706}"/>
                </a:ext>
              </a:extLst>
            </p:cNvPr>
            <p:cNvCxnSpPr/>
            <p:nvPr/>
          </p:nvCxnSpPr>
          <p:spPr>
            <a:xfrm>
              <a:off x="3540154" y="3412528"/>
              <a:ext cx="20972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ACBCBA8-07B9-399F-6889-76A049CDEE78}"/>
              </a:ext>
            </a:extLst>
          </p:cNvPr>
          <p:cNvCxnSpPr>
            <a:cxnSpLocks/>
          </p:cNvCxnSpPr>
          <p:nvPr/>
        </p:nvCxnSpPr>
        <p:spPr>
          <a:xfrm>
            <a:off x="158578" y="1268445"/>
            <a:ext cx="9290222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Rounded Rectangle 95">
            <a:extLst>
              <a:ext uri="{FF2B5EF4-FFF2-40B4-BE49-F238E27FC236}">
                <a16:creationId xmlns:a16="http://schemas.microsoft.com/office/drawing/2014/main" id="{B2024FB0-D8DD-7525-2CA4-C1DDAE1236D5}"/>
              </a:ext>
            </a:extLst>
          </p:cNvPr>
          <p:cNvSpPr/>
          <p:nvPr/>
        </p:nvSpPr>
        <p:spPr>
          <a:xfrm>
            <a:off x="8239142" y="931299"/>
            <a:ext cx="468000" cy="21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로그인</a:t>
            </a:r>
          </a:p>
        </p:txBody>
      </p:sp>
      <p:sp>
        <p:nvSpPr>
          <p:cNvPr id="23" name="Rounded Rectangle 96">
            <a:extLst>
              <a:ext uri="{FF2B5EF4-FFF2-40B4-BE49-F238E27FC236}">
                <a16:creationId xmlns:a16="http://schemas.microsoft.com/office/drawing/2014/main" id="{7FF2ADA4-7C8E-F0D7-0AD6-14F76C64B9FD}"/>
              </a:ext>
            </a:extLst>
          </p:cNvPr>
          <p:cNvSpPr/>
          <p:nvPr/>
        </p:nvSpPr>
        <p:spPr>
          <a:xfrm>
            <a:off x="8763967" y="931299"/>
            <a:ext cx="540000" cy="21600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회원가입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A55C0E-0CCA-A201-B82F-CA6BC227CAE4}"/>
              </a:ext>
            </a:extLst>
          </p:cNvPr>
          <p:cNvSpPr txBox="1"/>
          <p:nvPr/>
        </p:nvSpPr>
        <p:spPr>
          <a:xfrm>
            <a:off x="8095665" y="939729"/>
            <a:ext cx="104763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b="1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pic>
        <p:nvPicPr>
          <p:cNvPr id="30" name="Picture 91">
            <a:extLst>
              <a:ext uri="{FF2B5EF4-FFF2-40B4-BE49-F238E27FC236}">
                <a16:creationId xmlns:a16="http://schemas.microsoft.com/office/drawing/2014/main" id="{E08FA9E4-0085-09F4-9CC6-8C22618D8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314" y="949321"/>
            <a:ext cx="180000" cy="180000"/>
          </a:xfrm>
          <a:prstGeom prst="rect">
            <a:avLst/>
          </a:prstGeom>
        </p:spPr>
      </p:pic>
      <p:pic>
        <p:nvPicPr>
          <p:cNvPr id="31" name="Picture 92">
            <a:extLst>
              <a:ext uri="{FF2B5EF4-FFF2-40B4-BE49-F238E27FC236}">
                <a16:creationId xmlns:a16="http://schemas.microsoft.com/office/drawing/2014/main" id="{BC64833B-9A22-527F-6FFD-12E189FAD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070" y="950672"/>
            <a:ext cx="180000" cy="180000"/>
          </a:xfrm>
          <a:prstGeom prst="rect">
            <a:avLst/>
          </a:prstGeom>
        </p:spPr>
      </p:pic>
      <p:cxnSp>
        <p:nvCxnSpPr>
          <p:cNvPr id="33" name="직선 연결선 143">
            <a:extLst>
              <a:ext uri="{FF2B5EF4-FFF2-40B4-BE49-F238E27FC236}">
                <a16:creationId xmlns:a16="http://schemas.microsoft.com/office/drawing/2014/main" id="{E5C1C80E-37DF-7A9E-83A6-6F5F11F9818B}"/>
              </a:ext>
            </a:extLst>
          </p:cNvPr>
          <p:cNvCxnSpPr>
            <a:cxnSpLocks/>
          </p:cNvCxnSpPr>
          <p:nvPr/>
        </p:nvCxnSpPr>
        <p:spPr>
          <a:xfrm>
            <a:off x="1728132" y="1268445"/>
            <a:ext cx="0" cy="5320606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5" name="Group 153">
            <a:extLst>
              <a:ext uri="{FF2B5EF4-FFF2-40B4-BE49-F238E27FC236}">
                <a16:creationId xmlns:a16="http://schemas.microsoft.com/office/drawing/2014/main" id="{5510F37A-28E8-4693-A0D2-449753BA3D3E}"/>
              </a:ext>
            </a:extLst>
          </p:cNvPr>
          <p:cNvGrpSpPr/>
          <p:nvPr/>
        </p:nvGrpSpPr>
        <p:grpSpPr>
          <a:xfrm>
            <a:off x="1568165" y="905861"/>
            <a:ext cx="2015149" cy="271182"/>
            <a:chOff x="4137659" y="1996430"/>
            <a:chExt cx="2015149" cy="271182"/>
          </a:xfrm>
        </p:grpSpPr>
        <p:sp>
          <p:nvSpPr>
            <p:cNvPr id="36" name="Rounded Rectangle 154">
              <a:extLst>
                <a:ext uri="{FF2B5EF4-FFF2-40B4-BE49-F238E27FC236}">
                  <a16:creationId xmlns:a16="http://schemas.microsoft.com/office/drawing/2014/main" id="{84A7C3BB-25B8-4437-0BCE-556065796CE9}"/>
                </a:ext>
              </a:extLst>
            </p:cNvPr>
            <p:cNvSpPr/>
            <p:nvPr/>
          </p:nvSpPr>
          <p:spPr>
            <a:xfrm>
              <a:off x="4137659" y="1996430"/>
              <a:ext cx="1904477" cy="27118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72000" tIns="0" rIns="0" bIns="0" rtlCol="0" anchor="ctr"/>
            <a:lstStyle/>
            <a:p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라이브</a:t>
              </a: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, </a:t>
              </a:r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크리에이터 검색</a:t>
              </a:r>
            </a:p>
          </p:txBody>
        </p:sp>
        <p:sp>
          <p:nvSpPr>
            <p:cNvPr id="37" name="Rounded Rectangle 185">
              <a:extLst>
                <a:ext uri="{FF2B5EF4-FFF2-40B4-BE49-F238E27FC236}">
                  <a16:creationId xmlns:a16="http://schemas.microsoft.com/office/drawing/2014/main" id="{F7845819-C41B-499C-2FE7-50173F2034EB}"/>
                </a:ext>
              </a:extLst>
            </p:cNvPr>
            <p:cNvSpPr/>
            <p:nvPr/>
          </p:nvSpPr>
          <p:spPr>
            <a:xfrm>
              <a:off x="5671855" y="1996430"/>
              <a:ext cx="480953" cy="27118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b="1" dirty="0">
                  <a:solidFill>
                    <a:schemeClr val="bg1"/>
                  </a:solidFill>
                </a:rPr>
                <a:t>검색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FB14CAD-B122-7C2D-2C40-6A6F7EB8D04E}"/>
              </a:ext>
            </a:extLst>
          </p:cNvPr>
          <p:cNvSpPr txBox="1"/>
          <p:nvPr/>
        </p:nvSpPr>
        <p:spPr>
          <a:xfrm>
            <a:off x="1907791" y="1395554"/>
            <a:ext cx="550398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latin typeface="+mj-ea"/>
                <a:ea typeface="+mj-ea"/>
              </a:rPr>
              <a:t>{</a:t>
            </a:r>
            <a:r>
              <a:rPr lang="ko-KR" altLang="en-US" sz="1000" b="1" dirty="0">
                <a:latin typeface="+mj-ea"/>
                <a:ea typeface="+mj-ea"/>
              </a:rPr>
              <a:t>타이틀</a:t>
            </a:r>
            <a:r>
              <a:rPr lang="en-US" altLang="ko-KR" sz="1000" b="1" dirty="0">
                <a:latin typeface="+mj-ea"/>
                <a:ea typeface="+mj-ea"/>
              </a:rPr>
              <a:t>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0F6D85-F601-9246-0061-7A45E077AA84}"/>
              </a:ext>
            </a:extLst>
          </p:cNvPr>
          <p:cNvSpPr txBox="1"/>
          <p:nvPr/>
        </p:nvSpPr>
        <p:spPr>
          <a:xfrm>
            <a:off x="8541804" y="1443961"/>
            <a:ext cx="48307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전체보기</a:t>
            </a:r>
            <a:endParaRPr lang="en-US" altLang="ko-KR" sz="8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0" name="Rectangle 125">
            <a:extLst>
              <a:ext uri="{FF2B5EF4-FFF2-40B4-BE49-F238E27FC236}">
                <a16:creationId xmlns:a16="http://schemas.microsoft.com/office/drawing/2014/main" id="{8446EA1C-3CE3-47A0-E70A-060F78661A54}"/>
              </a:ext>
            </a:extLst>
          </p:cNvPr>
          <p:cNvSpPr/>
          <p:nvPr/>
        </p:nvSpPr>
        <p:spPr>
          <a:xfrm>
            <a:off x="1883095" y="1691052"/>
            <a:ext cx="1733808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1" name="Rectangle 126">
            <a:extLst>
              <a:ext uri="{FF2B5EF4-FFF2-40B4-BE49-F238E27FC236}">
                <a16:creationId xmlns:a16="http://schemas.microsoft.com/office/drawing/2014/main" id="{FB20259E-C61E-5125-99F5-D1E81964300C}"/>
              </a:ext>
            </a:extLst>
          </p:cNvPr>
          <p:cNvSpPr/>
          <p:nvPr/>
        </p:nvSpPr>
        <p:spPr>
          <a:xfrm>
            <a:off x="5515008" y="1691052"/>
            <a:ext cx="1724567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5" name="Rectangle 127">
            <a:extLst>
              <a:ext uri="{FF2B5EF4-FFF2-40B4-BE49-F238E27FC236}">
                <a16:creationId xmlns:a16="http://schemas.microsoft.com/office/drawing/2014/main" id="{918F3DA8-CC8F-6725-42BE-E7E7722AC421}"/>
              </a:ext>
            </a:extLst>
          </p:cNvPr>
          <p:cNvSpPr/>
          <p:nvPr/>
        </p:nvSpPr>
        <p:spPr>
          <a:xfrm>
            <a:off x="3695561" y="1691052"/>
            <a:ext cx="1734345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46" name="Group 128">
            <a:extLst>
              <a:ext uri="{FF2B5EF4-FFF2-40B4-BE49-F238E27FC236}">
                <a16:creationId xmlns:a16="http://schemas.microsoft.com/office/drawing/2014/main" id="{5C54439E-8BBD-815C-32C4-A3F1EE8CD2AA}"/>
              </a:ext>
            </a:extLst>
          </p:cNvPr>
          <p:cNvGrpSpPr/>
          <p:nvPr/>
        </p:nvGrpSpPr>
        <p:grpSpPr>
          <a:xfrm>
            <a:off x="1907791" y="3068226"/>
            <a:ext cx="1569717" cy="323038"/>
            <a:chOff x="1912634" y="5161380"/>
            <a:chExt cx="1569717" cy="323038"/>
          </a:xfrm>
        </p:grpSpPr>
        <p:grpSp>
          <p:nvGrpSpPr>
            <p:cNvPr id="47" name="Group 129">
              <a:extLst>
                <a:ext uri="{FF2B5EF4-FFF2-40B4-BE49-F238E27FC236}">
                  <a16:creationId xmlns:a16="http://schemas.microsoft.com/office/drawing/2014/main" id="{2B79F5DE-E4A5-0154-75F7-09A62AAD242F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48DE1F3-A806-5AA2-CBCA-4DDC5B79C745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j-ea"/>
                    <a:ea typeface="+mj-ea"/>
                  </a:rPr>
                  <a:t>모여봐요 동물의 숲 </a:t>
                </a:r>
                <a:r>
                  <a:rPr lang="en-US" altLang="ko-KR" sz="800" b="1" dirty="0">
                    <a:latin typeface="+mj-ea"/>
                    <a:ea typeface="+mj-ea"/>
                  </a:rPr>
                  <a:t>ver 3.0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9CB58F0-7305-BA21-DE41-F9B09E085F36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j-ea"/>
                    <a:ea typeface="+mj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48" name="Group 130">
              <a:extLst>
                <a:ext uri="{FF2B5EF4-FFF2-40B4-BE49-F238E27FC236}">
                  <a16:creationId xmlns:a16="http://schemas.microsoft.com/office/drawing/2014/main" id="{930C6EF6-FA1A-F327-0A58-B8A0DB04F557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49" name="Oval 131">
                <a:extLst>
                  <a:ext uri="{FF2B5EF4-FFF2-40B4-BE49-F238E27FC236}">
                    <a16:creationId xmlns:a16="http://schemas.microsoft.com/office/drawing/2014/main" id="{71313C2F-39E9-812D-D526-078430BC5781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pic>
            <p:nvPicPr>
              <p:cNvPr id="52" name="Picture 132">
                <a:extLst>
                  <a:ext uri="{FF2B5EF4-FFF2-40B4-BE49-F238E27FC236}">
                    <a16:creationId xmlns:a16="http://schemas.microsoft.com/office/drawing/2014/main" id="{98D3320C-60E1-8FE5-8269-A3889A45FF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grpSp>
        <p:nvGrpSpPr>
          <p:cNvPr id="73" name="Group 135">
            <a:extLst>
              <a:ext uri="{FF2B5EF4-FFF2-40B4-BE49-F238E27FC236}">
                <a16:creationId xmlns:a16="http://schemas.microsoft.com/office/drawing/2014/main" id="{F2DBC8E1-1A12-DBE2-89A5-FE7DB50384EC}"/>
              </a:ext>
            </a:extLst>
          </p:cNvPr>
          <p:cNvGrpSpPr/>
          <p:nvPr/>
        </p:nvGrpSpPr>
        <p:grpSpPr>
          <a:xfrm>
            <a:off x="5551091" y="3068226"/>
            <a:ext cx="1569717" cy="323038"/>
            <a:chOff x="1912634" y="5161380"/>
            <a:chExt cx="1569717" cy="323038"/>
          </a:xfrm>
        </p:grpSpPr>
        <p:grpSp>
          <p:nvGrpSpPr>
            <p:cNvPr id="74" name="Group 221">
              <a:extLst>
                <a:ext uri="{FF2B5EF4-FFF2-40B4-BE49-F238E27FC236}">
                  <a16:creationId xmlns:a16="http://schemas.microsoft.com/office/drawing/2014/main" id="{22915F5F-CA1E-FA24-E525-36F45C038392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3BAC359-5333-EB8C-0DA9-B0275CAB1215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j-ea"/>
                    <a:ea typeface="+mj-ea"/>
                  </a:rPr>
                  <a:t>모여봐요 동물의 숲 </a:t>
                </a:r>
                <a:r>
                  <a:rPr lang="en-US" altLang="ko-KR" sz="800" b="1" dirty="0">
                    <a:latin typeface="+mj-ea"/>
                    <a:ea typeface="+mj-ea"/>
                  </a:rPr>
                  <a:t>ver 3.0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DA73714-3865-F000-EC3F-09742D17111F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j-ea"/>
                    <a:ea typeface="+mj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75" name="Group 229">
              <a:extLst>
                <a:ext uri="{FF2B5EF4-FFF2-40B4-BE49-F238E27FC236}">
                  <a16:creationId xmlns:a16="http://schemas.microsoft.com/office/drawing/2014/main" id="{71AFD995-E918-626E-F55B-CBABD36E6E0A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83" name="Oval 230">
                <a:extLst>
                  <a:ext uri="{FF2B5EF4-FFF2-40B4-BE49-F238E27FC236}">
                    <a16:creationId xmlns:a16="http://schemas.microsoft.com/office/drawing/2014/main" id="{FF13B742-B905-66DB-4DF8-80C812B388C6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pic>
            <p:nvPicPr>
              <p:cNvPr id="84" name="Picture 231">
                <a:extLst>
                  <a:ext uri="{FF2B5EF4-FFF2-40B4-BE49-F238E27FC236}">
                    <a16:creationId xmlns:a16="http://schemas.microsoft.com/office/drawing/2014/main" id="{DC81E2A3-E23F-CA81-1D0C-C3BA500CD0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sp>
        <p:nvSpPr>
          <p:cNvPr id="91" name="Rectangle 234">
            <a:extLst>
              <a:ext uri="{FF2B5EF4-FFF2-40B4-BE49-F238E27FC236}">
                <a16:creationId xmlns:a16="http://schemas.microsoft.com/office/drawing/2014/main" id="{C1E4D04F-06EB-3285-B6B0-891670EE8B25}"/>
              </a:ext>
            </a:extLst>
          </p:cNvPr>
          <p:cNvSpPr/>
          <p:nvPr/>
        </p:nvSpPr>
        <p:spPr>
          <a:xfrm>
            <a:off x="7320961" y="1691052"/>
            <a:ext cx="1724567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92" name="Group 235">
            <a:extLst>
              <a:ext uri="{FF2B5EF4-FFF2-40B4-BE49-F238E27FC236}">
                <a16:creationId xmlns:a16="http://schemas.microsoft.com/office/drawing/2014/main" id="{21341C4E-7EDB-13A2-201F-70E0B30515EA}"/>
              </a:ext>
            </a:extLst>
          </p:cNvPr>
          <p:cNvGrpSpPr/>
          <p:nvPr/>
        </p:nvGrpSpPr>
        <p:grpSpPr>
          <a:xfrm>
            <a:off x="7357044" y="3068226"/>
            <a:ext cx="1569717" cy="323038"/>
            <a:chOff x="1912634" y="5161380"/>
            <a:chExt cx="1569717" cy="323038"/>
          </a:xfrm>
        </p:grpSpPr>
        <p:grpSp>
          <p:nvGrpSpPr>
            <p:cNvPr id="95" name="Group 236">
              <a:extLst>
                <a:ext uri="{FF2B5EF4-FFF2-40B4-BE49-F238E27FC236}">
                  <a16:creationId xmlns:a16="http://schemas.microsoft.com/office/drawing/2014/main" id="{362CD7BD-E83A-6079-7F1E-5FE7AE20F8E6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E54905B6-4EDE-B60C-89B0-AC5B0DD1BE64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j-ea"/>
                    <a:ea typeface="+mj-ea"/>
                  </a:rPr>
                  <a:t>모여봐요 동물의 숲 </a:t>
                </a:r>
                <a:r>
                  <a:rPr lang="en-US" altLang="ko-KR" sz="800" b="1" dirty="0">
                    <a:latin typeface="+mj-ea"/>
                    <a:ea typeface="+mj-ea"/>
                  </a:rPr>
                  <a:t>ver 3.0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C2016B7B-E320-6250-0D86-0868D2AA7C62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j-ea"/>
                    <a:ea typeface="+mj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97" name="Group 237">
              <a:extLst>
                <a:ext uri="{FF2B5EF4-FFF2-40B4-BE49-F238E27FC236}">
                  <a16:creationId xmlns:a16="http://schemas.microsoft.com/office/drawing/2014/main" id="{E00250D6-9413-C726-7D1A-F7540380220A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141" name="Oval 238">
                <a:extLst>
                  <a:ext uri="{FF2B5EF4-FFF2-40B4-BE49-F238E27FC236}">
                    <a16:creationId xmlns:a16="http://schemas.microsoft.com/office/drawing/2014/main" id="{547CFAD3-353C-D940-853B-9AF20476A928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pic>
            <p:nvPicPr>
              <p:cNvPr id="147" name="Picture 239">
                <a:extLst>
                  <a:ext uri="{FF2B5EF4-FFF2-40B4-BE49-F238E27FC236}">
                    <a16:creationId xmlns:a16="http://schemas.microsoft.com/office/drawing/2014/main" id="{8048F906-B5A2-AE6A-CA96-A8B3449E6A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grpSp>
        <p:nvGrpSpPr>
          <p:cNvPr id="151" name="Group 242">
            <a:extLst>
              <a:ext uri="{FF2B5EF4-FFF2-40B4-BE49-F238E27FC236}">
                <a16:creationId xmlns:a16="http://schemas.microsoft.com/office/drawing/2014/main" id="{DCD4CBCA-0733-8F89-E939-D14E609C3998}"/>
              </a:ext>
            </a:extLst>
          </p:cNvPr>
          <p:cNvGrpSpPr/>
          <p:nvPr/>
        </p:nvGrpSpPr>
        <p:grpSpPr>
          <a:xfrm>
            <a:off x="3725282" y="3068620"/>
            <a:ext cx="1712853" cy="460130"/>
            <a:chOff x="1912634" y="5161380"/>
            <a:chExt cx="1712853" cy="460130"/>
          </a:xfrm>
        </p:grpSpPr>
        <p:grpSp>
          <p:nvGrpSpPr>
            <p:cNvPr id="152" name="Group 243">
              <a:extLst>
                <a:ext uri="{FF2B5EF4-FFF2-40B4-BE49-F238E27FC236}">
                  <a16:creationId xmlns:a16="http://schemas.microsoft.com/office/drawing/2014/main" id="{EF42C19A-1D9E-BD64-0438-0CD839AFE7A6}"/>
                </a:ext>
              </a:extLst>
            </p:cNvPr>
            <p:cNvGrpSpPr/>
            <p:nvPr/>
          </p:nvGrpSpPr>
          <p:grpSpPr>
            <a:xfrm>
              <a:off x="2144878" y="5161380"/>
              <a:ext cx="1480609" cy="460130"/>
              <a:chOff x="1834476" y="5127414"/>
              <a:chExt cx="1480609" cy="460130"/>
            </a:xfrm>
          </p:grpSpPr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649E16E6-CA4B-0206-57E7-50F871E34976}"/>
                  </a:ext>
                </a:extLst>
              </p:cNvPr>
              <p:cNvSpPr txBox="1"/>
              <p:nvPr/>
            </p:nvSpPr>
            <p:spPr>
              <a:xfrm>
                <a:off x="1834477" y="5127414"/>
                <a:ext cx="1480608" cy="318924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ko-KR" sz="800" b="1" dirty="0">
                    <a:latin typeface="+mj-ea"/>
                    <a:ea typeface="+mj-ea"/>
                  </a:rPr>
                  <a:t>[</a:t>
                </a:r>
                <a:r>
                  <a:rPr lang="ko-KR" altLang="en-US" sz="800" b="1" dirty="0">
                    <a:latin typeface="+mj-ea"/>
                    <a:ea typeface="+mj-ea"/>
                  </a:rPr>
                  <a:t>마라톤</a:t>
                </a:r>
                <a:r>
                  <a:rPr lang="en-US" altLang="ko-KR" sz="800" b="1" dirty="0">
                    <a:latin typeface="+mj-ea"/>
                    <a:ea typeface="+mj-ea"/>
                  </a:rPr>
                  <a:t>] </a:t>
                </a:r>
                <a:r>
                  <a:rPr lang="ko-KR" altLang="en-US" sz="800" b="1" dirty="0">
                    <a:latin typeface="+mj-ea"/>
                    <a:ea typeface="+mj-ea"/>
                  </a:rPr>
                  <a:t>익스트랙션 신작</a:t>
                </a:r>
                <a:r>
                  <a:rPr lang="en-US" altLang="ko-KR" sz="800" b="1" dirty="0">
                    <a:latin typeface="+mj-ea"/>
                    <a:ea typeface="+mj-ea"/>
                  </a:rPr>
                  <a:t>? </a:t>
                </a:r>
                <a:r>
                  <a:rPr lang="ko-KR" altLang="en-US" sz="800" b="1" dirty="0">
                    <a:latin typeface="+mj-ea"/>
                    <a:ea typeface="+mj-ea"/>
                  </a:rPr>
                  <a:t>베</a:t>
                </a:r>
                <a:endParaRPr lang="en-US" altLang="ko-KR" sz="800" b="1" dirty="0">
                  <a:latin typeface="+mj-ea"/>
                  <a:ea typeface="+mj-ea"/>
                </a:endParaRPr>
              </a:p>
              <a:p>
                <a:r>
                  <a:rPr lang="ko-KR" altLang="en-US" sz="800" b="1" dirty="0">
                    <a:latin typeface="+mj-ea"/>
                    <a:ea typeface="+mj-ea"/>
                  </a:rPr>
                  <a:t>테랑의 냉혹한 평가 시간</a:t>
                </a:r>
                <a:endParaRPr lang="en-US" altLang="ko-KR" sz="800" b="1" dirty="0">
                  <a:latin typeface="+mj-ea"/>
                  <a:ea typeface="+mj-ea"/>
                </a:endParaRP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7D6D4C7D-BADC-DD00-9885-5F43F995F49D}"/>
                  </a:ext>
                </a:extLst>
              </p:cNvPr>
              <p:cNvSpPr txBox="1"/>
              <p:nvPr/>
            </p:nvSpPr>
            <p:spPr>
              <a:xfrm>
                <a:off x="1834476" y="5407119"/>
                <a:ext cx="342008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j-ea"/>
                    <a:ea typeface="+mj-ea"/>
                  </a:rPr>
                  <a:t>유우양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55" name="Group 244">
              <a:extLst>
                <a:ext uri="{FF2B5EF4-FFF2-40B4-BE49-F238E27FC236}">
                  <a16:creationId xmlns:a16="http://schemas.microsoft.com/office/drawing/2014/main" id="{59D0A98F-53EE-166A-74DA-36F1C2AADA6D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157" name="Oval 245">
                <a:extLst>
                  <a:ext uri="{FF2B5EF4-FFF2-40B4-BE49-F238E27FC236}">
                    <a16:creationId xmlns:a16="http://schemas.microsoft.com/office/drawing/2014/main" id="{DC4FDA34-D76D-3BB8-A33D-1F07212083FD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pic>
            <p:nvPicPr>
              <p:cNvPr id="158" name="Picture 246">
                <a:extLst>
                  <a:ext uri="{FF2B5EF4-FFF2-40B4-BE49-F238E27FC236}">
                    <a16:creationId xmlns:a16="http://schemas.microsoft.com/office/drawing/2014/main" id="{89A17B84-1964-7C33-0AE7-E4CD4D1A9F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sp>
        <p:nvSpPr>
          <p:cNvPr id="161" name="Rectangle 249">
            <a:extLst>
              <a:ext uri="{FF2B5EF4-FFF2-40B4-BE49-F238E27FC236}">
                <a16:creationId xmlns:a16="http://schemas.microsoft.com/office/drawing/2014/main" id="{6A3FD7D8-20CF-0DAA-81DE-A44747D732F4}"/>
              </a:ext>
            </a:extLst>
          </p:cNvPr>
          <p:cNvSpPr/>
          <p:nvPr/>
        </p:nvSpPr>
        <p:spPr>
          <a:xfrm>
            <a:off x="1883095" y="3584679"/>
            <a:ext cx="1733808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62" name="Rectangle 250">
            <a:extLst>
              <a:ext uri="{FF2B5EF4-FFF2-40B4-BE49-F238E27FC236}">
                <a16:creationId xmlns:a16="http://schemas.microsoft.com/office/drawing/2014/main" id="{44DCA13D-C9B5-1093-C77C-8C01FBC9AC17}"/>
              </a:ext>
            </a:extLst>
          </p:cNvPr>
          <p:cNvSpPr/>
          <p:nvPr/>
        </p:nvSpPr>
        <p:spPr>
          <a:xfrm>
            <a:off x="5515008" y="3584679"/>
            <a:ext cx="1724567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63" name="Rectangle 251">
            <a:extLst>
              <a:ext uri="{FF2B5EF4-FFF2-40B4-BE49-F238E27FC236}">
                <a16:creationId xmlns:a16="http://schemas.microsoft.com/office/drawing/2014/main" id="{FE5AD025-DB19-4DDA-9532-37ED56014E77}"/>
              </a:ext>
            </a:extLst>
          </p:cNvPr>
          <p:cNvSpPr/>
          <p:nvPr/>
        </p:nvSpPr>
        <p:spPr>
          <a:xfrm>
            <a:off x="3695561" y="3584679"/>
            <a:ext cx="1734345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166" name="Group 252">
            <a:extLst>
              <a:ext uri="{FF2B5EF4-FFF2-40B4-BE49-F238E27FC236}">
                <a16:creationId xmlns:a16="http://schemas.microsoft.com/office/drawing/2014/main" id="{9F2709E6-C3D6-0F26-1735-FAE33820ACD8}"/>
              </a:ext>
            </a:extLst>
          </p:cNvPr>
          <p:cNvGrpSpPr/>
          <p:nvPr/>
        </p:nvGrpSpPr>
        <p:grpSpPr>
          <a:xfrm>
            <a:off x="1907791" y="4961853"/>
            <a:ext cx="1569717" cy="323038"/>
            <a:chOff x="1912634" y="5161380"/>
            <a:chExt cx="1569717" cy="323038"/>
          </a:xfrm>
        </p:grpSpPr>
        <p:grpSp>
          <p:nvGrpSpPr>
            <p:cNvPr id="167" name="Group 253">
              <a:extLst>
                <a:ext uri="{FF2B5EF4-FFF2-40B4-BE49-F238E27FC236}">
                  <a16:creationId xmlns:a16="http://schemas.microsoft.com/office/drawing/2014/main" id="{4E1A3226-A081-BECC-B21C-054B868E1CB1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C8E66952-55B0-8680-AB01-A444037F5E29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j-ea"/>
                    <a:ea typeface="+mj-ea"/>
                  </a:rPr>
                  <a:t>모여봐요 동물의 숲 </a:t>
                </a:r>
                <a:r>
                  <a:rPr lang="en-US" altLang="ko-KR" sz="800" b="1" dirty="0">
                    <a:latin typeface="+mj-ea"/>
                    <a:ea typeface="+mj-ea"/>
                  </a:rPr>
                  <a:t>ver 3.0</a:t>
                </a: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13CADCCC-DD16-2666-1CD4-B47F2409A421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j-ea"/>
                    <a:ea typeface="+mj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69" name="Group 254">
              <a:extLst>
                <a:ext uri="{FF2B5EF4-FFF2-40B4-BE49-F238E27FC236}">
                  <a16:creationId xmlns:a16="http://schemas.microsoft.com/office/drawing/2014/main" id="{2E24BA53-A1ED-FAF9-0657-4F6217473C4C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170" name="Oval 255">
                <a:extLst>
                  <a:ext uri="{FF2B5EF4-FFF2-40B4-BE49-F238E27FC236}">
                    <a16:creationId xmlns:a16="http://schemas.microsoft.com/office/drawing/2014/main" id="{4126030F-F926-859E-0614-9B2895A7B7F4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pic>
            <p:nvPicPr>
              <p:cNvPr id="172" name="Picture 256">
                <a:extLst>
                  <a:ext uri="{FF2B5EF4-FFF2-40B4-BE49-F238E27FC236}">
                    <a16:creationId xmlns:a16="http://schemas.microsoft.com/office/drawing/2014/main" id="{22DC6F6F-ED50-9DCD-74EC-0414BF4F73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grpSp>
        <p:nvGrpSpPr>
          <p:cNvPr id="175" name="Group 259">
            <a:extLst>
              <a:ext uri="{FF2B5EF4-FFF2-40B4-BE49-F238E27FC236}">
                <a16:creationId xmlns:a16="http://schemas.microsoft.com/office/drawing/2014/main" id="{65540A43-5AB9-4022-1AEB-C07203116E7B}"/>
              </a:ext>
            </a:extLst>
          </p:cNvPr>
          <p:cNvGrpSpPr/>
          <p:nvPr/>
        </p:nvGrpSpPr>
        <p:grpSpPr>
          <a:xfrm>
            <a:off x="5551091" y="4961853"/>
            <a:ext cx="1569717" cy="323038"/>
            <a:chOff x="1912634" y="5161380"/>
            <a:chExt cx="1569717" cy="323038"/>
          </a:xfrm>
        </p:grpSpPr>
        <p:grpSp>
          <p:nvGrpSpPr>
            <p:cNvPr id="176" name="Group 260">
              <a:extLst>
                <a:ext uri="{FF2B5EF4-FFF2-40B4-BE49-F238E27FC236}">
                  <a16:creationId xmlns:a16="http://schemas.microsoft.com/office/drawing/2014/main" id="{FCF4E108-9C21-35A0-9A62-7048EE02E307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F2A9EA31-2F53-1853-AA4F-F6CB6A27CC20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j-ea"/>
                    <a:ea typeface="+mj-ea"/>
                  </a:rPr>
                  <a:t>모여봐요 동물의 숲 </a:t>
                </a:r>
                <a:r>
                  <a:rPr lang="en-US" altLang="ko-KR" sz="800" b="1" dirty="0">
                    <a:latin typeface="+mj-ea"/>
                    <a:ea typeface="+mj-ea"/>
                  </a:rPr>
                  <a:t>ver 3.0</a:t>
                </a: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8DD2E13C-CFED-4073-BB8C-2BB679D2A75A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j-ea"/>
                    <a:ea typeface="+mj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77" name="Group 261">
              <a:extLst>
                <a:ext uri="{FF2B5EF4-FFF2-40B4-BE49-F238E27FC236}">
                  <a16:creationId xmlns:a16="http://schemas.microsoft.com/office/drawing/2014/main" id="{CB6BDF5C-8CCE-8A15-6912-3AB676A27D8D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178" name="Oval 262">
                <a:extLst>
                  <a:ext uri="{FF2B5EF4-FFF2-40B4-BE49-F238E27FC236}">
                    <a16:creationId xmlns:a16="http://schemas.microsoft.com/office/drawing/2014/main" id="{C36883E1-600E-B61A-6FEE-49C87C4770FC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pic>
            <p:nvPicPr>
              <p:cNvPr id="179" name="Picture 263">
                <a:extLst>
                  <a:ext uri="{FF2B5EF4-FFF2-40B4-BE49-F238E27FC236}">
                    <a16:creationId xmlns:a16="http://schemas.microsoft.com/office/drawing/2014/main" id="{D6AC535E-2760-7D79-FA64-A3E7712110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sp>
        <p:nvSpPr>
          <p:cNvPr id="182" name="Rectangle 266">
            <a:extLst>
              <a:ext uri="{FF2B5EF4-FFF2-40B4-BE49-F238E27FC236}">
                <a16:creationId xmlns:a16="http://schemas.microsoft.com/office/drawing/2014/main" id="{0BF24F49-E0B0-39EC-C1CE-A61417B15E93}"/>
              </a:ext>
            </a:extLst>
          </p:cNvPr>
          <p:cNvSpPr/>
          <p:nvPr/>
        </p:nvSpPr>
        <p:spPr>
          <a:xfrm>
            <a:off x="7320961" y="3584679"/>
            <a:ext cx="1724567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183" name="Group 267">
            <a:extLst>
              <a:ext uri="{FF2B5EF4-FFF2-40B4-BE49-F238E27FC236}">
                <a16:creationId xmlns:a16="http://schemas.microsoft.com/office/drawing/2014/main" id="{9A283AFD-F3B0-A5D5-1C3D-057999935E15}"/>
              </a:ext>
            </a:extLst>
          </p:cNvPr>
          <p:cNvGrpSpPr/>
          <p:nvPr/>
        </p:nvGrpSpPr>
        <p:grpSpPr>
          <a:xfrm>
            <a:off x="7357044" y="4961853"/>
            <a:ext cx="1569717" cy="323038"/>
            <a:chOff x="1912634" y="5161380"/>
            <a:chExt cx="1569717" cy="323038"/>
          </a:xfrm>
        </p:grpSpPr>
        <p:grpSp>
          <p:nvGrpSpPr>
            <p:cNvPr id="184" name="Group 268">
              <a:extLst>
                <a:ext uri="{FF2B5EF4-FFF2-40B4-BE49-F238E27FC236}">
                  <a16:creationId xmlns:a16="http://schemas.microsoft.com/office/drawing/2014/main" id="{F897CBBF-FF8A-F835-B8B1-FC63585EF7AA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2AAAF8DA-E14C-A73C-EA88-1868758EFC6B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j-ea"/>
                    <a:ea typeface="+mj-ea"/>
                  </a:rPr>
                  <a:t>모여봐요 동물의 숲 </a:t>
                </a:r>
                <a:r>
                  <a:rPr lang="en-US" altLang="ko-KR" sz="800" b="1" dirty="0">
                    <a:latin typeface="+mj-ea"/>
                    <a:ea typeface="+mj-ea"/>
                  </a:rPr>
                  <a:t>ver 3.0</a:t>
                </a:r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7294BA69-3835-574F-A87B-9C2550D5E0D5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j-ea"/>
                    <a:ea typeface="+mj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85" name="Group 269">
              <a:extLst>
                <a:ext uri="{FF2B5EF4-FFF2-40B4-BE49-F238E27FC236}">
                  <a16:creationId xmlns:a16="http://schemas.microsoft.com/office/drawing/2014/main" id="{9B870733-E535-2DF1-4A0F-FCB14D77EB00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186" name="Oval 270">
                <a:extLst>
                  <a:ext uri="{FF2B5EF4-FFF2-40B4-BE49-F238E27FC236}">
                    <a16:creationId xmlns:a16="http://schemas.microsoft.com/office/drawing/2014/main" id="{31B930BC-3887-6388-4705-D672C518FD8E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pic>
            <p:nvPicPr>
              <p:cNvPr id="187" name="Picture 271">
                <a:extLst>
                  <a:ext uri="{FF2B5EF4-FFF2-40B4-BE49-F238E27FC236}">
                    <a16:creationId xmlns:a16="http://schemas.microsoft.com/office/drawing/2014/main" id="{23C59B97-C36D-2F6F-F81C-BC47C0F4E6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grpSp>
        <p:nvGrpSpPr>
          <p:cNvPr id="190" name="Group 274">
            <a:extLst>
              <a:ext uri="{FF2B5EF4-FFF2-40B4-BE49-F238E27FC236}">
                <a16:creationId xmlns:a16="http://schemas.microsoft.com/office/drawing/2014/main" id="{66A4DF07-74E7-FD3D-FF40-D2A5575E484B}"/>
              </a:ext>
            </a:extLst>
          </p:cNvPr>
          <p:cNvGrpSpPr/>
          <p:nvPr/>
        </p:nvGrpSpPr>
        <p:grpSpPr>
          <a:xfrm>
            <a:off x="3725282" y="4962247"/>
            <a:ext cx="1712853" cy="460130"/>
            <a:chOff x="1912634" y="5161380"/>
            <a:chExt cx="1712853" cy="460130"/>
          </a:xfrm>
        </p:grpSpPr>
        <p:grpSp>
          <p:nvGrpSpPr>
            <p:cNvPr id="191" name="Group 275">
              <a:extLst>
                <a:ext uri="{FF2B5EF4-FFF2-40B4-BE49-F238E27FC236}">
                  <a16:creationId xmlns:a16="http://schemas.microsoft.com/office/drawing/2014/main" id="{64785F5C-F1FA-8F4C-770A-B3F0438FE2E5}"/>
                </a:ext>
              </a:extLst>
            </p:cNvPr>
            <p:cNvGrpSpPr/>
            <p:nvPr/>
          </p:nvGrpSpPr>
          <p:grpSpPr>
            <a:xfrm>
              <a:off x="2144878" y="5161380"/>
              <a:ext cx="1480609" cy="460130"/>
              <a:chOff x="1834476" y="5127414"/>
              <a:chExt cx="1480609" cy="460130"/>
            </a:xfrm>
          </p:grpSpPr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64579C83-0805-397E-9CBE-3355A9867FFA}"/>
                  </a:ext>
                </a:extLst>
              </p:cNvPr>
              <p:cNvSpPr txBox="1"/>
              <p:nvPr/>
            </p:nvSpPr>
            <p:spPr>
              <a:xfrm>
                <a:off x="1834477" y="5127414"/>
                <a:ext cx="1480608" cy="318924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ko-KR" sz="800" b="1" dirty="0">
                    <a:latin typeface="+mj-ea"/>
                    <a:ea typeface="+mj-ea"/>
                  </a:rPr>
                  <a:t>[</a:t>
                </a:r>
                <a:r>
                  <a:rPr lang="ko-KR" altLang="en-US" sz="800" b="1" dirty="0">
                    <a:latin typeface="+mj-ea"/>
                    <a:ea typeface="+mj-ea"/>
                  </a:rPr>
                  <a:t>마라톤</a:t>
                </a:r>
                <a:r>
                  <a:rPr lang="en-US" altLang="ko-KR" sz="800" b="1" dirty="0">
                    <a:latin typeface="+mj-ea"/>
                    <a:ea typeface="+mj-ea"/>
                  </a:rPr>
                  <a:t>] </a:t>
                </a:r>
                <a:r>
                  <a:rPr lang="ko-KR" altLang="en-US" sz="800" b="1" dirty="0">
                    <a:latin typeface="+mj-ea"/>
                    <a:ea typeface="+mj-ea"/>
                  </a:rPr>
                  <a:t>익스트랙션 신작</a:t>
                </a:r>
                <a:r>
                  <a:rPr lang="en-US" altLang="ko-KR" sz="800" b="1" dirty="0">
                    <a:latin typeface="+mj-ea"/>
                    <a:ea typeface="+mj-ea"/>
                  </a:rPr>
                  <a:t>? </a:t>
                </a:r>
                <a:r>
                  <a:rPr lang="ko-KR" altLang="en-US" sz="800" b="1" dirty="0">
                    <a:latin typeface="+mj-ea"/>
                    <a:ea typeface="+mj-ea"/>
                  </a:rPr>
                  <a:t>베</a:t>
                </a:r>
                <a:endParaRPr lang="en-US" altLang="ko-KR" sz="800" b="1" dirty="0">
                  <a:latin typeface="+mj-ea"/>
                  <a:ea typeface="+mj-ea"/>
                </a:endParaRPr>
              </a:p>
              <a:p>
                <a:r>
                  <a:rPr lang="ko-KR" altLang="en-US" sz="800" b="1" dirty="0">
                    <a:latin typeface="+mj-ea"/>
                    <a:ea typeface="+mj-ea"/>
                  </a:rPr>
                  <a:t>테랑의 냉혹한 평가 시간</a:t>
                </a:r>
                <a:endParaRPr lang="en-US" altLang="ko-KR" sz="800" b="1" dirty="0">
                  <a:latin typeface="+mj-ea"/>
                  <a:ea typeface="+mj-ea"/>
                </a:endParaRPr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4036D96D-F9AF-32B4-B285-FC5611EE3220}"/>
                  </a:ext>
                </a:extLst>
              </p:cNvPr>
              <p:cNvSpPr txBox="1"/>
              <p:nvPr/>
            </p:nvSpPr>
            <p:spPr>
              <a:xfrm>
                <a:off x="1834476" y="5407119"/>
                <a:ext cx="342008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j-ea"/>
                    <a:ea typeface="+mj-ea"/>
                  </a:rPr>
                  <a:t>유우양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92" name="Group 276">
              <a:extLst>
                <a:ext uri="{FF2B5EF4-FFF2-40B4-BE49-F238E27FC236}">
                  <a16:creationId xmlns:a16="http://schemas.microsoft.com/office/drawing/2014/main" id="{5B82C67E-6098-5F65-B783-9A2659E11986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193" name="Oval 277">
                <a:extLst>
                  <a:ext uri="{FF2B5EF4-FFF2-40B4-BE49-F238E27FC236}">
                    <a16:creationId xmlns:a16="http://schemas.microsoft.com/office/drawing/2014/main" id="{DD1FED48-B187-36D4-29B8-A38EC6CB566E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pic>
            <p:nvPicPr>
              <p:cNvPr id="194" name="Picture 278">
                <a:extLst>
                  <a:ext uri="{FF2B5EF4-FFF2-40B4-BE49-F238E27FC236}">
                    <a16:creationId xmlns:a16="http://schemas.microsoft.com/office/drawing/2014/main" id="{FEF75618-2289-A9E0-8DD9-894EBC9BF2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grpSp>
        <p:nvGrpSpPr>
          <p:cNvPr id="203" name="Group 318">
            <a:extLst>
              <a:ext uri="{FF2B5EF4-FFF2-40B4-BE49-F238E27FC236}">
                <a16:creationId xmlns:a16="http://schemas.microsoft.com/office/drawing/2014/main" id="{E351555A-83FB-895A-99D3-0BE72CC0EFA3}"/>
              </a:ext>
            </a:extLst>
          </p:cNvPr>
          <p:cNvGrpSpPr/>
          <p:nvPr/>
        </p:nvGrpSpPr>
        <p:grpSpPr>
          <a:xfrm>
            <a:off x="1883094" y="5622754"/>
            <a:ext cx="7165234" cy="216000"/>
            <a:chOff x="1829101" y="5021476"/>
            <a:chExt cx="7165234" cy="216000"/>
          </a:xfrm>
        </p:grpSpPr>
        <p:cxnSp>
          <p:nvCxnSpPr>
            <p:cNvPr id="204" name="직선 연결선 143">
              <a:extLst>
                <a:ext uri="{FF2B5EF4-FFF2-40B4-BE49-F238E27FC236}">
                  <a16:creationId xmlns:a16="http://schemas.microsoft.com/office/drawing/2014/main" id="{05C92786-8434-1AC8-BB5B-2B0FA456A840}"/>
                </a:ext>
              </a:extLst>
            </p:cNvPr>
            <p:cNvCxnSpPr>
              <a:cxnSpLocks/>
            </p:cNvCxnSpPr>
            <p:nvPr/>
          </p:nvCxnSpPr>
          <p:spPr>
            <a:xfrm>
              <a:off x="1829101" y="5109243"/>
              <a:ext cx="7165234" cy="0"/>
            </a:xfrm>
            <a:prstGeom prst="lin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205" name="Group 320">
              <a:extLst>
                <a:ext uri="{FF2B5EF4-FFF2-40B4-BE49-F238E27FC236}">
                  <a16:creationId xmlns:a16="http://schemas.microsoft.com/office/drawing/2014/main" id="{6B79B305-81C8-AAF0-60FA-E197E39ABB8B}"/>
                </a:ext>
              </a:extLst>
            </p:cNvPr>
            <p:cNvGrpSpPr/>
            <p:nvPr/>
          </p:nvGrpSpPr>
          <p:grpSpPr>
            <a:xfrm>
              <a:off x="4795132" y="5021476"/>
              <a:ext cx="599152" cy="216000"/>
              <a:chOff x="4795132" y="5021476"/>
              <a:chExt cx="599152" cy="216000"/>
            </a:xfrm>
          </p:grpSpPr>
          <p:sp>
            <p:nvSpPr>
              <p:cNvPr id="206" name="Rounded Rectangle 321">
                <a:extLst>
                  <a:ext uri="{FF2B5EF4-FFF2-40B4-BE49-F238E27FC236}">
                    <a16:creationId xmlns:a16="http://schemas.microsoft.com/office/drawing/2014/main" id="{28E9A569-081E-0622-7BED-716198A2F206}"/>
                  </a:ext>
                </a:extLst>
              </p:cNvPr>
              <p:cNvSpPr/>
              <p:nvPr/>
            </p:nvSpPr>
            <p:spPr>
              <a:xfrm>
                <a:off x="4795132" y="5021476"/>
                <a:ext cx="589009" cy="216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18000" rIns="0" bIns="0" rtlCol="0" anchor="ctr"/>
              <a:lstStyle/>
              <a:p>
                <a:pPr algn="ctr"/>
                <a:r>
                  <a:rPr lang="ko-KR" altLang="en-US" sz="7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더보기   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AA5FDA00-BD30-DD3D-AC31-1BC52C184996}"/>
                  </a:ext>
                </a:extLst>
              </p:cNvPr>
              <p:cNvSpPr txBox="1"/>
              <p:nvPr/>
            </p:nvSpPr>
            <p:spPr>
              <a:xfrm rot="5400000">
                <a:off x="5173944" y="5000344"/>
                <a:ext cx="183311" cy="257369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&gt;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</p:grp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154E9303-5867-B7A0-8B5F-973DACEBAA2A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342B84B6-761E-7F06-DC9D-36B22389F032}"/>
              </a:ext>
            </a:extLst>
          </p:cNvPr>
          <p:cNvGrpSpPr/>
          <p:nvPr/>
        </p:nvGrpSpPr>
        <p:grpSpPr>
          <a:xfrm>
            <a:off x="1946119" y="1770442"/>
            <a:ext cx="344363" cy="148055"/>
            <a:chOff x="355725" y="941395"/>
            <a:chExt cx="483691" cy="207957"/>
          </a:xfrm>
        </p:grpSpPr>
        <p:sp>
          <p:nvSpPr>
            <p:cNvPr id="214" name="사각형: 둥근 모서리 213">
              <a:extLst>
                <a:ext uri="{FF2B5EF4-FFF2-40B4-BE49-F238E27FC236}">
                  <a16:creationId xmlns:a16="http://schemas.microsoft.com/office/drawing/2014/main" id="{BBFBD9D2-B95C-A0B6-DF4D-E39CFA280B26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15" name="그림 214">
              <a:extLst>
                <a:ext uri="{FF2B5EF4-FFF2-40B4-BE49-F238E27FC236}">
                  <a16:creationId xmlns:a16="http://schemas.microsoft.com/office/drawing/2014/main" id="{AC3F28C7-0DDE-875B-826B-79241DA8B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grpSp>
        <p:nvGrpSpPr>
          <p:cNvPr id="216" name="그룹 215">
            <a:extLst>
              <a:ext uri="{FF2B5EF4-FFF2-40B4-BE49-F238E27FC236}">
                <a16:creationId xmlns:a16="http://schemas.microsoft.com/office/drawing/2014/main" id="{08C993F5-719D-9928-BA57-852B288D8B09}"/>
              </a:ext>
            </a:extLst>
          </p:cNvPr>
          <p:cNvGrpSpPr/>
          <p:nvPr/>
        </p:nvGrpSpPr>
        <p:grpSpPr>
          <a:xfrm>
            <a:off x="1946119" y="3661995"/>
            <a:ext cx="344363" cy="148055"/>
            <a:chOff x="355725" y="941395"/>
            <a:chExt cx="483691" cy="207957"/>
          </a:xfrm>
        </p:grpSpPr>
        <p:sp>
          <p:nvSpPr>
            <p:cNvPr id="217" name="사각형: 둥근 모서리 216">
              <a:extLst>
                <a:ext uri="{FF2B5EF4-FFF2-40B4-BE49-F238E27FC236}">
                  <a16:creationId xmlns:a16="http://schemas.microsoft.com/office/drawing/2014/main" id="{D88A0EFC-FA52-2767-AFD2-B89E5D29A070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18" name="그림 217">
              <a:extLst>
                <a:ext uri="{FF2B5EF4-FFF2-40B4-BE49-F238E27FC236}">
                  <a16:creationId xmlns:a16="http://schemas.microsoft.com/office/drawing/2014/main" id="{FC5EB593-B924-365C-C79C-F5B8D6A99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A7A6BD60-9528-D517-F72B-2C664389A3C5}"/>
              </a:ext>
            </a:extLst>
          </p:cNvPr>
          <p:cNvGrpSpPr/>
          <p:nvPr/>
        </p:nvGrpSpPr>
        <p:grpSpPr>
          <a:xfrm>
            <a:off x="3756558" y="1770442"/>
            <a:ext cx="344363" cy="148055"/>
            <a:chOff x="355725" y="941395"/>
            <a:chExt cx="483691" cy="207957"/>
          </a:xfrm>
        </p:grpSpPr>
        <p:sp>
          <p:nvSpPr>
            <p:cNvPr id="220" name="사각형: 둥근 모서리 219">
              <a:extLst>
                <a:ext uri="{FF2B5EF4-FFF2-40B4-BE49-F238E27FC236}">
                  <a16:creationId xmlns:a16="http://schemas.microsoft.com/office/drawing/2014/main" id="{919341F4-4731-E66D-9CAB-D68F39B785EF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21" name="그림 220">
              <a:extLst>
                <a:ext uri="{FF2B5EF4-FFF2-40B4-BE49-F238E27FC236}">
                  <a16:creationId xmlns:a16="http://schemas.microsoft.com/office/drawing/2014/main" id="{2FD2335E-103B-0196-EE42-E98C48B09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grpSp>
        <p:nvGrpSpPr>
          <p:cNvPr id="222" name="그룹 221">
            <a:extLst>
              <a:ext uri="{FF2B5EF4-FFF2-40B4-BE49-F238E27FC236}">
                <a16:creationId xmlns:a16="http://schemas.microsoft.com/office/drawing/2014/main" id="{037F769F-915F-340D-FBDC-6A3401FCFA76}"/>
              </a:ext>
            </a:extLst>
          </p:cNvPr>
          <p:cNvGrpSpPr/>
          <p:nvPr/>
        </p:nvGrpSpPr>
        <p:grpSpPr>
          <a:xfrm>
            <a:off x="3756558" y="3661995"/>
            <a:ext cx="344363" cy="148055"/>
            <a:chOff x="355725" y="941395"/>
            <a:chExt cx="483691" cy="207957"/>
          </a:xfrm>
        </p:grpSpPr>
        <p:sp>
          <p:nvSpPr>
            <p:cNvPr id="223" name="사각형: 둥근 모서리 222">
              <a:extLst>
                <a:ext uri="{FF2B5EF4-FFF2-40B4-BE49-F238E27FC236}">
                  <a16:creationId xmlns:a16="http://schemas.microsoft.com/office/drawing/2014/main" id="{F959A080-FA9E-1CCC-1388-7A995DDE37F2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24" name="그림 223">
              <a:extLst>
                <a:ext uri="{FF2B5EF4-FFF2-40B4-BE49-F238E27FC236}">
                  <a16:creationId xmlns:a16="http://schemas.microsoft.com/office/drawing/2014/main" id="{35F4EFC0-A0B6-0383-EBC0-639C78887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grpSp>
        <p:nvGrpSpPr>
          <p:cNvPr id="225" name="그룹 224">
            <a:extLst>
              <a:ext uri="{FF2B5EF4-FFF2-40B4-BE49-F238E27FC236}">
                <a16:creationId xmlns:a16="http://schemas.microsoft.com/office/drawing/2014/main" id="{5606C0F6-4152-FD0C-A466-9D811F54E0BC}"/>
              </a:ext>
            </a:extLst>
          </p:cNvPr>
          <p:cNvGrpSpPr/>
          <p:nvPr/>
        </p:nvGrpSpPr>
        <p:grpSpPr>
          <a:xfrm>
            <a:off x="5577108" y="1770442"/>
            <a:ext cx="344363" cy="148055"/>
            <a:chOff x="355725" y="941395"/>
            <a:chExt cx="483691" cy="207957"/>
          </a:xfrm>
        </p:grpSpPr>
        <p:sp>
          <p:nvSpPr>
            <p:cNvPr id="226" name="사각형: 둥근 모서리 225">
              <a:extLst>
                <a:ext uri="{FF2B5EF4-FFF2-40B4-BE49-F238E27FC236}">
                  <a16:creationId xmlns:a16="http://schemas.microsoft.com/office/drawing/2014/main" id="{39E3C6B5-C0F2-7784-D3B6-D31EBE8EFF2F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27" name="그림 226">
              <a:extLst>
                <a:ext uri="{FF2B5EF4-FFF2-40B4-BE49-F238E27FC236}">
                  <a16:creationId xmlns:a16="http://schemas.microsoft.com/office/drawing/2014/main" id="{EEEA6BAB-2BE8-FFE8-5E35-D535926CF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1FF9B858-A99B-1DF1-6353-8F7181A6521A}"/>
              </a:ext>
            </a:extLst>
          </p:cNvPr>
          <p:cNvGrpSpPr/>
          <p:nvPr/>
        </p:nvGrpSpPr>
        <p:grpSpPr>
          <a:xfrm>
            <a:off x="5577108" y="3661995"/>
            <a:ext cx="344363" cy="148055"/>
            <a:chOff x="355725" y="941395"/>
            <a:chExt cx="483691" cy="207957"/>
          </a:xfrm>
        </p:grpSpPr>
        <p:sp>
          <p:nvSpPr>
            <p:cNvPr id="229" name="사각형: 둥근 모서리 228">
              <a:extLst>
                <a:ext uri="{FF2B5EF4-FFF2-40B4-BE49-F238E27FC236}">
                  <a16:creationId xmlns:a16="http://schemas.microsoft.com/office/drawing/2014/main" id="{7FCC6ED3-ABC1-CA2A-062D-C49E1F06C181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30" name="그림 229">
              <a:extLst>
                <a:ext uri="{FF2B5EF4-FFF2-40B4-BE49-F238E27FC236}">
                  <a16:creationId xmlns:a16="http://schemas.microsoft.com/office/drawing/2014/main" id="{AF150594-4CE5-4F8F-7999-3C9CA7E162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BBB8FC42-BD3E-78E0-2A9D-D568E2145A7A}"/>
              </a:ext>
            </a:extLst>
          </p:cNvPr>
          <p:cNvGrpSpPr/>
          <p:nvPr/>
        </p:nvGrpSpPr>
        <p:grpSpPr>
          <a:xfrm>
            <a:off x="7387547" y="1770442"/>
            <a:ext cx="344363" cy="148055"/>
            <a:chOff x="355725" y="941395"/>
            <a:chExt cx="483691" cy="207957"/>
          </a:xfrm>
        </p:grpSpPr>
        <p:sp>
          <p:nvSpPr>
            <p:cNvPr id="232" name="사각형: 둥근 모서리 231">
              <a:extLst>
                <a:ext uri="{FF2B5EF4-FFF2-40B4-BE49-F238E27FC236}">
                  <a16:creationId xmlns:a16="http://schemas.microsoft.com/office/drawing/2014/main" id="{65E7005E-EF9F-C60D-0A39-FEA739CC56A9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33" name="그림 232">
              <a:extLst>
                <a:ext uri="{FF2B5EF4-FFF2-40B4-BE49-F238E27FC236}">
                  <a16:creationId xmlns:a16="http://schemas.microsoft.com/office/drawing/2014/main" id="{42B49243-67A9-4704-7F52-A00978C7B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084E5DA6-23F4-18F0-C5E2-AC2C018919AE}"/>
              </a:ext>
            </a:extLst>
          </p:cNvPr>
          <p:cNvGrpSpPr/>
          <p:nvPr/>
        </p:nvGrpSpPr>
        <p:grpSpPr>
          <a:xfrm>
            <a:off x="7387547" y="3661995"/>
            <a:ext cx="344363" cy="148055"/>
            <a:chOff x="355725" y="941395"/>
            <a:chExt cx="483691" cy="207957"/>
          </a:xfrm>
        </p:grpSpPr>
        <p:sp>
          <p:nvSpPr>
            <p:cNvPr id="235" name="사각형: 둥근 모서리 234">
              <a:extLst>
                <a:ext uri="{FF2B5EF4-FFF2-40B4-BE49-F238E27FC236}">
                  <a16:creationId xmlns:a16="http://schemas.microsoft.com/office/drawing/2014/main" id="{48DEBBF9-DF24-23DD-37A3-AF87991F4586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36" name="그림 235">
              <a:extLst>
                <a:ext uri="{FF2B5EF4-FFF2-40B4-BE49-F238E27FC236}">
                  <a16:creationId xmlns:a16="http://schemas.microsoft.com/office/drawing/2014/main" id="{107F0107-B407-3830-A2EB-BC1607E25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sp>
        <p:nvSpPr>
          <p:cNvPr id="238" name="타원 129">
            <a:extLst>
              <a:ext uri="{FF2B5EF4-FFF2-40B4-BE49-F238E27FC236}">
                <a16:creationId xmlns:a16="http://schemas.microsoft.com/office/drawing/2014/main" id="{09E313EB-4ABD-A0EC-D8D1-DBDB6994A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901" y="1765635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39193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E1137D-973F-E7B5-1CA4-BE38497EE5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오프라인 상태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CEA7B24-3A78-86DB-607C-999593205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267326F7-92B2-F181-7F67-7E36975795F2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7466" cy="79248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오프라인 상태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플레이어 영역 미제공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프로필 이미지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LIVE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뱃지 미표시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오프라인 상태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채팅 불가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채팅 불가하며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후원만 가능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06164"/>
                  </a:ext>
                </a:extLst>
              </a:tr>
            </a:tbl>
          </a:graphicData>
        </a:graphic>
      </p:graphicFrame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2A37AD93-F739-D5A9-8346-A4B28F36193C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457BFF54-2D9C-4F9B-BF34-BEB4650A73D1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41CBA3C6-C050-447D-DAEE-EAA9F3E55D7B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E8A72FC3-AB67-0EF2-C5CE-0DA059C00410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CAB931C-18DC-8ECC-847E-916F3269A26A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67F236EE-ACB9-0F7B-41D6-0FC096A2EEA2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50B1A816-4E6B-80A4-68A7-A0D7A42A7D27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430E42D-D4F6-A044-F012-10456DC41BA6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A4CCAF48-781E-6155-DF5B-430BAE2B81BD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194011DE-0F5C-0738-43F2-70D9CB86FE64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8DD47DA-D2BE-4F01-6DD6-B6C0BC6FE106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5C30DB0A-6A3A-4463-C74B-F80BCFE06E44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9C223066-EF5B-1BE5-3B78-48C87260A65F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59652DD-D61B-747E-E0A6-6765580DE120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45B03B0F-0291-4C34-1EFF-58887758DAC3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362B3EB1-BEA1-00CE-BF16-B8C65B4C02C6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812CCE3-A7DB-B073-CBA5-0E4073248E58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2E1FF00D-2F69-E6BF-BB7A-3F2BA8D9A8B1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0B589A52-2DEB-A392-14E4-F014BFA89F1C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6F8C5D2-D6BA-8A28-408A-FBD64080E991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C347440A-E1EC-13A4-8470-DF5A752EA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6596DA1F-586D-BF42-FF7F-7AC87FB02367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52C0DC27-1E00-9EA3-23FA-2D76310D291A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E5E4A3A5-76B6-8E09-BF59-9FEB4EFB43AB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643CDC0A-CE19-8073-1232-BFB8DDA2EA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B65D54BA-559A-4E1A-6834-5191572D0AE8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632124EE-B09E-2450-5012-BD2BE46776A9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71C9910A-4A32-C889-DA0D-96B0DBC8001D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DD3CC674-0229-0B91-8ED4-6281AE8D1309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93D7C87F-D41F-023C-66B9-B59A7876150D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4A45B44-466B-EC69-7B57-69EC8ABFAAD6}"/>
              </a:ext>
            </a:extLst>
          </p:cNvPr>
          <p:cNvSpPr txBox="1"/>
          <p:nvPr/>
        </p:nvSpPr>
        <p:spPr>
          <a:xfrm>
            <a:off x="737605" y="948503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8573794-60A8-2FE5-C39F-44B3655EE46E}"/>
              </a:ext>
            </a:extLst>
          </p:cNvPr>
          <p:cNvSpPr txBox="1"/>
          <p:nvPr/>
        </p:nvSpPr>
        <p:spPr>
          <a:xfrm>
            <a:off x="742619" y="1148943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106" name="Picture 142">
            <a:extLst>
              <a:ext uri="{FF2B5EF4-FFF2-40B4-BE49-F238E27FC236}">
                <a16:creationId xmlns:a16="http://schemas.microsoft.com/office/drawing/2014/main" id="{FC176250-D4F7-D51C-77EF-AED228487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9294" y="991101"/>
            <a:ext cx="136038" cy="141707"/>
          </a:xfrm>
          <a:prstGeom prst="rect">
            <a:avLst/>
          </a:prstGeom>
        </p:spPr>
      </p:pic>
      <p:grpSp>
        <p:nvGrpSpPr>
          <p:cNvPr id="107" name="Group 149">
            <a:extLst>
              <a:ext uri="{FF2B5EF4-FFF2-40B4-BE49-F238E27FC236}">
                <a16:creationId xmlns:a16="http://schemas.microsoft.com/office/drawing/2014/main" id="{84DE690A-2886-C5E5-D558-A8A901A44450}"/>
              </a:ext>
            </a:extLst>
          </p:cNvPr>
          <p:cNvGrpSpPr/>
          <p:nvPr/>
        </p:nvGrpSpPr>
        <p:grpSpPr>
          <a:xfrm>
            <a:off x="365283" y="972423"/>
            <a:ext cx="308360" cy="308360"/>
            <a:chOff x="6468801" y="4933120"/>
            <a:chExt cx="216000" cy="216000"/>
          </a:xfrm>
        </p:grpSpPr>
        <p:sp>
          <p:nvSpPr>
            <p:cNvPr id="108" name="Oval 156">
              <a:extLst>
                <a:ext uri="{FF2B5EF4-FFF2-40B4-BE49-F238E27FC236}">
                  <a16:creationId xmlns:a16="http://schemas.microsoft.com/office/drawing/2014/main" id="{9C155844-7D6A-CE0C-0460-5907920FF569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09" name="Picture 159">
              <a:extLst>
                <a:ext uri="{FF2B5EF4-FFF2-40B4-BE49-F238E27FC236}">
                  <a16:creationId xmlns:a16="http://schemas.microsoft.com/office/drawing/2014/main" id="{D8FD0AF8-BD27-C783-FBDC-EF884E3CC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grpSp>
        <p:nvGrpSpPr>
          <p:cNvPr id="111" name="Group 2">
            <a:extLst>
              <a:ext uri="{FF2B5EF4-FFF2-40B4-BE49-F238E27FC236}">
                <a16:creationId xmlns:a16="http://schemas.microsoft.com/office/drawing/2014/main" id="{EB74753F-F307-93AB-F20D-EAAE1F5A1DF6}"/>
              </a:ext>
            </a:extLst>
          </p:cNvPr>
          <p:cNvGrpSpPr/>
          <p:nvPr/>
        </p:nvGrpSpPr>
        <p:grpSpPr>
          <a:xfrm>
            <a:off x="4222945" y="1076479"/>
            <a:ext cx="754838" cy="197229"/>
            <a:chOff x="4448007" y="5346092"/>
            <a:chExt cx="754838" cy="197229"/>
          </a:xfrm>
        </p:grpSpPr>
        <p:sp>
          <p:nvSpPr>
            <p:cNvPr id="112" name="Rectangle 256">
              <a:extLst>
                <a:ext uri="{FF2B5EF4-FFF2-40B4-BE49-F238E27FC236}">
                  <a16:creationId xmlns:a16="http://schemas.microsoft.com/office/drawing/2014/main" id="{CE2A987B-7608-A03A-C34D-D32A76ED3E20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13" name="Picture 191">
              <a:extLst>
                <a:ext uri="{FF2B5EF4-FFF2-40B4-BE49-F238E27FC236}">
                  <a16:creationId xmlns:a16="http://schemas.microsoft.com/office/drawing/2014/main" id="{D2121003-BC49-0F9C-3B72-9891C52AE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114" name="Group 17">
            <a:extLst>
              <a:ext uri="{FF2B5EF4-FFF2-40B4-BE49-F238E27FC236}">
                <a16:creationId xmlns:a16="http://schemas.microsoft.com/office/drawing/2014/main" id="{8BF95F62-6D31-813E-DD5C-2E84815CDE33}"/>
              </a:ext>
            </a:extLst>
          </p:cNvPr>
          <p:cNvGrpSpPr/>
          <p:nvPr/>
        </p:nvGrpSpPr>
        <p:grpSpPr>
          <a:xfrm>
            <a:off x="5574790" y="1076479"/>
            <a:ext cx="581183" cy="197229"/>
            <a:chOff x="5199485" y="5263720"/>
            <a:chExt cx="581183" cy="197229"/>
          </a:xfrm>
        </p:grpSpPr>
        <p:sp>
          <p:nvSpPr>
            <p:cNvPr id="115" name="Rectangle 256">
              <a:extLst>
                <a:ext uri="{FF2B5EF4-FFF2-40B4-BE49-F238E27FC236}">
                  <a16:creationId xmlns:a16="http://schemas.microsoft.com/office/drawing/2014/main" id="{9E189DC0-5E7B-75E4-5BAA-936BF370CA91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16" name="Picture 15">
              <a:extLst>
                <a:ext uri="{FF2B5EF4-FFF2-40B4-BE49-F238E27FC236}">
                  <a16:creationId xmlns:a16="http://schemas.microsoft.com/office/drawing/2014/main" id="{A50380F9-1096-0ECE-4D5E-441B741B6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FC9791EA-1D0E-F620-4D04-B7B206221480}"/>
              </a:ext>
            </a:extLst>
          </p:cNvPr>
          <p:cNvSpPr/>
          <p:nvPr/>
        </p:nvSpPr>
        <p:spPr>
          <a:xfrm>
            <a:off x="247649" y="1735179"/>
            <a:ext cx="5974567" cy="4709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01D7A5F-01B7-44F9-1D83-752C5B8BC4E6}"/>
              </a:ext>
            </a:extLst>
          </p:cNvPr>
          <p:cNvSpPr txBox="1"/>
          <p:nvPr/>
        </p:nvSpPr>
        <p:spPr>
          <a:xfrm>
            <a:off x="2729308" y="1140941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119" name="Group 26">
            <a:extLst>
              <a:ext uri="{FF2B5EF4-FFF2-40B4-BE49-F238E27FC236}">
                <a16:creationId xmlns:a16="http://schemas.microsoft.com/office/drawing/2014/main" id="{50494FA3-9612-A803-2724-2AF4B67E4D02}"/>
              </a:ext>
            </a:extLst>
          </p:cNvPr>
          <p:cNvGrpSpPr/>
          <p:nvPr/>
        </p:nvGrpSpPr>
        <p:grpSpPr>
          <a:xfrm>
            <a:off x="249187" y="1473846"/>
            <a:ext cx="5961113" cy="219667"/>
            <a:chOff x="1895287" y="2791040"/>
            <a:chExt cx="5961113" cy="219667"/>
          </a:xfrm>
        </p:grpSpPr>
        <p:grpSp>
          <p:nvGrpSpPr>
            <p:cNvPr id="120" name="그룹 6">
              <a:extLst>
                <a:ext uri="{FF2B5EF4-FFF2-40B4-BE49-F238E27FC236}">
                  <a16:creationId xmlns:a16="http://schemas.microsoft.com/office/drawing/2014/main" id="{D3AE67A2-D8D2-B207-538D-616C8458712E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122" name="Tab 1">
                <a:extLst>
                  <a:ext uri="{FF2B5EF4-FFF2-40B4-BE49-F238E27FC236}">
                    <a16:creationId xmlns:a16="http://schemas.microsoft.com/office/drawing/2014/main" id="{9D2A6292-8281-0FED-7188-8F92DEA72E1C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3" name="Tab 2">
                <a:extLst>
                  <a:ext uri="{FF2B5EF4-FFF2-40B4-BE49-F238E27FC236}">
                    <a16:creationId xmlns:a16="http://schemas.microsoft.com/office/drawing/2014/main" id="{9FF29192-934C-D576-AD65-565AAE0A0517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4" name="Tab 2">
                <a:extLst>
                  <a:ext uri="{FF2B5EF4-FFF2-40B4-BE49-F238E27FC236}">
                    <a16:creationId xmlns:a16="http://schemas.microsoft.com/office/drawing/2014/main" id="{5D4EAE85-ADD3-A6AE-CE7E-D48FDFF27710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5" name="Tab 2">
                <a:extLst>
                  <a:ext uri="{FF2B5EF4-FFF2-40B4-BE49-F238E27FC236}">
                    <a16:creationId xmlns:a16="http://schemas.microsoft.com/office/drawing/2014/main" id="{B1A43DF1-71D8-FA80-F010-D4D09B4D6E67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7" name="Tab 2">
                <a:extLst>
                  <a:ext uri="{FF2B5EF4-FFF2-40B4-BE49-F238E27FC236}">
                    <a16:creationId xmlns:a16="http://schemas.microsoft.com/office/drawing/2014/main" id="{01D876A9-0E0C-F176-5953-DF949A89BE93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34" name="Tab 2">
                <a:extLst>
                  <a:ext uri="{FF2B5EF4-FFF2-40B4-BE49-F238E27FC236}">
                    <a16:creationId xmlns:a16="http://schemas.microsoft.com/office/drawing/2014/main" id="{04990FCB-41F8-0D73-C28C-A85F0134A609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121" name="직선 연결선 32">
              <a:extLst>
                <a:ext uri="{FF2B5EF4-FFF2-40B4-BE49-F238E27FC236}">
                  <a16:creationId xmlns:a16="http://schemas.microsoft.com/office/drawing/2014/main" id="{C00CE940-33CF-8ABB-3689-A8F4F1CE9EEC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ED8B52FD-42C5-5FE1-20E2-3AB888FB96D2}"/>
              </a:ext>
            </a:extLst>
          </p:cNvPr>
          <p:cNvGrpSpPr/>
          <p:nvPr/>
        </p:nvGrpSpPr>
        <p:grpSpPr>
          <a:xfrm>
            <a:off x="5015200" y="1076479"/>
            <a:ext cx="520284" cy="197229"/>
            <a:chOff x="4050461" y="5245314"/>
            <a:chExt cx="520284" cy="197229"/>
          </a:xfrm>
        </p:grpSpPr>
        <p:sp>
          <p:nvSpPr>
            <p:cNvPr id="136" name="Rectangle 256">
              <a:extLst>
                <a:ext uri="{FF2B5EF4-FFF2-40B4-BE49-F238E27FC236}">
                  <a16:creationId xmlns:a16="http://schemas.microsoft.com/office/drawing/2014/main" id="{370D8EFE-8BF5-0370-A443-FBBEC23FDF19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37" name="그림 136">
              <a:extLst>
                <a:ext uri="{FF2B5EF4-FFF2-40B4-BE49-F238E27FC236}">
                  <a16:creationId xmlns:a16="http://schemas.microsoft.com/office/drawing/2014/main" id="{B9B0669C-E333-1B64-3A6D-5012C7518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sp>
        <p:nvSpPr>
          <p:cNvPr id="24" name="타원 129">
            <a:extLst>
              <a:ext uri="{FF2B5EF4-FFF2-40B4-BE49-F238E27FC236}">
                <a16:creationId xmlns:a16="http://schemas.microsoft.com/office/drawing/2014/main" id="{BDD2A549-24F9-16E0-B2C4-EB931BBE7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1702" y="895906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타원 129">
            <a:extLst>
              <a:ext uri="{FF2B5EF4-FFF2-40B4-BE49-F238E27FC236}">
                <a16:creationId xmlns:a16="http://schemas.microsoft.com/office/drawing/2014/main" id="{EE795D4F-F6BD-69E2-0C83-3F7F8C6D8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22" y="934409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57754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E1137D-973F-E7B5-1CA4-BE38497EE5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 </a:t>
            </a:r>
            <a:r>
              <a:rPr lang="en-US" altLang="ko-KR" sz="2000" dirty="0"/>
              <a:t>(1/2)</a:t>
            </a:r>
            <a:endParaRPr lang="ko-KR" altLang="en-US" sz="20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CEA7B24-3A78-86DB-607C-999593205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267326F7-92B2-F181-7F67-7E36975795F2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7466" cy="472440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플레이어 영역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Default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영상 재생 중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마우스 오버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5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초 동안 플레이어 영역 내 기능 표시됨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1-1.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플랫폼 로고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라이브 중인 플랫폼 로고 표시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①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투네이션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②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유튜브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③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트위치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④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치지직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1-2.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이전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다음 방송 인디케이터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노출순위 기준으로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이전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다음 라이브 방송 화면으로 전환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1-3.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 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(bar)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Default 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실시간 라이브 시점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1-4.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재생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일시정지 버튼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Default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일시정지 버튼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영상 재생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일시정지 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일시정지 상태 → 영상 재생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실시간 방송 시점으로 재생됨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1-5.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볼륨 조절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음소거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볼륨 조절 아이콘 마우스 오버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볼륨 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(bar)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└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볼륨 바 표시 상태에서 드래그로 볼륨 조절 가능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볼륨 조절 아이콘 클릭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볼륨 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0%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조절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음소거됨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1-6. LIVE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라이브 방송 중일 경우에만 표시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실시간 라이브 시점으로 건너뜀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79080244-6918-A61D-E399-D0D5272B42B8}"/>
              </a:ext>
            </a:extLst>
          </p:cNvPr>
          <p:cNvSpPr/>
          <p:nvPr/>
        </p:nvSpPr>
        <p:spPr>
          <a:xfrm>
            <a:off x="160892" y="826569"/>
            <a:ext cx="6152391" cy="34572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82" name="Picture 87">
            <a:extLst>
              <a:ext uri="{FF2B5EF4-FFF2-40B4-BE49-F238E27FC236}">
                <a16:creationId xmlns:a16="http://schemas.microsoft.com/office/drawing/2014/main" id="{FC7F6BAE-26E9-E8A8-E60F-6A533E8EA74D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3118010" y="2436518"/>
            <a:ext cx="238154" cy="237357"/>
          </a:xfrm>
          <a:prstGeom prst="rect">
            <a:avLst/>
          </a:prstGeom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2A37AD93-F739-D5A9-8346-A4B28F36193C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457BFF54-2D9C-4F9B-BF34-BEB4650A73D1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41CBA3C6-C050-447D-DAEE-EAA9F3E55D7B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E8A72FC3-AB67-0EF2-C5CE-0DA059C00410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CAB931C-18DC-8ECC-847E-916F3269A26A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67F236EE-ACB9-0F7B-41D6-0FC096A2EEA2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50B1A816-4E6B-80A4-68A7-A0D7A42A7D27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430E42D-D4F6-A044-F012-10456DC41BA6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A4CCAF48-781E-6155-DF5B-430BAE2B81BD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194011DE-0F5C-0738-43F2-70D9CB86FE64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8DD47DA-D2BE-4F01-6DD6-B6C0BC6FE106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5C30DB0A-6A3A-4463-C74B-F80BCFE06E44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9C223066-EF5B-1BE5-3B78-48C87260A65F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59652DD-D61B-747E-E0A6-6765580DE120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45B03B0F-0291-4C34-1EFF-58887758DAC3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362B3EB1-BEA1-00CE-BF16-B8C65B4C02C6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812CCE3-A7DB-B073-CBA5-0E4073248E58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2E1FF00D-2F69-E6BF-BB7A-3F2BA8D9A8B1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0B589A52-2DEB-A392-14E4-F014BFA89F1C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6F8C5D2-D6BA-8A28-408A-FBD64080E991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C347440A-E1EC-13A4-8470-DF5A752EA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6596DA1F-586D-BF42-FF7F-7AC87FB02367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52C0DC27-1E00-9EA3-23FA-2D76310D291A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E5E4A3A5-76B6-8E09-BF59-9FEB4EFB43AB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643CDC0A-CE19-8073-1232-BFB8DDA2EA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B65D54BA-559A-4E1A-6834-5191572D0AE8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632124EE-B09E-2450-5012-BD2BE46776A9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71C9910A-4A32-C889-DA0D-96B0DBC8001D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DD3CC674-0229-0B91-8ED4-6281AE8D1309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93D7C87F-D41F-023C-66B9-B59A7876150D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FD74CB92-6049-3DFC-C71A-34130F39F9A7}"/>
              </a:ext>
            </a:extLst>
          </p:cNvPr>
          <p:cNvGrpSpPr/>
          <p:nvPr/>
        </p:nvGrpSpPr>
        <p:grpSpPr>
          <a:xfrm>
            <a:off x="5853553" y="2161004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7B5B0139-A7EA-55B9-6B32-3EAAAAE2F8B3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D9A4FDD6-2026-47FC-FA9A-3DC7579C400B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291CA86D-84E0-6791-DE73-77D15E8F5C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25544BA7-A055-FA05-9DA3-CA74AA0E83DE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85DAB40B-4B7F-8732-C959-FA775BF5BFAB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D803AE5A-420E-656B-397D-873BEFAF6D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pic>
        <p:nvPicPr>
          <p:cNvPr id="143" name="그림 142">
            <a:extLst>
              <a:ext uri="{FF2B5EF4-FFF2-40B4-BE49-F238E27FC236}">
                <a16:creationId xmlns:a16="http://schemas.microsoft.com/office/drawing/2014/main" id="{06A78580-5441-AE33-BE88-4B19A90A48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85" y="3960840"/>
            <a:ext cx="211110" cy="211110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86444D95-C8BB-51E9-1EFE-0164D64FC4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13" y="4005939"/>
            <a:ext cx="308348" cy="122054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55B2F5CE-7C13-C203-2F9E-45D3E6F086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7890" y="3978016"/>
            <a:ext cx="187072" cy="187072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5605E1EF-1165-02BA-B4F1-CB6454D448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0576" y="3944960"/>
            <a:ext cx="253184" cy="253184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7AC77258-4DB5-CF4A-A90D-B60ABFE70A4D}"/>
              </a:ext>
            </a:extLst>
          </p:cNvPr>
          <p:cNvSpPr txBox="1"/>
          <p:nvPr/>
        </p:nvSpPr>
        <p:spPr>
          <a:xfrm>
            <a:off x="4523936" y="3953549"/>
            <a:ext cx="463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+mn-ea"/>
                <a:ea typeface="+mn-ea"/>
              </a:rPr>
              <a:t>360p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ea typeface="+mn-ea"/>
              </a:rPr>
              <a:t>▼</a:t>
            </a:r>
            <a:endParaRPr lang="en-US" altLang="ko-KR" sz="9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83605E4E-468C-33C1-3C6E-E895272F626E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477F41C5-ED42-3E0F-288B-67128AAB638C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C8B9CCAD-E529-C233-B726-2D5E997C8A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pic>
        <p:nvPicPr>
          <p:cNvPr id="198" name="그림 197">
            <a:extLst>
              <a:ext uri="{FF2B5EF4-FFF2-40B4-BE49-F238E27FC236}">
                <a16:creationId xmlns:a16="http://schemas.microsoft.com/office/drawing/2014/main" id="{DCB9585F-7DBB-3A44-69DA-117AAAFD02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79244" y="3986681"/>
            <a:ext cx="168600" cy="168600"/>
          </a:xfrm>
          <a:prstGeom prst="rect">
            <a:avLst/>
          </a:prstGeom>
        </p:spPr>
      </p:pic>
      <p:sp>
        <p:nvSpPr>
          <p:cNvPr id="3" name="타원 129">
            <a:extLst>
              <a:ext uri="{FF2B5EF4-FFF2-40B4-BE49-F238E27FC236}">
                <a16:creationId xmlns:a16="http://schemas.microsoft.com/office/drawing/2014/main" id="{9D325B3A-D544-FDFB-2BEB-09D210714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53" y="771766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129">
            <a:extLst>
              <a:ext uri="{FF2B5EF4-FFF2-40B4-BE49-F238E27FC236}">
                <a16:creationId xmlns:a16="http://schemas.microsoft.com/office/drawing/2014/main" id="{B501FB6F-182B-A2FF-05FC-EC1F875C4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419" y="947000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타원 129">
            <a:extLst>
              <a:ext uri="{FF2B5EF4-FFF2-40B4-BE49-F238E27FC236}">
                <a16:creationId xmlns:a16="http://schemas.microsoft.com/office/drawing/2014/main" id="{907C782E-AD31-BCAD-D6F4-AF5C927E0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0984" y="2034337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타원 129">
            <a:extLst>
              <a:ext uri="{FF2B5EF4-FFF2-40B4-BE49-F238E27FC236}">
                <a16:creationId xmlns:a16="http://schemas.microsoft.com/office/drawing/2014/main" id="{4D18BB7D-0E09-C934-58B0-C8A717017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53" y="3983439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1-4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타원 129">
            <a:extLst>
              <a:ext uri="{FF2B5EF4-FFF2-40B4-BE49-F238E27FC236}">
                <a16:creationId xmlns:a16="http://schemas.microsoft.com/office/drawing/2014/main" id="{36AFA171-BBFF-8EE5-2C79-BA3CCB791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528" y="4181072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1-5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타원 129">
            <a:extLst>
              <a:ext uri="{FF2B5EF4-FFF2-40B4-BE49-F238E27FC236}">
                <a16:creationId xmlns:a16="http://schemas.microsoft.com/office/drawing/2014/main" id="{FAA13241-0F74-EFAE-CCA2-361A7C5B7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770" y="4181072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1-6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타원 129">
            <a:extLst>
              <a:ext uri="{FF2B5EF4-FFF2-40B4-BE49-F238E27FC236}">
                <a16:creationId xmlns:a16="http://schemas.microsoft.com/office/drawing/2014/main" id="{81B74389-3B7D-0220-8897-E4BE745CB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3975" y="4154537"/>
            <a:ext cx="151424" cy="1514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1-7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타원 129">
            <a:extLst>
              <a:ext uri="{FF2B5EF4-FFF2-40B4-BE49-F238E27FC236}">
                <a16:creationId xmlns:a16="http://schemas.microsoft.com/office/drawing/2014/main" id="{81CDFE73-BE72-D07D-020C-E4250D63D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0923" y="4154537"/>
            <a:ext cx="151424" cy="1514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1-8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타원 129">
            <a:extLst>
              <a:ext uri="{FF2B5EF4-FFF2-40B4-BE49-F238E27FC236}">
                <a16:creationId xmlns:a16="http://schemas.microsoft.com/office/drawing/2014/main" id="{A2D7A6C7-B0F5-33D1-A59F-C892A7203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7492" y="4154537"/>
            <a:ext cx="151424" cy="1514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1-9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타원 129">
            <a:extLst>
              <a:ext uri="{FF2B5EF4-FFF2-40B4-BE49-F238E27FC236}">
                <a16:creationId xmlns:a16="http://schemas.microsoft.com/office/drawing/2014/main" id="{6EAED8F9-1BD3-4105-AFCD-A0DBF87D8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714" y="4154537"/>
            <a:ext cx="151424" cy="1514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1-11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3" name="그림 92">
            <a:extLst>
              <a:ext uri="{FF2B5EF4-FFF2-40B4-BE49-F238E27FC236}">
                <a16:creationId xmlns:a16="http://schemas.microsoft.com/office/drawing/2014/main" id="{CEC458D4-DBCC-C4F3-E1FC-34D928B6E96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5808" y="3996601"/>
            <a:ext cx="104497" cy="134353"/>
          </a:xfrm>
          <a:prstGeom prst="rect">
            <a:avLst/>
          </a:prstGeom>
        </p:spPr>
      </p:pic>
      <p:grpSp>
        <p:nvGrpSpPr>
          <p:cNvPr id="99" name="그룹 98">
            <a:extLst>
              <a:ext uri="{FF2B5EF4-FFF2-40B4-BE49-F238E27FC236}">
                <a16:creationId xmlns:a16="http://schemas.microsoft.com/office/drawing/2014/main" id="{6419C8BF-5734-07C8-AAC9-B977B681BC3A}"/>
              </a:ext>
            </a:extLst>
          </p:cNvPr>
          <p:cNvGrpSpPr/>
          <p:nvPr/>
        </p:nvGrpSpPr>
        <p:grpSpPr>
          <a:xfrm>
            <a:off x="285087" y="3823362"/>
            <a:ext cx="5929975" cy="92335"/>
            <a:chOff x="285087" y="3823362"/>
            <a:chExt cx="5929975" cy="92335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49ACF590-9482-6E76-8BA8-D88B5620FDC2}"/>
                </a:ext>
              </a:extLst>
            </p:cNvPr>
            <p:cNvSpPr/>
            <p:nvPr/>
          </p:nvSpPr>
          <p:spPr>
            <a:xfrm>
              <a:off x="285087" y="3853387"/>
              <a:ext cx="5904000" cy="36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61BDD269-53E1-1CAD-BE8F-E707289BBBFA}"/>
                </a:ext>
              </a:extLst>
            </p:cNvPr>
            <p:cNvSpPr/>
            <p:nvPr/>
          </p:nvSpPr>
          <p:spPr>
            <a:xfrm>
              <a:off x="6122727" y="3823362"/>
              <a:ext cx="92335" cy="9233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00" name="타원 129">
            <a:extLst>
              <a:ext uri="{FF2B5EF4-FFF2-40B4-BE49-F238E27FC236}">
                <a16:creationId xmlns:a16="http://schemas.microsoft.com/office/drawing/2014/main" id="{2E11EE78-0174-4D3B-6906-8A1136D9A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37" y="3687630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1-3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93DC88A-E45C-7CE4-DD9E-244DB546B47E}"/>
              </a:ext>
            </a:extLst>
          </p:cNvPr>
          <p:cNvSpPr txBox="1"/>
          <p:nvPr/>
        </p:nvSpPr>
        <p:spPr>
          <a:xfrm>
            <a:off x="307407" y="4375757"/>
            <a:ext cx="2276833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방송 제목이 나오는 부분입니다</a:t>
            </a:r>
            <a:r>
              <a:rPr lang="en-US" altLang="ko-KR" sz="12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4A45B44-466B-EC69-7B57-69EC8ABFAAD6}"/>
              </a:ext>
            </a:extLst>
          </p:cNvPr>
          <p:cNvSpPr txBox="1"/>
          <p:nvPr/>
        </p:nvSpPr>
        <p:spPr>
          <a:xfrm>
            <a:off x="737605" y="5000800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8573794-60A8-2FE5-C39F-44B3655EE46E}"/>
              </a:ext>
            </a:extLst>
          </p:cNvPr>
          <p:cNvSpPr txBox="1"/>
          <p:nvPr/>
        </p:nvSpPr>
        <p:spPr>
          <a:xfrm>
            <a:off x="742619" y="5201240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106" name="Picture 142">
            <a:extLst>
              <a:ext uri="{FF2B5EF4-FFF2-40B4-BE49-F238E27FC236}">
                <a16:creationId xmlns:a16="http://schemas.microsoft.com/office/drawing/2014/main" id="{FC176250-D4F7-D51C-77EF-AED22848780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9294" y="5043398"/>
            <a:ext cx="136038" cy="141707"/>
          </a:xfrm>
          <a:prstGeom prst="rect">
            <a:avLst/>
          </a:prstGeom>
        </p:spPr>
      </p:pic>
      <p:grpSp>
        <p:nvGrpSpPr>
          <p:cNvPr id="107" name="Group 149">
            <a:extLst>
              <a:ext uri="{FF2B5EF4-FFF2-40B4-BE49-F238E27FC236}">
                <a16:creationId xmlns:a16="http://schemas.microsoft.com/office/drawing/2014/main" id="{84DE690A-2886-C5E5-D558-A8A901A44450}"/>
              </a:ext>
            </a:extLst>
          </p:cNvPr>
          <p:cNvGrpSpPr/>
          <p:nvPr/>
        </p:nvGrpSpPr>
        <p:grpSpPr>
          <a:xfrm>
            <a:off x="365283" y="5024720"/>
            <a:ext cx="308360" cy="308360"/>
            <a:chOff x="6468801" y="4933120"/>
            <a:chExt cx="216000" cy="216000"/>
          </a:xfrm>
        </p:grpSpPr>
        <p:sp>
          <p:nvSpPr>
            <p:cNvPr id="108" name="Oval 156">
              <a:extLst>
                <a:ext uri="{FF2B5EF4-FFF2-40B4-BE49-F238E27FC236}">
                  <a16:creationId xmlns:a16="http://schemas.microsoft.com/office/drawing/2014/main" id="{9C155844-7D6A-CE0C-0460-5907920FF569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09" name="Picture 159">
              <a:extLst>
                <a:ext uri="{FF2B5EF4-FFF2-40B4-BE49-F238E27FC236}">
                  <a16:creationId xmlns:a16="http://schemas.microsoft.com/office/drawing/2014/main" id="{D8FD0AF8-BD27-C783-FBDC-EF884E3CC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sp>
        <p:nvSpPr>
          <p:cNvPr id="110" name="Rounded Rectangle 160">
            <a:extLst>
              <a:ext uri="{FF2B5EF4-FFF2-40B4-BE49-F238E27FC236}">
                <a16:creationId xmlns:a16="http://schemas.microsoft.com/office/drawing/2014/main" id="{B855FBFB-4441-ABB9-DB35-8FAE75C10DA3}"/>
              </a:ext>
            </a:extLst>
          </p:cNvPr>
          <p:cNvSpPr/>
          <p:nvPr/>
        </p:nvSpPr>
        <p:spPr>
          <a:xfrm>
            <a:off x="362075" y="5243833"/>
            <a:ext cx="309072" cy="13625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latin typeface="+mn-ea"/>
              </a:rPr>
              <a:t>LIVE</a:t>
            </a:r>
            <a:endParaRPr lang="ko-KR" altLang="en-US" sz="7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11" name="Group 2">
            <a:extLst>
              <a:ext uri="{FF2B5EF4-FFF2-40B4-BE49-F238E27FC236}">
                <a16:creationId xmlns:a16="http://schemas.microsoft.com/office/drawing/2014/main" id="{EB74753F-F307-93AB-F20D-EAAE1F5A1DF6}"/>
              </a:ext>
            </a:extLst>
          </p:cNvPr>
          <p:cNvGrpSpPr/>
          <p:nvPr/>
        </p:nvGrpSpPr>
        <p:grpSpPr>
          <a:xfrm>
            <a:off x="4280095" y="5128776"/>
            <a:ext cx="754838" cy="197229"/>
            <a:chOff x="4448007" y="5346092"/>
            <a:chExt cx="754838" cy="197229"/>
          </a:xfrm>
        </p:grpSpPr>
        <p:sp>
          <p:nvSpPr>
            <p:cNvPr id="112" name="Rectangle 256">
              <a:extLst>
                <a:ext uri="{FF2B5EF4-FFF2-40B4-BE49-F238E27FC236}">
                  <a16:creationId xmlns:a16="http://schemas.microsoft.com/office/drawing/2014/main" id="{CE2A987B-7608-A03A-C34D-D32A76ED3E20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13" name="Picture 191">
              <a:extLst>
                <a:ext uri="{FF2B5EF4-FFF2-40B4-BE49-F238E27FC236}">
                  <a16:creationId xmlns:a16="http://schemas.microsoft.com/office/drawing/2014/main" id="{D2121003-BC49-0F9C-3B72-9891C52AE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114" name="Group 17">
            <a:extLst>
              <a:ext uri="{FF2B5EF4-FFF2-40B4-BE49-F238E27FC236}">
                <a16:creationId xmlns:a16="http://schemas.microsoft.com/office/drawing/2014/main" id="{8BF95F62-6D31-813E-DD5C-2E84815CDE33}"/>
              </a:ext>
            </a:extLst>
          </p:cNvPr>
          <p:cNvGrpSpPr/>
          <p:nvPr/>
        </p:nvGrpSpPr>
        <p:grpSpPr>
          <a:xfrm>
            <a:off x="5631940" y="5128776"/>
            <a:ext cx="581183" cy="197229"/>
            <a:chOff x="5199485" y="5263720"/>
            <a:chExt cx="581183" cy="197229"/>
          </a:xfrm>
        </p:grpSpPr>
        <p:sp>
          <p:nvSpPr>
            <p:cNvPr id="115" name="Rectangle 256">
              <a:extLst>
                <a:ext uri="{FF2B5EF4-FFF2-40B4-BE49-F238E27FC236}">
                  <a16:creationId xmlns:a16="http://schemas.microsoft.com/office/drawing/2014/main" id="{9E189DC0-5E7B-75E4-5BAA-936BF370CA91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16" name="Picture 15">
              <a:extLst>
                <a:ext uri="{FF2B5EF4-FFF2-40B4-BE49-F238E27FC236}">
                  <a16:creationId xmlns:a16="http://schemas.microsoft.com/office/drawing/2014/main" id="{A50380F9-1096-0ECE-4D5E-441B741B6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FC9791EA-1D0E-F620-4D04-B7B206221480}"/>
              </a:ext>
            </a:extLst>
          </p:cNvPr>
          <p:cNvSpPr/>
          <p:nvPr/>
        </p:nvSpPr>
        <p:spPr>
          <a:xfrm>
            <a:off x="247649" y="5787476"/>
            <a:ext cx="5974567" cy="729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01D7A5F-01B7-44F9-1D83-752C5B8BC4E6}"/>
              </a:ext>
            </a:extLst>
          </p:cNvPr>
          <p:cNvSpPr txBox="1"/>
          <p:nvPr/>
        </p:nvSpPr>
        <p:spPr>
          <a:xfrm>
            <a:off x="2729308" y="5193238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119" name="Group 26">
            <a:extLst>
              <a:ext uri="{FF2B5EF4-FFF2-40B4-BE49-F238E27FC236}">
                <a16:creationId xmlns:a16="http://schemas.microsoft.com/office/drawing/2014/main" id="{50494FA3-9612-A803-2724-2AF4B67E4D02}"/>
              </a:ext>
            </a:extLst>
          </p:cNvPr>
          <p:cNvGrpSpPr/>
          <p:nvPr/>
        </p:nvGrpSpPr>
        <p:grpSpPr>
          <a:xfrm>
            <a:off x="249187" y="5526143"/>
            <a:ext cx="5961113" cy="219667"/>
            <a:chOff x="1895287" y="2791040"/>
            <a:chExt cx="5961113" cy="219667"/>
          </a:xfrm>
        </p:grpSpPr>
        <p:grpSp>
          <p:nvGrpSpPr>
            <p:cNvPr id="120" name="그룹 6">
              <a:extLst>
                <a:ext uri="{FF2B5EF4-FFF2-40B4-BE49-F238E27FC236}">
                  <a16:creationId xmlns:a16="http://schemas.microsoft.com/office/drawing/2014/main" id="{D3AE67A2-D8D2-B207-538D-616C8458712E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122" name="Tab 1">
                <a:extLst>
                  <a:ext uri="{FF2B5EF4-FFF2-40B4-BE49-F238E27FC236}">
                    <a16:creationId xmlns:a16="http://schemas.microsoft.com/office/drawing/2014/main" id="{9D2A6292-8281-0FED-7188-8F92DEA72E1C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3" name="Tab 2">
                <a:extLst>
                  <a:ext uri="{FF2B5EF4-FFF2-40B4-BE49-F238E27FC236}">
                    <a16:creationId xmlns:a16="http://schemas.microsoft.com/office/drawing/2014/main" id="{9FF29192-934C-D576-AD65-565AAE0A0517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4" name="Tab 2">
                <a:extLst>
                  <a:ext uri="{FF2B5EF4-FFF2-40B4-BE49-F238E27FC236}">
                    <a16:creationId xmlns:a16="http://schemas.microsoft.com/office/drawing/2014/main" id="{5D4EAE85-ADD3-A6AE-CE7E-D48FDFF27710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5" name="Tab 2">
                <a:extLst>
                  <a:ext uri="{FF2B5EF4-FFF2-40B4-BE49-F238E27FC236}">
                    <a16:creationId xmlns:a16="http://schemas.microsoft.com/office/drawing/2014/main" id="{B1A43DF1-71D8-FA80-F010-D4D09B4D6E67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7" name="Tab 2">
                <a:extLst>
                  <a:ext uri="{FF2B5EF4-FFF2-40B4-BE49-F238E27FC236}">
                    <a16:creationId xmlns:a16="http://schemas.microsoft.com/office/drawing/2014/main" id="{01D876A9-0E0C-F176-5953-DF949A89BE93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34" name="Tab 2">
                <a:extLst>
                  <a:ext uri="{FF2B5EF4-FFF2-40B4-BE49-F238E27FC236}">
                    <a16:creationId xmlns:a16="http://schemas.microsoft.com/office/drawing/2014/main" id="{04990FCB-41F8-0D73-C28C-A85F0134A609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121" name="직선 연결선 32">
              <a:extLst>
                <a:ext uri="{FF2B5EF4-FFF2-40B4-BE49-F238E27FC236}">
                  <a16:creationId xmlns:a16="http://schemas.microsoft.com/office/drawing/2014/main" id="{C00CE940-33CF-8ABB-3689-A8F4F1CE9EEC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ED8B52FD-42C5-5FE1-20E2-3AB888FB96D2}"/>
              </a:ext>
            </a:extLst>
          </p:cNvPr>
          <p:cNvGrpSpPr/>
          <p:nvPr/>
        </p:nvGrpSpPr>
        <p:grpSpPr>
          <a:xfrm>
            <a:off x="5072350" y="5128776"/>
            <a:ext cx="520284" cy="197229"/>
            <a:chOff x="4050461" y="5245314"/>
            <a:chExt cx="520284" cy="197229"/>
          </a:xfrm>
        </p:grpSpPr>
        <p:sp>
          <p:nvSpPr>
            <p:cNvPr id="136" name="Rectangle 256">
              <a:extLst>
                <a:ext uri="{FF2B5EF4-FFF2-40B4-BE49-F238E27FC236}">
                  <a16:creationId xmlns:a16="http://schemas.microsoft.com/office/drawing/2014/main" id="{370D8EFE-8BF5-0370-A443-FBBEC23FDF19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37" name="그림 136">
              <a:extLst>
                <a:ext uri="{FF2B5EF4-FFF2-40B4-BE49-F238E27FC236}">
                  <a16:creationId xmlns:a16="http://schemas.microsoft.com/office/drawing/2014/main" id="{B9B0669C-E333-1B64-3A6D-5012C7518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8A099E81-8652-AE30-D09E-56870FC6A0BD}"/>
              </a:ext>
            </a:extLst>
          </p:cNvPr>
          <p:cNvGrpSpPr/>
          <p:nvPr/>
        </p:nvGrpSpPr>
        <p:grpSpPr>
          <a:xfrm>
            <a:off x="4591664" y="4383575"/>
            <a:ext cx="1661164" cy="202164"/>
            <a:chOff x="4439700" y="4436870"/>
            <a:chExt cx="1661164" cy="202164"/>
          </a:xfrm>
        </p:grpSpPr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0A00B24-0C0E-0E81-B877-E24831A4C25C}"/>
                </a:ext>
              </a:extLst>
            </p:cNvPr>
            <p:cNvSpPr txBox="1"/>
            <p:nvPr/>
          </p:nvSpPr>
          <p:spPr>
            <a:xfrm>
              <a:off x="4439700" y="4436870"/>
              <a:ext cx="80367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1,434</a:t>
              </a:r>
              <a:r>
                <a:rPr lang="ko-KR" altLang="en-US" sz="800" dirty="0">
                  <a:latin typeface="+mn-ea"/>
                  <a:ea typeface="+mn-ea"/>
                </a:rPr>
                <a:t>명 시청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36AFE8F1-A36B-6C8D-CC9E-7F9819F63D04}"/>
                </a:ext>
              </a:extLst>
            </p:cNvPr>
            <p:cNvSpPr txBox="1"/>
            <p:nvPr/>
          </p:nvSpPr>
          <p:spPr>
            <a:xfrm>
              <a:off x="5197217" y="4443220"/>
              <a:ext cx="106367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〮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0D26F477-E1FA-60BC-AC43-2B829704DA9D}"/>
                </a:ext>
              </a:extLst>
            </p:cNvPr>
            <p:cNvSpPr txBox="1"/>
            <p:nvPr/>
          </p:nvSpPr>
          <p:spPr>
            <a:xfrm>
              <a:off x="5265131" y="4436870"/>
              <a:ext cx="83573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00:34:22 </a:t>
              </a:r>
              <a:r>
                <a:rPr lang="ko-KR" altLang="en-US" sz="800" dirty="0">
                  <a:latin typeface="+mn-ea"/>
                  <a:ea typeface="+mn-ea"/>
                </a:rPr>
                <a:t>방송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A75F0409-98F3-8DA8-A009-F3CD02F57E37}"/>
              </a:ext>
            </a:extLst>
          </p:cNvPr>
          <p:cNvSpPr/>
          <p:nvPr/>
        </p:nvSpPr>
        <p:spPr>
          <a:xfrm>
            <a:off x="36207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9362EBB9-1896-3629-B8E3-8C7FB8F067D6}"/>
              </a:ext>
            </a:extLst>
          </p:cNvPr>
          <p:cNvSpPr/>
          <p:nvPr/>
        </p:nvSpPr>
        <p:spPr>
          <a:xfrm>
            <a:off x="1078810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9269CBBF-2E51-7676-C1A6-D54A4E6CBC88}"/>
              </a:ext>
            </a:extLst>
          </p:cNvPr>
          <p:cNvSpPr/>
          <p:nvPr/>
        </p:nvSpPr>
        <p:spPr>
          <a:xfrm>
            <a:off x="179554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53" name="그림 152">
            <a:extLst>
              <a:ext uri="{FF2B5EF4-FFF2-40B4-BE49-F238E27FC236}">
                <a16:creationId xmlns:a16="http://schemas.microsoft.com/office/drawing/2014/main" id="{B36622C6-72C6-EB31-6C6A-A84A39C8C1A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97004" y="2710139"/>
            <a:ext cx="203688" cy="20368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8E328F8-8049-A7E4-A8E7-3A897950DB8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86928" y="3983525"/>
            <a:ext cx="185250" cy="185250"/>
          </a:xfrm>
          <a:prstGeom prst="rect">
            <a:avLst/>
          </a:prstGeom>
        </p:spPr>
      </p:pic>
      <p:sp>
        <p:nvSpPr>
          <p:cNvPr id="88" name="타원 129">
            <a:extLst>
              <a:ext uri="{FF2B5EF4-FFF2-40B4-BE49-F238E27FC236}">
                <a16:creationId xmlns:a16="http://schemas.microsoft.com/office/drawing/2014/main" id="{772B2719-90A1-D8DE-5898-815095D1F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225" y="4154537"/>
            <a:ext cx="151424" cy="1514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1-10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DC9710-79D6-C8F0-8F58-B5026C14D799}"/>
              </a:ext>
            </a:extLst>
          </p:cNvPr>
          <p:cNvSpPr txBox="1"/>
          <p:nvPr/>
        </p:nvSpPr>
        <p:spPr>
          <a:xfrm>
            <a:off x="2539175" y="4671140"/>
            <a:ext cx="853366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리그오브레전드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0F7D34-C7B9-CC98-C4FD-19E611BFE9DC}"/>
              </a:ext>
            </a:extLst>
          </p:cNvPr>
          <p:cNvSpPr txBox="1"/>
          <p:nvPr/>
        </p:nvSpPr>
        <p:spPr>
          <a:xfrm>
            <a:off x="3389224" y="4671140"/>
            <a:ext cx="75077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나는야게임왕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A959D1-70C2-4381-7103-2B4329201750}"/>
              </a:ext>
            </a:extLst>
          </p:cNvPr>
          <p:cNvSpPr txBox="1"/>
          <p:nvPr/>
        </p:nvSpPr>
        <p:spPr>
          <a:xfrm>
            <a:off x="4154612" y="4671140"/>
            <a:ext cx="55360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#T1</a:t>
            </a:r>
            <a:r>
              <a:rPr lang="ko-KR" altLang="en-US" sz="800" dirty="0">
                <a:latin typeface="+mn-ea"/>
                <a:ea typeface="+mn-ea"/>
              </a:rPr>
              <a:t>티밀리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15B2C0-828D-830C-C424-F72BCC32A167}"/>
              </a:ext>
            </a:extLst>
          </p:cNvPr>
          <p:cNvSpPr txBox="1"/>
          <p:nvPr/>
        </p:nvSpPr>
        <p:spPr>
          <a:xfrm>
            <a:off x="4706616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게임이좋아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B292E8-E2B8-13F6-9C61-046C0970020C}"/>
              </a:ext>
            </a:extLst>
          </p:cNvPr>
          <p:cNvSpPr txBox="1"/>
          <p:nvPr/>
        </p:nvSpPr>
        <p:spPr>
          <a:xfrm>
            <a:off x="5354798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니달리천재</a:t>
            </a:r>
            <a:endParaRPr lang="en-US" altLang="ko-KR" sz="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20399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77D5F-8BA9-EB76-6F25-C14332F5A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B5E40B9-9658-BE6D-0300-9B6D0F2302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 </a:t>
            </a:r>
            <a:r>
              <a:rPr lang="en-US" altLang="ko-KR" sz="2000" dirty="0"/>
              <a:t>(2/2)</a:t>
            </a:r>
            <a:endParaRPr lang="ko-KR" altLang="en-US" sz="20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C68397F-1AEB-28CB-8D37-EEA16489F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AD006503-6996-E14F-50E2-AE946D0D196C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7466" cy="518160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1-7.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해상도 설정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영역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해상도 설정 툴팁 표시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툴팁은 외부 클릭 시 닫힘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제공 해상도 종류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① 360p (Default)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② 480p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③ 720p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④ 1080p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고해상도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(720p, 1080p)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고해상도 시청 안내 모달 호출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선명한 화면 옵션 토글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① Default : OFF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②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토글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영상 선명도 조절됨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1-8.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설정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설정 툴팁 표시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툴팁은 외부 클릭 시 닫힘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제공 설정 종류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①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저지연 모드 토글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(Default OFF)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 </a:t>
                      </a:r>
                      <a:r>
                        <a:rPr lang="ko-KR" altLang="ko-KR" sz="800" dirty="0"/>
                        <a:t>실시간 방</a:t>
                      </a:r>
                      <a:r>
                        <a:rPr lang="ko-KR" altLang="en-US" sz="800" dirty="0"/>
                        <a:t>송 송출과 실제 시청 사이의 지연</a:t>
                      </a:r>
                      <a:r>
                        <a:rPr lang="ko-KR" altLang="ko-KR" sz="800" dirty="0"/>
                        <a:t>시간차를 줄여, 방송과 거의 동시에 시청하게 해주는 </a:t>
                      </a:r>
                      <a:r>
                        <a:rPr lang="ko-KR" altLang="en-US" sz="800" dirty="0"/>
                        <a:t>모드</a:t>
                      </a:r>
                      <a:r>
                        <a:rPr lang="en-US" altLang="ko-KR" sz="800" dirty="0"/>
                        <a:t>.</a:t>
                      </a:r>
                      <a:br>
                        <a:rPr lang="en-US" altLang="ko-KR" sz="800" dirty="0"/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②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라디오 모드 토글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(Default OFF)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영상 없이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음성만 제공해주는 모드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1-9. PIP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ON/OFF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1-10.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영화관 모드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영화관 모드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ON/OFF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1-11.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화면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화면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ON/OFF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고해상도 시청 안내 모달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[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확장 프로그램 설치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확장 프로그램 설치 진행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[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설치없이 일반 화질 시청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모달 닫힘 및 기존 설정한 해상도 유지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41573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3AB1D36A-5D73-F6C6-92B7-88CDBDBE3136}"/>
              </a:ext>
            </a:extLst>
          </p:cNvPr>
          <p:cNvSpPr/>
          <p:nvPr/>
        </p:nvSpPr>
        <p:spPr>
          <a:xfrm>
            <a:off x="160892" y="826569"/>
            <a:ext cx="6152391" cy="34572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82" name="Picture 87">
            <a:extLst>
              <a:ext uri="{FF2B5EF4-FFF2-40B4-BE49-F238E27FC236}">
                <a16:creationId xmlns:a16="http://schemas.microsoft.com/office/drawing/2014/main" id="{815E59A4-73C5-1A7D-D88A-337319A6C4E4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3118010" y="2436518"/>
            <a:ext cx="238154" cy="237357"/>
          </a:xfrm>
          <a:prstGeom prst="rect">
            <a:avLst/>
          </a:prstGeom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9B5714B2-A4D8-8F2C-6BCB-018E225D8442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FC6CDC7B-A3E8-E14D-7D8A-981243BAD863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E6992A00-8885-1D04-8B19-5DA88345D50B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75BD3F6E-6B09-C08B-3C71-19114C3124EE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F94C759-699A-F1C1-4882-57FB0BD9B50F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C21B923E-07D5-84E0-C882-F55C53AA7834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1A4A9DD5-8739-4BC5-DC96-70CD5B353F09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02C6719-628A-136F-103E-DC39EDE24160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A16E876F-3A01-B948-9D89-82080A5B0086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AB201C91-2057-D687-E464-A9FF07F03EDD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4CD5B42-5220-CCB1-0186-5216A29BDE4C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4C6C32FE-6D8D-C54C-FC7C-A302E233CC65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322D84A2-AD45-01B8-74C2-E056281C2263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916EC8C-A7C2-A233-0A1F-71F96E30480E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AEF9A18C-2D35-9585-6559-F264458928C7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40CC76DC-C997-CE01-884E-D29F16C8656A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FFEDC46-A29B-88EE-1D3C-DB4A62628867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7684B70C-71A3-C905-B902-B53D3B7E634B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B97BD28A-32E3-1B02-1F99-ADE7A019C41A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26C5626-4B4D-AFB8-9700-29770C3AD5A1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5F44C278-9036-B349-A6D4-109F873224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DE8AA67C-1A14-E609-2B2D-FE13A6F695FA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7CC20070-B66C-5781-7126-39EEA72F399F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17BB9298-08AF-B6A6-1022-085F292AFE64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DF750D8E-4EA7-C09E-5C92-95D8379DEA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6B0599E0-B833-53C3-1ED6-653DB52F0FD5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5FAEC021-5190-EBAE-8DFA-36AF6508ECFF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A4D2D69F-7539-DC39-9A23-C4FD210F6679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6204CC10-6F94-4948-6A83-749E1B293021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08CCF2D-CC33-DA9E-574C-98AE44ABA88D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6F731322-3361-6569-ABBB-CEE6B8D71AB9}"/>
              </a:ext>
            </a:extLst>
          </p:cNvPr>
          <p:cNvGrpSpPr/>
          <p:nvPr/>
        </p:nvGrpSpPr>
        <p:grpSpPr>
          <a:xfrm>
            <a:off x="5853553" y="2161004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D7B437C9-B235-99E4-7F92-389E2359B808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ED983E4E-6EF2-951D-6181-9DFDD28B20F7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349E164B-764C-5647-78D5-FE7B0881B7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22A4A282-498C-AD90-5971-1D3EF2734504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5A7B0850-97E5-6739-D95E-077D12B5689E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826EAF66-3F6E-FA61-BD2A-D492690AF1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pic>
        <p:nvPicPr>
          <p:cNvPr id="143" name="그림 142">
            <a:extLst>
              <a:ext uri="{FF2B5EF4-FFF2-40B4-BE49-F238E27FC236}">
                <a16:creationId xmlns:a16="http://schemas.microsoft.com/office/drawing/2014/main" id="{3712B8D6-7394-AE10-98DB-AD00C3274A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85" y="3960840"/>
            <a:ext cx="211110" cy="211110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929384A4-3883-3AB6-DDE9-7C8D39B034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13" y="4005939"/>
            <a:ext cx="308348" cy="122054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EC4F7158-265B-43B0-3024-47D8EDC622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7890" y="3978016"/>
            <a:ext cx="187072" cy="187072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EBBAA421-9BEB-2D7A-A34E-D2E8D2DA51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0576" y="3944960"/>
            <a:ext cx="253184" cy="253184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25A87F55-A2DC-DF80-EE4F-9FF5A1176E6D}"/>
              </a:ext>
            </a:extLst>
          </p:cNvPr>
          <p:cNvSpPr txBox="1"/>
          <p:nvPr/>
        </p:nvSpPr>
        <p:spPr>
          <a:xfrm>
            <a:off x="4523936" y="3953549"/>
            <a:ext cx="463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+mn-ea"/>
                <a:ea typeface="+mn-ea"/>
              </a:rPr>
              <a:t>360p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ea typeface="+mn-ea"/>
              </a:rPr>
              <a:t>▼</a:t>
            </a:r>
            <a:endParaRPr lang="en-US" altLang="ko-KR" sz="9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E1D08143-64A6-8DF8-DC9F-0E681D329B92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3787F9DB-1B66-A799-194A-25A1F65C790B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3FFF16F9-D565-AACC-B45A-5EA8C6D97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pic>
        <p:nvPicPr>
          <p:cNvPr id="198" name="그림 197">
            <a:extLst>
              <a:ext uri="{FF2B5EF4-FFF2-40B4-BE49-F238E27FC236}">
                <a16:creationId xmlns:a16="http://schemas.microsoft.com/office/drawing/2014/main" id="{56213A6F-78B0-A224-DC81-2CE953D8BF9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79244" y="3986681"/>
            <a:ext cx="168600" cy="168600"/>
          </a:xfrm>
          <a:prstGeom prst="rect">
            <a:avLst/>
          </a:prstGeom>
        </p:spPr>
      </p:pic>
      <p:sp>
        <p:nvSpPr>
          <p:cNvPr id="8" name="타원 129">
            <a:extLst>
              <a:ext uri="{FF2B5EF4-FFF2-40B4-BE49-F238E27FC236}">
                <a16:creationId xmlns:a16="http://schemas.microsoft.com/office/drawing/2014/main" id="{DA0A3D3C-0EAB-A075-4E97-A426E988D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53" y="771766"/>
            <a:ext cx="151424" cy="1514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 algn="ctr">
            <a:solidFill>
              <a:schemeClr val="bg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타원 129">
            <a:extLst>
              <a:ext uri="{FF2B5EF4-FFF2-40B4-BE49-F238E27FC236}">
                <a16:creationId xmlns:a16="http://schemas.microsoft.com/office/drawing/2014/main" id="{B0D1721C-F959-47EC-8EAA-855F93243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419" y="947000"/>
            <a:ext cx="151424" cy="1514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 algn="ctr">
            <a:solidFill>
              <a:schemeClr val="bg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타원 129">
            <a:extLst>
              <a:ext uri="{FF2B5EF4-FFF2-40B4-BE49-F238E27FC236}">
                <a16:creationId xmlns:a16="http://schemas.microsoft.com/office/drawing/2014/main" id="{E643161B-C11A-7259-591E-C3EEA0B43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0984" y="2034337"/>
            <a:ext cx="151424" cy="1514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 algn="ctr">
            <a:solidFill>
              <a:schemeClr val="bg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타원 129">
            <a:extLst>
              <a:ext uri="{FF2B5EF4-FFF2-40B4-BE49-F238E27FC236}">
                <a16:creationId xmlns:a16="http://schemas.microsoft.com/office/drawing/2014/main" id="{2953A05C-9479-9E85-73EF-163A1B6A3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53" y="3983439"/>
            <a:ext cx="151424" cy="1514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1-4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타원 129">
            <a:extLst>
              <a:ext uri="{FF2B5EF4-FFF2-40B4-BE49-F238E27FC236}">
                <a16:creationId xmlns:a16="http://schemas.microsoft.com/office/drawing/2014/main" id="{91919134-A4FD-91A6-51AB-E6596D620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528" y="4181072"/>
            <a:ext cx="151424" cy="1514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1-5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타원 129">
            <a:extLst>
              <a:ext uri="{FF2B5EF4-FFF2-40B4-BE49-F238E27FC236}">
                <a16:creationId xmlns:a16="http://schemas.microsoft.com/office/drawing/2014/main" id="{CF3A44D9-B6FD-CDEB-FF96-F8E79671F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3975" y="4154537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1-7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타원 129">
            <a:extLst>
              <a:ext uri="{FF2B5EF4-FFF2-40B4-BE49-F238E27FC236}">
                <a16:creationId xmlns:a16="http://schemas.microsoft.com/office/drawing/2014/main" id="{784723FC-39EF-6637-BF67-0758CA29D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0923" y="4154537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1-8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타원 129">
            <a:extLst>
              <a:ext uri="{FF2B5EF4-FFF2-40B4-BE49-F238E27FC236}">
                <a16:creationId xmlns:a16="http://schemas.microsoft.com/office/drawing/2014/main" id="{A2E221B4-9897-0745-8EF1-35613526F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7492" y="4154537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1-9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타원 129">
            <a:extLst>
              <a:ext uri="{FF2B5EF4-FFF2-40B4-BE49-F238E27FC236}">
                <a16:creationId xmlns:a16="http://schemas.microsoft.com/office/drawing/2014/main" id="{691E8196-207D-39EF-BE0E-0B25B116A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714" y="4154537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1-11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타원 129">
            <a:extLst>
              <a:ext uri="{FF2B5EF4-FFF2-40B4-BE49-F238E27FC236}">
                <a16:creationId xmlns:a16="http://schemas.microsoft.com/office/drawing/2014/main" id="{E93E5EC3-E99C-FEB2-D0FF-163F49FA7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770" y="4181072"/>
            <a:ext cx="151424" cy="1514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1-6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5" name="그림 84">
            <a:extLst>
              <a:ext uri="{FF2B5EF4-FFF2-40B4-BE49-F238E27FC236}">
                <a16:creationId xmlns:a16="http://schemas.microsoft.com/office/drawing/2014/main" id="{D47E3636-575F-78B4-51EC-FDFDD68F39E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5808" y="3996601"/>
            <a:ext cx="104497" cy="134353"/>
          </a:xfrm>
          <a:prstGeom prst="rect">
            <a:avLst/>
          </a:prstGeom>
        </p:spPr>
      </p:pic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EBE2DF25-84D9-E7E6-069D-471F7EF04DF0}"/>
              </a:ext>
            </a:extLst>
          </p:cNvPr>
          <p:cNvGrpSpPr/>
          <p:nvPr/>
        </p:nvGrpSpPr>
        <p:grpSpPr>
          <a:xfrm>
            <a:off x="285087" y="3823362"/>
            <a:ext cx="5929975" cy="92335"/>
            <a:chOff x="285087" y="3823362"/>
            <a:chExt cx="5929975" cy="92335"/>
          </a:xfrm>
        </p:grpSpPr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E73A5415-C10B-A7D4-17DC-D426DE61E41C}"/>
                </a:ext>
              </a:extLst>
            </p:cNvPr>
            <p:cNvSpPr/>
            <p:nvPr/>
          </p:nvSpPr>
          <p:spPr>
            <a:xfrm>
              <a:off x="285087" y="3853387"/>
              <a:ext cx="5904000" cy="36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9D94CB63-53AE-F890-9F4C-C8F024BF7990}"/>
                </a:ext>
              </a:extLst>
            </p:cNvPr>
            <p:cNvSpPr/>
            <p:nvPr/>
          </p:nvSpPr>
          <p:spPr>
            <a:xfrm>
              <a:off x="6122727" y="3823362"/>
              <a:ext cx="92335" cy="9233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4B7A46F8-FFB5-4723-7D1E-E2E772E09805}"/>
              </a:ext>
            </a:extLst>
          </p:cNvPr>
          <p:cNvGrpSpPr/>
          <p:nvPr/>
        </p:nvGrpSpPr>
        <p:grpSpPr>
          <a:xfrm>
            <a:off x="2792066" y="2299453"/>
            <a:ext cx="1216109" cy="1311018"/>
            <a:chOff x="3754802" y="2658042"/>
            <a:chExt cx="1216109" cy="1311018"/>
          </a:xfrm>
        </p:grpSpPr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7EF5B2D4-0B20-3918-6C68-C52E3326C4AC}"/>
                </a:ext>
              </a:extLst>
            </p:cNvPr>
            <p:cNvSpPr/>
            <p:nvPr/>
          </p:nvSpPr>
          <p:spPr>
            <a:xfrm>
              <a:off x="3770478" y="2658042"/>
              <a:ext cx="1200433" cy="1311018"/>
            </a:xfrm>
            <a:prstGeom prst="roundRect">
              <a:avLst>
                <a:gd name="adj" fmla="val 6695"/>
              </a:avLst>
            </a:prstGeom>
            <a:solidFill>
              <a:schemeClr val="bg1">
                <a:lumMod val="6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schemeClr val="tx1"/>
                  </a:solidFill>
                  <a:latin typeface="+mn-ea"/>
                </a:rPr>
                <a:t> 1080p</a:t>
              </a:r>
              <a:br>
                <a:rPr lang="en-US" altLang="ko-KR" sz="700" dirty="0">
                  <a:solidFill>
                    <a:schemeClr val="tx1"/>
                  </a:solidFill>
                  <a:latin typeface="+mn-ea"/>
                </a:rPr>
              </a:br>
              <a:r>
                <a:rPr lang="en-US" altLang="ko-KR" sz="700" dirty="0">
                  <a:solidFill>
                    <a:schemeClr val="tx1"/>
                  </a:solidFill>
                  <a:latin typeface="+mn-ea"/>
                </a:rPr>
                <a:t> 720p</a:t>
              </a:r>
              <a:br>
                <a:rPr lang="en-US" altLang="ko-KR" sz="700" dirty="0">
                  <a:solidFill>
                    <a:schemeClr val="tx1"/>
                  </a:solidFill>
                  <a:latin typeface="+mn-ea"/>
                </a:rPr>
              </a:br>
              <a:r>
                <a:rPr lang="en-US" altLang="ko-KR" sz="700" dirty="0">
                  <a:solidFill>
                    <a:schemeClr val="tx1"/>
                  </a:solidFill>
                  <a:latin typeface="+mn-ea"/>
                </a:rPr>
                <a:t> 480p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schemeClr val="tx1"/>
                  </a:solidFill>
                  <a:latin typeface="+mn-ea"/>
                </a:rPr>
                <a:t> 360p</a:t>
              </a:r>
              <a:br>
                <a:rPr lang="en-US" altLang="ko-KR" sz="700" dirty="0">
                  <a:solidFill>
                    <a:schemeClr val="tx1"/>
                  </a:solidFill>
                  <a:latin typeface="+mn-ea"/>
                </a:rPr>
              </a:br>
              <a:br>
                <a:rPr lang="en-US" altLang="ko-KR" sz="700" dirty="0">
                  <a:solidFill>
                    <a:schemeClr val="tx1"/>
                  </a:solidFill>
                  <a:latin typeface="+mn-ea"/>
                </a:rPr>
              </a:br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92" name="그림 91">
              <a:extLst>
                <a:ext uri="{FF2B5EF4-FFF2-40B4-BE49-F238E27FC236}">
                  <a16:creationId xmlns:a16="http://schemas.microsoft.com/office/drawing/2014/main" id="{F0577C95-CA08-EAA5-C969-1D83A4C08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739957" y="3366184"/>
              <a:ext cx="169174" cy="169174"/>
            </a:xfrm>
            <a:prstGeom prst="rect">
              <a:avLst/>
            </a:prstGeom>
          </p:spPr>
        </p:pic>
        <p:cxnSp>
          <p:nvCxnSpPr>
            <p:cNvPr id="93" name="직선 연결선 32">
              <a:extLst>
                <a:ext uri="{FF2B5EF4-FFF2-40B4-BE49-F238E27FC236}">
                  <a16:creationId xmlns:a16="http://schemas.microsoft.com/office/drawing/2014/main" id="{7C2A9054-E8E6-F15E-579D-45FCADF767E7}"/>
                </a:ext>
              </a:extLst>
            </p:cNvPr>
            <p:cNvCxnSpPr>
              <a:cxnSpLocks/>
            </p:cNvCxnSpPr>
            <p:nvPr/>
          </p:nvCxnSpPr>
          <p:spPr>
            <a:xfrm>
              <a:off x="3857745" y="3651879"/>
              <a:ext cx="1025899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276D079F-FF0B-CA29-E2F7-149F9E7A94B3}"/>
                </a:ext>
              </a:extLst>
            </p:cNvPr>
            <p:cNvSpPr txBox="1"/>
            <p:nvPr/>
          </p:nvSpPr>
          <p:spPr>
            <a:xfrm>
              <a:off x="3754802" y="3717496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선명한 화면</a:t>
              </a:r>
            </a:p>
          </p:txBody>
        </p:sp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78D89E42-88BD-1D72-CB24-E93D60D14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710190" y="3730878"/>
              <a:ext cx="180000" cy="180000"/>
            </a:xfrm>
            <a:prstGeom prst="rect">
              <a:avLst/>
            </a:prstGeom>
          </p:spPr>
        </p:pic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F6335561-21F2-FAF9-8A9B-D25C296ABAA6}"/>
              </a:ext>
            </a:extLst>
          </p:cNvPr>
          <p:cNvGrpSpPr/>
          <p:nvPr/>
        </p:nvGrpSpPr>
        <p:grpSpPr>
          <a:xfrm>
            <a:off x="4142564" y="3066489"/>
            <a:ext cx="1203409" cy="543982"/>
            <a:chOff x="4365797" y="3389217"/>
            <a:chExt cx="1203409" cy="543982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7186871F-DFDB-B102-99C3-C05296EC6440}"/>
                </a:ext>
              </a:extLst>
            </p:cNvPr>
            <p:cNvSpPr/>
            <p:nvPr/>
          </p:nvSpPr>
          <p:spPr>
            <a:xfrm>
              <a:off x="4368773" y="3389217"/>
              <a:ext cx="1200433" cy="543982"/>
            </a:xfrm>
            <a:prstGeom prst="roundRect">
              <a:avLst>
                <a:gd name="adj" fmla="val 12572"/>
              </a:avLst>
            </a:prstGeom>
            <a:solidFill>
              <a:schemeClr val="bg1">
                <a:lumMod val="6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>
                <a:lnSpc>
                  <a:spcPct val="200000"/>
                </a:lnSpc>
              </a:pPr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32269B0E-FE6A-538E-C3D2-ACC58E993ABF}"/>
                </a:ext>
              </a:extLst>
            </p:cNvPr>
            <p:cNvSpPr txBox="1"/>
            <p:nvPr/>
          </p:nvSpPr>
          <p:spPr>
            <a:xfrm>
              <a:off x="4365797" y="3672959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라디오 모드</a:t>
              </a:r>
            </a:p>
          </p:txBody>
        </p:sp>
        <p:pic>
          <p:nvPicPr>
            <p:cNvPr id="100" name="그림 99">
              <a:extLst>
                <a:ext uri="{FF2B5EF4-FFF2-40B4-BE49-F238E27FC236}">
                  <a16:creationId xmlns:a16="http://schemas.microsoft.com/office/drawing/2014/main" id="{F0048913-0E78-ACA4-08F1-146048C90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327455" y="3682986"/>
              <a:ext cx="180000" cy="180000"/>
            </a:xfrm>
            <a:prstGeom prst="rect">
              <a:avLst/>
            </a:prstGeom>
          </p:spPr>
        </p:pic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92429A04-C126-C255-93C1-97DF349B1135}"/>
                </a:ext>
              </a:extLst>
            </p:cNvPr>
            <p:cNvSpPr txBox="1"/>
            <p:nvPr/>
          </p:nvSpPr>
          <p:spPr>
            <a:xfrm>
              <a:off x="4365797" y="3458097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저지연 모드</a:t>
              </a:r>
            </a:p>
          </p:txBody>
        </p:sp>
        <p:pic>
          <p:nvPicPr>
            <p:cNvPr id="104" name="그림 103">
              <a:extLst>
                <a:ext uri="{FF2B5EF4-FFF2-40B4-BE49-F238E27FC236}">
                  <a16:creationId xmlns:a16="http://schemas.microsoft.com/office/drawing/2014/main" id="{F710C7F6-1552-FF09-6561-833D376E9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327455" y="3468124"/>
              <a:ext cx="180000" cy="180000"/>
            </a:xfrm>
            <a:prstGeom prst="rect">
              <a:avLst/>
            </a:prstGeom>
          </p:spPr>
        </p:pic>
      </p:grpSp>
      <p:cxnSp>
        <p:nvCxnSpPr>
          <p:cNvPr id="105" name="직선 연결선 2055">
            <a:extLst>
              <a:ext uri="{FF2B5EF4-FFF2-40B4-BE49-F238E27FC236}">
                <a16:creationId xmlns:a16="http://schemas.microsoft.com/office/drawing/2014/main" id="{6C441A54-3F30-9037-62EC-CB5AA7DCB3B9}"/>
              </a:ext>
            </a:extLst>
          </p:cNvPr>
          <p:cNvCxnSpPr>
            <a:cxnSpLocks/>
            <a:stCxn id="91" idx="2"/>
          </p:cNvCxnSpPr>
          <p:nvPr/>
        </p:nvCxnSpPr>
        <p:spPr>
          <a:xfrm rot="16200000" flipH="1">
            <a:off x="3721940" y="3296489"/>
            <a:ext cx="456707" cy="1084669"/>
          </a:xfrm>
          <a:prstGeom prst="bentConnector2">
            <a:avLst/>
          </a:prstGeom>
          <a:ln w="12700">
            <a:solidFill>
              <a:srgbClr val="FF0000"/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2055">
            <a:extLst>
              <a:ext uri="{FF2B5EF4-FFF2-40B4-BE49-F238E27FC236}">
                <a16:creationId xmlns:a16="http://schemas.microsoft.com/office/drawing/2014/main" id="{6C511D41-8F29-ED49-ABA9-8C39F6B836EA}"/>
              </a:ext>
            </a:extLst>
          </p:cNvPr>
          <p:cNvCxnSpPr>
            <a:cxnSpLocks/>
            <a:stCxn id="98" idx="2"/>
          </p:cNvCxnSpPr>
          <p:nvPr/>
        </p:nvCxnSpPr>
        <p:spPr>
          <a:xfrm rot="16200000" flipH="1">
            <a:off x="4789218" y="3567009"/>
            <a:ext cx="334489" cy="421411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타원 129">
            <a:extLst>
              <a:ext uri="{FF2B5EF4-FFF2-40B4-BE49-F238E27FC236}">
                <a16:creationId xmlns:a16="http://schemas.microsoft.com/office/drawing/2014/main" id="{399A46C3-76E6-D52F-D2C3-9AF76CAD3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37" y="3687630"/>
            <a:ext cx="151424" cy="1514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1-3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D649476-64DB-5E3A-5863-83F2849061C0}"/>
              </a:ext>
            </a:extLst>
          </p:cNvPr>
          <p:cNvSpPr txBox="1"/>
          <p:nvPr/>
        </p:nvSpPr>
        <p:spPr>
          <a:xfrm>
            <a:off x="307407" y="4375757"/>
            <a:ext cx="2276833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방송 제목이 나오는 부분입니다</a:t>
            </a:r>
            <a:r>
              <a:rPr lang="en-US" altLang="ko-KR" sz="12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7EC325C-27C5-B7F4-B9F8-7C63A4CF63CB}"/>
              </a:ext>
            </a:extLst>
          </p:cNvPr>
          <p:cNvSpPr txBox="1"/>
          <p:nvPr/>
        </p:nvSpPr>
        <p:spPr>
          <a:xfrm>
            <a:off x="737605" y="5000800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107F899-D314-AAF5-9EDC-EBD4D38F48D1}"/>
              </a:ext>
            </a:extLst>
          </p:cNvPr>
          <p:cNvSpPr txBox="1"/>
          <p:nvPr/>
        </p:nvSpPr>
        <p:spPr>
          <a:xfrm>
            <a:off x="742619" y="5201240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118" name="Picture 142">
            <a:extLst>
              <a:ext uri="{FF2B5EF4-FFF2-40B4-BE49-F238E27FC236}">
                <a16:creationId xmlns:a16="http://schemas.microsoft.com/office/drawing/2014/main" id="{1BC9D499-A70B-287E-D087-44CC8681A3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99294" y="5043398"/>
            <a:ext cx="136038" cy="141707"/>
          </a:xfrm>
          <a:prstGeom prst="rect">
            <a:avLst/>
          </a:prstGeom>
        </p:spPr>
      </p:pic>
      <p:grpSp>
        <p:nvGrpSpPr>
          <p:cNvPr id="119" name="Group 149">
            <a:extLst>
              <a:ext uri="{FF2B5EF4-FFF2-40B4-BE49-F238E27FC236}">
                <a16:creationId xmlns:a16="http://schemas.microsoft.com/office/drawing/2014/main" id="{6C50DD7F-1B6B-B928-95C9-7C7D6AB73034}"/>
              </a:ext>
            </a:extLst>
          </p:cNvPr>
          <p:cNvGrpSpPr/>
          <p:nvPr/>
        </p:nvGrpSpPr>
        <p:grpSpPr>
          <a:xfrm>
            <a:off x="365283" y="5024720"/>
            <a:ext cx="308360" cy="308360"/>
            <a:chOff x="6468801" y="4933120"/>
            <a:chExt cx="216000" cy="216000"/>
          </a:xfrm>
        </p:grpSpPr>
        <p:sp>
          <p:nvSpPr>
            <p:cNvPr id="120" name="Oval 156">
              <a:extLst>
                <a:ext uri="{FF2B5EF4-FFF2-40B4-BE49-F238E27FC236}">
                  <a16:creationId xmlns:a16="http://schemas.microsoft.com/office/drawing/2014/main" id="{729EC2CF-162A-2E63-300E-680CB9ADAFCD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21" name="Picture 159">
              <a:extLst>
                <a:ext uri="{FF2B5EF4-FFF2-40B4-BE49-F238E27FC236}">
                  <a16:creationId xmlns:a16="http://schemas.microsoft.com/office/drawing/2014/main" id="{AC9FF56E-9EEF-851E-E008-C3657F3E2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sp>
        <p:nvSpPr>
          <p:cNvPr id="122" name="Rounded Rectangle 160">
            <a:extLst>
              <a:ext uri="{FF2B5EF4-FFF2-40B4-BE49-F238E27FC236}">
                <a16:creationId xmlns:a16="http://schemas.microsoft.com/office/drawing/2014/main" id="{8D3904AA-F15A-2EE6-21D9-CE5B3369BD46}"/>
              </a:ext>
            </a:extLst>
          </p:cNvPr>
          <p:cNvSpPr/>
          <p:nvPr/>
        </p:nvSpPr>
        <p:spPr>
          <a:xfrm>
            <a:off x="362075" y="5243833"/>
            <a:ext cx="309072" cy="13625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latin typeface="+mn-ea"/>
              </a:rPr>
              <a:t>LIVE</a:t>
            </a:r>
            <a:endParaRPr lang="ko-KR" altLang="en-US" sz="7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23" name="Group 2">
            <a:extLst>
              <a:ext uri="{FF2B5EF4-FFF2-40B4-BE49-F238E27FC236}">
                <a16:creationId xmlns:a16="http://schemas.microsoft.com/office/drawing/2014/main" id="{FFEE20AC-2594-DBC5-8D75-718CCC7E00A2}"/>
              </a:ext>
            </a:extLst>
          </p:cNvPr>
          <p:cNvGrpSpPr/>
          <p:nvPr/>
        </p:nvGrpSpPr>
        <p:grpSpPr>
          <a:xfrm>
            <a:off x="4280095" y="5128776"/>
            <a:ext cx="754838" cy="197229"/>
            <a:chOff x="4448007" y="5346092"/>
            <a:chExt cx="754838" cy="197229"/>
          </a:xfrm>
        </p:grpSpPr>
        <p:sp>
          <p:nvSpPr>
            <p:cNvPr id="124" name="Rectangle 256">
              <a:extLst>
                <a:ext uri="{FF2B5EF4-FFF2-40B4-BE49-F238E27FC236}">
                  <a16:creationId xmlns:a16="http://schemas.microsoft.com/office/drawing/2014/main" id="{2515A48D-8749-9EC5-80BB-4AE051C54E43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25" name="Picture 191">
              <a:extLst>
                <a:ext uri="{FF2B5EF4-FFF2-40B4-BE49-F238E27FC236}">
                  <a16:creationId xmlns:a16="http://schemas.microsoft.com/office/drawing/2014/main" id="{4BA46B5A-5ABD-6DEB-E1B5-C186672FCB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127" name="Group 17">
            <a:extLst>
              <a:ext uri="{FF2B5EF4-FFF2-40B4-BE49-F238E27FC236}">
                <a16:creationId xmlns:a16="http://schemas.microsoft.com/office/drawing/2014/main" id="{917EFB26-4E41-C724-188D-2024B675327E}"/>
              </a:ext>
            </a:extLst>
          </p:cNvPr>
          <p:cNvGrpSpPr/>
          <p:nvPr/>
        </p:nvGrpSpPr>
        <p:grpSpPr>
          <a:xfrm>
            <a:off x="5631940" y="5128776"/>
            <a:ext cx="581183" cy="197229"/>
            <a:chOff x="5199485" y="5263720"/>
            <a:chExt cx="581183" cy="197229"/>
          </a:xfrm>
        </p:grpSpPr>
        <p:sp>
          <p:nvSpPr>
            <p:cNvPr id="134" name="Rectangle 256">
              <a:extLst>
                <a:ext uri="{FF2B5EF4-FFF2-40B4-BE49-F238E27FC236}">
                  <a16:creationId xmlns:a16="http://schemas.microsoft.com/office/drawing/2014/main" id="{0BB0C2E3-ECB6-D464-AF7F-6A6BE9EA9C9A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35" name="Picture 15">
              <a:extLst>
                <a:ext uri="{FF2B5EF4-FFF2-40B4-BE49-F238E27FC236}">
                  <a16:creationId xmlns:a16="http://schemas.microsoft.com/office/drawing/2014/main" id="{91D1DE61-108A-311A-4528-3953D4AF4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55F30B29-151B-C950-E655-19F8E1CF1A15}"/>
              </a:ext>
            </a:extLst>
          </p:cNvPr>
          <p:cNvSpPr/>
          <p:nvPr/>
        </p:nvSpPr>
        <p:spPr>
          <a:xfrm>
            <a:off x="247649" y="5787476"/>
            <a:ext cx="5974567" cy="729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7A69D43-41FA-237A-2268-1D8350E157B2}"/>
              </a:ext>
            </a:extLst>
          </p:cNvPr>
          <p:cNvSpPr txBox="1"/>
          <p:nvPr/>
        </p:nvSpPr>
        <p:spPr>
          <a:xfrm>
            <a:off x="2729308" y="5193238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138" name="Group 26">
            <a:extLst>
              <a:ext uri="{FF2B5EF4-FFF2-40B4-BE49-F238E27FC236}">
                <a16:creationId xmlns:a16="http://schemas.microsoft.com/office/drawing/2014/main" id="{E91997BA-12B0-E527-29AD-D308256AF0DF}"/>
              </a:ext>
            </a:extLst>
          </p:cNvPr>
          <p:cNvGrpSpPr/>
          <p:nvPr/>
        </p:nvGrpSpPr>
        <p:grpSpPr>
          <a:xfrm>
            <a:off x="249187" y="5526143"/>
            <a:ext cx="5961113" cy="219667"/>
            <a:chOff x="1895287" y="2791040"/>
            <a:chExt cx="5961113" cy="219667"/>
          </a:xfrm>
        </p:grpSpPr>
        <p:grpSp>
          <p:nvGrpSpPr>
            <p:cNvPr id="139" name="그룹 6">
              <a:extLst>
                <a:ext uri="{FF2B5EF4-FFF2-40B4-BE49-F238E27FC236}">
                  <a16:creationId xmlns:a16="http://schemas.microsoft.com/office/drawing/2014/main" id="{5A0A738F-6AC4-2884-1D54-777596A03827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141" name="Tab 1">
                <a:extLst>
                  <a:ext uri="{FF2B5EF4-FFF2-40B4-BE49-F238E27FC236}">
                    <a16:creationId xmlns:a16="http://schemas.microsoft.com/office/drawing/2014/main" id="{6E1D6744-3AE9-FB72-5AF7-CB28F8C9A54D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2" name="Tab 2">
                <a:extLst>
                  <a:ext uri="{FF2B5EF4-FFF2-40B4-BE49-F238E27FC236}">
                    <a16:creationId xmlns:a16="http://schemas.microsoft.com/office/drawing/2014/main" id="{369D21E1-6882-61C0-2566-A6598B8085CD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4" name="Tab 2">
                <a:extLst>
                  <a:ext uri="{FF2B5EF4-FFF2-40B4-BE49-F238E27FC236}">
                    <a16:creationId xmlns:a16="http://schemas.microsoft.com/office/drawing/2014/main" id="{0AD5F063-EF50-36EA-B841-22C8DC147B0F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5" name="Tab 2">
                <a:extLst>
                  <a:ext uri="{FF2B5EF4-FFF2-40B4-BE49-F238E27FC236}">
                    <a16:creationId xmlns:a16="http://schemas.microsoft.com/office/drawing/2014/main" id="{85837A69-0111-A244-FB0E-8FD5D60A009A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6" name="Tab 2">
                <a:extLst>
                  <a:ext uri="{FF2B5EF4-FFF2-40B4-BE49-F238E27FC236}">
                    <a16:creationId xmlns:a16="http://schemas.microsoft.com/office/drawing/2014/main" id="{74A2D0A4-75B8-3675-A6B4-969C775956F4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7" name="Tab 2">
                <a:extLst>
                  <a:ext uri="{FF2B5EF4-FFF2-40B4-BE49-F238E27FC236}">
                    <a16:creationId xmlns:a16="http://schemas.microsoft.com/office/drawing/2014/main" id="{A87B2545-BDDC-B392-5109-7338CC25E314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140" name="직선 연결선 32">
              <a:extLst>
                <a:ext uri="{FF2B5EF4-FFF2-40B4-BE49-F238E27FC236}">
                  <a16:creationId xmlns:a16="http://schemas.microsoft.com/office/drawing/2014/main" id="{8D6B3C28-A222-E839-77BF-07069B6B80FC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4B689ED0-D877-1F84-6EE9-8EEB8E5D1A20}"/>
              </a:ext>
            </a:extLst>
          </p:cNvPr>
          <p:cNvGrpSpPr/>
          <p:nvPr/>
        </p:nvGrpSpPr>
        <p:grpSpPr>
          <a:xfrm>
            <a:off x="5072350" y="5128776"/>
            <a:ext cx="520284" cy="197229"/>
            <a:chOff x="4050461" y="5245314"/>
            <a:chExt cx="520284" cy="197229"/>
          </a:xfrm>
        </p:grpSpPr>
        <p:sp>
          <p:nvSpPr>
            <p:cNvPr id="149" name="Rectangle 256">
              <a:extLst>
                <a:ext uri="{FF2B5EF4-FFF2-40B4-BE49-F238E27FC236}">
                  <a16:creationId xmlns:a16="http://schemas.microsoft.com/office/drawing/2014/main" id="{F06A1757-3436-78EA-76FC-C76278F0656B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51" name="그림 150">
              <a:extLst>
                <a:ext uri="{FF2B5EF4-FFF2-40B4-BE49-F238E27FC236}">
                  <a16:creationId xmlns:a16="http://schemas.microsoft.com/office/drawing/2014/main" id="{3122E584-5618-E56E-F826-FBD103F9E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3148BEB8-E6DA-9356-4ABF-6E52C2D62FE5}"/>
              </a:ext>
            </a:extLst>
          </p:cNvPr>
          <p:cNvGrpSpPr/>
          <p:nvPr/>
        </p:nvGrpSpPr>
        <p:grpSpPr>
          <a:xfrm>
            <a:off x="4591664" y="4383575"/>
            <a:ext cx="1661164" cy="202164"/>
            <a:chOff x="4439700" y="4436870"/>
            <a:chExt cx="1661164" cy="202164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8DDE1A5A-D88C-41EE-03E0-C018E8A5E676}"/>
                </a:ext>
              </a:extLst>
            </p:cNvPr>
            <p:cNvSpPr txBox="1"/>
            <p:nvPr/>
          </p:nvSpPr>
          <p:spPr>
            <a:xfrm>
              <a:off x="4439700" y="4436870"/>
              <a:ext cx="80367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1,434</a:t>
              </a:r>
              <a:r>
                <a:rPr lang="ko-KR" altLang="en-US" sz="800" dirty="0">
                  <a:latin typeface="+mn-ea"/>
                  <a:ea typeface="+mn-ea"/>
                </a:rPr>
                <a:t>명 시청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AA86D91-B96B-05AA-0535-20582EB9C019}"/>
                </a:ext>
              </a:extLst>
            </p:cNvPr>
            <p:cNvSpPr txBox="1"/>
            <p:nvPr/>
          </p:nvSpPr>
          <p:spPr>
            <a:xfrm>
              <a:off x="5197217" y="4443220"/>
              <a:ext cx="106367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〮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6EF7D9CA-FCAF-E357-BF16-C6327F2DC553}"/>
                </a:ext>
              </a:extLst>
            </p:cNvPr>
            <p:cNvSpPr txBox="1"/>
            <p:nvPr/>
          </p:nvSpPr>
          <p:spPr>
            <a:xfrm>
              <a:off x="5265131" y="4436870"/>
              <a:ext cx="83573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00:34:22 </a:t>
              </a:r>
              <a:r>
                <a:rPr lang="ko-KR" altLang="en-US" sz="800" dirty="0">
                  <a:latin typeface="+mn-ea"/>
                  <a:ea typeface="+mn-ea"/>
                </a:rPr>
                <a:t>방송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159" name="사각형: 둥근 모서리 158">
            <a:extLst>
              <a:ext uri="{FF2B5EF4-FFF2-40B4-BE49-F238E27FC236}">
                <a16:creationId xmlns:a16="http://schemas.microsoft.com/office/drawing/2014/main" id="{1FFA8F1D-E87E-9F31-D54A-FE24DBF94D9E}"/>
              </a:ext>
            </a:extLst>
          </p:cNvPr>
          <p:cNvSpPr/>
          <p:nvPr/>
        </p:nvSpPr>
        <p:spPr>
          <a:xfrm>
            <a:off x="36207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1CCFEF79-D5AB-827D-E17D-1384C368B801}"/>
              </a:ext>
            </a:extLst>
          </p:cNvPr>
          <p:cNvSpPr/>
          <p:nvPr/>
        </p:nvSpPr>
        <p:spPr>
          <a:xfrm>
            <a:off x="1078810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6C6CFEFF-3D60-481B-2CC4-FA44DAD8C7E5}"/>
              </a:ext>
            </a:extLst>
          </p:cNvPr>
          <p:cNvSpPr/>
          <p:nvPr/>
        </p:nvSpPr>
        <p:spPr>
          <a:xfrm>
            <a:off x="179554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B312FAE-51E0-6A72-99FF-FD14E4848C0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86928" y="3983525"/>
            <a:ext cx="185250" cy="185250"/>
          </a:xfrm>
          <a:prstGeom prst="rect">
            <a:avLst/>
          </a:prstGeom>
        </p:spPr>
      </p:pic>
      <p:sp>
        <p:nvSpPr>
          <p:cNvPr id="36" name="타원 129">
            <a:extLst>
              <a:ext uri="{FF2B5EF4-FFF2-40B4-BE49-F238E27FC236}">
                <a16:creationId xmlns:a16="http://schemas.microsoft.com/office/drawing/2014/main" id="{4F0065B9-2D7F-C899-F86D-83E97E953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225" y="4154537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1-10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6BCC56-8CB8-7663-86C5-B4DD0B499069}"/>
              </a:ext>
            </a:extLst>
          </p:cNvPr>
          <p:cNvSpPr txBox="1"/>
          <p:nvPr/>
        </p:nvSpPr>
        <p:spPr>
          <a:xfrm>
            <a:off x="2539175" y="4671140"/>
            <a:ext cx="853366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리그오브레전드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F9644B-6474-8CD2-DE35-DC54DA0CA907}"/>
              </a:ext>
            </a:extLst>
          </p:cNvPr>
          <p:cNvSpPr txBox="1"/>
          <p:nvPr/>
        </p:nvSpPr>
        <p:spPr>
          <a:xfrm>
            <a:off x="3389224" y="4671140"/>
            <a:ext cx="75077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나는야게임왕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C87298-1FB8-000F-396B-6442987F2205}"/>
              </a:ext>
            </a:extLst>
          </p:cNvPr>
          <p:cNvSpPr txBox="1"/>
          <p:nvPr/>
        </p:nvSpPr>
        <p:spPr>
          <a:xfrm>
            <a:off x="4154612" y="4671140"/>
            <a:ext cx="55360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#T1</a:t>
            </a:r>
            <a:r>
              <a:rPr lang="ko-KR" altLang="en-US" sz="800" dirty="0">
                <a:latin typeface="+mn-ea"/>
                <a:ea typeface="+mn-ea"/>
              </a:rPr>
              <a:t>티밀리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EA84CC-0A58-700C-D56E-3DF892E5ED46}"/>
              </a:ext>
            </a:extLst>
          </p:cNvPr>
          <p:cNvSpPr txBox="1"/>
          <p:nvPr/>
        </p:nvSpPr>
        <p:spPr>
          <a:xfrm>
            <a:off x="4706616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게임이좋아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19B6E1-771D-C545-D8F0-EAE0F99DD618}"/>
              </a:ext>
            </a:extLst>
          </p:cNvPr>
          <p:cNvSpPr txBox="1"/>
          <p:nvPr/>
        </p:nvSpPr>
        <p:spPr>
          <a:xfrm>
            <a:off x="5354798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니달리천재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9D6FF1A-552C-DAAF-6EBD-C8A824EB573B}"/>
              </a:ext>
            </a:extLst>
          </p:cNvPr>
          <p:cNvSpPr/>
          <p:nvPr/>
        </p:nvSpPr>
        <p:spPr>
          <a:xfrm>
            <a:off x="6313280" y="819325"/>
            <a:ext cx="3149411" cy="5769729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5B2670A-9FE4-E8FA-816A-79AC64266098}"/>
              </a:ext>
            </a:extLst>
          </p:cNvPr>
          <p:cNvGrpSpPr/>
          <p:nvPr/>
        </p:nvGrpSpPr>
        <p:grpSpPr>
          <a:xfrm>
            <a:off x="6613778" y="2885050"/>
            <a:ext cx="2458504" cy="1748076"/>
            <a:chOff x="6613778" y="2885050"/>
            <a:chExt cx="2458504" cy="1748076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A1696901-48D2-67C7-FE96-107A787BEEB1}"/>
                </a:ext>
              </a:extLst>
            </p:cNvPr>
            <p:cNvSpPr/>
            <p:nvPr/>
          </p:nvSpPr>
          <p:spPr>
            <a:xfrm>
              <a:off x="6613778" y="2885050"/>
              <a:ext cx="2458504" cy="1748076"/>
            </a:xfrm>
            <a:prstGeom prst="roundRect">
              <a:avLst>
                <a:gd name="adj" fmla="val 5329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E833669-F652-7793-AE5F-5BC7B7F3E2CF}"/>
                </a:ext>
              </a:extLst>
            </p:cNvPr>
            <p:cNvSpPr txBox="1"/>
            <p:nvPr/>
          </p:nvSpPr>
          <p:spPr>
            <a:xfrm>
              <a:off x="7304939" y="3039409"/>
              <a:ext cx="1076183" cy="211203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고해상도 시청 안내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55B75D7-639D-FFF0-D0E8-CE479386D2EA}"/>
                </a:ext>
              </a:extLst>
            </p:cNvPr>
            <p:cNvSpPr txBox="1"/>
            <p:nvPr/>
          </p:nvSpPr>
          <p:spPr>
            <a:xfrm>
              <a:off x="6795626" y="3305341"/>
              <a:ext cx="2094809" cy="31892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고해상도 시청을 위해선 </a:t>
              </a:r>
              <a:b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</a:b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브라우저 확장 프로그램 설치가 필요합니다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.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796D1E33-EFCA-C6F1-311E-8CF297951D24}"/>
                </a:ext>
              </a:extLst>
            </p:cNvPr>
            <p:cNvSpPr/>
            <p:nvPr/>
          </p:nvSpPr>
          <p:spPr>
            <a:xfrm>
              <a:off x="7088908" y="3786159"/>
              <a:ext cx="1508246" cy="273423"/>
            </a:xfrm>
            <a:prstGeom prst="roundRect">
              <a:avLst>
                <a:gd name="adj" fmla="val 20327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bg1"/>
                  </a:solidFill>
                  <a:latin typeface="+mn-ea"/>
                </a:rPr>
                <a:t>확장 프로그램 설치</a:t>
              </a:r>
            </a:p>
          </p:txBody>
        </p: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91B4EC0F-596C-8E65-4EDE-8E66F2696E55}"/>
                </a:ext>
              </a:extLst>
            </p:cNvPr>
            <p:cNvSpPr/>
            <p:nvPr/>
          </p:nvSpPr>
          <p:spPr>
            <a:xfrm>
              <a:off x="7098148" y="4111466"/>
              <a:ext cx="1489764" cy="273423"/>
            </a:xfrm>
            <a:prstGeom prst="roundRect">
              <a:avLst>
                <a:gd name="adj" fmla="val 20327"/>
              </a:avLst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bg1"/>
                  </a:solidFill>
                  <a:latin typeface="+mn-ea"/>
                </a:rPr>
                <a:t>설치없이 일반 화질 시청</a:t>
              </a: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80239C9-A8E4-96D3-6107-2EBBCC971F23}"/>
              </a:ext>
            </a:extLst>
          </p:cNvPr>
          <p:cNvSpPr/>
          <p:nvPr/>
        </p:nvSpPr>
        <p:spPr>
          <a:xfrm>
            <a:off x="2858522" y="2348752"/>
            <a:ext cx="386702" cy="410789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5" name="직선 연결선 2055">
            <a:extLst>
              <a:ext uri="{FF2B5EF4-FFF2-40B4-BE49-F238E27FC236}">
                <a16:creationId xmlns:a16="http://schemas.microsoft.com/office/drawing/2014/main" id="{1927DE96-45EA-426A-8D89-1BFECB8D48BD}"/>
              </a:ext>
            </a:extLst>
          </p:cNvPr>
          <p:cNvCxnSpPr>
            <a:cxnSpLocks/>
            <a:stCxn id="30" idx="0"/>
            <a:endCxn id="43" idx="0"/>
          </p:cNvCxnSpPr>
          <p:nvPr/>
        </p:nvCxnSpPr>
        <p:spPr>
          <a:xfrm rot="16200000" flipV="1">
            <a:off x="5179303" y="221322"/>
            <a:ext cx="536298" cy="4791157"/>
          </a:xfrm>
          <a:prstGeom prst="bentConnector3">
            <a:avLst>
              <a:gd name="adj1" fmla="val 204474"/>
            </a:avLst>
          </a:prstGeom>
          <a:ln w="12700">
            <a:solidFill>
              <a:srgbClr val="FF0000"/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타원 129">
            <a:extLst>
              <a:ext uri="{FF2B5EF4-FFF2-40B4-BE49-F238E27FC236}">
                <a16:creationId xmlns:a16="http://schemas.microsoft.com/office/drawing/2014/main" id="{B03FA03D-1E40-E50E-D5B3-F699BC683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0351" y="2818796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20711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DE778-2D57-224E-E107-DD7D48101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3C72264-3191-318D-F4F8-5C4A35D036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 </a:t>
            </a:r>
            <a:r>
              <a:rPr lang="en-US" altLang="ko-KR" sz="2000" dirty="0"/>
              <a:t>&gt; </a:t>
            </a:r>
            <a:r>
              <a:rPr lang="ko-KR" altLang="en-US" sz="2000" dirty="0"/>
              <a:t>플레이 바 특정 시점 건너뛰기</a:t>
            </a:r>
            <a:r>
              <a:rPr lang="en-US" altLang="ko-KR" sz="2000" dirty="0"/>
              <a:t> </a:t>
            </a:r>
            <a:endParaRPr lang="ko-KR" altLang="en-US" sz="20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0435091-1AAB-271E-0463-ECB18A37A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0D358AFD-FDD5-0BCD-017C-D2D5F8C148D4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7466" cy="70104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 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(bar)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Default 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실시간 라이브 시점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드래그 또는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특정 방송 시점으로 건너뛰기 가능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시점의 썸네일 미리보기 제공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831D8667-A729-C5DE-A007-65FB2FB89B42}"/>
              </a:ext>
            </a:extLst>
          </p:cNvPr>
          <p:cNvSpPr/>
          <p:nvPr/>
        </p:nvSpPr>
        <p:spPr>
          <a:xfrm>
            <a:off x="160892" y="826569"/>
            <a:ext cx="6152391" cy="34572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82" name="Picture 87">
            <a:extLst>
              <a:ext uri="{FF2B5EF4-FFF2-40B4-BE49-F238E27FC236}">
                <a16:creationId xmlns:a16="http://schemas.microsoft.com/office/drawing/2014/main" id="{2B5BC809-613F-DEDE-26A2-1968F96C6B5B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3118010" y="2436518"/>
            <a:ext cx="238154" cy="237357"/>
          </a:xfrm>
          <a:prstGeom prst="rect">
            <a:avLst/>
          </a:prstGeom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B0809E3C-8FBA-F651-2D26-EF861373DBA1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F417E867-0E1E-2A2A-9409-8A97B81AFE25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F452DF98-2741-AB1D-B1A4-0E0A7FDB2E94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9430D197-6E03-CD8F-DDF7-7A448B17C897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BD8DCA4-30A9-D537-8584-B13073A21F0A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C5BEE04E-C68F-8106-CAED-BB522AE079CA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ECFB3AB3-2B97-DB26-C722-F57CBA765A08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B60AF00-9180-FC62-DAFB-823F91F0ED8C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CB997C04-09A0-4B9D-2A81-B0F137CDB0D4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430F403D-5ADF-23DD-28FB-DD8C8F762939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6A3AA26-8DE5-7CE4-6F2A-5218BF4578B7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586236D6-740A-EDD7-D7A7-421971CF5254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16129B62-5FF3-C089-FE5F-FE58131534E2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016FBD3-C2BB-3F2E-D6AA-1FB0BEDC9E6B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EA0C3B32-E8FE-3797-4CCC-491F6966E7B8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8B3C4C83-0383-FAB8-B8F9-60A907273EA9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0243038-078F-51F3-78CD-75B60DE76A17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0EED3B56-AC98-0B13-FB0E-9A930653EC19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78BA0DFC-3676-B14C-9736-CD65A0503958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A9796CA-6305-C24F-B5EB-39C406194FEE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DE75F299-5744-8A2A-A064-3FBB6F122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AD267195-7739-9B7E-BD99-0D5DC803E228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E3E3480E-EB97-8D77-9B69-B606AFED0893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ED9097F0-11C9-F75D-5A7F-2A6D6E2E54F4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8987ABFD-8E35-BD0C-FF75-3D643C28C3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5C910349-9A39-E5F5-D22F-EB56A3ED557D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48AF4D10-C5E8-BD22-2A74-8B5FE31165A9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03DF688E-F3B2-7C96-0C11-4F34602DC486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4640F888-73FE-E20A-B264-EFCBF47BCB1F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13FC28A7-792A-69E2-1141-702EEDEBDD58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D1EF664A-9F96-D8F4-6FB1-33BD96A7BC68}"/>
              </a:ext>
            </a:extLst>
          </p:cNvPr>
          <p:cNvGrpSpPr/>
          <p:nvPr/>
        </p:nvGrpSpPr>
        <p:grpSpPr>
          <a:xfrm>
            <a:off x="5853553" y="2161004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DB2AE836-B42F-654B-37EA-371A90298410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2CC6B4BF-4FE5-05BB-10D5-8BA4A45BA61A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7FD77F22-B08A-7772-0AD1-43B4000C38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D4D9F28F-A805-DF93-93E3-AA92FE419C50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D2E296C9-0717-1322-BE79-4DA16892C04E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A2994FF0-879E-9177-0D3F-7E4ADB8F0C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pic>
        <p:nvPicPr>
          <p:cNvPr id="143" name="그림 142">
            <a:extLst>
              <a:ext uri="{FF2B5EF4-FFF2-40B4-BE49-F238E27FC236}">
                <a16:creationId xmlns:a16="http://schemas.microsoft.com/office/drawing/2014/main" id="{0720B2DC-CF8A-91F5-8BE1-5D82AA9CE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85" y="3960840"/>
            <a:ext cx="211110" cy="211110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BB58B869-518E-BB2B-3BD5-38BFB017B4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13" y="4005939"/>
            <a:ext cx="308348" cy="122054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5E2E303B-9998-3ADD-9A7B-43705949AC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7890" y="3978016"/>
            <a:ext cx="187072" cy="187072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FF7E1DB2-AF42-2A00-196A-10A2B359E8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0576" y="3944960"/>
            <a:ext cx="253184" cy="253184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6DF70174-74EF-B8CD-8B3B-96F9BA0172DE}"/>
              </a:ext>
            </a:extLst>
          </p:cNvPr>
          <p:cNvSpPr txBox="1"/>
          <p:nvPr/>
        </p:nvSpPr>
        <p:spPr>
          <a:xfrm>
            <a:off x="4523936" y="3953549"/>
            <a:ext cx="463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+mn-ea"/>
                <a:ea typeface="+mn-ea"/>
              </a:rPr>
              <a:t>360p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ea typeface="+mn-ea"/>
              </a:rPr>
              <a:t>▼</a:t>
            </a:r>
            <a:endParaRPr lang="en-US" altLang="ko-KR" sz="9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88833660-72A9-545B-60CB-306687ED85C9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D5A301FD-3D87-21A0-8E0A-6B3AD63732C9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799F78F1-0026-FFC6-69C4-7D08D8183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pic>
        <p:nvPicPr>
          <p:cNvPr id="198" name="그림 197">
            <a:extLst>
              <a:ext uri="{FF2B5EF4-FFF2-40B4-BE49-F238E27FC236}">
                <a16:creationId xmlns:a16="http://schemas.microsoft.com/office/drawing/2014/main" id="{D908EBE4-A2F5-8D1C-FF2D-0D288568F7F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79244" y="3986681"/>
            <a:ext cx="168600" cy="168600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61ECE44D-B801-36FF-C1A4-10B9D175F2F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5808" y="3996601"/>
            <a:ext cx="104497" cy="134353"/>
          </a:xfrm>
          <a:prstGeom prst="rect">
            <a:avLst/>
          </a:prstGeom>
        </p:spPr>
      </p:pic>
      <p:grpSp>
        <p:nvGrpSpPr>
          <p:cNvPr id="99" name="그룹 98">
            <a:extLst>
              <a:ext uri="{FF2B5EF4-FFF2-40B4-BE49-F238E27FC236}">
                <a16:creationId xmlns:a16="http://schemas.microsoft.com/office/drawing/2014/main" id="{A1907D5E-36D7-D4A2-0ABC-27DEF288F1FD}"/>
              </a:ext>
            </a:extLst>
          </p:cNvPr>
          <p:cNvGrpSpPr/>
          <p:nvPr/>
        </p:nvGrpSpPr>
        <p:grpSpPr>
          <a:xfrm>
            <a:off x="285087" y="3823362"/>
            <a:ext cx="5907809" cy="92335"/>
            <a:chOff x="285087" y="3823362"/>
            <a:chExt cx="5907809" cy="92335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6FC7AF24-FC5F-BD6C-D814-37585F411145}"/>
                </a:ext>
              </a:extLst>
            </p:cNvPr>
            <p:cNvSpPr/>
            <p:nvPr/>
          </p:nvSpPr>
          <p:spPr>
            <a:xfrm>
              <a:off x="285087" y="3853387"/>
              <a:ext cx="5904000" cy="36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599F25E3-5DB0-2E3C-F006-FC899DB41C7D}"/>
                </a:ext>
              </a:extLst>
            </p:cNvPr>
            <p:cNvSpPr/>
            <p:nvPr/>
          </p:nvSpPr>
          <p:spPr>
            <a:xfrm>
              <a:off x="3888896" y="3853387"/>
              <a:ext cx="2304000" cy="36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D6C7832D-4F23-3C78-B1AC-6182E86CCFFD}"/>
                </a:ext>
              </a:extLst>
            </p:cNvPr>
            <p:cNvSpPr/>
            <p:nvPr/>
          </p:nvSpPr>
          <p:spPr>
            <a:xfrm>
              <a:off x="3822439" y="3823362"/>
              <a:ext cx="92335" cy="9233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52F2826-2CA0-63FB-E831-A160FE8BEE8B}"/>
              </a:ext>
            </a:extLst>
          </p:cNvPr>
          <p:cNvSpPr/>
          <p:nvPr/>
        </p:nvSpPr>
        <p:spPr>
          <a:xfrm>
            <a:off x="3208490" y="2758193"/>
            <a:ext cx="1300757" cy="716332"/>
          </a:xfrm>
          <a:prstGeom prst="roundRect">
            <a:avLst>
              <a:gd name="adj" fmla="val 6695"/>
            </a:avLst>
          </a:prstGeom>
          <a:solidFill>
            <a:schemeClr val="bg1">
              <a:lumMod val="65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>
              <a:lnSpc>
                <a:spcPct val="200000"/>
              </a:lnSpc>
            </a:pP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1505F16-7693-FDA1-73D9-591BE3785A4A}"/>
              </a:ext>
            </a:extLst>
          </p:cNvPr>
          <p:cNvSpPr/>
          <p:nvPr/>
        </p:nvSpPr>
        <p:spPr>
          <a:xfrm>
            <a:off x="3589665" y="3533197"/>
            <a:ext cx="557882" cy="239402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  <a:alpha val="83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58 : 22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7D2E025-A80E-47D3-8E7F-7D30A0DBDA07}"/>
              </a:ext>
            </a:extLst>
          </p:cNvPr>
          <p:cNvGrpSpPr/>
          <p:nvPr/>
        </p:nvGrpSpPr>
        <p:grpSpPr>
          <a:xfrm>
            <a:off x="3704980" y="2936242"/>
            <a:ext cx="307777" cy="360235"/>
            <a:chOff x="3704980" y="2954172"/>
            <a:chExt cx="307777" cy="360235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CC3BADC5-4448-B6C5-E7A8-CA818C24D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764473" y="2954172"/>
              <a:ext cx="188794" cy="188794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E47EF7C-EA09-FD17-8E4A-69DA20FF26D2}"/>
                </a:ext>
              </a:extLst>
            </p:cNvPr>
            <p:cNvSpPr txBox="1"/>
            <p:nvPr/>
          </p:nvSpPr>
          <p:spPr>
            <a:xfrm>
              <a:off x="3704980" y="3153529"/>
              <a:ext cx="307777" cy="16087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dirty="0">
                  <a:solidFill>
                    <a:schemeClr val="bg1"/>
                  </a:solidFill>
                  <a:latin typeface="+mn-ea"/>
                  <a:ea typeface="+mn-ea"/>
                </a:rPr>
                <a:t>썸네일</a:t>
              </a:r>
              <a:endParaRPr lang="en-US" altLang="ko-KR" sz="8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id="{F8840AFB-8BA9-CDC4-BB73-99B49F10B20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39166" y="3866081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5" name="타원 129">
            <a:extLst>
              <a:ext uri="{FF2B5EF4-FFF2-40B4-BE49-F238E27FC236}">
                <a16:creationId xmlns:a16="http://schemas.microsoft.com/office/drawing/2014/main" id="{5FDFE62A-C704-1200-D148-CC122DB7F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046" y="2719184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441FE5-9DB0-BCEB-F479-A085245BED23}"/>
              </a:ext>
            </a:extLst>
          </p:cNvPr>
          <p:cNvSpPr txBox="1"/>
          <p:nvPr/>
        </p:nvSpPr>
        <p:spPr>
          <a:xfrm>
            <a:off x="307407" y="4375757"/>
            <a:ext cx="2276833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방송 제목이 나오는 부분입니다</a:t>
            </a:r>
            <a:r>
              <a:rPr lang="en-US" altLang="ko-KR" sz="12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3DB026-4EAE-FAB7-5BA8-34EAAA76BFC6}"/>
              </a:ext>
            </a:extLst>
          </p:cNvPr>
          <p:cNvSpPr txBox="1"/>
          <p:nvPr/>
        </p:nvSpPr>
        <p:spPr>
          <a:xfrm>
            <a:off x="737605" y="5000800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B955CC-DFCC-191C-E445-B1FF4DA91FBB}"/>
              </a:ext>
            </a:extLst>
          </p:cNvPr>
          <p:cNvSpPr txBox="1"/>
          <p:nvPr/>
        </p:nvSpPr>
        <p:spPr>
          <a:xfrm>
            <a:off x="742619" y="5201240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29" name="Picture 142">
            <a:extLst>
              <a:ext uri="{FF2B5EF4-FFF2-40B4-BE49-F238E27FC236}">
                <a16:creationId xmlns:a16="http://schemas.microsoft.com/office/drawing/2014/main" id="{79FBC409-FADD-A0F0-6F80-7E85E347B90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99294" y="5043398"/>
            <a:ext cx="136038" cy="141707"/>
          </a:xfrm>
          <a:prstGeom prst="rect">
            <a:avLst/>
          </a:prstGeom>
        </p:spPr>
      </p:pic>
      <p:grpSp>
        <p:nvGrpSpPr>
          <p:cNvPr id="30" name="Group 149">
            <a:extLst>
              <a:ext uri="{FF2B5EF4-FFF2-40B4-BE49-F238E27FC236}">
                <a16:creationId xmlns:a16="http://schemas.microsoft.com/office/drawing/2014/main" id="{39F74B23-6F58-6369-8452-32E2357E35BC}"/>
              </a:ext>
            </a:extLst>
          </p:cNvPr>
          <p:cNvGrpSpPr/>
          <p:nvPr/>
        </p:nvGrpSpPr>
        <p:grpSpPr>
          <a:xfrm>
            <a:off x="365283" y="5024720"/>
            <a:ext cx="308360" cy="308360"/>
            <a:chOff x="6468801" y="4933120"/>
            <a:chExt cx="216000" cy="216000"/>
          </a:xfrm>
        </p:grpSpPr>
        <p:sp>
          <p:nvSpPr>
            <p:cNvPr id="31" name="Oval 156">
              <a:extLst>
                <a:ext uri="{FF2B5EF4-FFF2-40B4-BE49-F238E27FC236}">
                  <a16:creationId xmlns:a16="http://schemas.microsoft.com/office/drawing/2014/main" id="{EDDA3251-927E-A15D-1F60-543DEE5C6412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33" name="Picture 159">
              <a:extLst>
                <a:ext uri="{FF2B5EF4-FFF2-40B4-BE49-F238E27FC236}">
                  <a16:creationId xmlns:a16="http://schemas.microsoft.com/office/drawing/2014/main" id="{4252EF6E-B813-0694-FB77-898877758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sp>
        <p:nvSpPr>
          <p:cNvPr id="35" name="Rounded Rectangle 160">
            <a:extLst>
              <a:ext uri="{FF2B5EF4-FFF2-40B4-BE49-F238E27FC236}">
                <a16:creationId xmlns:a16="http://schemas.microsoft.com/office/drawing/2014/main" id="{0222EAD1-0EC5-D372-7E19-07D16F8EAB1B}"/>
              </a:ext>
            </a:extLst>
          </p:cNvPr>
          <p:cNvSpPr/>
          <p:nvPr/>
        </p:nvSpPr>
        <p:spPr>
          <a:xfrm>
            <a:off x="362075" y="5243833"/>
            <a:ext cx="309072" cy="13625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latin typeface="+mn-ea"/>
              </a:rPr>
              <a:t>LIVE</a:t>
            </a:r>
            <a:endParaRPr lang="ko-KR" altLang="en-US" sz="7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36" name="Group 2">
            <a:extLst>
              <a:ext uri="{FF2B5EF4-FFF2-40B4-BE49-F238E27FC236}">
                <a16:creationId xmlns:a16="http://schemas.microsoft.com/office/drawing/2014/main" id="{83B71775-3731-CB1E-86F1-ABEBE2E06C5D}"/>
              </a:ext>
            </a:extLst>
          </p:cNvPr>
          <p:cNvGrpSpPr/>
          <p:nvPr/>
        </p:nvGrpSpPr>
        <p:grpSpPr>
          <a:xfrm>
            <a:off x="4280095" y="5128776"/>
            <a:ext cx="754838" cy="197229"/>
            <a:chOff x="4448007" y="5346092"/>
            <a:chExt cx="754838" cy="197229"/>
          </a:xfrm>
        </p:grpSpPr>
        <p:sp>
          <p:nvSpPr>
            <p:cNvPr id="37" name="Rectangle 256">
              <a:extLst>
                <a:ext uri="{FF2B5EF4-FFF2-40B4-BE49-F238E27FC236}">
                  <a16:creationId xmlns:a16="http://schemas.microsoft.com/office/drawing/2014/main" id="{3644087C-1305-EACA-02C3-DE9F37BBE2E6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38" name="Picture 191">
              <a:extLst>
                <a:ext uri="{FF2B5EF4-FFF2-40B4-BE49-F238E27FC236}">
                  <a16:creationId xmlns:a16="http://schemas.microsoft.com/office/drawing/2014/main" id="{B898D461-CE39-1CAF-FDF2-B57BE90C5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39" name="Group 17">
            <a:extLst>
              <a:ext uri="{FF2B5EF4-FFF2-40B4-BE49-F238E27FC236}">
                <a16:creationId xmlns:a16="http://schemas.microsoft.com/office/drawing/2014/main" id="{F30A5E0F-2F23-CE40-CCA4-9C56BFE67A0F}"/>
              </a:ext>
            </a:extLst>
          </p:cNvPr>
          <p:cNvGrpSpPr/>
          <p:nvPr/>
        </p:nvGrpSpPr>
        <p:grpSpPr>
          <a:xfrm>
            <a:off x="5631940" y="5128776"/>
            <a:ext cx="581183" cy="197229"/>
            <a:chOff x="5199485" y="5263720"/>
            <a:chExt cx="581183" cy="197229"/>
          </a:xfrm>
        </p:grpSpPr>
        <p:sp>
          <p:nvSpPr>
            <p:cNvPr id="40" name="Rectangle 256">
              <a:extLst>
                <a:ext uri="{FF2B5EF4-FFF2-40B4-BE49-F238E27FC236}">
                  <a16:creationId xmlns:a16="http://schemas.microsoft.com/office/drawing/2014/main" id="{DE037D76-06A4-BF6F-B53A-BB8BC8B6C6B5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41" name="Picture 15">
              <a:extLst>
                <a:ext uri="{FF2B5EF4-FFF2-40B4-BE49-F238E27FC236}">
                  <a16:creationId xmlns:a16="http://schemas.microsoft.com/office/drawing/2014/main" id="{C6699E70-2E65-8522-9817-69EC839F7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F9FC243-369D-0209-4BD9-51CFC09C6203}"/>
              </a:ext>
            </a:extLst>
          </p:cNvPr>
          <p:cNvSpPr/>
          <p:nvPr/>
        </p:nvSpPr>
        <p:spPr>
          <a:xfrm>
            <a:off x="247649" y="5787476"/>
            <a:ext cx="5974567" cy="729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419302D-7572-A855-E8A9-FCF99A99D8B3}"/>
              </a:ext>
            </a:extLst>
          </p:cNvPr>
          <p:cNvSpPr txBox="1"/>
          <p:nvPr/>
        </p:nvSpPr>
        <p:spPr>
          <a:xfrm>
            <a:off x="2729308" y="5193238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47" name="Group 26">
            <a:extLst>
              <a:ext uri="{FF2B5EF4-FFF2-40B4-BE49-F238E27FC236}">
                <a16:creationId xmlns:a16="http://schemas.microsoft.com/office/drawing/2014/main" id="{1CAD3631-A55C-1F2B-CCCA-7D844BCCBF52}"/>
              </a:ext>
            </a:extLst>
          </p:cNvPr>
          <p:cNvGrpSpPr/>
          <p:nvPr/>
        </p:nvGrpSpPr>
        <p:grpSpPr>
          <a:xfrm>
            <a:off x="249187" y="5526143"/>
            <a:ext cx="5961113" cy="219667"/>
            <a:chOff x="1895287" y="2791040"/>
            <a:chExt cx="5961113" cy="219667"/>
          </a:xfrm>
        </p:grpSpPr>
        <p:grpSp>
          <p:nvGrpSpPr>
            <p:cNvPr id="48" name="그룹 6">
              <a:extLst>
                <a:ext uri="{FF2B5EF4-FFF2-40B4-BE49-F238E27FC236}">
                  <a16:creationId xmlns:a16="http://schemas.microsoft.com/office/drawing/2014/main" id="{FB33ED20-9DA2-9F5B-F3AC-F645CC6BD0D9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52" name="Tab 1">
                <a:extLst>
                  <a:ext uri="{FF2B5EF4-FFF2-40B4-BE49-F238E27FC236}">
                    <a16:creationId xmlns:a16="http://schemas.microsoft.com/office/drawing/2014/main" id="{A59AE2A3-31A1-1F92-4615-49B07615D058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71" name="Tab 2">
                <a:extLst>
                  <a:ext uri="{FF2B5EF4-FFF2-40B4-BE49-F238E27FC236}">
                    <a16:creationId xmlns:a16="http://schemas.microsoft.com/office/drawing/2014/main" id="{8D45CCF9-300C-876F-1F67-943AC49873AF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72" name="Tab 2">
                <a:extLst>
                  <a:ext uri="{FF2B5EF4-FFF2-40B4-BE49-F238E27FC236}">
                    <a16:creationId xmlns:a16="http://schemas.microsoft.com/office/drawing/2014/main" id="{FBA67E12-85B9-07BC-034A-082EC1C5E6BA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73" name="Tab 2">
                <a:extLst>
                  <a:ext uri="{FF2B5EF4-FFF2-40B4-BE49-F238E27FC236}">
                    <a16:creationId xmlns:a16="http://schemas.microsoft.com/office/drawing/2014/main" id="{BDDDD876-AAFE-0210-71B0-E54CB8A3301A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74" name="Tab 2">
                <a:extLst>
                  <a:ext uri="{FF2B5EF4-FFF2-40B4-BE49-F238E27FC236}">
                    <a16:creationId xmlns:a16="http://schemas.microsoft.com/office/drawing/2014/main" id="{258E519E-75C4-5BA8-2358-BABB56769971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75" name="Tab 2">
                <a:extLst>
                  <a:ext uri="{FF2B5EF4-FFF2-40B4-BE49-F238E27FC236}">
                    <a16:creationId xmlns:a16="http://schemas.microsoft.com/office/drawing/2014/main" id="{F73EAA45-0B90-668E-FFB1-2D787DED2952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49" name="직선 연결선 32">
              <a:extLst>
                <a:ext uri="{FF2B5EF4-FFF2-40B4-BE49-F238E27FC236}">
                  <a16:creationId xmlns:a16="http://schemas.microsoft.com/office/drawing/2014/main" id="{67559827-EA64-034A-8E5A-A8149D4A7DE6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07E576EC-B59B-2AB7-369C-E0893E268F53}"/>
              </a:ext>
            </a:extLst>
          </p:cNvPr>
          <p:cNvGrpSpPr/>
          <p:nvPr/>
        </p:nvGrpSpPr>
        <p:grpSpPr>
          <a:xfrm>
            <a:off x="5072350" y="5128776"/>
            <a:ext cx="520284" cy="197229"/>
            <a:chOff x="4050461" y="5245314"/>
            <a:chExt cx="520284" cy="197229"/>
          </a:xfrm>
        </p:grpSpPr>
        <p:sp>
          <p:nvSpPr>
            <p:cNvPr id="84" name="Rectangle 256">
              <a:extLst>
                <a:ext uri="{FF2B5EF4-FFF2-40B4-BE49-F238E27FC236}">
                  <a16:creationId xmlns:a16="http://schemas.microsoft.com/office/drawing/2014/main" id="{7916AC1D-F334-F0E9-1711-ED2C36924164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85" name="그림 84">
              <a:extLst>
                <a:ext uri="{FF2B5EF4-FFF2-40B4-BE49-F238E27FC236}">
                  <a16:creationId xmlns:a16="http://schemas.microsoft.com/office/drawing/2014/main" id="{981D4B50-F18C-5944-B223-EE8739918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C8F3F71F-4B1E-084D-2AE3-CC827C8DF7D1}"/>
              </a:ext>
            </a:extLst>
          </p:cNvPr>
          <p:cNvGrpSpPr/>
          <p:nvPr/>
        </p:nvGrpSpPr>
        <p:grpSpPr>
          <a:xfrm>
            <a:off x="4591664" y="4383575"/>
            <a:ext cx="1661164" cy="202164"/>
            <a:chOff x="4439700" y="4436870"/>
            <a:chExt cx="1661164" cy="202164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BEAFC3E-9A27-0CEF-105F-056D26EB6E87}"/>
                </a:ext>
              </a:extLst>
            </p:cNvPr>
            <p:cNvSpPr txBox="1"/>
            <p:nvPr/>
          </p:nvSpPr>
          <p:spPr>
            <a:xfrm>
              <a:off x="4439700" y="4436870"/>
              <a:ext cx="80367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1,434</a:t>
              </a:r>
              <a:r>
                <a:rPr lang="ko-KR" altLang="en-US" sz="800" dirty="0">
                  <a:latin typeface="+mn-ea"/>
                  <a:ea typeface="+mn-ea"/>
                </a:rPr>
                <a:t>명 시청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56ECA92-9E66-685A-4CAC-57A97296DBB6}"/>
                </a:ext>
              </a:extLst>
            </p:cNvPr>
            <p:cNvSpPr txBox="1"/>
            <p:nvPr/>
          </p:nvSpPr>
          <p:spPr>
            <a:xfrm>
              <a:off x="5197217" y="4443220"/>
              <a:ext cx="106367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〮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1177CF0-B231-7CAD-A000-F82C68442827}"/>
                </a:ext>
              </a:extLst>
            </p:cNvPr>
            <p:cNvSpPr txBox="1"/>
            <p:nvPr/>
          </p:nvSpPr>
          <p:spPr>
            <a:xfrm>
              <a:off x="5265131" y="4436870"/>
              <a:ext cx="83573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00:34:22 </a:t>
              </a:r>
              <a:r>
                <a:rPr lang="ko-KR" altLang="en-US" sz="800" dirty="0">
                  <a:latin typeface="+mn-ea"/>
                  <a:ea typeface="+mn-ea"/>
                </a:rPr>
                <a:t>방송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CCD86896-821E-ED9A-EC28-633DFEC0CABC}"/>
              </a:ext>
            </a:extLst>
          </p:cNvPr>
          <p:cNvSpPr/>
          <p:nvPr/>
        </p:nvSpPr>
        <p:spPr>
          <a:xfrm>
            <a:off x="36207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9B0172F3-3966-4450-B5D9-AB703309FD04}"/>
              </a:ext>
            </a:extLst>
          </p:cNvPr>
          <p:cNvSpPr/>
          <p:nvPr/>
        </p:nvSpPr>
        <p:spPr>
          <a:xfrm>
            <a:off x="1078810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14F38181-9421-2BC9-AE10-89B8A75D94A5}"/>
              </a:ext>
            </a:extLst>
          </p:cNvPr>
          <p:cNvSpPr/>
          <p:nvPr/>
        </p:nvSpPr>
        <p:spPr>
          <a:xfrm>
            <a:off x="179554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BE6DF00-1DAF-9712-4AF8-2A15DECB39A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86928" y="3983525"/>
            <a:ext cx="185250" cy="1852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E58A9D-75E2-B3E3-DF80-35437AE683CC}"/>
              </a:ext>
            </a:extLst>
          </p:cNvPr>
          <p:cNvSpPr txBox="1"/>
          <p:nvPr/>
        </p:nvSpPr>
        <p:spPr>
          <a:xfrm>
            <a:off x="2539175" y="4671140"/>
            <a:ext cx="853366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리그오브레전드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9D8AC5-B7A0-87DB-4DC4-43FC98AD89EA}"/>
              </a:ext>
            </a:extLst>
          </p:cNvPr>
          <p:cNvSpPr txBox="1"/>
          <p:nvPr/>
        </p:nvSpPr>
        <p:spPr>
          <a:xfrm>
            <a:off x="3389224" y="4671140"/>
            <a:ext cx="75077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나는야게임왕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6F23D3-A037-1E4B-5D90-D2D9F244C694}"/>
              </a:ext>
            </a:extLst>
          </p:cNvPr>
          <p:cNvSpPr txBox="1"/>
          <p:nvPr/>
        </p:nvSpPr>
        <p:spPr>
          <a:xfrm>
            <a:off x="4154612" y="4671140"/>
            <a:ext cx="55360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#T1</a:t>
            </a:r>
            <a:r>
              <a:rPr lang="ko-KR" altLang="en-US" sz="800" dirty="0">
                <a:latin typeface="+mn-ea"/>
                <a:ea typeface="+mn-ea"/>
              </a:rPr>
              <a:t>티밀리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BB6A34-4121-57F7-B582-2736B58D290C}"/>
              </a:ext>
            </a:extLst>
          </p:cNvPr>
          <p:cNvSpPr txBox="1"/>
          <p:nvPr/>
        </p:nvSpPr>
        <p:spPr>
          <a:xfrm>
            <a:off x="4706616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게임이좋아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59AC8B-5C71-C52B-2CA8-B54DEC3424EE}"/>
              </a:ext>
            </a:extLst>
          </p:cNvPr>
          <p:cNvSpPr txBox="1"/>
          <p:nvPr/>
        </p:nvSpPr>
        <p:spPr>
          <a:xfrm>
            <a:off x="5354798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니달리천재</a:t>
            </a:r>
            <a:endParaRPr lang="en-US" altLang="ko-KR" sz="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366463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34CAD-D666-0DE6-F21B-8688AD553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9541B11-002F-E928-7494-D8E62E5987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플레이어 영역 </a:t>
            </a:r>
            <a:r>
              <a:rPr lang="en-US" altLang="ko-KR" sz="2000" dirty="0"/>
              <a:t>&gt; </a:t>
            </a:r>
            <a:r>
              <a:rPr lang="ko-KR" altLang="en-US" sz="2000" dirty="0">
                <a:latin typeface="+mn-ea"/>
              </a:rPr>
              <a:t>기능별 이름 및 단축키 툴팁 표시</a:t>
            </a:r>
            <a:endParaRPr lang="ko-KR" altLang="en-US" sz="20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810213D-5721-6703-E6C1-6013A8739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5E214D6E-ABA0-17DF-232F-E79D3224E79E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7466" cy="45720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공통</a:t>
                      </a:r>
                      <a:endParaRPr kumimoji="1" lang="en-US" altLang="ko-KR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기능별 이름 및 단축키 툴팁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플레이어 영역 내 기능별 마우스 오버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기능별 이름 및 단축키 툴팁 표시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19C56A86-6067-250C-66C1-1976EF8F1019}"/>
              </a:ext>
            </a:extLst>
          </p:cNvPr>
          <p:cNvSpPr/>
          <p:nvPr/>
        </p:nvSpPr>
        <p:spPr>
          <a:xfrm>
            <a:off x="160892" y="826569"/>
            <a:ext cx="6152391" cy="34572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82" name="Picture 87">
            <a:extLst>
              <a:ext uri="{FF2B5EF4-FFF2-40B4-BE49-F238E27FC236}">
                <a16:creationId xmlns:a16="http://schemas.microsoft.com/office/drawing/2014/main" id="{D284187C-CC5D-A4FE-07FB-C17A1DBD68F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3118010" y="2436518"/>
            <a:ext cx="238154" cy="237357"/>
          </a:xfrm>
          <a:prstGeom prst="rect">
            <a:avLst/>
          </a:prstGeom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07A9ECAB-F0C4-24F7-B56C-A4B69F7C881A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38CA0D28-2771-9634-D6F4-2E39A40B2755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028B0D48-3428-CE76-AB78-E0FCBA584DCB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F4F44DB7-F57F-3390-938F-D5850BD5464F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B7C6BB3-CAA5-B0BB-024E-596C5FC52ABA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9108B67D-1481-F721-67FA-8F9A9FAC0C3D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E84C2B10-E4AF-3F89-F5FE-70188480A49A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87C2699-2935-3983-506F-75A4D9CF50B2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3873672B-6758-72A8-AEE6-B6B692CE590C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4A372DC7-C7CF-D9AA-730C-0C7722EA4B0E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B239442-9220-1625-BA4C-4FBB068E9A0B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55C72BD0-19F5-9E61-E986-26F00091D02D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4FBFD435-F421-7B20-C1AC-E8C7A6F7239A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CFFA8EA-AE55-3B21-1AAE-AEDFC8A45BFD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16251329-3D70-BCBF-AC5D-351BBCC5A2C7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ECD09303-84BE-1E08-D854-8A98482FA391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1A75F7C-356C-E685-BB9B-726E104A6C81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7FAEF9F8-C92D-F24D-AE9C-F69A66BC2670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535D6FE7-161F-A396-AAC9-364E2ABDB79E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D122627-3CAB-DC20-D7E0-99A5A729D149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2C0A364D-8183-EC6F-C562-338CB429B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D8A4D87F-415F-03BF-166B-6C8F6C25EE68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8CAF260F-9ED8-EE7A-5B30-4F721FA33B95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C6E33538-D4C6-B161-766D-4D4C189E37D7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9D320201-3876-A44A-C752-BFE570E8E7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C945B8A6-DEA4-B147-C616-42D058A5EBCC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9EA00635-0EAB-D24A-2B97-36AA9DCBA75A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EFD4AAD8-E3DB-EC83-DFF0-61EECFF7D6BA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AFD14ED5-1F32-7C63-2986-2365985F1E91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C286F6F6-D4D6-5CF4-E62E-3FF42C4A567F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713C6CBF-A632-5B72-533A-1A0DE55FDF12}"/>
              </a:ext>
            </a:extLst>
          </p:cNvPr>
          <p:cNvGrpSpPr/>
          <p:nvPr/>
        </p:nvGrpSpPr>
        <p:grpSpPr>
          <a:xfrm>
            <a:off x="5853553" y="1488651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4C7F8B8F-C62F-2632-1D1A-FB4A01E47E38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E5674913-06AA-D16A-2669-64FB95D1CDA4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E2E33CB7-0E03-4BC7-A89F-567EEEBBF0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415C49DB-1B96-EE2A-6A7F-508CC8E88665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C6B00D92-90E1-4616-BFE8-E17DE51C5CE4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28E6A955-BBE7-22C5-7434-6F2148787F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576848C2-2AA1-E06C-0F32-5988076F774F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A3C49EFB-CA87-CFAD-20F0-A5B39704E074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EA61854C-C22E-AD19-19C0-48588C38A9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65F276BA-AAB5-C525-A559-9441B7E4B15C}"/>
              </a:ext>
            </a:extLst>
          </p:cNvPr>
          <p:cNvGrpSpPr/>
          <p:nvPr/>
        </p:nvGrpSpPr>
        <p:grpSpPr>
          <a:xfrm rot="5400000">
            <a:off x="1726847" y="3778257"/>
            <a:ext cx="167506" cy="584348"/>
            <a:chOff x="623122" y="3177540"/>
            <a:chExt cx="207957" cy="725462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211C3F08-9A4F-B3DF-7513-2E60E5BC78BD}"/>
                </a:ext>
              </a:extLst>
            </p:cNvPr>
            <p:cNvSpPr/>
            <p:nvPr/>
          </p:nvSpPr>
          <p:spPr>
            <a:xfrm rot="16200000">
              <a:off x="364370" y="3436292"/>
              <a:ext cx="725462" cy="20795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3CD9E3C7-B270-6314-5B79-6B2E5E790EE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6200000">
              <a:off x="428901" y="3502995"/>
              <a:ext cx="596400" cy="74550"/>
            </a:xfrm>
            <a:prstGeom prst="rect">
              <a:avLst/>
            </a:prstGeom>
          </p:spPr>
        </p:pic>
      </p:grp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12ABEEC5-ED13-0E7C-D179-7E37FF7C8A06}"/>
              </a:ext>
            </a:extLst>
          </p:cNvPr>
          <p:cNvCxnSpPr>
            <a:cxnSpLocks/>
          </p:cNvCxnSpPr>
          <p:nvPr/>
        </p:nvCxnSpPr>
        <p:spPr>
          <a:xfrm>
            <a:off x="363371" y="3305176"/>
            <a:ext cx="0" cy="290512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38BCF15-85B7-A6AA-AB32-CCC1D88B3CD1}"/>
              </a:ext>
            </a:extLst>
          </p:cNvPr>
          <p:cNvSpPr/>
          <p:nvPr/>
        </p:nvSpPr>
        <p:spPr>
          <a:xfrm>
            <a:off x="61708" y="2691255"/>
            <a:ext cx="674892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재생 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(space/K)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31668D27-EFB8-D44D-E4FF-FB6FD8F70ACD}"/>
              </a:ext>
            </a:extLst>
          </p:cNvPr>
          <p:cNvSpPr/>
          <p:nvPr/>
        </p:nvSpPr>
        <p:spPr>
          <a:xfrm>
            <a:off x="239436" y="3928029"/>
            <a:ext cx="271160" cy="27116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1B33ED16-82FD-833D-E3C6-8F013C2B43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808" y="3996601"/>
            <a:ext cx="104497" cy="134353"/>
          </a:xfrm>
          <a:prstGeom prst="rect">
            <a:avLst/>
          </a:prstGeom>
        </p:spPr>
      </p:pic>
      <p:sp>
        <p:nvSpPr>
          <p:cNvPr id="83" name="타원 82">
            <a:extLst>
              <a:ext uri="{FF2B5EF4-FFF2-40B4-BE49-F238E27FC236}">
                <a16:creationId xmlns:a16="http://schemas.microsoft.com/office/drawing/2014/main" id="{B33893E4-2EEE-8791-71C2-5E14862CDE94}"/>
              </a:ext>
            </a:extLst>
          </p:cNvPr>
          <p:cNvSpPr/>
          <p:nvPr/>
        </p:nvSpPr>
        <p:spPr>
          <a:xfrm>
            <a:off x="239436" y="2981879"/>
            <a:ext cx="271160" cy="27116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5B06E0A0-F646-5938-0AB2-F8FAB4B360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433" y="2983509"/>
            <a:ext cx="259976" cy="259976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2B74CEE1-E166-2642-0BED-D635D4A57A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523" y="4133400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FFE9D33B-3923-3250-784B-34F193B50B5F}"/>
              </a:ext>
            </a:extLst>
          </p:cNvPr>
          <p:cNvSpPr/>
          <p:nvPr/>
        </p:nvSpPr>
        <p:spPr>
          <a:xfrm>
            <a:off x="61708" y="3637079"/>
            <a:ext cx="865836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일시정지 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(space/K)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97" name="그림 96">
            <a:extLst>
              <a:ext uri="{FF2B5EF4-FFF2-40B4-BE49-F238E27FC236}">
                <a16:creationId xmlns:a16="http://schemas.microsoft.com/office/drawing/2014/main" id="{CE90C3B9-0FBB-67FC-2D16-668DEF47521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523" y="3175919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B07A476A-33B3-260C-93A6-7EFFDEED3389}"/>
              </a:ext>
            </a:extLst>
          </p:cNvPr>
          <p:cNvSpPr/>
          <p:nvPr/>
        </p:nvSpPr>
        <p:spPr>
          <a:xfrm>
            <a:off x="953425" y="2691255"/>
            <a:ext cx="778724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음소거 해제 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(M)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00A34D70-89F7-3C41-1E43-0D13A34A828C}"/>
              </a:ext>
            </a:extLst>
          </p:cNvPr>
          <p:cNvSpPr/>
          <p:nvPr/>
        </p:nvSpPr>
        <p:spPr>
          <a:xfrm>
            <a:off x="1201974" y="2981879"/>
            <a:ext cx="271160" cy="27116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632CB2C0-AFA4-70ED-C316-FA0BE1F7A9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0242" y="3027410"/>
            <a:ext cx="181267" cy="181267"/>
          </a:xfrm>
          <a:prstGeom prst="rect">
            <a:avLst/>
          </a:prstGeom>
        </p:spPr>
      </p:pic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5011797D-ED00-0900-8909-56FD6E19A472}"/>
              </a:ext>
            </a:extLst>
          </p:cNvPr>
          <p:cNvCxnSpPr>
            <a:cxnSpLocks/>
          </p:cNvCxnSpPr>
          <p:nvPr/>
        </p:nvCxnSpPr>
        <p:spPr>
          <a:xfrm>
            <a:off x="1340892" y="3305176"/>
            <a:ext cx="0" cy="290512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그림 104">
            <a:extLst>
              <a:ext uri="{FF2B5EF4-FFF2-40B4-BE49-F238E27FC236}">
                <a16:creationId xmlns:a16="http://schemas.microsoft.com/office/drawing/2014/main" id="{BD7A2431-EFB6-8A69-F7DA-A9750C3F92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7044" y="3175919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E14EC908-09B6-1BCC-4F14-3181FE5F85F7}"/>
              </a:ext>
            </a:extLst>
          </p:cNvPr>
          <p:cNvSpPr/>
          <p:nvPr/>
        </p:nvSpPr>
        <p:spPr>
          <a:xfrm>
            <a:off x="1063846" y="3640869"/>
            <a:ext cx="557882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음소거 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(M)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BE007D1E-152A-7F12-5034-58901850E8F8}"/>
              </a:ext>
            </a:extLst>
          </p:cNvPr>
          <p:cNvSpPr/>
          <p:nvPr/>
        </p:nvSpPr>
        <p:spPr>
          <a:xfrm>
            <a:off x="1201974" y="3930815"/>
            <a:ext cx="271160" cy="27116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43" name="그림 142">
            <a:extLst>
              <a:ext uri="{FF2B5EF4-FFF2-40B4-BE49-F238E27FC236}">
                <a16:creationId xmlns:a16="http://schemas.microsoft.com/office/drawing/2014/main" id="{DAC63830-D8A9-76C2-106B-A31EDC4200A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28179" y="3960840"/>
            <a:ext cx="211110" cy="211110"/>
          </a:xfrm>
          <a:prstGeom prst="rect">
            <a:avLst/>
          </a:prstGeom>
        </p:spPr>
      </p:pic>
      <p:pic>
        <p:nvPicPr>
          <p:cNvPr id="109" name="그림 108">
            <a:extLst>
              <a:ext uri="{FF2B5EF4-FFF2-40B4-BE49-F238E27FC236}">
                <a16:creationId xmlns:a16="http://schemas.microsoft.com/office/drawing/2014/main" id="{9C18FB65-DD51-7C87-1FCA-4793DD7568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5058" y="4133400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CB41D36C-0BCE-B3DA-EDA7-6492C48EBD9B}"/>
              </a:ext>
            </a:extLst>
          </p:cNvPr>
          <p:cNvGrpSpPr/>
          <p:nvPr/>
        </p:nvGrpSpPr>
        <p:grpSpPr>
          <a:xfrm>
            <a:off x="1518426" y="3033706"/>
            <a:ext cx="584348" cy="167506"/>
            <a:chOff x="1518426" y="3026818"/>
            <a:chExt cx="584348" cy="167506"/>
          </a:xfrm>
        </p:grpSpPr>
        <p:sp>
          <p:nvSpPr>
            <p:cNvPr id="111" name="사각형: 둥근 모서리 110">
              <a:extLst>
                <a:ext uri="{FF2B5EF4-FFF2-40B4-BE49-F238E27FC236}">
                  <a16:creationId xmlns:a16="http://schemas.microsoft.com/office/drawing/2014/main" id="{E702D81B-EFFE-1D8D-4133-23F3638DA47F}"/>
                </a:ext>
              </a:extLst>
            </p:cNvPr>
            <p:cNvSpPr/>
            <p:nvPr/>
          </p:nvSpPr>
          <p:spPr>
            <a:xfrm>
              <a:off x="1518426" y="3026818"/>
              <a:ext cx="584348" cy="16750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6E580110-A8FA-C820-F0E0-3158D096D1B4}"/>
                </a:ext>
              </a:extLst>
            </p:cNvPr>
            <p:cNvSpPr/>
            <p:nvPr/>
          </p:nvSpPr>
          <p:spPr>
            <a:xfrm>
              <a:off x="1571200" y="3103058"/>
              <a:ext cx="478800" cy="14400"/>
            </a:xfrm>
            <a:prstGeom prst="rect">
              <a:avLst/>
            </a:prstGeom>
            <a:solidFill>
              <a:srgbClr val="5C5C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ACB304BA-161D-AA3E-C8C3-61B6AC803AE6}"/>
                </a:ext>
              </a:extLst>
            </p:cNvPr>
            <p:cNvSpPr/>
            <p:nvPr/>
          </p:nvSpPr>
          <p:spPr>
            <a:xfrm>
              <a:off x="1557936" y="3080234"/>
              <a:ext cx="60049" cy="600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05E82FA7-21FB-5089-CA9A-FDB88011C154}"/>
              </a:ext>
            </a:extLst>
          </p:cNvPr>
          <p:cNvSpPr/>
          <p:nvPr/>
        </p:nvSpPr>
        <p:spPr>
          <a:xfrm>
            <a:off x="3526908" y="3640869"/>
            <a:ext cx="401104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해상도</a:t>
            </a:r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92F50F34-81F8-E8FE-F3C4-A6F52023FE67}"/>
              </a:ext>
            </a:extLst>
          </p:cNvPr>
          <p:cNvGrpSpPr/>
          <p:nvPr/>
        </p:nvGrpSpPr>
        <p:grpSpPr>
          <a:xfrm>
            <a:off x="3507351" y="3928029"/>
            <a:ext cx="468160" cy="271160"/>
            <a:chOff x="4510088" y="3928029"/>
            <a:chExt cx="468160" cy="271160"/>
          </a:xfrm>
        </p:grpSpPr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DF2D592A-BABF-EF0B-FDEF-0E7B73988EE9}"/>
                </a:ext>
              </a:extLst>
            </p:cNvPr>
            <p:cNvSpPr/>
            <p:nvPr/>
          </p:nvSpPr>
          <p:spPr>
            <a:xfrm>
              <a:off x="4510088" y="3928029"/>
              <a:ext cx="452918" cy="27116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2C8C0D1C-7C10-4C3F-6F21-F4AA0457F246}"/>
                </a:ext>
              </a:extLst>
            </p:cNvPr>
            <p:cNvSpPr txBox="1"/>
            <p:nvPr/>
          </p:nvSpPr>
          <p:spPr>
            <a:xfrm>
              <a:off x="4514412" y="3953549"/>
              <a:ext cx="463836" cy="211203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900" dirty="0">
                  <a:solidFill>
                    <a:schemeClr val="bg1"/>
                  </a:solidFill>
                  <a:latin typeface="+mn-ea"/>
                  <a:ea typeface="+mn-ea"/>
                </a:rPr>
                <a:t>360p </a:t>
              </a:r>
              <a:r>
                <a:rPr lang="ko-KR" altLang="en-US" sz="700" dirty="0">
                  <a:solidFill>
                    <a:schemeClr val="bg1"/>
                  </a:solidFill>
                  <a:latin typeface="+mn-ea"/>
                </a:rPr>
                <a:t>▼</a:t>
              </a:r>
              <a:endParaRPr lang="en-US" altLang="ko-KR" sz="9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pic>
        <p:nvPicPr>
          <p:cNvPr id="120" name="그림 119">
            <a:extLst>
              <a:ext uri="{FF2B5EF4-FFF2-40B4-BE49-F238E27FC236}">
                <a16:creationId xmlns:a16="http://schemas.microsoft.com/office/drawing/2014/main" id="{D100DA20-C342-ED5F-CBC1-00DBE647886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9216" y="4133400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910DADCC-5DA2-631A-9C8F-9FA55A190397}"/>
              </a:ext>
            </a:extLst>
          </p:cNvPr>
          <p:cNvGrpSpPr/>
          <p:nvPr/>
        </p:nvGrpSpPr>
        <p:grpSpPr>
          <a:xfrm>
            <a:off x="4032108" y="3930815"/>
            <a:ext cx="271160" cy="271160"/>
            <a:chOff x="3988008" y="3930815"/>
            <a:chExt cx="271160" cy="271160"/>
          </a:xfrm>
        </p:grpSpPr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A1C15071-A7EA-931D-94D6-30C163A3C9B4}"/>
                </a:ext>
              </a:extLst>
            </p:cNvPr>
            <p:cNvSpPr/>
            <p:nvPr/>
          </p:nvSpPr>
          <p:spPr>
            <a:xfrm>
              <a:off x="3988008" y="3930815"/>
              <a:ext cx="271160" cy="27116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56" name="그림 155">
              <a:extLst>
                <a:ext uri="{FF2B5EF4-FFF2-40B4-BE49-F238E27FC236}">
                  <a16:creationId xmlns:a16="http://schemas.microsoft.com/office/drawing/2014/main" id="{CA733E64-DE25-98AA-7F96-BA40A10F4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997589" y="3939803"/>
              <a:ext cx="253184" cy="253184"/>
            </a:xfrm>
            <a:prstGeom prst="rect">
              <a:avLst/>
            </a:prstGeom>
          </p:spPr>
        </p:pic>
      </p:grpSp>
      <p:pic>
        <p:nvPicPr>
          <p:cNvPr id="122" name="그림 121">
            <a:extLst>
              <a:ext uri="{FF2B5EF4-FFF2-40B4-BE49-F238E27FC236}">
                <a16:creationId xmlns:a16="http://schemas.microsoft.com/office/drawing/2014/main" id="{A91DAF39-A2D0-6E2E-ADCD-B25C0F865E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3873" y="4133400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32BCEE7F-76B4-F8E1-86E2-5BF31BBF72B0}"/>
              </a:ext>
            </a:extLst>
          </p:cNvPr>
          <p:cNvSpPr/>
          <p:nvPr/>
        </p:nvSpPr>
        <p:spPr>
          <a:xfrm>
            <a:off x="3998770" y="3640869"/>
            <a:ext cx="337836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설정</a:t>
            </a:r>
          </a:p>
        </p:txBody>
      </p: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C8D486DA-AB1D-417D-887D-695C53BA13F0}"/>
              </a:ext>
            </a:extLst>
          </p:cNvPr>
          <p:cNvGrpSpPr/>
          <p:nvPr/>
        </p:nvGrpSpPr>
        <p:grpSpPr>
          <a:xfrm>
            <a:off x="4488977" y="3930815"/>
            <a:ext cx="271160" cy="271160"/>
            <a:chOff x="4435803" y="3930815"/>
            <a:chExt cx="271160" cy="271160"/>
          </a:xfrm>
        </p:grpSpPr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D3229BF4-3455-800D-F7FA-8808D422784D}"/>
                </a:ext>
              </a:extLst>
            </p:cNvPr>
            <p:cNvSpPr/>
            <p:nvPr/>
          </p:nvSpPr>
          <p:spPr>
            <a:xfrm>
              <a:off x="4435803" y="3930815"/>
              <a:ext cx="271160" cy="27116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98" name="그림 197">
              <a:extLst>
                <a:ext uri="{FF2B5EF4-FFF2-40B4-BE49-F238E27FC236}">
                  <a16:creationId xmlns:a16="http://schemas.microsoft.com/office/drawing/2014/main" id="{32315867-5582-424F-61EB-C98E9C1FC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487083" y="3982095"/>
              <a:ext cx="168600" cy="168600"/>
            </a:xfrm>
            <a:prstGeom prst="rect">
              <a:avLst/>
            </a:prstGeom>
          </p:spPr>
        </p:pic>
      </p:grpSp>
      <p:sp>
        <p:nvSpPr>
          <p:cNvPr id="136" name="타원 135">
            <a:extLst>
              <a:ext uri="{FF2B5EF4-FFF2-40B4-BE49-F238E27FC236}">
                <a16:creationId xmlns:a16="http://schemas.microsoft.com/office/drawing/2014/main" id="{8B060576-ECAC-4BFF-9940-6D3A67A145D7}"/>
              </a:ext>
            </a:extLst>
          </p:cNvPr>
          <p:cNvSpPr/>
          <p:nvPr/>
        </p:nvSpPr>
        <p:spPr>
          <a:xfrm>
            <a:off x="5227872" y="3930815"/>
            <a:ext cx="271160" cy="27116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B5D1E4FE-5273-CDE6-E0D7-0714A8D2FA7D}"/>
              </a:ext>
            </a:extLst>
          </p:cNvPr>
          <p:cNvGrpSpPr/>
          <p:nvPr/>
        </p:nvGrpSpPr>
        <p:grpSpPr>
          <a:xfrm>
            <a:off x="5939140" y="3923570"/>
            <a:ext cx="271160" cy="271160"/>
            <a:chOff x="5311646" y="3923570"/>
            <a:chExt cx="271160" cy="271160"/>
          </a:xfrm>
        </p:grpSpPr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1C785210-3C02-F668-A49A-E8755CB4044D}"/>
                </a:ext>
              </a:extLst>
            </p:cNvPr>
            <p:cNvSpPr/>
            <p:nvPr/>
          </p:nvSpPr>
          <p:spPr>
            <a:xfrm>
              <a:off x="5311646" y="3923570"/>
              <a:ext cx="271160" cy="27116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54" name="그림 153">
              <a:extLst>
                <a:ext uri="{FF2B5EF4-FFF2-40B4-BE49-F238E27FC236}">
                  <a16:creationId xmlns:a16="http://schemas.microsoft.com/office/drawing/2014/main" id="{7816763B-572F-EB40-35BA-5E2553BAD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353690" y="3965614"/>
              <a:ext cx="187072" cy="187072"/>
            </a:xfrm>
            <a:prstGeom prst="rect">
              <a:avLst/>
            </a:prstGeom>
          </p:spPr>
        </p:pic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68407515-B172-A75A-4C29-ADD0A80C9B97}"/>
              </a:ext>
            </a:extLst>
          </p:cNvPr>
          <p:cNvSpPr/>
          <p:nvPr/>
        </p:nvSpPr>
        <p:spPr>
          <a:xfrm>
            <a:off x="4401689" y="3640869"/>
            <a:ext cx="556073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PIP </a:t>
            </a:r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모드 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(P)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FBACF30D-7A9A-68A2-D279-60AA50FB63E4}"/>
              </a:ext>
            </a:extLst>
          </p:cNvPr>
          <p:cNvSpPr/>
          <p:nvPr/>
        </p:nvSpPr>
        <p:spPr>
          <a:xfrm>
            <a:off x="5015266" y="3640869"/>
            <a:ext cx="696372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영화관 모드 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(T)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CB6D00A0-6C3E-382B-DE58-90E174C855E2}"/>
              </a:ext>
            </a:extLst>
          </p:cNvPr>
          <p:cNvSpPr/>
          <p:nvPr/>
        </p:nvSpPr>
        <p:spPr>
          <a:xfrm>
            <a:off x="5775319" y="3640869"/>
            <a:ext cx="594206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전체 화면 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(F)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47" name="그림 146">
            <a:extLst>
              <a:ext uri="{FF2B5EF4-FFF2-40B4-BE49-F238E27FC236}">
                <a16:creationId xmlns:a16="http://schemas.microsoft.com/office/drawing/2014/main" id="{19283AC8-2E40-7CA8-FE5D-97934BD0CFF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0044" y="4133400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48" name="그림 147">
            <a:extLst>
              <a:ext uri="{FF2B5EF4-FFF2-40B4-BE49-F238E27FC236}">
                <a16:creationId xmlns:a16="http://schemas.microsoft.com/office/drawing/2014/main" id="{35423DBC-401F-E9CE-CD1D-504DDF381E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8827" y="4133400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49" name="그림 148">
            <a:extLst>
              <a:ext uri="{FF2B5EF4-FFF2-40B4-BE49-F238E27FC236}">
                <a16:creationId xmlns:a16="http://schemas.microsoft.com/office/drawing/2014/main" id="{02DE9DCD-A3E9-30EF-5084-E64540126B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2422" y="4133400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D7ED74B3-B365-ECEB-DF9C-805F5C51F6E4}"/>
              </a:ext>
            </a:extLst>
          </p:cNvPr>
          <p:cNvSpPr/>
          <p:nvPr/>
        </p:nvSpPr>
        <p:spPr>
          <a:xfrm>
            <a:off x="5287289" y="1534064"/>
            <a:ext cx="508696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이전 영상</a:t>
            </a:r>
          </a:p>
        </p:txBody>
      </p:sp>
      <p:pic>
        <p:nvPicPr>
          <p:cNvPr id="153" name="그림 152">
            <a:extLst>
              <a:ext uri="{FF2B5EF4-FFF2-40B4-BE49-F238E27FC236}">
                <a16:creationId xmlns:a16="http://schemas.microsoft.com/office/drawing/2014/main" id="{F2EFA7D1-F07C-3F50-78F6-421E353F71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2422" y="1722786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55" name="그림 154">
            <a:extLst>
              <a:ext uri="{FF2B5EF4-FFF2-40B4-BE49-F238E27FC236}">
                <a16:creationId xmlns:a16="http://schemas.microsoft.com/office/drawing/2014/main" id="{92E58F67-52F2-6A71-5D56-1C49397B582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2422" y="2206494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58" name="사각형: 둥근 모서리 157">
            <a:extLst>
              <a:ext uri="{FF2B5EF4-FFF2-40B4-BE49-F238E27FC236}">
                <a16:creationId xmlns:a16="http://schemas.microsoft.com/office/drawing/2014/main" id="{943E38F2-9700-C60C-2018-29CEE5BC5DD2}"/>
              </a:ext>
            </a:extLst>
          </p:cNvPr>
          <p:cNvSpPr/>
          <p:nvPr/>
        </p:nvSpPr>
        <p:spPr>
          <a:xfrm>
            <a:off x="5287289" y="1992974"/>
            <a:ext cx="508696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다음 영상</a:t>
            </a:r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C8D9AA3C-52A7-1A56-A298-49BC29928602}"/>
              </a:ext>
            </a:extLst>
          </p:cNvPr>
          <p:cNvGrpSpPr/>
          <p:nvPr/>
        </p:nvGrpSpPr>
        <p:grpSpPr>
          <a:xfrm>
            <a:off x="2172852" y="3943802"/>
            <a:ext cx="509063" cy="271160"/>
            <a:chOff x="2583387" y="3943802"/>
            <a:chExt cx="509063" cy="271160"/>
          </a:xfrm>
        </p:grpSpPr>
        <p:sp>
          <p:nvSpPr>
            <p:cNvPr id="160" name="사각형: 둥근 모서리 159">
              <a:extLst>
                <a:ext uri="{FF2B5EF4-FFF2-40B4-BE49-F238E27FC236}">
                  <a16:creationId xmlns:a16="http://schemas.microsoft.com/office/drawing/2014/main" id="{DDF23C3F-777B-BF72-BFF8-AB3977ABBA1E}"/>
                </a:ext>
              </a:extLst>
            </p:cNvPr>
            <p:cNvSpPr/>
            <p:nvPr/>
          </p:nvSpPr>
          <p:spPr>
            <a:xfrm>
              <a:off x="2583387" y="3943802"/>
              <a:ext cx="509063" cy="2711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50" name="그림 149">
              <a:extLst>
                <a:ext uri="{FF2B5EF4-FFF2-40B4-BE49-F238E27FC236}">
                  <a16:creationId xmlns:a16="http://schemas.microsoft.com/office/drawing/2014/main" id="{8D7DCA40-C3BC-7050-CF81-7A23E3425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683744" y="4018355"/>
              <a:ext cx="308348" cy="122054"/>
            </a:xfrm>
            <a:prstGeom prst="rect">
              <a:avLst/>
            </a:prstGeom>
          </p:spPr>
        </p:pic>
      </p:grpSp>
      <p:pic>
        <p:nvPicPr>
          <p:cNvPr id="162" name="그림 161">
            <a:extLst>
              <a:ext uri="{FF2B5EF4-FFF2-40B4-BE49-F238E27FC236}">
                <a16:creationId xmlns:a16="http://schemas.microsoft.com/office/drawing/2014/main" id="{FDE42278-8603-48C8-7B1C-65BA51706F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99655" y="4133400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63" name="사각형: 둥근 모서리 162">
            <a:extLst>
              <a:ext uri="{FF2B5EF4-FFF2-40B4-BE49-F238E27FC236}">
                <a16:creationId xmlns:a16="http://schemas.microsoft.com/office/drawing/2014/main" id="{640B1AB8-E262-6571-5766-0FEAE80CB4F6}"/>
              </a:ext>
            </a:extLst>
          </p:cNvPr>
          <p:cNvSpPr/>
          <p:nvPr/>
        </p:nvSpPr>
        <p:spPr>
          <a:xfrm>
            <a:off x="2136078" y="3640869"/>
            <a:ext cx="1277681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실시간 방송으로 건너뜁니다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.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2774197-2BF7-BE16-80F8-7491FC781685}"/>
              </a:ext>
            </a:extLst>
          </p:cNvPr>
          <p:cNvSpPr txBox="1"/>
          <p:nvPr/>
        </p:nvSpPr>
        <p:spPr>
          <a:xfrm>
            <a:off x="307407" y="4375757"/>
            <a:ext cx="2276833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방송 제목이 나오는 부분입니다</a:t>
            </a:r>
            <a:r>
              <a:rPr lang="en-US" altLang="ko-KR" sz="12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6149F9C-35F7-8823-F276-BB29CC910C4A}"/>
              </a:ext>
            </a:extLst>
          </p:cNvPr>
          <p:cNvSpPr txBox="1"/>
          <p:nvPr/>
        </p:nvSpPr>
        <p:spPr>
          <a:xfrm>
            <a:off x="737605" y="5000800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8692C817-D224-8764-1834-9FFE2594D5EE}"/>
              </a:ext>
            </a:extLst>
          </p:cNvPr>
          <p:cNvSpPr txBox="1"/>
          <p:nvPr/>
        </p:nvSpPr>
        <p:spPr>
          <a:xfrm>
            <a:off x="742619" y="5201240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170" name="Picture 142">
            <a:extLst>
              <a:ext uri="{FF2B5EF4-FFF2-40B4-BE49-F238E27FC236}">
                <a16:creationId xmlns:a16="http://schemas.microsoft.com/office/drawing/2014/main" id="{33A8358E-7584-9264-D885-D391A9648A5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99294" y="5043398"/>
            <a:ext cx="136038" cy="141707"/>
          </a:xfrm>
          <a:prstGeom prst="rect">
            <a:avLst/>
          </a:prstGeom>
        </p:spPr>
      </p:pic>
      <p:grpSp>
        <p:nvGrpSpPr>
          <p:cNvPr id="172" name="Group 149">
            <a:extLst>
              <a:ext uri="{FF2B5EF4-FFF2-40B4-BE49-F238E27FC236}">
                <a16:creationId xmlns:a16="http://schemas.microsoft.com/office/drawing/2014/main" id="{65CB181F-B71F-478E-79DB-40A4C71724D0}"/>
              </a:ext>
            </a:extLst>
          </p:cNvPr>
          <p:cNvGrpSpPr/>
          <p:nvPr/>
        </p:nvGrpSpPr>
        <p:grpSpPr>
          <a:xfrm>
            <a:off x="365283" y="5024720"/>
            <a:ext cx="308360" cy="308360"/>
            <a:chOff x="6468801" y="4933120"/>
            <a:chExt cx="216000" cy="216000"/>
          </a:xfrm>
        </p:grpSpPr>
        <p:sp>
          <p:nvSpPr>
            <p:cNvPr id="173" name="Oval 156">
              <a:extLst>
                <a:ext uri="{FF2B5EF4-FFF2-40B4-BE49-F238E27FC236}">
                  <a16:creationId xmlns:a16="http://schemas.microsoft.com/office/drawing/2014/main" id="{FC07B1DF-1241-076C-8C29-8FCFF68C9CA2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74" name="Picture 159">
              <a:extLst>
                <a:ext uri="{FF2B5EF4-FFF2-40B4-BE49-F238E27FC236}">
                  <a16:creationId xmlns:a16="http://schemas.microsoft.com/office/drawing/2014/main" id="{684E6E12-6224-ED7E-3AA8-3C01E0B2E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sp>
        <p:nvSpPr>
          <p:cNvPr id="175" name="Rounded Rectangle 160">
            <a:extLst>
              <a:ext uri="{FF2B5EF4-FFF2-40B4-BE49-F238E27FC236}">
                <a16:creationId xmlns:a16="http://schemas.microsoft.com/office/drawing/2014/main" id="{DC7C828A-E584-C6A9-7DC6-6D0C56030EE1}"/>
              </a:ext>
            </a:extLst>
          </p:cNvPr>
          <p:cNvSpPr/>
          <p:nvPr/>
        </p:nvSpPr>
        <p:spPr>
          <a:xfrm>
            <a:off x="362075" y="5243833"/>
            <a:ext cx="309072" cy="13625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latin typeface="+mn-ea"/>
              </a:rPr>
              <a:t>LIVE</a:t>
            </a:r>
            <a:endParaRPr lang="ko-KR" altLang="en-US" sz="7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76" name="Group 2">
            <a:extLst>
              <a:ext uri="{FF2B5EF4-FFF2-40B4-BE49-F238E27FC236}">
                <a16:creationId xmlns:a16="http://schemas.microsoft.com/office/drawing/2014/main" id="{1D7044AF-DA9F-3974-D0E7-9CFAF1964D5A}"/>
              </a:ext>
            </a:extLst>
          </p:cNvPr>
          <p:cNvGrpSpPr/>
          <p:nvPr/>
        </p:nvGrpSpPr>
        <p:grpSpPr>
          <a:xfrm>
            <a:off x="4280095" y="5128776"/>
            <a:ext cx="754838" cy="197229"/>
            <a:chOff x="4448007" y="5346092"/>
            <a:chExt cx="754838" cy="197229"/>
          </a:xfrm>
        </p:grpSpPr>
        <p:sp>
          <p:nvSpPr>
            <p:cNvPr id="177" name="Rectangle 256">
              <a:extLst>
                <a:ext uri="{FF2B5EF4-FFF2-40B4-BE49-F238E27FC236}">
                  <a16:creationId xmlns:a16="http://schemas.microsoft.com/office/drawing/2014/main" id="{DA4B7267-88BA-026B-F799-756482247A88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78" name="Picture 191">
              <a:extLst>
                <a:ext uri="{FF2B5EF4-FFF2-40B4-BE49-F238E27FC236}">
                  <a16:creationId xmlns:a16="http://schemas.microsoft.com/office/drawing/2014/main" id="{94BCF4C5-A509-7002-F7CE-0AA95F34D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179" name="Group 17">
            <a:extLst>
              <a:ext uri="{FF2B5EF4-FFF2-40B4-BE49-F238E27FC236}">
                <a16:creationId xmlns:a16="http://schemas.microsoft.com/office/drawing/2014/main" id="{574FD7BA-19FB-7294-F289-04FA413A5B94}"/>
              </a:ext>
            </a:extLst>
          </p:cNvPr>
          <p:cNvGrpSpPr/>
          <p:nvPr/>
        </p:nvGrpSpPr>
        <p:grpSpPr>
          <a:xfrm>
            <a:off x="5631940" y="5128776"/>
            <a:ext cx="581183" cy="197229"/>
            <a:chOff x="5199485" y="5263720"/>
            <a:chExt cx="581183" cy="197229"/>
          </a:xfrm>
        </p:grpSpPr>
        <p:sp>
          <p:nvSpPr>
            <p:cNvPr id="180" name="Rectangle 256">
              <a:extLst>
                <a:ext uri="{FF2B5EF4-FFF2-40B4-BE49-F238E27FC236}">
                  <a16:creationId xmlns:a16="http://schemas.microsoft.com/office/drawing/2014/main" id="{02A0C579-1BFF-E98A-52B6-4B4E0EFF8C03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81" name="Picture 15">
              <a:extLst>
                <a:ext uri="{FF2B5EF4-FFF2-40B4-BE49-F238E27FC236}">
                  <a16:creationId xmlns:a16="http://schemas.microsoft.com/office/drawing/2014/main" id="{281ED4E4-30EC-6B6B-1697-A2D9E45EF5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5BE8683B-DEB1-C27C-3119-4DD6C6B20D87}"/>
              </a:ext>
            </a:extLst>
          </p:cNvPr>
          <p:cNvSpPr/>
          <p:nvPr/>
        </p:nvSpPr>
        <p:spPr>
          <a:xfrm>
            <a:off x="247649" y="5787476"/>
            <a:ext cx="5974567" cy="729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0278D7C8-04C5-1524-FD67-D93C62BFD83F}"/>
              </a:ext>
            </a:extLst>
          </p:cNvPr>
          <p:cNvSpPr txBox="1"/>
          <p:nvPr/>
        </p:nvSpPr>
        <p:spPr>
          <a:xfrm>
            <a:off x="2729308" y="5193238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184" name="Group 26">
            <a:extLst>
              <a:ext uri="{FF2B5EF4-FFF2-40B4-BE49-F238E27FC236}">
                <a16:creationId xmlns:a16="http://schemas.microsoft.com/office/drawing/2014/main" id="{21F59B61-5B6A-0827-EAF7-56265839F490}"/>
              </a:ext>
            </a:extLst>
          </p:cNvPr>
          <p:cNvGrpSpPr/>
          <p:nvPr/>
        </p:nvGrpSpPr>
        <p:grpSpPr>
          <a:xfrm>
            <a:off x="249187" y="5526143"/>
            <a:ext cx="5961113" cy="219667"/>
            <a:chOff x="1895287" y="2791040"/>
            <a:chExt cx="5961113" cy="219667"/>
          </a:xfrm>
        </p:grpSpPr>
        <p:grpSp>
          <p:nvGrpSpPr>
            <p:cNvPr id="185" name="그룹 6">
              <a:extLst>
                <a:ext uri="{FF2B5EF4-FFF2-40B4-BE49-F238E27FC236}">
                  <a16:creationId xmlns:a16="http://schemas.microsoft.com/office/drawing/2014/main" id="{836A54D5-C66D-C52B-C542-7525158C06C3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187" name="Tab 1">
                <a:extLst>
                  <a:ext uri="{FF2B5EF4-FFF2-40B4-BE49-F238E27FC236}">
                    <a16:creationId xmlns:a16="http://schemas.microsoft.com/office/drawing/2014/main" id="{B522E494-8372-648B-2842-86B1BAFBA04C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88" name="Tab 2">
                <a:extLst>
                  <a:ext uri="{FF2B5EF4-FFF2-40B4-BE49-F238E27FC236}">
                    <a16:creationId xmlns:a16="http://schemas.microsoft.com/office/drawing/2014/main" id="{01A02B7F-C4D3-5E6A-2220-0B0DA4BA9160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89" name="Tab 2">
                <a:extLst>
                  <a:ext uri="{FF2B5EF4-FFF2-40B4-BE49-F238E27FC236}">
                    <a16:creationId xmlns:a16="http://schemas.microsoft.com/office/drawing/2014/main" id="{1B76EF02-31C0-E0C3-17B4-3E688CD2C3F3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90" name="Tab 2">
                <a:extLst>
                  <a:ext uri="{FF2B5EF4-FFF2-40B4-BE49-F238E27FC236}">
                    <a16:creationId xmlns:a16="http://schemas.microsoft.com/office/drawing/2014/main" id="{0EAE11E3-5E18-C4D5-FA16-6D0A5C6E7D51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91" name="Tab 2">
                <a:extLst>
                  <a:ext uri="{FF2B5EF4-FFF2-40B4-BE49-F238E27FC236}">
                    <a16:creationId xmlns:a16="http://schemas.microsoft.com/office/drawing/2014/main" id="{82CB2A37-3B31-488C-5A4C-6D5D8DCC746F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92" name="Tab 2">
                <a:extLst>
                  <a:ext uri="{FF2B5EF4-FFF2-40B4-BE49-F238E27FC236}">
                    <a16:creationId xmlns:a16="http://schemas.microsoft.com/office/drawing/2014/main" id="{A58DE8E1-BA58-7851-997C-33191EA74199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186" name="직선 연결선 32">
              <a:extLst>
                <a:ext uri="{FF2B5EF4-FFF2-40B4-BE49-F238E27FC236}">
                  <a16:creationId xmlns:a16="http://schemas.microsoft.com/office/drawing/2014/main" id="{C7153245-C26D-5C82-50B4-25FFAD8B6F77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355F4DED-55FE-36B4-A9B2-14BE9F6C57AE}"/>
              </a:ext>
            </a:extLst>
          </p:cNvPr>
          <p:cNvGrpSpPr/>
          <p:nvPr/>
        </p:nvGrpSpPr>
        <p:grpSpPr>
          <a:xfrm>
            <a:off x="5072350" y="5128776"/>
            <a:ext cx="520284" cy="197229"/>
            <a:chOff x="4050461" y="5245314"/>
            <a:chExt cx="520284" cy="197229"/>
          </a:xfrm>
        </p:grpSpPr>
        <p:sp>
          <p:nvSpPr>
            <p:cNvPr id="194" name="Rectangle 256">
              <a:extLst>
                <a:ext uri="{FF2B5EF4-FFF2-40B4-BE49-F238E27FC236}">
                  <a16:creationId xmlns:a16="http://schemas.microsoft.com/office/drawing/2014/main" id="{92ED4BC0-6409-8ACE-2D21-9731E570B6F7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95" name="그림 194">
              <a:extLst>
                <a:ext uri="{FF2B5EF4-FFF2-40B4-BE49-F238E27FC236}">
                  <a16:creationId xmlns:a16="http://schemas.microsoft.com/office/drawing/2014/main" id="{3B7C079E-E0BC-9BAC-E2A5-51E11A162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576DECEC-499A-292C-3254-46C2BAC14234}"/>
              </a:ext>
            </a:extLst>
          </p:cNvPr>
          <p:cNvGrpSpPr/>
          <p:nvPr/>
        </p:nvGrpSpPr>
        <p:grpSpPr>
          <a:xfrm>
            <a:off x="4591664" y="4383575"/>
            <a:ext cx="1661164" cy="202164"/>
            <a:chOff x="4439700" y="4436870"/>
            <a:chExt cx="1661164" cy="202164"/>
          </a:xfrm>
        </p:grpSpPr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F9EDB228-77FB-B5A4-B27A-F988CF7B0389}"/>
                </a:ext>
              </a:extLst>
            </p:cNvPr>
            <p:cNvSpPr txBox="1"/>
            <p:nvPr/>
          </p:nvSpPr>
          <p:spPr>
            <a:xfrm>
              <a:off x="4439700" y="4436870"/>
              <a:ext cx="80367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1,434</a:t>
              </a:r>
              <a:r>
                <a:rPr lang="ko-KR" altLang="en-US" sz="800" dirty="0">
                  <a:latin typeface="+mn-ea"/>
                  <a:ea typeface="+mn-ea"/>
                </a:rPr>
                <a:t>명 시청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A7AC150B-30E6-BA97-270E-E557D6D723C2}"/>
                </a:ext>
              </a:extLst>
            </p:cNvPr>
            <p:cNvSpPr txBox="1"/>
            <p:nvPr/>
          </p:nvSpPr>
          <p:spPr>
            <a:xfrm>
              <a:off x="5197217" y="4443220"/>
              <a:ext cx="106367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〮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E418B8DF-54E5-3FCF-4BCA-693B1D7281E8}"/>
                </a:ext>
              </a:extLst>
            </p:cNvPr>
            <p:cNvSpPr txBox="1"/>
            <p:nvPr/>
          </p:nvSpPr>
          <p:spPr>
            <a:xfrm>
              <a:off x="5265131" y="4436870"/>
              <a:ext cx="83573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00:34:22 </a:t>
              </a:r>
              <a:r>
                <a:rPr lang="ko-KR" altLang="en-US" sz="800" dirty="0">
                  <a:latin typeface="+mn-ea"/>
                  <a:ea typeface="+mn-ea"/>
                </a:rPr>
                <a:t>방송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228" name="사각형: 둥근 모서리 227">
            <a:extLst>
              <a:ext uri="{FF2B5EF4-FFF2-40B4-BE49-F238E27FC236}">
                <a16:creationId xmlns:a16="http://schemas.microsoft.com/office/drawing/2014/main" id="{0CE9ABB9-9600-C19C-873A-52240D0E1DF1}"/>
              </a:ext>
            </a:extLst>
          </p:cNvPr>
          <p:cNvSpPr/>
          <p:nvPr/>
        </p:nvSpPr>
        <p:spPr>
          <a:xfrm>
            <a:off x="36207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D03FF8A3-8AAB-630B-EB4A-BA813FD2D10B}"/>
              </a:ext>
            </a:extLst>
          </p:cNvPr>
          <p:cNvSpPr/>
          <p:nvPr/>
        </p:nvSpPr>
        <p:spPr>
          <a:xfrm>
            <a:off x="1078810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34" name="사각형: 둥근 모서리 233">
            <a:extLst>
              <a:ext uri="{FF2B5EF4-FFF2-40B4-BE49-F238E27FC236}">
                <a16:creationId xmlns:a16="http://schemas.microsoft.com/office/drawing/2014/main" id="{D1CA9459-1134-5172-77F5-7DCC303063AA}"/>
              </a:ext>
            </a:extLst>
          </p:cNvPr>
          <p:cNvSpPr/>
          <p:nvPr/>
        </p:nvSpPr>
        <p:spPr>
          <a:xfrm>
            <a:off x="179554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242" name="그룹 241">
            <a:extLst>
              <a:ext uri="{FF2B5EF4-FFF2-40B4-BE49-F238E27FC236}">
                <a16:creationId xmlns:a16="http://schemas.microsoft.com/office/drawing/2014/main" id="{207A656B-DFEF-2E7A-BDE0-311C9E5464C0}"/>
              </a:ext>
            </a:extLst>
          </p:cNvPr>
          <p:cNvGrpSpPr/>
          <p:nvPr/>
        </p:nvGrpSpPr>
        <p:grpSpPr>
          <a:xfrm>
            <a:off x="4373827" y="2991510"/>
            <a:ext cx="271160" cy="271160"/>
            <a:chOff x="4567377" y="3048660"/>
            <a:chExt cx="271160" cy="271160"/>
          </a:xfrm>
        </p:grpSpPr>
        <p:sp>
          <p:nvSpPr>
            <p:cNvPr id="241" name="타원 240">
              <a:extLst>
                <a:ext uri="{FF2B5EF4-FFF2-40B4-BE49-F238E27FC236}">
                  <a16:creationId xmlns:a16="http://schemas.microsoft.com/office/drawing/2014/main" id="{8F9490EE-53A0-CA98-96DD-55D9BA9FB994}"/>
                </a:ext>
              </a:extLst>
            </p:cNvPr>
            <p:cNvSpPr/>
            <p:nvPr/>
          </p:nvSpPr>
          <p:spPr>
            <a:xfrm>
              <a:off x="4567377" y="3048660"/>
              <a:ext cx="271160" cy="27116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39" name="그림 238">
              <a:extLst>
                <a:ext uri="{FF2B5EF4-FFF2-40B4-BE49-F238E27FC236}">
                  <a16:creationId xmlns:a16="http://schemas.microsoft.com/office/drawing/2014/main" id="{071261F8-4A37-15B8-72D6-F1D0BA5A9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618357" y="3099640"/>
              <a:ext cx="169200" cy="169200"/>
            </a:xfrm>
            <a:prstGeom prst="rect">
              <a:avLst/>
            </a:prstGeom>
          </p:spPr>
        </p:pic>
      </p:grpSp>
      <p:sp>
        <p:nvSpPr>
          <p:cNvPr id="243" name="사각형: 둥근 모서리 242">
            <a:extLst>
              <a:ext uri="{FF2B5EF4-FFF2-40B4-BE49-F238E27FC236}">
                <a16:creationId xmlns:a16="http://schemas.microsoft.com/office/drawing/2014/main" id="{5E783516-0700-06E6-585F-B06957AEFBAB}"/>
              </a:ext>
            </a:extLst>
          </p:cNvPr>
          <p:cNvSpPr/>
          <p:nvPr/>
        </p:nvSpPr>
        <p:spPr>
          <a:xfrm>
            <a:off x="4117658" y="2699492"/>
            <a:ext cx="769310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PIP </a:t>
            </a:r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모드 종료 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(P)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44" name="직선 화살표 연결선 243">
            <a:extLst>
              <a:ext uri="{FF2B5EF4-FFF2-40B4-BE49-F238E27FC236}">
                <a16:creationId xmlns:a16="http://schemas.microsoft.com/office/drawing/2014/main" id="{8A670593-3B32-C305-D2C9-A47991828254}"/>
              </a:ext>
            </a:extLst>
          </p:cNvPr>
          <p:cNvCxnSpPr>
            <a:cxnSpLocks/>
          </p:cNvCxnSpPr>
          <p:nvPr/>
        </p:nvCxnSpPr>
        <p:spPr>
          <a:xfrm>
            <a:off x="4499699" y="3305176"/>
            <a:ext cx="0" cy="290512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5" name="그림 244">
            <a:extLst>
              <a:ext uri="{FF2B5EF4-FFF2-40B4-BE49-F238E27FC236}">
                <a16:creationId xmlns:a16="http://schemas.microsoft.com/office/drawing/2014/main" id="{11F1DB91-F967-68C3-4D1A-6835B8ED1B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05376" y="3175919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47" name="타원 246">
            <a:extLst>
              <a:ext uri="{FF2B5EF4-FFF2-40B4-BE49-F238E27FC236}">
                <a16:creationId xmlns:a16="http://schemas.microsoft.com/office/drawing/2014/main" id="{6B0A6C62-C02E-AA03-9797-4BE20CE1E741}"/>
              </a:ext>
            </a:extLst>
          </p:cNvPr>
          <p:cNvSpPr/>
          <p:nvPr/>
        </p:nvSpPr>
        <p:spPr>
          <a:xfrm>
            <a:off x="5159292" y="2992202"/>
            <a:ext cx="271160" cy="27116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9" name="사각형: 둥근 모서리 248">
            <a:extLst>
              <a:ext uri="{FF2B5EF4-FFF2-40B4-BE49-F238E27FC236}">
                <a16:creationId xmlns:a16="http://schemas.microsoft.com/office/drawing/2014/main" id="{689C1077-7E6F-5286-C9C9-A696D8344C61}"/>
              </a:ext>
            </a:extLst>
          </p:cNvPr>
          <p:cNvSpPr/>
          <p:nvPr/>
        </p:nvSpPr>
        <p:spPr>
          <a:xfrm>
            <a:off x="4946685" y="2702256"/>
            <a:ext cx="899759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영화관 </a:t>
            </a:r>
            <a:r>
              <a:rPr lang="ko-KR" altLang="en-US" sz="700">
                <a:solidFill>
                  <a:schemeClr val="bg1"/>
                </a:solidFill>
                <a:latin typeface="+mn-ea"/>
              </a:rPr>
              <a:t>모드 종료 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(T)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250" name="그림 249">
            <a:extLst>
              <a:ext uri="{FF2B5EF4-FFF2-40B4-BE49-F238E27FC236}">
                <a16:creationId xmlns:a16="http://schemas.microsoft.com/office/drawing/2014/main" id="{D86B3E2E-4D0E-699F-19E7-6C456D9512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10247" y="3194787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251" name="직선 화살표 연결선 250">
            <a:extLst>
              <a:ext uri="{FF2B5EF4-FFF2-40B4-BE49-F238E27FC236}">
                <a16:creationId xmlns:a16="http://schemas.microsoft.com/office/drawing/2014/main" id="{CACDC8AA-3939-AB69-D1E9-E63CD0746D9B}"/>
              </a:ext>
            </a:extLst>
          </p:cNvPr>
          <p:cNvCxnSpPr>
            <a:cxnSpLocks/>
          </p:cNvCxnSpPr>
          <p:nvPr/>
        </p:nvCxnSpPr>
        <p:spPr>
          <a:xfrm>
            <a:off x="5271336" y="3305176"/>
            <a:ext cx="0" cy="290512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사각형: 둥근 모서리 254">
            <a:extLst>
              <a:ext uri="{FF2B5EF4-FFF2-40B4-BE49-F238E27FC236}">
                <a16:creationId xmlns:a16="http://schemas.microsoft.com/office/drawing/2014/main" id="{F9AED85E-1F02-F462-B169-E92776CCC71D}"/>
              </a:ext>
            </a:extLst>
          </p:cNvPr>
          <p:cNvSpPr/>
          <p:nvPr/>
        </p:nvSpPr>
        <p:spPr>
          <a:xfrm>
            <a:off x="5900555" y="2702244"/>
            <a:ext cx="811203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전체 화면 종료 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(F)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1A0DCDED-C6E5-E471-B6F7-E50E31A16CA1}"/>
              </a:ext>
            </a:extLst>
          </p:cNvPr>
          <p:cNvGrpSpPr/>
          <p:nvPr/>
        </p:nvGrpSpPr>
        <p:grpSpPr>
          <a:xfrm>
            <a:off x="5939140" y="2984945"/>
            <a:ext cx="271160" cy="271160"/>
            <a:chOff x="5939140" y="2984945"/>
            <a:chExt cx="271160" cy="271160"/>
          </a:xfrm>
        </p:grpSpPr>
        <p:sp>
          <p:nvSpPr>
            <p:cNvPr id="253" name="타원 252">
              <a:extLst>
                <a:ext uri="{FF2B5EF4-FFF2-40B4-BE49-F238E27FC236}">
                  <a16:creationId xmlns:a16="http://schemas.microsoft.com/office/drawing/2014/main" id="{3361C3F3-E67B-7575-24CA-285E25EBA1D1}"/>
                </a:ext>
              </a:extLst>
            </p:cNvPr>
            <p:cNvSpPr/>
            <p:nvPr/>
          </p:nvSpPr>
          <p:spPr>
            <a:xfrm>
              <a:off x="5939140" y="2984945"/>
              <a:ext cx="271160" cy="27116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58" name="그림 257">
              <a:extLst>
                <a:ext uri="{FF2B5EF4-FFF2-40B4-BE49-F238E27FC236}">
                  <a16:creationId xmlns:a16="http://schemas.microsoft.com/office/drawing/2014/main" id="{AF29A4C1-B630-0B26-98ED-8EB714835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001280" y="3049617"/>
              <a:ext cx="142875" cy="142875"/>
            </a:xfrm>
            <a:prstGeom prst="rect">
              <a:avLst/>
            </a:prstGeom>
          </p:spPr>
        </p:pic>
      </p:grpSp>
      <p:pic>
        <p:nvPicPr>
          <p:cNvPr id="256" name="그림 255">
            <a:extLst>
              <a:ext uri="{FF2B5EF4-FFF2-40B4-BE49-F238E27FC236}">
                <a16:creationId xmlns:a16="http://schemas.microsoft.com/office/drawing/2014/main" id="{AB1F5A4E-1557-1273-93F8-F9E3D44506D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2422" y="3194775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260" name="직선 화살표 연결선 259">
            <a:extLst>
              <a:ext uri="{FF2B5EF4-FFF2-40B4-BE49-F238E27FC236}">
                <a16:creationId xmlns:a16="http://schemas.microsoft.com/office/drawing/2014/main" id="{0B150B65-DF34-7798-6897-1B9E3BE8D642}"/>
              </a:ext>
            </a:extLst>
          </p:cNvPr>
          <p:cNvCxnSpPr>
            <a:cxnSpLocks/>
          </p:cNvCxnSpPr>
          <p:nvPr/>
        </p:nvCxnSpPr>
        <p:spPr>
          <a:xfrm>
            <a:off x="6042861" y="3305176"/>
            <a:ext cx="0" cy="290512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DC757F71-AE42-E68B-D8F2-4EE6244535D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268053" y="3977852"/>
            <a:ext cx="185250" cy="1852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C85DC46-D033-98D2-A2F6-27AF955B157E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227872" y="3060323"/>
            <a:ext cx="133727" cy="1337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CEE5F2-B154-2A47-41EF-A8ED2083DF7D}"/>
              </a:ext>
            </a:extLst>
          </p:cNvPr>
          <p:cNvSpPr txBox="1"/>
          <p:nvPr/>
        </p:nvSpPr>
        <p:spPr>
          <a:xfrm>
            <a:off x="2539175" y="4671140"/>
            <a:ext cx="853366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리그오브레전드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64F287-3F18-7E4C-06BD-50F70E9CE487}"/>
              </a:ext>
            </a:extLst>
          </p:cNvPr>
          <p:cNvSpPr txBox="1"/>
          <p:nvPr/>
        </p:nvSpPr>
        <p:spPr>
          <a:xfrm>
            <a:off x="3389224" y="4671140"/>
            <a:ext cx="75077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나는야게임왕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C55160-C641-E052-5D15-5BD717F5E574}"/>
              </a:ext>
            </a:extLst>
          </p:cNvPr>
          <p:cNvSpPr txBox="1"/>
          <p:nvPr/>
        </p:nvSpPr>
        <p:spPr>
          <a:xfrm>
            <a:off x="4154612" y="4671140"/>
            <a:ext cx="55360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#T1</a:t>
            </a:r>
            <a:r>
              <a:rPr lang="ko-KR" altLang="en-US" sz="800" dirty="0">
                <a:latin typeface="+mn-ea"/>
                <a:ea typeface="+mn-ea"/>
              </a:rPr>
              <a:t>티밀리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07C1C5-9FD8-27F0-3551-A152EF97FB21}"/>
              </a:ext>
            </a:extLst>
          </p:cNvPr>
          <p:cNvSpPr txBox="1"/>
          <p:nvPr/>
        </p:nvSpPr>
        <p:spPr>
          <a:xfrm>
            <a:off x="4706616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게임이좋아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C38279-78AB-CA04-1A8E-6A7C94E7704C}"/>
              </a:ext>
            </a:extLst>
          </p:cNvPr>
          <p:cNvSpPr txBox="1"/>
          <p:nvPr/>
        </p:nvSpPr>
        <p:spPr>
          <a:xfrm>
            <a:off x="5354798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니달리천재</a:t>
            </a:r>
            <a:endParaRPr lang="en-US" altLang="ko-KR" sz="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93584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FA9B2-8262-D9C9-3AFC-70FDCA3AB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68D4D4-90E0-3E27-F674-3AA5185192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 </a:t>
            </a:r>
            <a:r>
              <a:rPr lang="en-US" altLang="ko-KR" sz="2000" dirty="0"/>
              <a:t>&gt; </a:t>
            </a:r>
            <a:r>
              <a:rPr lang="ko-KR" altLang="en-US" sz="2000" dirty="0"/>
              <a:t>라디오 모드 </a:t>
            </a:r>
            <a:r>
              <a:rPr lang="en-US" altLang="ko-KR" sz="2000" dirty="0"/>
              <a:t>ON</a:t>
            </a:r>
            <a:endParaRPr lang="ko-KR" altLang="en-US" sz="20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D17881C-7F68-AE24-8819-712FB8907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8189E64D-7A71-F082-3536-D3B564D862DB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7466" cy="70104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kumimoji="1" lang="en-US" altLang="ko-KR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플레이어 영역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라디오 모드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재생 중 표시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라디오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상태일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화면으로 노출됨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[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라디오 모드 끄기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라디오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종료됨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0FEF3BA6-1C00-41C1-CD09-E6D6BE44C196}"/>
              </a:ext>
            </a:extLst>
          </p:cNvPr>
          <p:cNvSpPr/>
          <p:nvPr/>
        </p:nvSpPr>
        <p:spPr>
          <a:xfrm>
            <a:off x="160892" y="826569"/>
            <a:ext cx="6152391" cy="34572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A68C0048-8CE8-389E-5A36-B0B6FD2D744C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18A7EB93-C9BF-F282-581C-FEB56A6B56A0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2981D18C-6C89-7710-E06D-5F5DFCE07AAA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F4F0E16F-29CB-5FD0-0443-AF4BC671C123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608C2BD-7D34-7C60-8E62-C3004DAF097C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9C8D9AF5-B4D0-5D6F-BC65-71F2E8967A96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F626FDC5-AEEB-2362-E4C4-F25C8D80E09F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3B673C9-C74F-3339-14B3-89903061C20D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46BEE144-651B-1D61-71C5-A7FDB1742CA9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A50F2718-3969-101D-E454-1114F34EE5C8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2EE54ED-2160-A22C-2A9B-2B90C8439209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BC7D96CE-4EDC-4776-AE19-43D1C53CD1E5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14F6C45C-2F3F-06FE-840C-B0D9284B6CC7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A1F2257-6EB2-DABD-BCB4-864A640C58F3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FA5E2EE2-25DC-3068-2D18-160A18FB41CF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7AD94137-1F62-B0DA-017F-349B89C4F29B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09B2848-1A65-700D-D52E-338A8232C308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2EDDE4E6-0E50-D089-7495-31B4305CEED6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04823A19-1DEC-629A-C6E7-C8E131284033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D557A9F-A780-B9D4-8D78-E6F380147291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F787D2F7-DF49-BD17-A606-9B4770D4F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CB7B307D-70EC-760B-C77A-15E0ADB595C4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E8ECFCE8-76C1-EE34-0175-9F1953F66084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F0C316BD-00FF-E66D-51CA-52393BFE367F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C28FE4F0-C08A-B75B-37BA-D3AA00BCDD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AAEF9E07-BE70-8A1E-CDEC-9CEAC4B04A3B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9531C182-501A-BCAF-9597-BC605E683F98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79624E40-1F48-4A2D-C510-2E0547FE690A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6BE43FD9-3A14-AB1B-37DC-72FE56648C15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0F227230-C34D-F2FA-49FF-4A75D7AB24BB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FA9DEDAE-5FF9-44F7-F1D6-2859E4135834}"/>
              </a:ext>
            </a:extLst>
          </p:cNvPr>
          <p:cNvGrpSpPr/>
          <p:nvPr/>
        </p:nvGrpSpPr>
        <p:grpSpPr>
          <a:xfrm>
            <a:off x="5853553" y="2161004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2C54E7D0-7D42-1865-6256-E377514530C0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6F702570-0AAE-4CAA-099B-222C588DE4F9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57F97E8F-DA80-5117-4017-E4F6221CF7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E196C93E-639C-E7D0-E0C0-DBEEC3E76D23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4C820280-3904-0F5E-5FE5-961D5ADCBE9D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53740944-D540-60FF-83C6-ECF0DA2EEA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pic>
        <p:nvPicPr>
          <p:cNvPr id="143" name="그림 142">
            <a:extLst>
              <a:ext uri="{FF2B5EF4-FFF2-40B4-BE49-F238E27FC236}">
                <a16:creationId xmlns:a16="http://schemas.microsoft.com/office/drawing/2014/main" id="{ABC8AAD8-4CE3-9B66-ABEB-F44E6B6FE0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85" y="3960840"/>
            <a:ext cx="211110" cy="211110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5375B882-2DF9-154F-CA4C-71D328989E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13" y="4005939"/>
            <a:ext cx="308348" cy="122054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8FE600CF-7BD8-DB9F-45BB-5F7E0B41DF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7890" y="3978016"/>
            <a:ext cx="187072" cy="187072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73DDC210-BDCE-E42F-C9E6-1190E617E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0576" y="3944960"/>
            <a:ext cx="253184" cy="253184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D6A87DCE-8588-183F-A50B-B6DF5175432F}"/>
              </a:ext>
            </a:extLst>
          </p:cNvPr>
          <p:cNvSpPr txBox="1"/>
          <p:nvPr/>
        </p:nvSpPr>
        <p:spPr>
          <a:xfrm>
            <a:off x="4523936" y="3953549"/>
            <a:ext cx="463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+mn-ea"/>
                <a:ea typeface="+mn-ea"/>
              </a:rPr>
              <a:t>360p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ea typeface="+mn-ea"/>
              </a:rPr>
              <a:t>▼</a:t>
            </a:r>
            <a:endParaRPr lang="en-US" altLang="ko-KR" sz="9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65BBFBE6-5089-4380-7AEC-6437940ACB1B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020D45A7-62EA-586C-2173-B965EB114C0D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08BAC1D6-FFFA-B474-F7F7-1EB548AB8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pic>
        <p:nvPicPr>
          <p:cNvPr id="198" name="그림 197">
            <a:extLst>
              <a:ext uri="{FF2B5EF4-FFF2-40B4-BE49-F238E27FC236}">
                <a16:creationId xmlns:a16="http://schemas.microsoft.com/office/drawing/2014/main" id="{546F6FE8-C390-31C7-775E-84C19F53A7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9244" y="3986681"/>
            <a:ext cx="168600" cy="168600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C6D0885F-BDD3-977B-4D18-C57A06F1B65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5808" y="3996601"/>
            <a:ext cx="104497" cy="134353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65A98A79-A735-D2CB-B867-0FEDD0D7CB3E}"/>
              </a:ext>
            </a:extLst>
          </p:cNvPr>
          <p:cNvSpPr txBox="1"/>
          <p:nvPr/>
        </p:nvSpPr>
        <p:spPr>
          <a:xfrm>
            <a:off x="307407" y="4375757"/>
            <a:ext cx="2276833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방송 제목이 나오는 부분입니다</a:t>
            </a:r>
            <a:r>
              <a:rPr lang="en-US" altLang="ko-KR" sz="12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904D14C-304A-C335-569A-5C765B9A4BE4}"/>
              </a:ext>
            </a:extLst>
          </p:cNvPr>
          <p:cNvSpPr txBox="1"/>
          <p:nvPr/>
        </p:nvSpPr>
        <p:spPr>
          <a:xfrm>
            <a:off x="737605" y="5000800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91378BD-0CE0-1617-02CB-1D61866587AB}"/>
              </a:ext>
            </a:extLst>
          </p:cNvPr>
          <p:cNvSpPr txBox="1"/>
          <p:nvPr/>
        </p:nvSpPr>
        <p:spPr>
          <a:xfrm>
            <a:off x="742619" y="5201240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106" name="Picture 142">
            <a:extLst>
              <a:ext uri="{FF2B5EF4-FFF2-40B4-BE49-F238E27FC236}">
                <a16:creationId xmlns:a16="http://schemas.microsoft.com/office/drawing/2014/main" id="{3DB9755C-53BC-A766-4863-5C4DD9B98E2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99294" y="5043398"/>
            <a:ext cx="136038" cy="141707"/>
          </a:xfrm>
          <a:prstGeom prst="rect">
            <a:avLst/>
          </a:prstGeom>
        </p:spPr>
      </p:pic>
      <p:grpSp>
        <p:nvGrpSpPr>
          <p:cNvPr id="107" name="Group 149">
            <a:extLst>
              <a:ext uri="{FF2B5EF4-FFF2-40B4-BE49-F238E27FC236}">
                <a16:creationId xmlns:a16="http://schemas.microsoft.com/office/drawing/2014/main" id="{C98E2E87-C53A-FAA7-7A96-1F6E5B120DAD}"/>
              </a:ext>
            </a:extLst>
          </p:cNvPr>
          <p:cNvGrpSpPr/>
          <p:nvPr/>
        </p:nvGrpSpPr>
        <p:grpSpPr>
          <a:xfrm>
            <a:off x="365283" y="5024720"/>
            <a:ext cx="308360" cy="308360"/>
            <a:chOff x="6468801" y="4933120"/>
            <a:chExt cx="216000" cy="216000"/>
          </a:xfrm>
        </p:grpSpPr>
        <p:sp>
          <p:nvSpPr>
            <p:cNvPr id="108" name="Oval 156">
              <a:extLst>
                <a:ext uri="{FF2B5EF4-FFF2-40B4-BE49-F238E27FC236}">
                  <a16:creationId xmlns:a16="http://schemas.microsoft.com/office/drawing/2014/main" id="{1F425C43-2793-83D8-5D5F-6A48CE2DB099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09" name="Picture 159">
              <a:extLst>
                <a:ext uri="{FF2B5EF4-FFF2-40B4-BE49-F238E27FC236}">
                  <a16:creationId xmlns:a16="http://schemas.microsoft.com/office/drawing/2014/main" id="{BA78C9F6-5AAA-6120-0923-0EBF830A91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sp>
        <p:nvSpPr>
          <p:cNvPr id="110" name="Rounded Rectangle 160">
            <a:extLst>
              <a:ext uri="{FF2B5EF4-FFF2-40B4-BE49-F238E27FC236}">
                <a16:creationId xmlns:a16="http://schemas.microsoft.com/office/drawing/2014/main" id="{D4AAA88F-3BA9-3552-4558-A55E7CD3F375}"/>
              </a:ext>
            </a:extLst>
          </p:cNvPr>
          <p:cNvSpPr/>
          <p:nvPr/>
        </p:nvSpPr>
        <p:spPr>
          <a:xfrm>
            <a:off x="362075" y="5243833"/>
            <a:ext cx="309072" cy="13625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latin typeface="+mn-ea"/>
              </a:rPr>
              <a:t>LIVE</a:t>
            </a:r>
            <a:endParaRPr lang="ko-KR" altLang="en-US" sz="7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11" name="Group 2">
            <a:extLst>
              <a:ext uri="{FF2B5EF4-FFF2-40B4-BE49-F238E27FC236}">
                <a16:creationId xmlns:a16="http://schemas.microsoft.com/office/drawing/2014/main" id="{C3F0642A-6B30-9A57-62A2-F3851FBE14C9}"/>
              </a:ext>
            </a:extLst>
          </p:cNvPr>
          <p:cNvGrpSpPr/>
          <p:nvPr/>
        </p:nvGrpSpPr>
        <p:grpSpPr>
          <a:xfrm>
            <a:off x="4280095" y="5128776"/>
            <a:ext cx="754838" cy="197229"/>
            <a:chOff x="4448007" y="5346092"/>
            <a:chExt cx="754838" cy="197229"/>
          </a:xfrm>
        </p:grpSpPr>
        <p:sp>
          <p:nvSpPr>
            <p:cNvPr id="112" name="Rectangle 256">
              <a:extLst>
                <a:ext uri="{FF2B5EF4-FFF2-40B4-BE49-F238E27FC236}">
                  <a16:creationId xmlns:a16="http://schemas.microsoft.com/office/drawing/2014/main" id="{181BF4C1-67EB-4D4C-FA1A-DF2499F0F8D8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13" name="Picture 191">
              <a:extLst>
                <a:ext uri="{FF2B5EF4-FFF2-40B4-BE49-F238E27FC236}">
                  <a16:creationId xmlns:a16="http://schemas.microsoft.com/office/drawing/2014/main" id="{4D6B8DF5-DAA9-FB76-B23C-5C9696F95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114" name="Group 17">
            <a:extLst>
              <a:ext uri="{FF2B5EF4-FFF2-40B4-BE49-F238E27FC236}">
                <a16:creationId xmlns:a16="http://schemas.microsoft.com/office/drawing/2014/main" id="{E527EC73-BF29-D71F-9BF5-41A52B454D12}"/>
              </a:ext>
            </a:extLst>
          </p:cNvPr>
          <p:cNvGrpSpPr/>
          <p:nvPr/>
        </p:nvGrpSpPr>
        <p:grpSpPr>
          <a:xfrm>
            <a:off x="5631940" y="5128776"/>
            <a:ext cx="581183" cy="197229"/>
            <a:chOff x="5199485" y="5263720"/>
            <a:chExt cx="581183" cy="197229"/>
          </a:xfrm>
        </p:grpSpPr>
        <p:sp>
          <p:nvSpPr>
            <p:cNvPr id="115" name="Rectangle 256">
              <a:extLst>
                <a:ext uri="{FF2B5EF4-FFF2-40B4-BE49-F238E27FC236}">
                  <a16:creationId xmlns:a16="http://schemas.microsoft.com/office/drawing/2014/main" id="{56835DF2-2599-D540-7FB9-7AD8363225FD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16" name="Picture 15">
              <a:extLst>
                <a:ext uri="{FF2B5EF4-FFF2-40B4-BE49-F238E27FC236}">
                  <a16:creationId xmlns:a16="http://schemas.microsoft.com/office/drawing/2014/main" id="{B5B696A8-C03B-019E-3123-2EFF06597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AA205875-6066-1705-E153-67D07FF08A07}"/>
              </a:ext>
            </a:extLst>
          </p:cNvPr>
          <p:cNvSpPr/>
          <p:nvPr/>
        </p:nvSpPr>
        <p:spPr>
          <a:xfrm>
            <a:off x="247649" y="5787476"/>
            <a:ext cx="5974567" cy="729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ACD177B-A734-B73F-371A-CD1A43C2F8E6}"/>
              </a:ext>
            </a:extLst>
          </p:cNvPr>
          <p:cNvSpPr txBox="1"/>
          <p:nvPr/>
        </p:nvSpPr>
        <p:spPr>
          <a:xfrm>
            <a:off x="2729308" y="5193238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119" name="Group 26">
            <a:extLst>
              <a:ext uri="{FF2B5EF4-FFF2-40B4-BE49-F238E27FC236}">
                <a16:creationId xmlns:a16="http://schemas.microsoft.com/office/drawing/2014/main" id="{CF2B3C00-C802-E135-C70B-29D3530D66D5}"/>
              </a:ext>
            </a:extLst>
          </p:cNvPr>
          <p:cNvGrpSpPr/>
          <p:nvPr/>
        </p:nvGrpSpPr>
        <p:grpSpPr>
          <a:xfrm>
            <a:off x="249187" y="5526143"/>
            <a:ext cx="5961113" cy="219667"/>
            <a:chOff x="1895287" y="2791040"/>
            <a:chExt cx="5961113" cy="219667"/>
          </a:xfrm>
        </p:grpSpPr>
        <p:grpSp>
          <p:nvGrpSpPr>
            <p:cNvPr id="120" name="그룹 6">
              <a:extLst>
                <a:ext uri="{FF2B5EF4-FFF2-40B4-BE49-F238E27FC236}">
                  <a16:creationId xmlns:a16="http://schemas.microsoft.com/office/drawing/2014/main" id="{E56C2F5E-490D-B6D9-D29A-945BF219F143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122" name="Tab 1">
                <a:extLst>
                  <a:ext uri="{FF2B5EF4-FFF2-40B4-BE49-F238E27FC236}">
                    <a16:creationId xmlns:a16="http://schemas.microsoft.com/office/drawing/2014/main" id="{023E8967-BFE9-F540-DC4A-B9458073AF59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3" name="Tab 2">
                <a:extLst>
                  <a:ext uri="{FF2B5EF4-FFF2-40B4-BE49-F238E27FC236}">
                    <a16:creationId xmlns:a16="http://schemas.microsoft.com/office/drawing/2014/main" id="{B7C8F2B0-D2A5-2E06-D2E2-2F34C6D894F4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4" name="Tab 2">
                <a:extLst>
                  <a:ext uri="{FF2B5EF4-FFF2-40B4-BE49-F238E27FC236}">
                    <a16:creationId xmlns:a16="http://schemas.microsoft.com/office/drawing/2014/main" id="{AF2F9E56-60A5-BF18-0D7D-0AFC86E875C0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5" name="Tab 2">
                <a:extLst>
                  <a:ext uri="{FF2B5EF4-FFF2-40B4-BE49-F238E27FC236}">
                    <a16:creationId xmlns:a16="http://schemas.microsoft.com/office/drawing/2014/main" id="{551C4E20-EADD-1314-0B85-B145C3BE7080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7" name="Tab 2">
                <a:extLst>
                  <a:ext uri="{FF2B5EF4-FFF2-40B4-BE49-F238E27FC236}">
                    <a16:creationId xmlns:a16="http://schemas.microsoft.com/office/drawing/2014/main" id="{E5744160-C4BD-7BF4-29A4-D215966C3C42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34" name="Tab 2">
                <a:extLst>
                  <a:ext uri="{FF2B5EF4-FFF2-40B4-BE49-F238E27FC236}">
                    <a16:creationId xmlns:a16="http://schemas.microsoft.com/office/drawing/2014/main" id="{9A10F1CF-5C99-8995-FE5D-38D0FE8CB34B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121" name="직선 연결선 32">
              <a:extLst>
                <a:ext uri="{FF2B5EF4-FFF2-40B4-BE49-F238E27FC236}">
                  <a16:creationId xmlns:a16="http://schemas.microsoft.com/office/drawing/2014/main" id="{13B995B1-4BE5-398B-F86A-CA3913F4750B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56058C50-64A5-93E6-237C-21684311B04A}"/>
              </a:ext>
            </a:extLst>
          </p:cNvPr>
          <p:cNvGrpSpPr/>
          <p:nvPr/>
        </p:nvGrpSpPr>
        <p:grpSpPr>
          <a:xfrm>
            <a:off x="5072350" y="5128776"/>
            <a:ext cx="520284" cy="197229"/>
            <a:chOff x="4050461" y="5245314"/>
            <a:chExt cx="520284" cy="197229"/>
          </a:xfrm>
        </p:grpSpPr>
        <p:sp>
          <p:nvSpPr>
            <p:cNvPr id="136" name="Rectangle 256">
              <a:extLst>
                <a:ext uri="{FF2B5EF4-FFF2-40B4-BE49-F238E27FC236}">
                  <a16:creationId xmlns:a16="http://schemas.microsoft.com/office/drawing/2014/main" id="{4B85338E-BA9B-E25A-595C-DDC3A527A04A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37" name="그림 136">
              <a:extLst>
                <a:ext uri="{FF2B5EF4-FFF2-40B4-BE49-F238E27FC236}">
                  <a16:creationId xmlns:a16="http://schemas.microsoft.com/office/drawing/2014/main" id="{B00660BE-2839-7423-55EE-5D53C0B34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8FD43A90-D1A3-4F04-09BE-C8F78AFD2CE5}"/>
              </a:ext>
            </a:extLst>
          </p:cNvPr>
          <p:cNvGrpSpPr/>
          <p:nvPr/>
        </p:nvGrpSpPr>
        <p:grpSpPr>
          <a:xfrm>
            <a:off x="4591664" y="4383575"/>
            <a:ext cx="1661164" cy="202164"/>
            <a:chOff x="4439700" y="4436870"/>
            <a:chExt cx="1661164" cy="202164"/>
          </a:xfrm>
        </p:grpSpPr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B2BF3E1-A101-BE95-41D4-3DCA9A546172}"/>
                </a:ext>
              </a:extLst>
            </p:cNvPr>
            <p:cNvSpPr txBox="1"/>
            <p:nvPr/>
          </p:nvSpPr>
          <p:spPr>
            <a:xfrm>
              <a:off x="4439700" y="4436870"/>
              <a:ext cx="80367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1,434</a:t>
              </a:r>
              <a:r>
                <a:rPr lang="ko-KR" altLang="en-US" sz="800" dirty="0">
                  <a:latin typeface="+mn-ea"/>
                  <a:ea typeface="+mn-ea"/>
                </a:rPr>
                <a:t>명 시청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3F49AB66-C521-DEBA-8AED-EC7D52A90CB4}"/>
                </a:ext>
              </a:extLst>
            </p:cNvPr>
            <p:cNvSpPr txBox="1"/>
            <p:nvPr/>
          </p:nvSpPr>
          <p:spPr>
            <a:xfrm>
              <a:off x="5197217" y="4443220"/>
              <a:ext cx="106367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〮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9811B79B-A258-4994-2149-4DFDC4A52333}"/>
                </a:ext>
              </a:extLst>
            </p:cNvPr>
            <p:cNvSpPr txBox="1"/>
            <p:nvPr/>
          </p:nvSpPr>
          <p:spPr>
            <a:xfrm>
              <a:off x="5265131" y="4436870"/>
              <a:ext cx="83573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00:34:22 </a:t>
              </a:r>
              <a:r>
                <a:rPr lang="ko-KR" altLang="en-US" sz="800" dirty="0">
                  <a:latin typeface="+mn-ea"/>
                  <a:ea typeface="+mn-ea"/>
                </a:rPr>
                <a:t>방송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015B25C0-4F53-18F9-B3CA-396545303C0A}"/>
              </a:ext>
            </a:extLst>
          </p:cNvPr>
          <p:cNvSpPr/>
          <p:nvPr/>
        </p:nvSpPr>
        <p:spPr>
          <a:xfrm>
            <a:off x="36207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47F04CC7-837E-BB24-9305-FF66EE6C54BF}"/>
              </a:ext>
            </a:extLst>
          </p:cNvPr>
          <p:cNvSpPr/>
          <p:nvPr/>
        </p:nvSpPr>
        <p:spPr>
          <a:xfrm>
            <a:off x="1078810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815D4360-F2AA-F845-EEBB-61B3DA53F57B}"/>
              </a:ext>
            </a:extLst>
          </p:cNvPr>
          <p:cNvSpPr/>
          <p:nvPr/>
        </p:nvSpPr>
        <p:spPr>
          <a:xfrm>
            <a:off x="179554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7DA9E44-EBDE-A353-6E45-624633ACC1C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86928" y="3983525"/>
            <a:ext cx="185250" cy="1852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4FCBF5A-E83C-0461-5826-103FDDBDF711}"/>
              </a:ext>
            </a:extLst>
          </p:cNvPr>
          <p:cNvSpPr txBox="1"/>
          <p:nvPr/>
        </p:nvSpPr>
        <p:spPr>
          <a:xfrm>
            <a:off x="2539175" y="4671140"/>
            <a:ext cx="853366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리그오브레전드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24B9F2-B7D1-95DF-7C7D-6449B15C7479}"/>
              </a:ext>
            </a:extLst>
          </p:cNvPr>
          <p:cNvSpPr txBox="1"/>
          <p:nvPr/>
        </p:nvSpPr>
        <p:spPr>
          <a:xfrm>
            <a:off x="3389224" y="4671140"/>
            <a:ext cx="75077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나는야게임왕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D33F6E-44C9-15DA-3625-2F7B8CEA86EF}"/>
              </a:ext>
            </a:extLst>
          </p:cNvPr>
          <p:cNvSpPr txBox="1"/>
          <p:nvPr/>
        </p:nvSpPr>
        <p:spPr>
          <a:xfrm>
            <a:off x="4154612" y="4671140"/>
            <a:ext cx="55360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#T1</a:t>
            </a:r>
            <a:r>
              <a:rPr lang="ko-KR" altLang="en-US" sz="800" dirty="0">
                <a:latin typeface="+mn-ea"/>
                <a:ea typeface="+mn-ea"/>
              </a:rPr>
              <a:t>티밀리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3E5F93-26F2-007D-A11D-903E240F0F0A}"/>
              </a:ext>
            </a:extLst>
          </p:cNvPr>
          <p:cNvSpPr txBox="1"/>
          <p:nvPr/>
        </p:nvSpPr>
        <p:spPr>
          <a:xfrm>
            <a:off x="4706616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게임이좋아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1B55F3-CB88-6228-EFC5-8CF7BD6309C6}"/>
              </a:ext>
            </a:extLst>
          </p:cNvPr>
          <p:cNvSpPr txBox="1"/>
          <p:nvPr/>
        </p:nvSpPr>
        <p:spPr>
          <a:xfrm>
            <a:off x="5354798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니달리천재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9A57E30-EBC7-5E37-8384-7480E50F825F}"/>
              </a:ext>
            </a:extLst>
          </p:cNvPr>
          <p:cNvSpPr/>
          <p:nvPr/>
        </p:nvSpPr>
        <p:spPr>
          <a:xfrm>
            <a:off x="2665467" y="2537450"/>
            <a:ext cx="1143240" cy="285003"/>
          </a:xfrm>
          <a:prstGeom prst="roundRect">
            <a:avLst>
              <a:gd name="adj" fmla="val 18631"/>
            </a:avLst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+mn-ea"/>
              </a:rPr>
              <a:t>라디오 모드 끄기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AB2FF5-A94A-8E2C-8A65-19029893DDC0}"/>
              </a:ext>
            </a:extLst>
          </p:cNvPr>
          <p:cNvSpPr txBox="1"/>
          <p:nvPr/>
        </p:nvSpPr>
        <p:spPr>
          <a:xfrm>
            <a:off x="2592681" y="2234056"/>
            <a:ext cx="1288814" cy="20108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>
                <a:solidFill>
                  <a:schemeClr val="bg1"/>
                </a:solidFill>
                <a:latin typeface="+mn-ea"/>
                <a:ea typeface="+mn-ea"/>
              </a:rPr>
              <a:t>라디오 모드로 재생 중</a:t>
            </a:r>
            <a:endParaRPr lang="en-US" altLang="ko-KR" sz="10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0" name="타원 129">
            <a:extLst>
              <a:ext uri="{FF2B5EF4-FFF2-40B4-BE49-F238E27FC236}">
                <a16:creationId xmlns:a16="http://schemas.microsoft.com/office/drawing/2014/main" id="{81C4BAAA-1CB5-1267-A28B-98B6707EF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1063" y="2281232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83196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89D2E-A24F-5D4F-5444-35533F32D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0E3F99-4FC8-8C48-CCBF-F23CC9B5E9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 </a:t>
            </a:r>
            <a:r>
              <a:rPr lang="en-US" altLang="ko-KR" sz="2000" dirty="0"/>
              <a:t>&gt; PIP </a:t>
            </a:r>
            <a:r>
              <a:rPr lang="ko-KR" altLang="en-US" sz="2000" dirty="0"/>
              <a:t>모드 </a:t>
            </a:r>
            <a:r>
              <a:rPr lang="en-US" altLang="ko-KR" sz="2000" dirty="0"/>
              <a:t>ON</a:t>
            </a:r>
            <a:endParaRPr lang="ko-KR" altLang="en-US" sz="20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F2D72D1-E4E4-7C4D-1A61-BD33CAB3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09F18A8B-7FEF-2579-345A-6B492F83DCCF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7466" cy="298704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플레이어 영역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PIP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재생 중 표시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상태일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화면으로 노출됨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[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원래 크기로 보기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종료됨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PIP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플레이어 영역 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플레이어가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모드로 전환됨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상태에서 투네이션 내 다른 페이지로 이동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유지됨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종료 아이콘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후원페이지에서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종료됨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내 닫기 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①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후원페이지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후원페이지에서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종료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②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후원페이지 외 페이지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닫힘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 크기 사이즈 조절 불가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브라우저 내에서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 영역 드래그 이동 가능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311329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85EA1010-D4FB-ECE3-D5FE-AE17DE5FEA0F}"/>
              </a:ext>
            </a:extLst>
          </p:cNvPr>
          <p:cNvSpPr/>
          <p:nvPr/>
        </p:nvSpPr>
        <p:spPr>
          <a:xfrm>
            <a:off x="160892" y="826569"/>
            <a:ext cx="6152391" cy="34572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09D8506-4580-1240-61F4-F5B9D57E8151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1CF9BA92-689C-62FE-C292-B84AA196688E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A05D5D71-0297-C47D-6316-776373C9FE7B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90616CC7-0EF3-883D-F51D-F1E818CCC519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9373C97-6767-BA78-3F08-A8ED91F1FE29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ECE8A181-759D-9E05-E130-B0DF9E31FC6A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03F84D10-91FD-95E9-EBCD-CF17F8D9D622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47C4D56-F590-389E-CE2A-815C5B70A39B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7ECEF884-4DD9-878F-C180-E6A6818E24D1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BDC4B7F9-5562-85BC-4D62-24E89F697D77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223BB81-6F18-564E-71EB-1996E35F872D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7D1DFE85-AF60-E347-1867-C3E650E41615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BDFCBFE5-BC29-0358-A80C-D808F5153188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55DBCA3-F499-A691-3997-548758F45668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ED8FC15E-5D9E-DF52-6C0B-27D0E0A71468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B7EA0375-4185-5A77-C7BF-139847EC63BA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7423BF1-E384-2DBA-C852-1E901E1F5B80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F7072BF8-C1BE-62CE-5E51-D9EE06A26B6E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59A13601-8630-5CF3-311C-7D27F8D96855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46F8BFB-FC55-35D9-FF8D-DCF55BB81A2B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1D576E36-4BFC-DB08-B454-12E2D46A2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6BA2083A-D490-B974-C94F-97397C6E4C76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0DBA2E36-233F-E649-6010-EA953564CFBC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44F295A0-AEBE-41F3-7C63-13CB56C96122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BD6D3F0B-CB4C-9387-592C-0B8245C50C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AD90AF26-BBC8-9F7E-555E-643C6BECF394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689928F7-C783-3142-8FBE-8B10475901CB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55058617-0F50-453B-95EB-84425C2C8594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6F593E2E-FAED-6E74-C653-F86290058D9F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7610206C-6510-8F98-20CD-635A58CC1E47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5E49506F-365C-6227-6259-9A7C7197AFB3}"/>
              </a:ext>
            </a:extLst>
          </p:cNvPr>
          <p:cNvGrpSpPr/>
          <p:nvPr/>
        </p:nvGrpSpPr>
        <p:grpSpPr>
          <a:xfrm>
            <a:off x="5853553" y="2161004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D1AE339F-4055-043B-AEF0-307AF5479CE3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C7568E57-E8A2-01A6-8F26-FA8F0FD6750E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1B1A749B-1266-5C6E-E159-E66AF64EA3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FDC9CF0A-3C95-6847-3DEC-DFF1199974D5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B60820F0-FAAC-DD9B-9EF3-129F3E6F3562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F969EBF8-1BBF-9999-C938-FC610FFA1F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pic>
        <p:nvPicPr>
          <p:cNvPr id="143" name="그림 142">
            <a:extLst>
              <a:ext uri="{FF2B5EF4-FFF2-40B4-BE49-F238E27FC236}">
                <a16:creationId xmlns:a16="http://schemas.microsoft.com/office/drawing/2014/main" id="{3BB28A90-E1D4-611D-58DA-B2D98D38CD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85" y="3960840"/>
            <a:ext cx="211110" cy="211110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6843456C-A59F-E28A-D6BF-48080A2501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13" y="4005939"/>
            <a:ext cx="308348" cy="122054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27EBAF53-0ACA-EC41-60C2-BB5DD15F57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7890" y="3978016"/>
            <a:ext cx="187072" cy="187072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B7063A58-E9CA-28CC-105D-592D86AE46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0576" y="3944960"/>
            <a:ext cx="253184" cy="253184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CFDA39C3-96F9-880D-6FBD-3E7FEAC293DE}"/>
              </a:ext>
            </a:extLst>
          </p:cNvPr>
          <p:cNvSpPr txBox="1"/>
          <p:nvPr/>
        </p:nvSpPr>
        <p:spPr>
          <a:xfrm>
            <a:off x="4523936" y="3953549"/>
            <a:ext cx="463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+mn-ea"/>
                <a:ea typeface="+mn-ea"/>
              </a:rPr>
              <a:t>360p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ea typeface="+mn-ea"/>
              </a:rPr>
              <a:t>▼</a:t>
            </a:r>
            <a:endParaRPr lang="en-US" altLang="ko-KR" sz="9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85" name="그림 84">
            <a:extLst>
              <a:ext uri="{FF2B5EF4-FFF2-40B4-BE49-F238E27FC236}">
                <a16:creationId xmlns:a16="http://schemas.microsoft.com/office/drawing/2014/main" id="{9CC3F1BF-F11D-9859-A72E-DB4DE585AB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5808" y="3996601"/>
            <a:ext cx="104497" cy="134353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C312F49A-CBE6-255A-07EB-0ED82CF310A1}"/>
              </a:ext>
            </a:extLst>
          </p:cNvPr>
          <p:cNvSpPr txBox="1"/>
          <p:nvPr/>
        </p:nvSpPr>
        <p:spPr>
          <a:xfrm>
            <a:off x="307407" y="4375757"/>
            <a:ext cx="2276833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방송 제목이 나오는 부분입니다</a:t>
            </a:r>
            <a:r>
              <a:rPr lang="en-US" altLang="ko-KR" sz="12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47C4E66-AAE0-5E14-D8CC-1AC1D0725958}"/>
              </a:ext>
            </a:extLst>
          </p:cNvPr>
          <p:cNvSpPr txBox="1"/>
          <p:nvPr/>
        </p:nvSpPr>
        <p:spPr>
          <a:xfrm>
            <a:off x="737605" y="5000800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A1CDC3E-413B-CCDC-E50B-8D7677DB5423}"/>
              </a:ext>
            </a:extLst>
          </p:cNvPr>
          <p:cNvSpPr txBox="1"/>
          <p:nvPr/>
        </p:nvSpPr>
        <p:spPr>
          <a:xfrm>
            <a:off x="742619" y="5201240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118" name="Picture 142">
            <a:extLst>
              <a:ext uri="{FF2B5EF4-FFF2-40B4-BE49-F238E27FC236}">
                <a16:creationId xmlns:a16="http://schemas.microsoft.com/office/drawing/2014/main" id="{476C7FF0-C16E-3040-6193-977571DE1E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99294" y="5043398"/>
            <a:ext cx="136038" cy="141707"/>
          </a:xfrm>
          <a:prstGeom prst="rect">
            <a:avLst/>
          </a:prstGeom>
        </p:spPr>
      </p:pic>
      <p:grpSp>
        <p:nvGrpSpPr>
          <p:cNvPr id="119" name="Group 149">
            <a:extLst>
              <a:ext uri="{FF2B5EF4-FFF2-40B4-BE49-F238E27FC236}">
                <a16:creationId xmlns:a16="http://schemas.microsoft.com/office/drawing/2014/main" id="{4B33FC82-3258-D34E-6EFC-CE6AC562E5B2}"/>
              </a:ext>
            </a:extLst>
          </p:cNvPr>
          <p:cNvGrpSpPr/>
          <p:nvPr/>
        </p:nvGrpSpPr>
        <p:grpSpPr>
          <a:xfrm>
            <a:off x="365283" y="5024720"/>
            <a:ext cx="308360" cy="308360"/>
            <a:chOff x="6468801" y="4933120"/>
            <a:chExt cx="216000" cy="216000"/>
          </a:xfrm>
        </p:grpSpPr>
        <p:sp>
          <p:nvSpPr>
            <p:cNvPr id="120" name="Oval 156">
              <a:extLst>
                <a:ext uri="{FF2B5EF4-FFF2-40B4-BE49-F238E27FC236}">
                  <a16:creationId xmlns:a16="http://schemas.microsoft.com/office/drawing/2014/main" id="{E9888EFF-643C-3CD5-B562-BFD6238417B2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21" name="Picture 159">
              <a:extLst>
                <a:ext uri="{FF2B5EF4-FFF2-40B4-BE49-F238E27FC236}">
                  <a16:creationId xmlns:a16="http://schemas.microsoft.com/office/drawing/2014/main" id="{CEC0D691-2D4A-AFCC-14A5-D2E7E7902E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sp>
        <p:nvSpPr>
          <p:cNvPr id="122" name="Rounded Rectangle 160">
            <a:extLst>
              <a:ext uri="{FF2B5EF4-FFF2-40B4-BE49-F238E27FC236}">
                <a16:creationId xmlns:a16="http://schemas.microsoft.com/office/drawing/2014/main" id="{AA827DAC-3CDD-71F3-3581-A4BD15D40C6B}"/>
              </a:ext>
            </a:extLst>
          </p:cNvPr>
          <p:cNvSpPr/>
          <p:nvPr/>
        </p:nvSpPr>
        <p:spPr>
          <a:xfrm>
            <a:off x="362075" y="5243833"/>
            <a:ext cx="309072" cy="13625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latin typeface="+mn-ea"/>
              </a:rPr>
              <a:t>LIVE</a:t>
            </a:r>
            <a:endParaRPr lang="ko-KR" altLang="en-US" sz="7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23" name="Group 2">
            <a:extLst>
              <a:ext uri="{FF2B5EF4-FFF2-40B4-BE49-F238E27FC236}">
                <a16:creationId xmlns:a16="http://schemas.microsoft.com/office/drawing/2014/main" id="{81083E94-6203-E8E7-8067-1C358C7B9EC3}"/>
              </a:ext>
            </a:extLst>
          </p:cNvPr>
          <p:cNvGrpSpPr/>
          <p:nvPr/>
        </p:nvGrpSpPr>
        <p:grpSpPr>
          <a:xfrm>
            <a:off x="4280095" y="5128776"/>
            <a:ext cx="754838" cy="197229"/>
            <a:chOff x="4448007" y="5346092"/>
            <a:chExt cx="754838" cy="197229"/>
          </a:xfrm>
        </p:grpSpPr>
        <p:sp>
          <p:nvSpPr>
            <p:cNvPr id="124" name="Rectangle 256">
              <a:extLst>
                <a:ext uri="{FF2B5EF4-FFF2-40B4-BE49-F238E27FC236}">
                  <a16:creationId xmlns:a16="http://schemas.microsoft.com/office/drawing/2014/main" id="{C1FE29BE-199C-8C28-92D6-A923D72A88B0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25" name="Picture 191">
              <a:extLst>
                <a:ext uri="{FF2B5EF4-FFF2-40B4-BE49-F238E27FC236}">
                  <a16:creationId xmlns:a16="http://schemas.microsoft.com/office/drawing/2014/main" id="{3AB5481A-3767-19C6-CBB7-EB4DE5625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127" name="Group 17">
            <a:extLst>
              <a:ext uri="{FF2B5EF4-FFF2-40B4-BE49-F238E27FC236}">
                <a16:creationId xmlns:a16="http://schemas.microsoft.com/office/drawing/2014/main" id="{BECDE47C-37BF-592E-B412-864FE60079F6}"/>
              </a:ext>
            </a:extLst>
          </p:cNvPr>
          <p:cNvGrpSpPr/>
          <p:nvPr/>
        </p:nvGrpSpPr>
        <p:grpSpPr>
          <a:xfrm>
            <a:off x="5631940" y="5128776"/>
            <a:ext cx="581183" cy="197229"/>
            <a:chOff x="5199485" y="5263720"/>
            <a:chExt cx="581183" cy="197229"/>
          </a:xfrm>
        </p:grpSpPr>
        <p:sp>
          <p:nvSpPr>
            <p:cNvPr id="134" name="Rectangle 256">
              <a:extLst>
                <a:ext uri="{FF2B5EF4-FFF2-40B4-BE49-F238E27FC236}">
                  <a16:creationId xmlns:a16="http://schemas.microsoft.com/office/drawing/2014/main" id="{80CB61BF-7E7A-88EA-32C0-1503213354B6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35" name="Picture 15">
              <a:extLst>
                <a:ext uri="{FF2B5EF4-FFF2-40B4-BE49-F238E27FC236}">
                  <a16:creationId xmlns:a16="http://schemas.microsoft.com/office/drawing/2014/main" id="{BE9AEC0E-70DE-37D1-AB11-2714376D76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551922F1-2DF5-0861-8FFF-B116038A6892}"/>
              </a:ext>
            </a:extLst>
          </p:cNvPr>
          <p:cNvSpPr/>
          <p:nvPr/>
        </p:nvSpPr>
        <p:spPr>
          <a:xfrm>
            <a:off x="247649" y="5787476"/>
            <a:ext cx="5974567" cy="729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8AB24F9-AA5C-7EA2-00F6-FA86C759FAB2}"/>
              </a:ext>
            </a:extLst>
          </p:cNvPr>
          <p:cNvSpPr txBox="1"/>
          <p:nvPr/>
        </p:nvSpPr>
        <p:spPr>
          <a:xfrm>
            <a:off x="2729308" y="5193238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138" name="Group 26">
            <a:extLst>
              <a:ext uri="{FF2B5EF4-FFF2-40B4-BE49-F238E27FC236}">
                <a16:creationId xmlns:a16="http://schemas.microsoft.com/office/drawing/2014/main" id="{09541960-D7E3-FA2C-B7E3-F51316D5700E}"/>
              </a:ext>
            </a:extLst>
          </p:cNvPr>
          <p:cNvGrpSpPr/>
          <p:nvPr/>
        </p:nvGrpSpPr>
        <p:grpSpPr>
          <a:xfrm>
            <a:off x="249187" y="5526143"/>
            <a:ext cx="5961113" cy="219667"/>
            <a:chOff x="1895287" y="2791040"/>
            <a:chExt cx="5961113" cy="219667"/>
          </a:xfrm>
        </p:grpSpPr>
        <p:grpSp>
          <p:nvGrpSpPr>
            <p:cNvPr id="139" name="그룹 6">
              <a:extLst>
                <a:ext uri="{FF2B5EF4-FFF2-40B4-BE49-F238E27FC236}">
                  <a16:creationId xmlns:a16="http://schemas.microsoft.com/office/drawing/2014/main" id="{E77FFD86-C21A-060A-D8A3-BFBD847AB41F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141" name="Tab 1">
                <a:extLst>
                  <a:ext uri="{FF2B5EF4-FFF2-40B4-BE49-F238E27FC236}">
                    <a16:creationId xmlns:a16="http://schemas.microsoft.com/office/drawing/2014/main" id="{2B89325D-C26A-708D-154F-5F7548D0BF7D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2" name="Tab 2">
                <a:extLst>
                  <a:ext uri="{FF2B5EF4-FFF2-40B4-BE49-F238E27FC236}">
                    <a16:creationId xmlns:a16="http://schemas.microsoft.com/office/drawing/2014/main" id="{6B765A28-538D-4099-0FC4-5CA4BF9D1305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4" name="Tab 2">
                <a:extLst>
                  <a:ext uri="{FF2B5EF4-FFF2-40B4-BE49-F238E27FC236}">
                    <a16:creationId xmlns:a16="http://schemas.microsoft.com/office/drawing/2014/main" id="{5DC107CC-9024-598F-1834-65B008D17C13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5" name="Tab 2">
                <a:extLst>
                  <a:ext uri="{FF2B5EF4-FFF2-40B4-BE49-F238E27FC236}">
                    <a16:creationId xmlns:a16="http://schemas.microsoft.com/office/drawing/2014/main" id="{BED0D222-D9CE-8C1A-D08B-53939F5626FC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6" name="Tab 2">
                <a:extLst>
                  <a:ext uri="{FF2B5EF4-FFF2-40B4-BE49-F238E27FC236}">
                    <a16:creationId xmlns:a16="http://schemas.microsoft.com/office/drawing/2014/main" id="{01B3092A-2920-044B-F261-FA0AF0E6D104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7" name="Tab 2">
                <a:extLst>
                  <a:ext uri="{FF2B5EF4-FFF2-40B4-BE49-F238E27FC236}">
                    <a16:creationId xmlns:a16="http://schemas.microsoft.com/office/drawing/2014/main" id="{1C369ACD-E0B7-1969-E422-1C7A003B424C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140" name="직선 연결선 32">
              <a:extLst>
                <a:ext uri="{FF2B5EF4-FFF2-40B4-BE49-F238E27FC236}">
                  <a16:creationId xmlns:a16="http://schemas.microsoft.com/office/drawing/2014/main" id="{8BD9013B-5164-0342-9ACB-73CE91F5CB8A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F160CC82-FCF5-9B12-BD4F-8CE5E3F51510}"/>
              </a:ext>
            </a:extLst>
          </p:cNvPr>
          <p:cNvGrpSpPr/>
          <p:nvPr/>
        </p:nvGrpSpPr>
        <p:grpSpPr>
          <a:xfrm>
            <a:off x="5072350" y="5128776"/>
            <a:ext cx="520284" cy="197229"/>
            <a:chOff x="4050461" y="5245314"/>
            <a:chExt cx="520284" cy="197229"/>
          </a:xfrm>
        </p:grpSpPr>
        <p:sp>
          <p:nvSpPr>
            <p:cNvPr id="149" name="Rectangle 256">
              <a:extLst>
                <a:ext uri="{FF2B5EF4-FFF2-40B4-BE49-F238E27FC236}">
                  <a16:creationId xmlns:a16="http://schemas.microsoft.com/office/drawing/2014/main" id="{A19D306B-2A29-3EFB-2EC3-596F82D5A5C2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51" name="그림 150">
              <a:extLst>
                <a:ext uri="{FF2B5EF4-FFF2-40B4-BE49-F238E27FC236}">
                  <a16:creationId xmlns:a16="http://schemas.microsoft.com/office/drawing/2014/main" id="{871BE3D0-9CA4-4929-663A-979AEAF6F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BE51513A-3735-AD7C-D05F-D5DECB198051}"/>
              </a:ext>
            </a:extLst>
          </p:cNvPr>
          <p:cNvGrpSpPr/>
          <p:nvPr/>
        </p:nvGrpSpPr>
        <p:grpSpPr>
          <a:xfrm>
            <a:off x="4591664" y="4383575"/>
            <a:ext cx="1661164" cy="202164"/>
            <a:chOff x="4439700" y="4436870"/>
            <a:chExt cx="1661164" cy="202164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AA7DA7AB-A1CC-E196-52F3-476735874B1D}"/>
                </a:ext>
              </a:extLst>
            </p:cNvPr>
            <p:cNvSpPr txBox="1"/>
            <p:nvPr/>
          </p:nvSpPr>
          <p:spPr>
            <a:xfrm>
              <a:off x="4439700" y="4436870"/>
              <a:ext cx="80367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1,434</a:t>
              </a:r>
              <a:r>
                <a:rPr lang="ko-KR" altLang="en-US" sz="800" dirty="0">
                  <a:latin typeface="+mn-ea"/>
                  <a:ea typeface="+mn-ea"/>
                </a:rPr>
                <a:t>명 시청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EFA5B552-7E61-3F67-61A5-9E5DADE03D45}"/>
                </a:ext>
              </a:extLst>
            </p:cNvPr>
            <p:cNvSpPr txBox="1"/>
            <p:nvPr/>
          </p:nvSpPr>
          <p:spPr>
            <a:xfrm>
              <a:off x="5197217" y="4443220"/>
              <a:ext cx="106367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〮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8082B4F0-880A-48DF-6AB1-1F389949E16D}"/>
                </a:ext>
              </a:extLst>
            </p:cNvPr>
            <p:cNvSpPr txBox="1"/>
            <p:nvPr/>
          </p:nvSpPr>
          <p:spPr>
            <a:xfrm>
              <a:off x="5265131" y="4436870"/>
              <a:ext cx="83573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00:34:22 </a:t>
              </a:r>
              <a:r>
                <a:rPr lang="ko-KR" altLang="en-US" sz="800" dirty="0">
                  <a:latin typeface="+mn-ea"/>
                  <a:ea typeface="+mn-ea"/>
                </a:rPr>
                <a:t>방송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159" name="사각형: 둥근 모서리 158">
            <a:extLst>
              <a:ext uri="{FF2B5EF4-FFF2-40B4-BE49-F238E27FC236}">
                <a16:creationId xmlns:a16="http://schemas.microsoft.com/office/drawing/2014/main" id="{2FEF35F9-B8F3-FE75-F165-B17F16CB43C3}"/>
              </a:ext>
            </a:extLst>
          </p:cNvPr>
          <p:cNvSpPr/>
          <p:nvPr/>
        </p:nvSpPr>
        <p:spPr>
          <a:xfrm>
            <a:off x="36207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CDC7CC32-A4ED-6652-4ACD-51A99E1DFE88}"/>
              </a:ext>
            </a:extLst>
          </p:cNvPr>
          <p:cNvSpPr/>
          <p:nvPr/>
        </p:nvSpPr>
        <p:spPr>
          <a:xfrm>
            <a:off x="1078810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CD627C3B-1A10-EA18-093B-90BB532E84C8}"/>
              </a:ext>
            </a:extLst>
          </p:cNvPr>
          <p:cNvSpPr/>
          <p:nvPr/>
        </p:nvSpPr>
        <p:spPr>
          <a:xfrm>
            <a:off x="179554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E2157B-DB72-826C-2479-E418DE2CDF34}"/>
              </a:ext>
            </a:extLst>
          </p:cNvPr>
          <p:cNvSpPr txBox="1"/>
          <p:nvPr/>
        </p:nvSpPr>
        <p:spPr>
          <a:xfrm>
            <a:off x="2773017" y="2234056"/>
            <a:ext cx="928139" cy="20108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  <a:ea typeface="+mn-ea"/>
              </a:rPr>
              <a:t>PIP</a:t>
            </a:r>
            <a:r>
              <a:rPr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에서 재생 중</a:t>
            </a:r>
            <a:endParaRPr lang="en-US" altLang="ko-KR" sz="10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3F37C58-21AD-B8AC-54A7-2445D11A2D80}"/>
              </a:ext>
            </a:extLst>
          </p:cNvPr>
          <p:cNvSpPr/>
          <p:nvPr/>
        </p:nvSpPr>
        <p:spPr>
          <a:xfrm>
            <a:off x="2665467" y="2537450"/>
            <a:ext cx="1143240" cy="285003"/>
          </a:xfrm>
          <a:prstGeom prst="roundRect">
            <a:avLst>
              <a:gd name="adj" fmla="val 18631"/>
            </a:avLst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+mn-ea"/>
              </a:rPr>
              <a:t>원래 크기로 보기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232E9CD-1F91-2517-22A8-CC3448A044C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83267" y="3986081"/>
            <a:ext cx="169200" cy="169200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CC36459F-E5FC-975A-084A-E0AA1F8FCCCE}"/>
              </a:ext>
            </a:extLst>
          </p:cNvPr>
          <p:cNvSpPr/>
          <p:nvPr/>
        </p:nvSpPr>
        <p:spPr>
          <a:xfrm>
            <a:off x="6313280" y="819325"/>
            <a:ext cx="3149411" cy="5769729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BC2CA10-0B87-9692-ACC5-78862A036DC1}"/>
              </a:ext>
            </a:extLst>
          </p:cNvPr>
          <p:cNvGrpSpPr/>
          <p:nvPr/>
        </p:nvGrpSpPr>
        <p:grpSpPr>
          <a:xfrm>
            <a:off x="6690481" y="4488865"/>
            <a:ext cx="2449423" cy="1348907"/>
            <a:chOff x="6734832" y="4954091"/>
            <a:chExt cx="2449423" cy="1348907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84FFF7DE-E3B0-4177-FD03-8237FB8E6668}"/>
                </a:ext>
              </a:extLst>
            </p:cNvPr>
            <p:cNvSpPr/>
            <p:nvPr/>
          </p:nvSpPr>
          <p:spPr>
            <a:xfrm>
              <a:off x="6734832" y="4954091"/>
              <a:ext cx="2449423" cy="1348907"/>
            </a:xfrm>
            <a:prstGeom prst="roundRect">
              <a:avLst>
                <a:gd name="adj" fmla="val 6695"/>
              </a:avLst>
            </a:prstGeom>
            <a:solidFill>
              <a:schemeClr val="bg1">
                <a:lumMod val="65000"/>
              </a:schemeClr>
            </a:solidFill>
            <a:ln w="6350"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>
                <a:lnSpc>
                  <a:spcPct val="200000"/>
                </a:lnSpc>
              </a:pPr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F49DF469-3B01-0684-A441-1EF3ED6B65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65026" y="6001617"/>
              <a:ext cx="211110" cy="211110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47E350F9-102D-52F3-9C3D-2A2C4A931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99154" y="6046716"/>
              <a:ext cx="308348" cy="122054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CCC1874E-D519-94F2-2A37-BF2BE851B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899149" y="6037378"/>
              <a:ext cx="104497" cy="134353"/>
            </a:xfrm>
            <a:prstGeom prst="rect">
              <a:avLst/>
            </a:prstGeom>
          </p:spPr>
        </p:pic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D1C7616F-4EEE-5760-7482-A3D6D77BA78A}"/>
                </a:ext>
              </a:extLst>
            </p:cNvPr>
            <p:cNvGrpSpPr/>
            <p:nvPr/>
          </p:nvGrpSpPr>
          <p:grpSpPr>
            <a:xfrm>
              <a:off x="6858428" y="5864139"/>
              <a:ext cx="2189825" cy="92335"/>
              <a:chOff x="285087" y="3823362"/>
              <a:chExt cx="2189825" cy="92335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35082E34-0E75-F0F6-4E1D-05682F5CFCE9}"/>
                  </a:ext>
                </a:extLst>
              </p:cNvPr>
              <p:cNvSpPr/>
              <p:nvPr/>
            </p:nvSpPr>
            <p:spPr>
              <a:xfrm>
                <a:off x="285087" y="3853387"/>
                <a:ext cx="2160000" cy="36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8DC34184-95B3-2C64-03D0-9EE032798CE8}"/>
                  </a:ext>
                </a:extLst>
              </p:cNvPr>
              <p:cNvSpPr/>
              <p:nvPr/>
            </p:nvSpPr>
            <p:spPr>
              <a:xfrm>
                <a:off x="2382577" y="3823362"/>
                <a:ext cx="92335" cy="9233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0C4CEF42-50C1-CF42-D288-329E13B15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871318" y="6025781"/>
              <a:ext cx="169200" cy="169200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3F6A149F-FA68-A9A2-C13C-C90B88164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912159" y="5070508"/>
              <a:ext cx="156882" cy="156882"/>
            </a:xfrm>
            <a:prstGeom prst="rect">
              <a:avLst/>
            </a:prstGeom>
          </p:spPr>
        </p:pic>
      </p:grpSp>
      <p:sp>
        <p:nvSpPr>
          <p:cNvPr id="34" name="타원 129">
            <a:extLst>
              <a:ext uri="{FF2B5EF4-FFF2-40B4-BE49-F238E27FC236}">
                <a16:creationId xmlns:a16="http://schemas.microsoft.com/office/drawing/2014/main" id="{55C87483-1BE1-FB0D-A434-07AD7AE6B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2071" y="4427967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타원 129">
            <a:extLst>
              <a:ext uri="{FF2B5EF4-FFF2-40B4-BE49-F238E27FC236}">
                <a16:creationId xmlns:a16="http://schemas.microsoft.com/office/drawing/2014/main" id="{4B45CFA3-50B1-FCD4-28E5-14775AFFD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428" y="2281232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3B05279-E254-105D-C0A3-661FCD26EEDC}"/>
              </a:ext>
            </a:extLst>
          </p:cNvPr>
          <p:cNvSpPr/>
          <p:nvPr/>
        </p:nvSpPr>
        <p:spPr>
          <a:xfrm>
            <a:off x="7372189" y="3362666"/>
            <a:ext cx="1018775" cy="3280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+mn-ea"/>
              </a:rPr>
              <a:t>PIP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모드 종료</a:t>
            </a:r>
          </a:p>
        </p:txBody>
      </p:sp>
      <p:cxnSp>
        <p:nvCxnSpPr>
          <p:cNvPr id="43" name="직선 연결선 2055">
            <a:extLst>
              <a:ext uri="{FF2B5EF4-FFF2-40B4-BE49-F238E27FC236}">
                <a16:creationId xmlns:a16="http://schemas.microsoft.com/office/drawing/2014/main" id="{64378A4C-B418-EEC3-DCE1-BD2BF3C33BCC}"/>
              </a:ext>
            </a:extLst>
          </p:cNvPr>
          <p:cNvCxnSpPr>
            <a:cxnSpLocks/>
            <a:stCxn id="40" idx="1"/>
            <a:endCxn id="15" idx="0"/>
          </p:cNvCxnSpPr>
          <p:nvPr/>
        </p:nvCxnSpPr>
        <p:spPr>
          <a:xfrm rot="10800000" flipV="1">
            <a:off x="5467867" y="3526707"/>
            <a:ext cx="1904322" cy="459373"/>
          </a:xfrm>
          <a:prstGeom prst="bentConnector2">
            <a:avLst/>
          </a:prstGeom>
          <a:ln w="12700">
            <a:solidFill>
              <a:srgbClr val="FF0000"/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2055">
            <a:extLst>
              <a:ext uri="{FF2B5EF4-FFF2-40B4-BE49-F238E27FC236}">
                <a16:creationId xmlns:a16="http://schemas.microsoft.com/office/drawing/2014/main" id="{1CB4F615-535A-0925-55BC-AABBD9AE15E3}"/>
              </a:ext>
            </a:extLst>
          </p:cNvPr>
          <p:cNvCxnSpPr>
            <a:cxnSpLocks/>
            <a:stCxn id="40" idx="0"/>
            <a:endCxn id="12" idx="2"/>
          </p:cNvCxnSpPr>
          <p:nvPr/>
        </p:nvCxnSpPr>
        <p:spPr>
          <a:xfrm rot="16200000" flipV="1">
            <a:off x="5289226" y="770315"/>
            <a:ext cx="540213" cy="4644490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2055">
            <a:extLst>
              <a:ext uri="{FF2B5EF4-FFF2-40B4-BE49-F238E27FC236}">
                <a16:creationId xmlns:a16="http://schemas.microsoft.com/office/drawing/2014/main" id="{06A1DAFC-FDE2-33AD-63EB-4F22380D6B21}"/>
              </a:ext>
            </a:extLst>
          </p:cNvPr>
          <p:cNvCxnSpPr>
            <a:cxnSpLocks/>
            <a:stCxn id="40" idx="3"/>
            <a:endCxn id="21" idx="3"/>
          </p:cNvCxnSpPr>
          <p:nvPr/>
        </p:nvCxnSpPr>
        <p:spPr>
          <a:xfrm>
            <a:off x="8390964" y="3526708"/>
            <a:ext cx="605203" cy="2118447"/>
          </a:xfrm>
          <a:prstGeom prst="bentConnector3">
            <a:avLst>
              <a:gd name="adj1" fmla="val 161472"/>
            </a:avLst>
          </a:prstGeom>
          <a:ln w="12700">
            <a:solidFill>
              <a:srgbClr val="FF0000"/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2055">
            <a:extLst>
              <a:ext uri="{FF2B5EF4-FFF2-40B4-BE49-F238E27FC236}">
                <a16:creationId xmlns:a16="http://schemas.microsoft.com/office/drawing/2014/main" id="{AB012264-437A-5669-1CE5-35C35DB76EBA}"/>
              </a:ext>
            </a:extLst>
          </p:cNvPr>
          <p:cNvCxnSpPr>
            <a:cxnSpLocks/>
            <a:stCxn id="40" idx="3"/>
            <a:endCxn id="38" idx="3"/>
          </p:cNvCxnSpPr>
          <p:nvPr/>
        </p:nvCxnSpPr>
        <p:spPr>
          <a:xfrm>
            <a:off x="8390964" y="3526708"/>
            <a:ext cx="633726" cy="1157015"/>
          </a:xfrm>
          <a:prstGeom prst="bentConnector3">
            <a:avLst>
              <a:gd name="adj1" fmla="val 153998"/>
            </a:avLst>
          </a:prstGeom>
          <a:ln w="12700">
            <a:solidFill>
              <a:srgbClr val="FF0000"/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ACBFD16D-5FFE-E790-0794-E22717CDE50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86928" y="3983525"/>
            <a:ext cx="185250" cy="1852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D42704-95CE-ACEF-384F-6FE65CA56EF5}"/>
              </a:ext>
            </a:extLst>
          </p:cNvPr>
          <p:cNvSpPr txBox="1"/>
          <p:nvPr/>
        </p:nvSpPr>
        <p:spPr>
          <a:xfrm>
            <a:off x="2539175" y="4671140"/>
            <a:ext cx="853366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리그오브레전드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9CF259-1497-2639-079F-935C58CFA5ED}"/>
              </a:ext>
            </a:extLst>
          </p:cNvPr>
          <p:cNvSpPr txBox="1"/>
          <p:nvPr/>
        </p:nvSpPr>
        <p:spPr>
          <a:xfrm>
            <a:off x="3389224" y="4671140"/>
            <a:ext cx="75077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나는야게임왕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4DCF16-6DDF-0426-A669-95E009551025}"/>
              </a:ext>
            </a:extLst>
          </p:cNvPr>
          <p:cNvSpPr txBox="1"/>
          <p:nvPr/>
        </p:nvSpPr>
        <p:spPr>
          <a:xfrm>
            <a:off x="4154612" y="4671140"/>
            <a:ext cx="55360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#T1</a:t>
            </a:r>
            <a:r>
              <a:rPr lang="ko-KR" altLang="en-US" sz="800" dirty="0">
                <a:latin typeface="+mn-ea"/>
                <a:ea typeface="+mn-ea"/>
              </a:rPr>
              <a:t>티밀리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29D2DD-BAAA-4F50-A093-539B93E27233}"/>
              </a:ext>
            </a:extLst>
          </p:cNvPr>
          <p:cNvSpPr txBox="1"/>
          <p:nvPr/>
        </p:nvSpPr>
        <p:spPr>
          <a:xfrm>
            <a:off x="4706616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게임이좋아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179F14-AD3F-3BCE-A9DD-DC4ADD3C2E4F}"/>
              </a:ext>
            </a:extLst>
          </p:cNvPr>
          <p:cNvSpPr txBox="1"/>
          <p:nvPr/>
        </p:nvSpPr>
        <p:spPr>
          <a:xfrm>
            <a:off x="5354798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니달리천재</a:t>
            </a:r>
            <a:endParaRPr lang="en-US" altLang="ko-KR" sz="800" b="1" dirty="0">
              <a:latin typeface="+mn-ea"/>
              <a:ea typeface="+mn-ea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118533C-57FB-45A0-EB4E-479B9D48E14B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E3CE1F7F-AC18-FA21-574F-F5BF280D38D3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70C4B7D4-5603-761A-0E84-B99F5DE16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88804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FEA52-6C01-0189-4D6D-C09030AC8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2783AC-A7FD-444B-8ACF-F3D745865F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</a:t>
            </a:r>
            <a:r>
              <a:rPr lang="en-US" altLang="ko-KR" sz="2000" dirty="0"/>
              <a:t> &gt; </a:t>
            </a:r>
            <a:r>
              <a:rPr lang="ko-KR" altLang="en-US" sz="2000" dirty="0"/>
              <a:t>영화관 모드 </a:t>
            </a:r>
            <a:r>
              <a:rPr lang="en-US" altLang="ko-KR" sz="2000" dirty="0"/>
              <a:t>ON</a:t>
            </a:r>
            <a:endParaRPr lang="ko-KR" altLang="en-US" sz="20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86001B7-9466-463D-21ED-E8BAE8B26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AB8F4DF7-9B06-7A75-BE50-AD0A9054B4C3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7466" cy="222504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영화관 모드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영화관 모드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GNB/LNB/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정보 영역까지 플레이어 영역으로 확장됨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영화관 모드 상태에서는 브라우저 상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스크롤 동작 불가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영화관 모드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 &gt; PIP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영화관 모드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상태에서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동작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모드로 전환됨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다시 영화관 모드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상태로 전환됨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5842688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영화관 모드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 &gt;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화면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영화관 모드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상태에서 전체 화면 동작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화면으로 전환됨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화면 종료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다시 영화관 모드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상태로 전환됨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525710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5CD32A53-EDDA-A0FB-9300-321AF37DD292}"/>
              </a:ext>
            </a:extLst>
          </p:cNvPr>
          <p:cNvSpPr/>
          <p:nvPr/>
        </p:nvSpPr>
        <p:spPr>
          <a:xfrm>
            <a:off x="160892" y="826569"/>
            <a:ext cx="6152391" cy="576249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82" name="Picture 87">
            <a:extLst>
              <a:ext uri="{FF2B5EF4-FFF2-40B4-BE49-F238E27FC236}">
                <a16:creationId xmlns:a16="http://schemas.microsoft.com/office/drawing/2014/main" id="{D2ABE7AE-B8FB-733E-0DA6-53A6F893D61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3118010" y="3589136"/>
            <a:ext cx="238154" cy="237357"/>
          </a:xfrm>
          <a:prstGeom prst="rect">
            <a:avLst/>
          </a:prstGeom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F8B49F7E-4CB4-C666-7CF4-5A71AA4FE6D1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D5DC5F26-3F7F-4165-6CF1-E90E1C1467B7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80208FC1-80A9-D500-517E-4715E10976C4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65A43368-3CC1-F68E-9E34-201171F51289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7FC56D0-EBCB-3217-1877-667F7EE69C7F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E0C62799-7CB4-9C76-A5D1-C9F8C3F0843A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AC9D4FC4-BE53-47A2-5BA3-7F443AA0E1E7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D0792AE-7D4D-644B-15B4-2070D652C532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E7C9EC74-F7E8-1CD9-86F9-6ED5E5B90E71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91054CA4-E820-EF3F-2401-F1A423888E65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1FD7EA5-357F-DA0F-F112-97EEF12C3F69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FAA2D298-3FCD-A3E6-4C4B-8F4AE7A761A8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5146051E-2283-661C-D71B-83ABA5338E26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0BA539F-556E-2B2D-A91B-8AA868F0CAED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7E99A3BD-AF32-39B7-03F5-863DE0B08C47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B3D88377-4826-A633-46AF-807F41F320F1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C66B32B-03A2-93F8-7B31-3D8BC3012CE7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5229ABA4-DF52-1695-456A-93C7F15CEC44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CF1EE959-7111-B5DD-ED9F-5DD7330AB070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4D6A326-D699-BBBC-1E48-86B6CD43EE9F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041C19DB-A535-2031-916B-BF707ED1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FC4C7F89-FF66-B1A4-8FA9-826FB453EBFB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825ED284-1BA6-0E49-2CCA-F71657AFDE33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6B3E0151-70BA-3B17-1DBE-282412DA226D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389D1FCD-7DE3-85DD-15D4-0674A4120C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D4B596B9-BDF5-6F81-67F6-DD6C76DAAF1C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D6906CBC-1ACD-3641-FFC1-E53E1611F761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C15E2238-957F-5AB9-F444-B3313854BC3A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02C88FD6-0577-9536-B345-46C8AD00F82F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6F6BD1EF-9C9C-23F4-2825-77F89DE3F805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5914D5D5-9ACE-452D-A573-695DD956C7B4}"/>
              </a:ext>
            </a:extLst>
          </p:cNvPr>
          <p:cNvGrpSpPr/>
          <p:nvPr/>
        </p:nvGrpSpPr>
        <p:grpSpPr>
          <a:xfrm>
            <a:off x="5853553" y="3313622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91A82A95-F310-9E23-A5C7-EB586A70D196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BF06731C-AFE8-85A1-A56E-E400ACC1B823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4CA6684F-A406-A6D5-B4B1-618EB184A8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F3B9A9A8-0036-F16B-3110-67E22BB709DE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4B29A37D-FDC8-5D58-24EB-A5B9EC7FB693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569699E5-70AA-85A4-ADF0-9CB288AFD8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pic>
        <p:nvPicPr>
          <p:cNvPr id="143" name="그림 142">
            <a:extLst>
              <a:ext uri="{FF2B5EF4-FFF2-40B4-BE49-F238E27FC236}">
                <a16:creationId xmlns:a16="http://schemas.microsoft.com/office/drawing/2014/main" id="{A6AEBC39-D480-D627-9072-E7909351F5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85" y="6282699"/>
            <a:ext cx="211110" cy="211110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8CC6A197-D3DB-F170-5B26-9CEB4163EF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13" y="6327798"/>
            <a:ext cx="308348" cy="122054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492F8BFE-713A-74A2-5122-40E6BAC1A5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7890" y="6299875"/>
            <a:ext cx="187072" cy="187072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83F7ABE2-C903-BDC2-ED97-F95CD2A03F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0576" y="6266819"/>
            <a:ext cx="253184" cy="253184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0DAA1ED0-F315-872F-C461-104A25780971}"/>
              </a:ext>
            </a:extLst>
          </p:cNvPr>
          <p:cNvSpPr txBox="1"/>
          <p:nvPr/>
        </p:nvSpPr>
        <p:spPr>
          <a:xfrm>
            <a:off x="4523936" y="6275408"/>
            <a:ext cx="463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+mn-ea"/>
                <a:ea typeface="+mn-ea"/>
              </a:rPr>
              <a:t>360p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ea typeface="+mn-ea"/>
              </a:rPr>
              <a:t>▼</a:t>
            </a:r>
            <a:endParaRPr lang="en-US" altLang="ko-KR" sz="9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76E10A62-6652-1111-DD10-8FC4314B69C0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68BA7778-4F7C-C42A-D870-CE95CB12340A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C2B15408-D06B-AF4E-613B-53B5D0599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pic>
        <p:nvPicPr>
          <p:cNvPr id="198" name="그림 197">
            <a:extLst>
              <a:ext uri="{FF2B5EF4-FFF2-40B4-BE49-F238E27FC236}">
                <a16:creationId xmlns:a16="http://schemas.microsoft.com/office/drawing/2014/main" id="{47A53C80-ED86-505C-5F4A-87886B8FCB2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79244" y="6308540"/>
            <a:ext cx="168600" cy="168600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E1B4262C-FD46-F502-9F85-BF35B1C9925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5808" y="6318460"/>
            <a:ext cx="104497" cy="134353"/>
          </a:xfrm>
          <a:prstGeom prst="rect">
            <a:avLst/>
          </a:prstGeom>
        </p:spPr>
      </p:pic>
      <p:grpSp>
        <p:nvGrpSpPr>
          <p:cNvPr id="99" name="그룹 98">
            <a:extLst>
              <a:ext uri="{FF2B5EF4-FFF2-40B4-BE49-F238E27FC236}">
                <a16:creationId xmlns:a16="http://schemas.microsoft.com/office/drawing/2014/main" id="{61D36281-1AC2-9B28-83FA-FD80ACAE52FE}"/>
              </a:ext>
            </a:extLst>
          </p:cNvPr>
          <p:cNvGrpSpPr/>
          <p:nvPr/>
        </p:nvGrpSpPr>
        <p:grpSpPr>
          <a:xfrm>
            <a:off x="285087" y="6145221"/>
            <a:ext cx="5929975" cy="92335"/>
            <a:chOff x="285087" y="3823362"/>
            <a:chExt cx="5929975" cy="92335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B5C7BFF9-2223-182C-1129-DC08350BAECE}"/>
                </a:ext>
              </a:extLst>
            </p:cNvPr>
            <p:cNvSpPr/>
            <p:nvPr/>
          </p:nvSpPr>
          <p:spPr>
            <a:xfrm>
              <a:off x="285087" y="3853387"/>
              <a:ext cx="5904000" cy="36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6A8341D2-099E-B129-4C37-651B949BA9F3}"/>
                </a:ext>
              </a:extLst>
            </p:cNvPr>
            <p:cNvSpPr/>
            <p:nvPr/>
          </p:nvSpPr>
          <p:spPr>
            <a:xfrm>
              <a:off x="6122727" y="3823362"/>
              <a:ext cx="92335" cy="9233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8" name="타원 129">
            <a:extLst>
              <a:ext uri="{FF2B5EF4-FFF2-40B4-BE49-F238E27FC236}">
                <a16:creationId xmlns:a16="http://schemas.microsoft.com/office/drawing/2014/main" id="{571581F4-087B-48D7-DE1E-1E02F7D9F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1511" y="3485409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1A4A4DC-D437-68A4-C775-2A662AB068C2}"/>
              </a:ext>
            </a:extLst>
          </p:cNvPr>
          <p:cNvSpPr/>
          <p:nvPr/>
        </p:nvSpPr>
        <p:spPr>
          <a:xfrm>
            <a:off x="5154850" y="5495900"/>
            <a:ext cx="1225897" cy="3280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  <a:latin typeface="+mn-ea"/>
              </a:rPr>
              <a:t>영화관 모드 종료</a:t>
            </a:r>
          </a:p>
        </p:txBody>
      </p:sp>
      <p:cxnSp>
        <p:nvCxnSpPr>
          <p:cNvPr id="16" name="직선 연결선 2055">
            <a:extLst>
              <a:ext uri="{FF2B5EF4-FFF2-40B4-BE49-F238E27FC236}">
                <a16:creationId xmlns:a16="http://schemas.microsoft.com/office/drawing/2014/main" id="{91A386D1-A884-D51D-2E69-CC3D875539AB}"/>
              </a:ext>
            </a:extLst>
          </p:cNvPr>
          <p:cNvCxnSpPr>
            <a:cxnSpLocks/>
          </p:cNvCxnSpPr>
          <p:nvPr/>
        </p:nvCxnSpPr>
        <p:spPr>
          <a:xfrm>
            <a:off x="5781630" y="5822914"/>
            <a:ext cx="0" cy="495336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타원 129">
            <a:extLst>
              <a:ext uri="{FF2B5EF4-FFF2-40B4-BE49-F238E27FC236}">
                <a16:creationId xmlns:a16="http://schemas.microsoft.com/office/drawing/2014/main" id="{1864C2FE-CE5B-C042-0994-3D5EA6A58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3901" y="6184522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타원 129">
            <a:extLst>
              <a:ext uri="{FF2B5EF4-FFF2-40B4-BE49-F238E27FC236}">
                <a16:creationId xmlns:a16="http://schemas.microsoft.com/office/drawing/2014/main" id="{AFEC4B2E-3BC2-6F77-872D-B797C1619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8894" y="6184522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9A0FCE9E-AA1E-DD6F-78DD-39EECAB2FF1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1566" y="6329186"/>
            <a:ext cx="133727" cy="133727"/>
          </a:xfrm>
          <a:prstGeom prst="rect">
            <a:avLst/>
          </a:prstGeom>
          <a:ln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27181452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166B8-5502-E4AC-4B11-C4DAE67E7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7457F7-2BB8-FE28-FD55-CC67712FC1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</a:t>
            </a:r>
            <a:r>
              <a:rPr lang="en-US" altLang="ko-KR" sz="2000" dirty="0"/>
              <a:t> &gt; </a:t>
            </a:r>
            <a:r>
              <a:rPr lang="ko-KR" altLang="en-US" sz="2000" dirty="0"/>
              <a:t>전체 화면 </a:t>
            </a:r>
            <a:r>
              <a:rPr lang="en-US" altLang="ko-KR" sz="2000" dirty="0"/>
              <a:t>ON</a:t>
            </a:r>
            <a:endParaRPr lang="ko-KR" altLang="en-US" sz="20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B62D61D-BAE6-75D7-0535-CB96CC0DC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sp>
        <p:nvSpPr>
          <p:cNvPr id="6" name="Rectangle 117">
            <a:extLst>
              <a:ext uri="{FF2B5EF4-FFF2-40B4-BE49-F238E27FC236}">
                <a16:creationId xmlns:a16="http://schemas.microsoft.com/office/drawing/2014/main" id="{6BA1123E-FF19-E199-0CD3-7FD623625EBD}"/>
              </a:ext>
            </a:extLst>
          </p:cNvPr>
          <p:cNvSpPr/>
          <p:nvPr/>
        </p:nvSpPr>
        <p:spPr>
          <a:xfrm>
            <a:off x="160892" y="826569"/>
            <a:ext cx="9301800" cy="576249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82" name="Picture 87">
            <a:extLst>
              <a:ext uri="{FF2B5EF4-FFF2-40B4-BE49-F238E27FC236}">
                <a16:creationId xmlns:a16="http://schemas.microsoft.com/office/drawing/2014/main" id="{82D4CB2A-FA55-027F-A595-2C4789ABE88E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4692715" y="3589136"/>
            <a:ext cx="238154" cy="237357"/>
          </a:xfrm>
          <a:prstGeom prst="rect">
            <a:avLst/>
          </a:prstGeom>
        </p:spPr>
      </p:pic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70BE749-F139-4E50-BC35-3D1167C35B3B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FEB4C18F-13F3-5EF5-61B5-F05F12A1897B}"/>
              </a:ext>
            </a:extLst>
          </p:cNvPr>
          <p:cNvGrpSpPr/>
          <p:nvPr/>
        </p:nvGrpSpPr>
        <p:grpSpPr>
          <a:xfrm>
            <a:off x="8964306" y="3313622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52FE6792-83EF-02D8-568D-2DE08C088E5A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E75B7584-78D3-CB8C-C425-63807EA8E01E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C24F7824-85F7-3D8D-98DB-FB5C1A05C6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EF4B20A2-6D6C-7DBF-2712-93ED03129D85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2C523DF4-E377-3AE8-9DF1-4E8BCED118E1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BF31B0E6-1D59-0845-6024-ECFF913587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pic>
        <p:nvPicPr>
          <p:cNvPr id="143" name="그림 142">
            <a:extLst>
              <a:ext uri="{FF2B5EF4-FFF2-40B4-BE49-F238E27FC236}">
                <a16:creationId xmlns:a16="http://schemas.microsoft.com/office/drawing/2014/main" id="{F334A134-42BD-BE91-2A90-D5A5B74F2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85" y="6282699"/>
            <a:ext cx="211110" cy="211110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227431D0-1639-F757-1F38-F416E6B597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13" y="6327798"/>
            <a:ext cx="308348" cy="122054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ADB0CF04-1B80-65E2-D4C0-C8B8F78DED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0130" y="6266819"/>
            <a:ext cx="253184" cy="253184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F5869DCD-643C-F820-9F8D-69B01DF5BD71}"/>
              </a:ext>
            </a:extLst>
          </p:cNvPr>
          <p:cNvSpPr txBox="1"/>
          <p:nvPr/>
        </p:nvSpPr>
        <p:spPr>
          <a:xfrm>
            <a:off x="8033490" y="6275408"/>
            <a:ext cx="463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+mn-ea"/>
                <a:ea typeface="+mn-ea"/>
              </a:rPr>
              <a:t>360p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ea typeface="+mn-ea"/>
              </a:rPr>
              <a:t>▼</a:t>
            </a:r>
            <a:endParaRPr lang="en-US" altLang="ko-KR" sz="9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4045AA2D-713D-F356-BCE0-497C2808A24F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633FD48F-2D74-4C43-0BA3-8A68AD67BCA9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1F313055-E7F1-5F10-01BE-4B98FEC91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pic>
        <p:nvPicPr>
          <p:cNvPr id="93" name="그림 92">
            <a:extLst>
              <a:ext uri="{FF2B5EF4-FFF2-40B4-BE49-F238E27FC236}">
                <a16:creationId xmlns:a16="http://schemas.microsoft.com/office/drawing/2014/main" id="{5B4544CA-4532-8F96-8D37-FEE85D8DEC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808" y="6318460"/>
            <a:ext cx="104497" cy="134353"/>
          </a:xfrm>
          <a:prstGeom prst="rect">
            <a:avLst/>
          </a:prstGeom>
        </p:spPr>
      </p:pic>
      <p:grpSp>
        <p:nvGrpSpPr>
          <p:cNvPr id="99" name="그룹 98">
            <a:extLst>
              <a:ext uri="{FF2B5EF4-FFF2-40B4-BE49-F238E27FC236}">
                <a16:creationId xmlns:a16="http://schemas.microsoft.com/office/drawing/2014/main" id="{A16EAA38-7DCB-042A-A2D9-6417D70D39E1}"/>
              </a:ext>
            </a:extLst>
          </p:cNvPr>
          <p:cNvGrpSpPr/>
          <p:nvPr/>
        </p:nvGrpSpPr>
        <p:grpSpPr>
          <a:xfrm>
            <a:off x="285087" y="6145221"/>
            <a:ext cx="9092335" cy="92335"/>
            <a:chOff x="285087" y="3823362"/>
            <a:chExt cx="9092335" cy="92335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FB1D5C3F-8319-FA86-0BB2-FA3AF269E0A9}"/>
                </a:ext>
              </a:extLst>
            </p:cNvPr>
            <p:cNvSpPr/>
            <p:nvPr/>
          </p:nvSpPr>
          <p:spPr>
            <a:xfrm>
              <a:off x="285087" y="3853387"/>
              <a:ext cx="9000000" cy="36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A0720D69-7984-EA09-3C98-742C125CBB30}"/>
                </a:ext>
              </a:extLst>
            </p:cNvPr>
            <p:cNvSpPr/>
            <p:nvPr/>
          </p:nvSpPr>
          <p:spPr>
            <a:xfrm>
              <a:off x="9285087" y="3823362"/>
              <a:ext cx="92335" cy="9233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320AD22C-F617-3094-4E5A-2C389F1853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265" y="6320878"/>
            <a:ext cx="156898" cy="15689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31C84C7-4E38-E494-FC70-D07E9C8DA5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5317" y="6301042"/>
            <a:ext cx="165600" cy="165600"/>
          </a:xfrm>
          <a:prstGeom prst="rect">
            <a:avLst/>
          </a:prstGeom>
        </p:spPr>
      </p:pic>
      <p:sp>
        <p:nvSpPr>
          <p:cNvPr id="29" name="타원 129">
            <a:extLst>
              <a:ext uri="{FF2B5EF4-FFF2-40B4-BE49-F238E27FC236}">
                <a16:creationId xmlns:a16="http://schemas.microsoft.com/office/drawing/2014/main" id="{6B81253B-F5EB-CBD1-FFFB-9E68C4D77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2405" y="3485409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4" name="Group 323">
            <a:extLst>
              <a:ext uri="{FF2B5EF4-FFF2-40B4-BE49-F238E27FC236}">
                <a16:creationId xmlns:a16="http://schemas.microsoft.com/office/drawing/2014/main" id="{627B3F3C-1389-D829-9ADF-4A344669E9AF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7466" cy="155448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화면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화면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브라우저 내 모든 영역이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플레이어 영역으로 확장됨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화면 종료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 화면으로 전환됨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 단축키는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또는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ESC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동작 가능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화면 상태에서는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①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브라우저 상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 스크롤 동작 불가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② 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영화관 모드 제공 안함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③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후원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채팅 옵션 제공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50128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D1DA3-F43C-F37A-0DD9-15B889BCE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C249AB-4C36-3309-59E6-1502FB4543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</a:t>
            </a:r>
            <a:r>
              <a:rPr lang="en-US" altLang="ko-KR" sz="2000" dirty="0"/>
              <a:t> &gt; </a:t>
            </a:r>
            <a:r>
              <a:rPr lang="ko-KR" altLang="en-US" sz="2000" dirty="0"/>
              <a:t>전체 화면 </a:t>
            </a:r>
            <a:r>
              <a:rPr lang="en-US" altLang="ko-KR" sz="2000" dirty="0"/>
              <a:t>ON &gt; </a:t>
            </a:r>
            <a:r>
              <a:rPr lang="ko-KR" altLang="en-US" sz="2000" dirty="0"/>
              <a:t>후원</a:t>
            </a:r>
            <a:r>
              <a:rPr lang="en-US" altLang="ko-KR" sz="2000" dirty="0"/>
              <a:t>/</a:t>
            </a:r>
            <a:r>
              <a:rPr lang="ko-KR" altLang="en-US" sz="2000" dirty="0"/>
              <a:t>채팅 </a:t>
            </a:r>
            <a:r>
              <a:rPr lang="en-US" altLang="ko-KR" sz="2000" dirty="0"/>
              <a:t>ON</a:t>
            </a:r>
            <a:endParaRPr lang="ko-KR" altLang="en-US" sz="20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98E9EED-138E-37DD-6936-911F7DA71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BADEEB83-F041-57EA-6D90-C825628A11B3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7466" cy="70104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후원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채팅 옵션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화면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상태에서만 제공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ON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상태일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플레이어 제공 사이즈는 영화관 모드와 동일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후원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채팅 영역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ON/OFF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5842688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17099A14-0F86-6242-B4F8-8D94F8338418}"/>
              </a:ext>
            </a:extLst>
          </p:cNvPr>
          <p:cNvSpPr/>
          <p:nvPr/>
        </p:nvSpPr>
        <p:spPr>
          <a:xfrm>
            <a:off x="160892" y="826569"/>
            <a:ext cx="6152391" cy="576249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82" name="Picture 87">
            <a:extLst>
              <a:ext uri="{FF2B5EF4-FFF2-40B4-BE49-F238E27FC236}">
                <a16:creationId xmlns:a16="http://schemas.microsoft.com/office/drawing/2014/main" id="{6D550F6C-B0DC-F016-8FCA-012686EBA6D2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3118010" y="3589136"/>
            <a:ext cx="238154" cy="237357"/>
          </a:xfrm>
          <a:prstGeom prst="rect">
            <a:avLst/>
          </a:prstGeom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A379E53D-D517-9816-0B07-4E223B1B35D1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FF80AB2E-288C-495C-7165-8B05C304FCCD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D75E409F-3FED-C8F8-8E6C-E85864C1E56C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96E08B15-746F-4A10-A854-604662A66839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FB8D1B0-6DF1-7706-3F6A-A498A5E90693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E57053F5-1639-AC31-B2BB-F6584CCD6411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81F06DF6-98DB-2F29-20FF-9BD904313B6D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999E414-7ACE-789C-33CE-D3CE75251E5D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B6C762FB-8EDD-7EFF-4B8E-1788E58B6E81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F985443F-0C43-F420-A5C4-0F9EF87F59BA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160C142-DEB1-F9D7-2C70-DCD472C9D893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7947EA5F-D0EC-6DCC-A0A0-BA01C7AAD237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5BEC82E4-CB56-07E2-C160-0D6528A3A5F6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9680E98-15E4-D885-CD7A-DE9E5328C2FA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45E4F117-9CFF-8C3F-313F-70B1B21878E2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21E36E2A-511C-3402-8E2D-962D0D25ABC6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D1EC954-4662-7B3A-32D4-E589CBCE5734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B2AD0D1F-E07C-85BD-C13F-5F60C2F12F55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5B1CB2CB-BCC0-C265-AFCB-7834973CB9EF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B9DA492-2B06-DBBD-DFFC-D07533CBCBA2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2B86D956-DC5A-A9E9-800A-048B7C4F6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E00D2FC2-8671-DEE9-2112-0D6349ED8CEA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E3272D20-5DFB-696A-5DA2-DCF3AA35F918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4CD020EB-EFE1-9440-8BC6-84ECF31A980C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132D5A70-80FC-FFD6-1EEC-43BDC792C6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76D1CC16-EE99-6E81-7868-2AC2BC41A10E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A53C5A82-3A72-3A68-C285-F1CD08BF9B81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E1A007EC-3F28-47B3-857F-98D6FD29E34C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C50F66F8-CE79-5626-3217-0ADCA46CEEE1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1D3E8507-9754-4C9E-5525-8097BC2D9501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BF56CD02-8AAA-3E87-8702-F85ED1033C0A}"/>
              </a:ext>
            </a:extLst>
          </p:cNvPr>
          <p:cNvGrpSpPr/>
          <p:nvPr/>
        </p:nvGrpSpPr>
        <p:grpSpPr>
          <a:xfrm>
            <a:off x="5853553" y="3313622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BD0F7013-5B21-D5B6-440A-78B8201FA035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552B3C51-BF38-A006-816B-B737326BD601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5AB953B4-6D49-9605-0978-684E51F9C8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F400002B-BA01-9345-1197-CA3705683613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57B950E0-AFDB-0199-BDED-8295062ACD2E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0521DEA2-2CF7-C51D-C867-A549E4520D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pic>
        <p:nvPicPr>
          <p:cNvPr id="143" name="그림 142">
            <a:extLst>
              <a:ext uri="{FF2B5EF4-FFF2-40B4-BE49-F238E27FC236}">
                <a16:creationId xmlns:a16="http://schemas.microsoft.com/office/drawing/2014/main" id="{82519241-BAE6-6C6F-18F2-42CC08EB69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85" y="6282699"/>
            <a:ext cx="211110" cy="211110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A01DAD4B-C92A-61BE-B65B-F065D417C4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13" y="6327798"/>
            <a:ext cx="308348" cy="122054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942E35E6-A277-52B1-56AF-64AC4ED5B7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0581" y="6266819"/>
            <a:ext cx="253184" cy="253184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00721757-4C78-C030-BFA8-DC71C30FF117}"/>
              </a:ext>
            </a:extLst>
          </p:cNvPr>
          <p:cNvSpPr txBox="1"/>
          <p:nvPr/>
        </p:nvSpPr>
        <p:spPr>
          <a:xfrm>
            <a:off x="4853941" y="6275408"/>
            <a:ext cx="463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+mn-ea"/>
                <a:ea typeface="+mn-ea"/>
              </a:rPr>
              <a:t>360p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ea typeface="+mn-ea"/>
              </a:rPr>
              <a:t>▼</a:t>
            </a:r>
            <a:endParaRPr lang="en-US" altLang="ko-KR" sz="9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AD345C68-F374-F6F8-E923-45E772603293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BB73EDED-B8F9-D4B1-EF83-E907A5010DF3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1D0A2CA8-2D02-DE9A-6E8E-D60291432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pic>
        <p:nvPicPr>
          <p:cNvPr id="93" name="그림 92">
            <a:extLst>
              <a:ext uri="{FF2B5EF4-FFF2-40B4-BE49-F238E27FC236}">
                <a16:creationId xmlns:a16="http://schemas.microsoft.com/office/drawing/2014/main" id="{E64E24F6-085C-6A54-82AB-F2DE75E571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5808" y="6318460"/>
            <a:ext cx="104497" cy="134353"/>
          </a:xfrm>
          <a:prstGeom prst="rect">
            <a:avLst/>
          </a:prstGeom>
        </p:spPr>
      </p:pic>
      <p:grpSp>
        <p:nvGrpSpPr>
          <p:cNvPr id="99" name="그룹 98">
            <a:extLst>
              <a:ext uri="{FF2B5EF4-FFF2-40B4-BE49-F238E27FC236}">
                <a16:creationId xmlns:a16="http://schemas.microsoft.com/office/drawing/2014/main" id="{D94F9121-B56E-C67F-AAF9-2FE3C2682867}"/>
              </a:ext>
            </a:extLst>
          </p:cNvPr>
          <p:cNvGrpSpPr/>
          <p:nvPr/>
        </p:nvGrpSpPr>
        <p:grpSpPr>
          <a:xfrm>
            <a:off x="285087" y="6145221"/>
            <a:ext cx="5929975" cy="92335"/>
            <a:chOff x="285087" y="3823362"/>
            <a:chExt cx="5929975" cy="92335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C02AB286-CABB-B491-054D-443F387A5CFC}"/>
                </a:ext>
              </a:extLst>
            </p:cNvPr>
            <p:cNvSpPr/>
            <p:nvPr/>
          </p:nvSpPr>
          <p:spPr>
            <a:xfrm>
              <a:off x="285087" y="3853387"/>
              <a:ext cx="5904000" cy="36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DFDF1B7D-853C-6B24-01B7-256C6EFB6F09}"/>
                </a:ext>
              </a:extLst>
            </p:cNvPr>
            <p:cNvSpPr/>
            <p:nvPr/>
          </p:nvSpPr>
          <p:spPr>
            <a:xfrm>
              <a:off x="6122727" y="3823362"/>
              <a:ext cx="92335" cy="9233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DD1B22E9-E7A3-F2E5-99DF-C9C3EF6F64B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7551" y="6320878"/>
            <a:ext cx="156898" cy="156898"/>
          </a:xfrm>
          <a:prstGeom prst="rect">
            <a:avLst/>
          </a:prstGeom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4367598-45FB-B9C3-2740-CE204C76306B}"/>
              </a:ext>
            </a:extLst>
          </p:cNvPr>
          <p:cNvSpPr/>
          <p:nvPr/>
        </p:nvSpPr>
        <p:spPr>
          <a:xfrm>
            <a:off x="5392975" y="4970639"/>
            <a:ext cx="743608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후원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채팅 닫기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C0FA33B-F22E-7B9B-87E5-9D2F87C281D6}"/>
              </a:ext>
            </a:extLst>
          </p:cNvPr>
          <p:cNvSpPr/>
          <p:nvPr/>
        </p:nvSpPr>
        <p:spPr>
          <a:xfrm>
            <a:off x="5465290" y="5886812"/>
            <a:ext cx="605328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후원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채팅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0432FA6-DB66-2B26-EDB2-1F1183DCE6A2}"/>
              </a:ext>
            </a:extLst>
          </p:cNvPr>
          <p:cNvCxnSpPr>
            <a:cxnSpLocks/>
          </p:cNvCxnSpPr>
          <p:nvPr/>
        </p:nvCxnSpPr>
        <p:spPr>
          <a:xfrm>
            <a:off x="5771827" y="5544127"/>
            <a:ext cx="0" cy="290512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560920D-DB7E-0BEB-F938-EAE2E427D8B6}"/>
              </a:ext>
            </a:extLst>
          </p:cNvPr>
          <p:cNvGrpSpPr/>
          <p:nvPr/>
        </p:nvGrpSpPr>
        <p:grpSpPr>
          <a:xfrm>
            <a:off x="5665926" y="6257227"/>
            <a:ext cx="271160" cy="271160"/>
            <a:chOff x="10013497" y="5919117"/>
            <a:chExt cx="271160" cy="271160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D3080D54-A4AB-8383-9F41-232697861AE4}"/>
                </a:ext>
              </a:extLst>
            </p:cNvPr>
            <p:cNvSpPr/>
            <p:nvPr/>
          </p:nvSpPr>
          <p:spPr>
            <a:xfrm>
              <a:off x="10013497" y="5919117"/>
              <a:ext cx="271160" cy="27116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17C8C438-D421-F054-E031-BF43CF69B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066277" y="5962932"/>
              <a:ext cx="165600" cy="165600"/>
            </a:xfrm>
            <a:prstGeom prst="rect">
              <a:avLst/>
            </a:prstGeom>
          </p:spPr>
        </p:pic>
      </p:grpSp>
      <p:pic>
        <p:nvPicPr>
          <p:cNvPr id="28" name="그림 27">
            <a:extLst>
              <a:ext uri="{FF2B5EF4-FFF2-40B4-BE49-F238E27FC236}">
                <a16:creationId xmlns:a16="http://schemas.microsoft.com/office/drawing/2014/main" id="{5D39F202-9208-69EE-26D9-39EC67AD070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16881" y="6459812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3" name="타원 129">
            <a:extLst>
              <a:ext uri="{FF2B5EF4-FFF2-40B4-BE49-F238E27FC236}">
                <a16:creationId xmlns:a16="http://schemas.microsoft.com/office/drawing/2014/main" id="{62575893-88FC-4F0A-5ED7-AC984896C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508" y="6191388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E70D452D-D823-7AD9-91AF-B399BAF23805}"/>
              </a:ext>
            </a:extLst>
          </p:cNvPr>
          <p:cNvSpPr/>
          <p:nvPr/>
        </p:nvSpPr>
        <p:spPr>
          <a:xfrm>
            <a:off x="5638724" y="5235236"/>
            <a:ext cx="271160" cy="27116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79D029D-9B2E-A6D8-D821-4527DF84144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93978" y="5281494"/>
            <a:ext cx="165940" cy="16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8241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162CC-8989-1FB7-7F5B-29C7C2504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47EC26-0809-2019-61EF-7E52F271DE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 </a:t>
            </a:r>
            <a:r>
              <a:rPr lang="en-US" altLang="ko-KR" sz="2000" dirty="0"/>
              <a:t>&gt; </a:t>
            </a:r>
            <a:r>
              <a:rPr lang="ko-KR" altLang="en-US" sz="2000" dirty="0"/>
              <a:t>버퍼링 </a:t>
            </a:r>
            <a:r>
              <a:rPr lang="en-US" altLang="ko-KR" sz="2000" dirty="0"/>
              <a:t>/ </a:t>
            </a:r>
            <a:r>
              <a:rPr lang="ko-KR" altLang="en-US" sz="2000" dirty="0"/>
              <a:t>로딩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CE10EBA-5B20-3CA3-43FC-AE7AD96E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B4DBA8E7-5D48-E124-B5A9-B8858AB1267B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7466" cy="155448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버퍼링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로딩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재생 중 버퍼 부족으로 영상이 멈출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마지막 프레임을 유지한 채 플레이어 영역 중앙에 스피너를 표시함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버퍼링 중에도 플레이 바는 유지되며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기능 조작 가능함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버퍼 회복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스피너가 사라지고 자동으로 영상이 멈춘 시점부터 이어서 재생됨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일시정지 상태에서는 노출하지 않음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986EC4F5-ED45-0464-64D5-471E468F9298}"/>
              </a:ext>
            </a:extLst>
          </p:cNvPr>
          <p:cNvSpPr/>
          <p:nvPr/>
        </p:nvSpPr>
        <p:spPr>
          <a:xfrm>
            <a:off x="160892" y="826569"/>
            <a:ext cx="6152391" cy="34572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0A84ED-8BCF-427B-57A3-6DB1A6A271DC}"/>
              </a:ext>
            </a:extLst>
          </p:cNvPr>
          <p:cNvSpPr txBox="1"/>
          <p:nvPr/>
        </p:nvSpPr>
        <p:spPr>
          <a:xfrm>
            <a:off x="307407" y="4375757"/>
            <a:ext cx="2276833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방송 제목이 나오는 부분입니다</a:t>
            </a:r>
            <a:r>
              <a:rPr lang="en-US" altLang="ko-KR" sz="1200" b="1" dirty="0">
                <a:latin typeface="+mn-ea"/>
                <a:ea typeface="+mn-ea"/>
              </a:rPr>
              <a:t>.</a:t>
            </a: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EE6A5C70-43BF-34CD-80D8-63B1CC289E1A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17B6FBE1-3141-64B9-1D5D-410CBA71C5CD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2E453B18-2831-1E58-B71F-504289B13401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733B9DFB-B5C7-2897-A8DB-6F64592BEB39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854A922-B2C3-D38E-8296-77819826E9AE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62409FC9-DA2C-F944-E1CF-F5904A4F83B2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82343405-D5B1-A552-B0E6-984EF248EDC4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5F46050-71EB-960A-6665-B4C6D403A521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212ED82C-49F2-423F-EAEB-D9D9C235EFB6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4DEEF38B-921D-486C-3F9C-D2811A75D14E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3B9786F-105D-4121-B1FA-1586CAF22A9C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2B90B56D-D670-55CF-08CD-C14F89B26D1F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BB87E6DE-B3D5-811E-3901-EA728D936A38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996F5A2-EAB9-FA11-B73C-98407D3BFF69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13E1244F-210A-FBD7-5697-6D5415A46FD7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53297A22-607E-1365-EE8D-56BC5D84F113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22D0E09-B42A-5D8C-B71F-72D325E8697B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DB7F8725-AC03-85EB-0E8A-C4B9AC797BE2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9BDB8660-A4F9-F384-1346-7B8F6E91765F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D821CA3-BE01-C968-633C-922A665DCE4B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37F556DE-72E4-1989-0BD7-7E2443976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B2981E28-69B2-3BBC-3606-7EAD84A2E48A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EF889CF5-2DED-94EF-4F07-6368C6C86D87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C8D6E602-830E-2CDF-20F9-3F78712C580C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CF4A9AAE-F123-7D18-FD05-37993BD8B4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22830017-6EDD-ECC1-6F5E-536E78169EBA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74283036-72A6-A2BF-4A50-9A5915919097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3D00E690-1D05-9827-BCAC-5DAA7547240C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E2EB6503-B4B5-5FDF-664D-02E071282F39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45F9DB8F-C5A3-D49C-8691-C3FE0D06DD6B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FBFD5E4C-D38F-1B65-46C9-F05FDB253201}"/>
              </a:ext>
            </a:extLst>
          </p:cNvPr>
          <p:cNvGrpSpPr/>
          <p:nvPr/>
        </p:nvGrpSpPr>
        <p:grpSpPr>
          <a:xfrm>
            <a:off x="5853553" y="2161004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9CA47D6B-97FC-8B8F-E484-D69EAE3E4303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4ABAAB01-210B-C762-4E82-078A1A30D39D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1F8A2C19-EA9E-26F9-3A38-5994F53B06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6116B4ED-5C5E-85F5-B210-F1DE88B13A99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BAFD1EDB-E91C-E1A5-8E12-B44338A88E91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2CF3AD2D-9CB2-CA3A-578D-572C321CE9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sp>
        <p:nvSpPr>
          <p:cNvPr id="200" name="TextBox 199">
            <a:extLst>
              <a:ext uri="{FF2B5EF4-FFF2-40B4-BE49-F238E27FC236}">
                <a16:creationId xmlns:a16="http://schemas.microsoft.com/office/drawing/2014/main" id="{F11B31FE-A38B-714A-E491-1D5E591BF73F}"/>
              </a:ext>
            </a:extLst>
          </p:cNvPr>
          <p:cNvSpPr txBox="1"/>
          <p:nvPr/>
        </p:nvSpPr>
        <p:spPr>
          <a:xfrm>
            <a:off x="737605" y="5000800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1DA7C756-5CFC-6526-4717-7F7A0D395C09}"/>
              </a:ext>
            </a:extLst>
          </p:cNvPr>
          <p:cNvSpPr txBox="1"/>
          <p:nvPr/>
        </p:nvSpPr>
        <p:spPr>
          <a:xfrm>
            <a:off x="742619" y="5201240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202" name="Picture 142">
            <a:extLst>
              <a:ext uri="{FF2B5EF4-FFF2-40B4-BE49-F238E27FC236}">
                <a16:creationId xmlns:a16="http://schemas.microsoft.com/office/drawing/2014/main" id="{8C29E542-56E2-935D-BFAD-D5000C1EB5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9294" y="5043398"/>
            <a:ext cx="136038" cy="141707"/>
          </a:xfrm>
          <a:prstGeom prst="rect">
            <a:avLst/>
          </a:prstGeom>
        </p:spPr>
      </p:pic>
      <p:grpSp>
        <p:nvGrpSpPr>
          <p:cNvPr id="203" name="Group 149">
            <a:extLst>
              <a:ext uri="{FF2B5EF4-FFF2-40B4-BE49-F238E27FC236}">
                <a16:creationId xmlns:a16="http://schemas.microsoft.com/office/drawing/2014/main" id="{E82D9C0B-5744-D708-ED33-77C18FABD087}"/>
              </a:ext>
            </a:extLst>
          </p:cNvPr>
          <p:cNvGrpSpPr/>
          <p:nvPr/>
        </p:nvGrpSpPr>
        <p:grpSpPr>
          <a:xfrm>
            <a:off x="365283" y="5024720"/>
            <a:ext cx="308360" cy="308360"/>
            <a:chOff x="6468801" y="4933120"/>
            <a:chExt cx="216000" cy="216000"/>
          </a:xfrm>
        </p:grpSpPr>
        <p:sp>
          <p:nvSpPr>
            <p:cNvPr id="204" name="Oval 156">
              <a:extLst>
                <a:ext uri="{FF2B5EF4-FFF2-40B4-BE49-F238E27FC236}">
                  <a16:creationId xmlns:a16="http://schemas.microsoft.com/office/drawing/2014/main" id="{D346D971-3477-FA9E-75A8-53AEDD0D926E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05" name="Picture 159">
              <a:extLst>
                <a:ext uri="{FF2B5EF4-FFF2-40B4-BE49-F238E27FC236}">
                  <a16:creationId xmlns:a16="http://schemas.microsoft.com/office/drawing/2014/main" id="{A273ABF0-1515-D923-89D9-5941D4A0D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sp>
        <p:nvSpPr>
          <p:cNvPr id="206" name="Rounded Rectangle 160">
            <a:extLst>
              <a:ext uri="{FF2B5EF4-FFF2-40B4-BE49-F238E27FC236}">
                <a16:creationId xmlns:a16="http://schemas.microsoft.com/office/drawing/2014/main" id="{8C2EAD50-A0F7-1F71-070D-7CE788F01F43}"/>
              </a:ext>
            </a:extLst>
          </p:cNvPr>
          <p:cNvSpPr/>
          <p:nvPr/>
        </p:nvSpPr>
        <p:spPr>
          <a:xfrm>
            <a:off x="362075" y="5243833"/>
            <a:ext cx="309072" cy="13625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latin typeface="+mn-ea"/>
              </a:rPr>
              <a:t>LIVE</a:t>
            </a:r>
            <a:endParaRPr lang="ko-KR" altLang="en-US" sz="7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207" name="Group 2">
            <a:extLst>
              <a:ext uri="{FF2B5EF4-FFF2-40B4-BE49-F238E27FC236}">
                <a16:creationId xmlns:a16="http://schemas.microsoft.com/office/drawing/2014/main" id="{2BA7C21D-B301-0045-BFC9-435D1FDE129B}"/>
              </a:ext>
            </a:extLst>
          </p:cNvPr>
          <p:cNvGrpSpPr/>
          <p:nvPr/>
        </p:nvGrpSpPr>
        <p:grpSpPr>
          <a:xfrm>
            <a:off x="4280095" y="5128776"/>
            <a:ext cx="754838" cy="197229"/>
            <a:chOff x="4448007" y="5346092"/>
            <a:chExt cx="754838" cy="197229"/>
          </a:xfrm>
        </p:grpSpPr>
        <p:sp>
          <p:nvSpPr>
            <p:cNvPr id="208" name="Rectangle 256">
              <a:extLst>
                <a:ext uri="{FF2B5EF4-FFF2-40B4-BE49-F238E27FC236}">
                  <a16:creationId xmlns:a16="http://schemas.microsoft.com/office/drawing/2014/main" id="{8849D653-FC8C-5908-FF2F-B8A42EBA062D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209" name="Picture 191">
              <a:extLst>
                <a:ext uri="{FF2B5EF4-FFF2-40B4-BE49-F238E27FC236}">
                  <a16:creationId xmlns:a16="http://schemas.microsoft.com/office/drawing/2014/main" id="{F2851FCC-6A5E-CFF4-5A77-5879C3F9E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210" name="Group 17">
            <a:extLst>
              <a:ext uri="{FF2B5EF4-FFF2-40B4-BE49-F238E27FC236}">
                <a16:creationId xmlns:a16="http://schemas.microsoft.com/office/drawing/2014/main" id="{FF485131-DAFB-ED7A-3A9E-55147A5B6CFA}"/>
              </a:ext>
            </a:extLst>
          </p:cNvPr>
          <p:cNvGrpSpPr/>
          <p:nvPr/>
        </p:nvGrpSpPr>
        <p:grpSpPr>
          <a:xfrm>
            <a:off x="5631940" y="5128776"/>
            <a:ext cx="581183" cy="197229"/>
            <a:chOff x="5199485" y="5263720"/>
            <a:chExt cx="581183" cy="197229"/>
          </a:xfrm>
        </p:grpSpPr>
        <p:sp>
          <p:nvSpPr>
            <p:cNvPr id="211" name="Rectangle 256">
              <a:extLst>
                <a:ext uri="{FF2B5EF4-FFF2-40B4-BE49-F238E27FC236}">
                  <a16:creationId xmlns:a16="http://schemas.microsoft.com/office/drawing/2014/main" id="{89B88BD3-F518-9B16-DED9-4CBD3086DAD2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212" name="Picture 15">
              <a:extLst>
                <a:ext uri="{FF2B5EF4-FFF2-40B4-BE49-F238E27FC236}">
                  <a16:creationId xmlns:a16="http://schemas.microsoft.com/office/drawing/2014/main" id="{E4C038F1-E32C-066A-64F2-E15EA6C3B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880D68FC-6ADB-33ED-6544-711B613B551B}"/>
              </a:ext>
            </a:extLst>
          </p:cNvPr>
          <p:cNvSpPr/>
          <p:nvPr/>
        </p:nvSpPr>
        <p:spPr>
          <a:xfrm>
            <a:off x="247649" y="5787476"/>
            <a:ext cx="5974567" cy="729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6F90B272-3CE8-CBD6-62CE-B2C404BE32D0}"/>
              </a:ext>
            </a:extLst>
          </p:cNvPr>
          <p:cNvSpPr txBox="1"/>
          <p:nvPr/>
        </p:nvSpPr>
        <p:spPr>
          <a:xfrm>
            <a:off x="2729308" y="5193238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215" name="Group 26">
            <a:extLst>
              <a:ext uri="{FF2B5EF4-FFF2-40B4-BE49-F238E27FC236}">
                <a16:creationId xmlns:a16="http://schemas.microsoft.com/office/drawing/2014/main" id="{4521515C-C190-CD48-29ED-6B34B1EAFEAC}"/>
              </a:ext>
            </a:extLst>
          </p:cNvPr>
          <p:cNvGrpSpPr/>
          <p:nvPr/>
        </p:nvGrpSpPr>
        <p:grpSpPr>
          <a:xfrm>
            <a:off x="249187" y="5526143"/>
            <a:ext cx="5961113" cy="219667"/>
            <a:chOff x="1895287" y="2791040"/>
            <a:chExt cx="5961113" cy="219667"/>
          </a:xfrm>
        </p:grpSpPr>
        <p:grpSp>
          <p:nvGrpSpPr>
            <p:cNvPr id="216" name="그룹 6">
              <a:extLst>
                <a:ext uri="{FF2B5EF4-FFF2-40B4-BE49-F238E27FC236}">
                  <a16:creationId xmlns:a16="http://schemas.microsoft.com/office/drawing/2014/main" id="{4DE3F68D-E8AF-682A-40EE-4DF3A1E3337E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218" name="Tab 1">
                <a:extLst>
                  <a:ext uri="{FF2B5EF4-FFF2-40B4-BE49-F238E27FC236}">
                    <a16:creationId xmlns:a16="http://schemas.microsoft.com/office/drawing/2014/main" id="{148D04F4-A205-06A6-9779-B2BAA775DEF2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219" name="Tab 2">
                <a:extLst>
                  <a:ext uri="{FF2B5EF4-FFF2-40B4-BE49-F238E27FC236}">
                    <a16:creationId xmlns:a16="http://schemas.microsoft.com/office/drawing/2014/main" id="{A66BEB9B-2076-311E-9A0D-3F01BAE27D8A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220" name="Tab 2">
                <a:extLst>
                  <a:ext uri="{FF2B5EF4-FFF2-40B4-BE49-F238E27FC236}">
                    <a16:creationId xmlns:a16="http://schemas.microsoft.com/office/drawing/2014/main" id="{F8FA8797-6066-DE68-EF90-A74E6302A899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221" name="Tab 2">
                <a:extLst>
                  <a:ext uri="{FF2B5EF4-FFF2-40B4-BE49-F238E27FC236}">
                    <a16:creationId xmlns:a16="http://schemas.microsoft.com/office/drawing/2014/main" id="{DD734888-E7C2-B33B-2720-05C10D8A264D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222" name="Tab 2">
                <a:extLst>
                  <a:ext uri="{FF2B5EF4-FFF2-40B4-BE49-F238E27FC236}">
                    <a16:creationId xmlns:a16="http://schemas.microsoft.com/office/drawing/2014/main" id="{87894DA7-7426-004B-9210-5914DAFA15A3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223" name="Tab 2">
                <a:extLst>
                  <a:ext uri="{FF2B5EF4-FFF2-40B4-BE49-F238E27FC236}">
                    <a16:creationId xmlns:a16="http://schemas.microsoft.com/office/drawing/2014/main" id="{03AA06C9-F2FD-24EA-9A4A-D230B774290C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217" name="직선 연결선 32">
              <a:extLst>
                <a:ext uri="{FF2B5EF4-FFF2-40B4-BE49-F238E27FC236}">
                  <a16:creationId xmlns:a16="http://schemas.microsoft.com/office/drawing/2014/main" id="{6C14D58D-B8D7-96D6-577C-8765016E8A03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75A8F0D5-4E4E-7311-0AAB-F52B5EAB687A}"/>
              </a:ext>
            </a:extLst>
          </p:cNvPr>
          <p:cNvGrpSpPr/>
          <p:nvPr/>
        </p:nvGrpSpPr>
        <p:grpSpPr>
          <a:xfrm>
            <a:off x="5072350" y="5128776"/>
            <a:ext cx="520284" cy="197229"/>
            <a:chOff x="4050461" y="5245314"/>
            <a:chExt cx="520284" cy="197229"/>
          </a:xfrm>
        </p:grpSpPr>
        <p:sp>
          <p:nvSpPr>
            <p:cNvPr id="225" name="Rectangle 256">
              <a:extLst>
                <a:ext uri="{FF2B5EF4-FFF2-40B4-BE49-F238E27FC236}">
                  <a16:creationId xmlns:a16="http://schemas.microsoft.com/office/drawing/2014/main" id="{839F69BD-6B56-0092-3540-167D19B4074A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226" name="그림 225">
              <a:extLst>
                <a:ext uri="{FF2B5EF4-FFF2-40B4-BE49-F238E27FC236}">
                  <a16:creationId xmlns:a16="http://schemas.microsoft.com/office/drawing/2014/main" id="{0A09C175-5255-9CA8-73F4-816D4C15A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8E1D4AFC-37A5-64B1-A405-50A87EDEC8F1}"/>
              </a:ext>
            </a:extLst>
          </p:cNvPr>
          <p:cNvGrpSpPr/>
          <p:nvPr/>
        </p:nvGrpSpPr>
        <p:grpSpPr>
          <a:xfrm>
            <a:off x="4591664" y="4383575"/>
            <a:ext cx="1661164" cy="202164"/>
            <a:chOff x="4439700" y="4436870"/>
            <a:chExt cx="1661164" cy="202164"/>
          </a:xfrm>
        </p:grpSpPr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34F56DF4-4AD5-4043-6920-9C11C3125324}"/>
                </a:ext>
              </a:extLst>
            </p:cNvPr>
            <p:cNvSpPr txBox="1"/>
            <p:nvPr/>
          </p:nvSpPr>
          <p:spPr>
            <a:xfrm>
              <a:off x="4439700" y="4436870"/>
              <a:ext cx="80367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1,434</a:t>
              </a:r>
              <a:r>
                <a:rPr lang="ko-KR" altLang="en-US" sz="800" dirty="0">
                  <a:latin typeface="+mn-ea"/>
                  <a:ea typeface="+mn-ea"/>
                </a:rPr>
                <a:t>명 시청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E2CC768F-2455-E545-4F16-30839437F2AD}"/>
                </a:ext>
              </a:extLst>
            </p:cNvPr>
            <p:cNvSpPr txBox="1"/>
            <p:nvPr/>
          </p:nvSpPr>
          <p:spPr>
            <a:xfrm>
              <a:off x="5197217" y="4443220"/>
              <a:ext cx="106367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〮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D8F66FFB-1B20-4188-15EF-FD31DD458BC7}"/>
                </a:ext>
              </a:extLst>
            </p:cNvPr>
            <p:cNvSpPr txBox="1"/>
            <p:nvPr/>
          </p:nvSpPr>
          <p:spPr>
            <a:xfrm>
              <a:off x="5265131" y="4436870"/>
              <a:ext cx="83573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00:34:22 </a:t>
              </a:r>
              <a:r>
                <a:rPr lang="ko-KR" altLang="en-US" sz="800" dirty="0">
                  <a:latin typeface="+mn-ea"/>
                  <a:ea typeface="+mn-ea"/>
                </a:rPr>
                <a:t>방송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67D84F0-6D90-7079-2F2D-EF8B18233306}"/>
              </a:ext>
            </a:extLst>
          </p:cNvPr>
          <p:cNvSpPr/>
          <p:nvPr/>
        </p:nvSpPr>
        <p:spPr>
          <a:xfrm>
            <a:off x="36207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C25FBE0-796E-B551-3F5F-DF0A000F8689}"/>
              </a:ext>
            </a:extLst>
          </p:cNvPr>
          <p:cNvSpPr/>
          <p:nvPr/>
        </p:nvSpPr>
        <p:spPr>
          <a:xfrm>
            <a:off x="1078810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3255A40-C015-B0A8-F3DA-2E733418E892}"/>
              </a:ext>
            </a:extLst>
          </p:cNvPr>
          <p:cNvSpPr/>
          <p:nvPr/>
        </p:nvSpPr>
        <p:spPr>
          <a:xfrm>
            <a:off x="179554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58C11B-FCB9-D60B-52A2-7C369E7B4E5F}"/>
              </a:ext>
            </a:extLst>
          </p:cNvPr>
          <p:cNvSpPr txBox="1"/>
          <p:nvPr/>
        </p:nvSpPr>
        <p:spPr>
          <a:xfrm>
            <a:off x="2539175" y="4671140"/>
            <a:ext cx="853366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리그오브레전드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079250-AEDF-9593-A3F8-FC7052FA3296}"/>
              </a:ext>
            </a:extLst>
          </p:cNvPr>
          <p:cNvSpPr txBox="1"/>
          <p:nvPr/>
        </p:nvSpPr>
        <p:spPr>
          <a:xfrm>
            <a:off x="3389224" y="4671140"/>
            <a:ext cx="75077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나는야게임왕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DABBD5-7E4D-1227-F3C5-65DF8AEB0B6A}"/>
              </a:ext>
            </a:extLst>
          </p:cNvPr>
          <p:cNvSpPr txBox="1"/>
          <p:nvPr/>
        </p:nvSpPr>
        <p:spPr>
          <a:xfrm>
            <a:off x="4154612" y="4671140"/>
            <a:ext cx="55360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#T1</a:t>
            </a:r>
            <a:r>
              <a:rPr lang="ko-KR" altLang="en-US" sz="800" dirty="0">
                <a:latin typeface="+mn-ea"/>
                <a:ea typeface="+mn-ea"/>
              </a:rPr>
              <a:t>티밀리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1B8844-D2FD-FEB6-6E45-288BC78BDD14}"/>
              </a:ext>
            </a:extLst>
          </p:cNvPr>
          <p:cNvSpPr txBox="1"/>
          <p:nvPr/>
        </p:nvSpPr>
        <p:spPr>
          <a:xfrm>
            <a:off x="4706616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게임이좋아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AD059D-B6A3-01D5-099E-9D1BA287FFE2}"/>
              </a:ext>
            </a:extLst>
          </p:cNvPr>
          <p:cNvSpPr txBox="1"/>
          <p:nvPr/>
        </p:nvSpPr>
        <p:spPr>
          <a:xfrm>
            <a:off x="5354798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니달리천재</a:t>
            </a:r>
            <a:endParaRPr lang="en-US" altLang="ko-KR" sz="800" b="1" dirty="0">
              <a:latin typeface="+mn-ea"/>
              <a:ea typeface="+mn-ea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A5772107-028E-CF2E-F67C-F0484A5DA3A5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32101C85-CFC0-7997-49F0-D7D9582402C9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13D6A1FD-CD34-F386-BE3F-7D2C3582A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A5687635-F951-E474-BB05-8BCA96E295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70462" y="2288571"/>
            <a:ext cx="533250" cy="533250"/>
          </a:xfrm>
          <a:prstGeom prst="rect">
            <a:avLst/>
          </a:prstGeom>
        </p:spPr>
      </p:pic>
      <p:sp>
        <p:nvSpPr>
          <p:cNvPr id="37" name="타원 129">
            <a:extLst>
              <a:ext uri="{FF2B5EF4-FFF2-40B4-BE49-F238E27FC236}">
                <a16:creationId xmlns:a16="http://schemas.microsoft.com/office/drawing/2014/main" id="{A7ABE3A7-EC60-B959-B8CC-ADEED5A28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0384" y="2287540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977C80A3-6D01-7C7D-7AFD-4414E030FD1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1685" y="3960840"/>
            <a:ext cx="211110" cy="21111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6F3AD1EF-737C-FBB6-87DD-3ED9516981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5813" y="4005939"/>
            <a:ext cx="308348" cy="12205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36E700BC-D91C-D1C2-4999-5E90A6946EA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97890" y="3978016"/>
            <a:ext cx="187072" cy="18707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0F125BDE-3FA6-4A91-928B-CAB978CA91E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40576" y="3944960"/>
            <a:ext cx="253184" cy="253184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CB4317B6-A6A3-D649-44E4-EF7F6C84EFC8}"/>
              </a:ext>
            </a:extLst>
          </p:cNvPr>
          <p:cNvSpPr txBox="1"/>
          <p:nvPr/>
        </p:nvSpPr>
        <p:spPr>
          <a:xfrm>
            <a:off x="4523936" y="3953549"/>
            <a:ext cx="463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+mn-ea"/>
                <a:ea typeface="+mn-ea"/>
              </a:rPr>
              <a:t>360p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ea typeface="+mn-ea"/>
              </a:rPr>
              <a:t>▼</a:t>
            </a:r>
            <a:endParaRPr lang="en-US" altLang="ko-KR" sz="9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2AB110BD-8993-A834-7C89-958EDAFCFF2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79244" y="3986681"/>
            <a:ext cx="168600" cy="16860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58402290-A80D-4872-728A-D7573D5E8A9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5808" y="3996601"/>
            <a:ext cx="104497" cy="134353"/>
          </a:xfrm>
          <a:prstGeom prst="rect">
            <a:avLst/>
          </a:prstGeom>
        </p:spPr>
      </p:pic>
      <p:grpSp>
        <p:nvGrpSpPr>
          <p:cNvPr id="70" name="그룹 69">
            <a:extLst>
              <a:ext uri="{FF2B5EF4-FFF2-40B4-BE49-F238E27FC236}">
                <a16:creationId xmlns:a16="http://schemas.microsoft.com/office/drawing/2014/main" id="{342C1C53-0291-BEF9-06EB-69D55521964C}"/>
              </a:ext>
            </a:extLst>
          </p:cNvPr>
          <p:cNvGrpSpPr/>
          <p:nvPr/>
        </p:nvGrpSpPr>
        <p:grpSpPr>
          <a:xfrm>
            <a:off x="285087" y="3823362"/>
            <a:ext cx="5929975" cy="92335"/>
            <a:chOff x="285087" y="3823362"/>
            <a:chExt cx="5929975" cy="92335"/>
          </a:xfrm>
        </p:grpSpPr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FD7A66C0-2C64-C80F-9580-3E9FE070BE2E}"/>
                </a:ext>
              </a:extLst>
            </p:cNvPr>
            <p:cNvSpPr/>
            <p:nvPr/>
          </p:nvSpPr>
          <p:spPr>
            <a:xfrm>
              <a:off x="285087" y="3853387"/>
              <a:ext cx="5904000" cy="36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A6796EC-87A5-4FEC-5E43-FEDE5D523C8E}"/>
                </a:ext>
              </a:extLst>
            </p:cNvPr>
            <p:cNvSpPr/>
            <p:nvPr/>
          </p:nvSpPr>
          <p:spPr>
            <a:xfrm>
              <a:off x="6122727" y="3823362"/>
              <a:ext cx="92335" cy="9233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73" name="그림 72">
            <a:extLst>
              <a:ext uri="{FF2B5EF4-FFF2-40B4-BE49-F238E27FC236}">
                <a16:creationId xmlns:a16="http://schemas.microsoft.com/office/drawing/2014/main" id="{0104D159-0DB4-C5F3-BBB9-127F1400BFA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86928" y="3983525"/>
            <a:ext cx="185250" cy="18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8562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DAFA5-53B2-9DE6-CC25-0E4D4BE0C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4EB94D-200D-CA6A-2E57-30A959D13A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 </a:t>
            </a:r>
            <a:r>
              <a:rPr lang="en-US" altLang="ko-KR" sz="2000" dirty="0"/>
              <a:t>&gt; </a:t>
            </a:r>
            <a:r>
              <a:rPr lang="ko-KR" altLang="en-US" sz="2000" dirty="0"/>
              <a:t>송출 끊김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C1D6B6D-135A-53C6-76A6-305AF9AAA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923CD14B-AD92-E41F-C78A-6D032071FBF3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7466" cy="94488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라이브 방송 송출 끊김 화면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라이브 방송 중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여타의 사유로 방송 송출이 끊겼을 경우 해당 화면으로 대체 노출함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중단 시간 카운팅 제공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재송출될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화면으로 전환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7A1FE031-0A97-049B-D4D2-5573118CAA20}"/>
              </a:ext>
            </a:extLst>
          </p:cNvPr>
          <p:cNvSpPr/>
          <p:nvPr/>
        </p:nvSpPr>
        <p:spPr>
          <a:xfrm>
            <a:off x="160892" y="826569"/>
            <a:ext cx="6152391" cy="34572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37FD83-9A01-9F38-1B95-9CDE883DD6C3}"/>
              </a:ext>
            </a:extLst>
          </p:cNvPr>
          <p:cNvSpPr txBox="1"/>
          <p:nvPr/>
        </p:nvSpPr>
        <p:spPr>
          <a:xfrm>
            <a:off x="307407" y="4375757"/>
            <a:ext cx="2276833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방송 제목이 나오는 부분입니다</a:t>
            </a:r>
            <a:r>
              <a:rPr lang="en-US" altLang="ko-KR" sz="1200" b="1" dirty="0">
                <a:latin typeface="+mn-ea"/>
                <a:ea typeface="+mn-ea"/>
              </a:rPr>
              <a:t>.</a:t>
            </a: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4CA4E8C1-7F46-9C94-437F-72A34D2A64E4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FB0EF578-764D-CD2C-D566-191CFADB0E37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165B2685-7FC9-8E7E-E97D-CBDE4F79B3F4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0F38A0A3-C743-0432-C27B-52F859DD8E63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64B9267-0CA6-0D77-DC21-01518CE686EE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ACDE1F94-6A49-8B31-0A63-E5EBA6EF2398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63A2F066-8887-ECDC-B86E-C6BFFD8AC697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02AC1A1-F7FD-A222-E7DE-4758901C2CAF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DB267840-8C42-EBC3-ED99-BAEB6A4D7B24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92E64BB7-C0FA-6DE8-A0EB-98653BBE16DA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AF63028-2A2A-6E8D-B01F-B34CC03FA4EC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30134D46-9476-E84F-E621-9C2C938AA215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959D89ED-0E6F-8FA1-487E-17C0B8D3B3D0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2CDED7F-F97C-6851-3C4B-EC53A9C29D81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C828A8CE-E50B-1AE6-8FD1-71000F483106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D2717E91-6714-273C-6E73-9F47CDF228C9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5C5C815-9005-4809-1AC9-CB73B6A6C566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815C7CF7-6C2F-45C2-094F-7EB7EE92B280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1D582D2D-8F49-8795-882C-EBEEFB64182F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DE11F0A-FC74-BAA7-423E-6B92F4CDCA13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1A7BF3FF-26AB-04D3-D3D3-A19A342F40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B57C8068-668D-88D6-2E77-4F38379567B7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C6C3B2A0-F04D-7C6C-749E-F0CA5B60DE6E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8007FD4A-E1BD-4B08-AD8F-1A036F422E55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9610CCE2-A77F-27D3-5077-02AAABFE4F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8BB66710-7A3F-44E2-3FF8-A240E2CCD719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6F40B2C7-3F07-F51D-FCAF-E7FAF0CBB8C7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1ADF4847-1AD4-C553-BBBF-68E1664CD3DA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B9A136A0-B387-CEB9-2973-7DE50DBCB948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5000F926-00F0-6F4C-E620-9B0087604BF4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6367A11F-5531-BBAA-651D-6E1A11031015}"/>
              </a:ext>
            </a:extLst>
          </p:cNvPr>
          <p:cNvGrpSpPr/>
          <p:nvPr/>
        </p:nvGrpSpPr>
        <p:grpSpPr>
          <a:xfrm>
            <a:off x="5853553" y="2161004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205D0749-6F0E-88BB-BF61-BD80CC6B034C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C62BEE7B-EA4E-26AD-9ECE-2113B6BDE116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627C7765-A4D1-5D62-D2EB-075E972244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C47AF210-CDC9-1F3E-9A5A-7927F7132E69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F555F422-C615-35BC-990C-29ED3E703AB7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07DA1A84-96BF-61D7-62E7-6D31B14D78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sp>
        <p:nvSpPr>
          <p:cNvPr id="200" name="TextBox 199">
            <a:extLst>
              <a:ext uri="{FF2B5EF4-FFF2-40B4-BE49-F238E27FC236}">
                <a16:creationId xmlns:a16="http://schemas.microsoft.com/office/drawing/2014/main" id="{474B0194-EA5D-046E-D7B9-1D00E968D14D}"/>
              </a:ext>
            </a:extLst>
          </p:cNvPr>
          <p:cNvSpPr txBox="1"/>
          <p:nvPr/>
        </p:nvSpPr>
        <p:spPr>
          <a:xfrm>
            <a:off x="737605" y="5000800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2B42DD1C-D690-92DF-3A71-1EA5EE8BE00E}"/>
              </a:ext>
            </a:extLst>
          </p:cNvPr>
          <p:cNvSpPr txBox="1"/>
          <p:nvPr/>
        </p:nvSpPr>
        <p:spPr>
          <a:xfrm>
            <a:off x="742619" y="5201240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202" name="Picture 142">
            <a:extLst>
              <a:ext uri="{FF2B5EF4-FFF2-40B4-BE49-F238E27FC236}">
                <a16:creationId xmlns:a16="http://schemas.microsoft.com/office/drawing/2014/main" id="{0DAB4245-CFB4-D872-3EA3-E5AA673CB6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9294" y="5043398"/>
            <a:ext cx="136038" cy="141707"/>
          </a:xfrm>
          <a:prstGeom prst="rect">
            <a:avLst/>
          </a:prstGeom>
        </p:spPr>
      </p:pic>
      <p:grpSp>
        <p:nvGrpSpPr>
          <p:cNvPr id="203" name="Group 149">
            <a:extLst>
              <a:ext uri="{FF2B5EF4-FFF2-40B4-BE49-F238E27FC236}">
                <a16:creationId xmlns:a16="http://schemas.microsoft.com/office/drawing/2014/main" id="{AF0FBA7F-E7CB-CAB6-9437-91B824863DB2}"/>
              </a:ext>
            </a:extLst>
          </p:cNvPr>
          <p:cNvGrpSpPr/>
          <p:nvPr/>
        </p:nvGrpSpPr>
        <p:grpSpPr>
          <a:xfrm>
            <a:off x="365283" y="5024720"/>
            <a:ext cx="308360" cy="308360"/>
            <a:chOff x="6468801" y="4933120"/>
            <a:chExt cx="216000" cy="216000"/>
          </a:xfrm>
        </p:grpSpPr>
        <p:sp>
          <p:nvSpPr>
            <p:cNvPr id="204" name="Oval 156">
              <a:extLst>
                <a:ext uri="{FF2B5EF4-FFF2-40B4-BE49-F238E27FC236}">
                  <a16:creationId xmlns:a16="http://schemas.microsoft.com/office/drawing/2014/main" id="{139607E8-CFC0-D93E-4522-001CA8FDF914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05" name="Picture 159">
              <a:extLst>
                <a:ext uri="{FF2B5EF4-FFF2-40B4-BE49-F238E27FC236}">
                  <a16:creationId xmlns:a16="http://schemas.microsoft.com/office/drawing/2014/main" id="{9A21FC1E-9EF4-8571-E4B3-92D43AD24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sp>
        <p:nvSpPr>
          <p:cNvPr id="206" name="Rounded Rectangle 160">
            <a:extLst>
              <a:ext uri="{FF2B5EF4-FFF2-40B4-BE49-F238E27FC236}">
                <a16:creationId xmlns:a16="http://schemas.microsoft.com/office/drawing/2014/main" id="{8A054F30-C4F5-E087-ED00-32020F3A3D46}"/>
              </a:ext>
            </a:extLst>
          </p:cNvPr>
          <p:cNvSpPr/>
          <p:nvPr/>
        </p:nvSpPr>
        <p:spPr>
          <a:xfrm>
            <a:off x="362075" y="5243833"/>
            <a:ext cx="309072" cy="13625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latin typeface="+mn-ea"/>
              </a:rPr>
              <a:t>LIVE</a:t>
            </a:r>
            <a:endParaRPr lang="ko-KR" altLang="en-US" sz="7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207" name="Group 2">
            <a:extLst>
              <a:ext uri="{FF2B5EF4-FFF2-40B4-BE49-F238E27FC236}">
                <a16:creationId xmlns:a16="http://schemas.microsoft.com/office/drawing/2014/main" id="{58B0EEFD-20F0-95FE-3C13-7C0FFA786552}"/>
              </a:ext>
            </a:extLst>
          </p:cNvPr>
          <p:cNvGrpSpPr/>
          <p:nvPr/>
        </p:nvGrpSpPr>
        <p:grpSpPr>
          <a:xfrm>
            <a:off x="4280095" y="5128776"/>
            <a:ext cx="754838" cy="197229"/>
            <a:chOff x="4448007" y="5346092"/>
            <a:chExt cx="754838" cy="197229"/>
          </a:xfrm>
        </p:grpSpPr>
        <p:sp>
          <p:nvSpPr>
            <p:cNvPr id="208" name="Rectangle 256">
              <a:extLst>
                <a:ext uri="{FF2B5EF4-FFF2-40B4-BE49-F238E27FC236}">
                  <a16:creationId xmlns:a16="http://schemas.microsoft.com/office/drawing/2014/main" id="{71AAE09A-926E-F7D6-51B2-2CEA1B92F597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209" name="Picture 191">
              <a:extLst>
                <a:ext uri="{FF2B5EF4-FFF2-40B4-BE49-F238E27FC236}">
                  <a16:creationId xmlns:a16="http://schemas.microsoft.com/office/drawing/2014/main" id="{324C2630-B73C-7788-B23D-0E7C31AE0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210" name="Group 17">
            <a:extLst>
              <a:ext uri="{FF2B5EF4-FFF2-40B4-BE49-F238E27FC236}">
                <a16:creationId xmlns:a16="http://schemas.microsoft.com/office/drawing/2014/main" id="{4AE36D84-B910-E3C9-61A8-CD2FEA32AC46}"/>
              </a:ext>
            </a:extLst>
          </p:cNvPr>
          <p:cNvGrpSpPr/>
          <p:nvPr/>
        </p:nvGrpSpPr>
        <p:grpSpPr>
          <a:xfrm>
            <a:off x="5631940" y="5128776"/>
            <a:ext cx="581183" cy="197229"/>
            <a:chOff x="5199485" y="5263720"/>
            <a:chExt cx="581183" cy="197229"/>
          </a:xfrm>
        </p:grpSpPr>
        <p:sp>
          <p:nvSpPr>
            <p:cNvPr id="211" name="Rectangle 256">
              <a:extLst>
                <a:ext uri="{FF2B5EF4-FFF2-40B4-BE49-F238E27FC236}">
                  <a16:creationId xmlns:a16="http://schemas.microsoft.com/office/drawing/2014/main" id="{413C597E-49B3-3F13-D404-5BEE4A177C80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212" name="Picture 15">
              <a:extLst>
                <a:ext uri="{FF2B5EF4-FFF2-40B4-BE49-F238E27FC236}">
                  <a16:creationId xmlns:a16="http://schemas.microsoft.com/office/drawing/2014/main" id="{E2D3770E-FA5E-C95D-4EB2-028F857DD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76E38F75-2C2C-3B4A-0260-406BB832301F}"/>
              </a:ext>
            </a:extLst>
          </p:cNvPr>
          <p:cNvSpPr/>
          <p:nvPr/>
        </p:nvSpPr>
        <p:spPr>
          <a:xfrm>
            <a:off x="247649" y="5787476"/>
            <a:ext cx="5974567" cy="729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5987B905-907C-1456-8F27-5EAAE9B66A0F}"/>
              </a:ext>
            </a:extLst>
          </p:cNvPr>
          <p:cNvSpPr txBox="1"/>
          <p:nvPr/>
        </p:nvSpPr>
        <p:spPr>
          <a:xfrm>
            <a:off x="2729308" y="5193238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215" name="Group 26">
            <a:extLst>
              <a:ext uri="{FF2B5EF4-FFF2-40B4-BE49-F238E27FC236}">
                <a16:creationId xmlns:a16="http://schemas.microsoft.com/office/drawing/2014/main" id="{25E04EE7-B3A9-B7AC-720A-AED23513919B}"/>
              </a:ext>
            </a:extLst>
          </p:cNvPr>
          <p:cNvGrpSpPr/>
          <p:nvPr/>
        </p:nvGrpSpPr>
        <p:grpSpPr>
          <a:xfrm>
            <a:off x="249187" y="5526143"/>
            <a:ext cx="5961113" cy="219667"/>
            <a:chOff x="1895287" y="2791040"/>
            <a:chExt cx="5961113" cy="219667"/>
          </a:xfrm>
        </p:grpSpPr>
        <p:grpSp>
          <p:nvGrpSpPr>
            <p:cNvPr id="216" name="그룹 6">
              <a:extLst>
                <a:ext uri="{FF2B5EF4-FFF2-40B4-BE49-F238E27FC236}">
                  <a16:creationId xmlns:a16="http://schemas.microsoft.com/office/drawing/2014/main" id="{AD0F018C-2246-AC21-9D59-68524567C086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218" name="Tab 1">
                <a:extLst>
                  <a:ext uri="{FF2B5EF4-FFF2-40B4-BE49-F238E27FC236}">
                    <a16:creationId xmlns:a16="http://schemas.microsoft.com/office/drawing/2014/main" id="{38165824-CED0-5B5E-AA9C-E25E074E8331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219" name="Tab 2">
                <a:extLst>
                  <a:ext uri="{FF2B5EF4-FFF2-40B4-BE49-F238E27FC236}">
                    <a16:creationId xmlns:a16="http://schemas.microsoft.com/office/drawing/2014/main" id="{ADD7601B-BB0B-2E42-F378-36E2E643CBCD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220" name="Tab 2">
                <a:extLst>
                  <a:ext uri="{FF2B5EF4-FFF2-40B4-BE49-F238E27FC236}">
                    <a16:creationId xmlns:a16="http://schemas.microsoft.com/office/drawing/2014/main" id="{AC7344C8-2375-16AC-562C-2872D10B9C22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221" name="Tab 2">
                <a:extLst>
                  <a:ext uri="{FF2B5EF4-FFF2-40B4-BE49-F238E27FC236}">
                    <a16:creationId xmlns:a16="http://schemas.microsoft.com/office/drawing/2014/main" id="{AAD67D1C-C186-8FD3-F684-7A0EF97AFF26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222" name="Tab 2">
                <a:extLst>
                  <a:ext uri="{FF2B5EF4-FFF2-40B4-BE49-F238E27FC236}">
                    <a16:creationId xmlns:a16="http://schemas.microsoft.com/office/drawing/2014/main" id="{B69BF368-7028-F8E5-AD39-FB237F8AC32B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223" name="Tab 2">
                <a:extLst>
                  <a:ext uri="{FF2B5EF4-FFF2-40B4-BE49-F238E27FC236}">
                    <a16:creationId xmlns:a16="http://schemas.microsoft.com/office/drawing/2014/main" id="{EE269682-A57F-7FB6-B719-55CA082E239D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217" name="직선 연결선 32">
              <a:extLst>
                <a:ext uri="{FF2B5EF4-FFF2-40B4-BE49-F238E27FC236}">
                  <a16:creationId xmlns:a16="http://schemas.microsoft.com/office/drawing/2014/main" id="{0B41C9BA-1BE4-EE15-B213-BAA0740D2C6C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88563AB9-A4CE-462B-612A-B9A455712A55}"/>
              </a:ext>
            </a:extLst>
          </p:cNvPr>
          <p:cNvGrpSpPr/>
          <p:nvPr/>
        </p:nvGrpSpPr>
        <p:grpSpPr>
          <a:xfrm>
            <a:off x="5072350" y="5128776"/>
            <a:ext cx="520284" cy="197229"/>
            <a:chOff x="4050461" y="5245314"/>
            <a:chExt cx="520284" cy="197229"/>
          </a:xfrm>
        </p:grpSpPr>
        <p:sp>
          <p:nvSpPr>
            <p:cNvPr id="225" name="Rectangle 256">
              <a:extLst>
                <a:ext uri="{FF2B5EF4-FFF2-40B4-BE49-F238E27FC236}">
                  <a16:creationId xmlns:a16="http://schemas.microsoft.com/office/drawing/2014/main" id="{E71840FB-E7A6-FEEA-E6F2-3D0507E12A5F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226" name="그림 225">
              <a:extLst>
                <a:ext uri="{FF2B5EF4-FFF2-40B4-BE49-F238E27FC236}">
                  <a16:creationId xmlns:a16="http://schemas.microsoft.com/office/drawing/2014/main" id="{E3B6C2AB-358D-E3AC-01BF-2D8C39661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D867518E-6695-6A30-7096-DA4F341ABE62}"/>
              </a:ext>
            </a:extLst>
          </p:cNvPr>
          <p:cNvGrpSpPr/>
          <p:nvPr/>
        </p:nvGrpSpPr>
        <p:grpSpPr>
          <a:xfrm>
            <a:off x="4591664" y="4383575"/>
            <a:ext cx="1661164" cy="202164"/>
            <a:chOff x="4439700" y="4436870"/>
            <a:chExt cx="1661164" cy="202164"/>
          </a:xfrm>
        </p:grpSpPr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227C2EAA-EA5B-5C39-BC2F-B26E8016A181}"/>
                </a:ext>
              </a:extLst>
            </p:cNvPr>
            <p:cNvSpPr txBox="1"/>
            <p:nvPr/>
          </p:nvSpPr>
          <p:spPr>
            <a:xfrm>
              <a:off x="4439700" y="4436870"/>
              <a:ext cx="80367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1,434</a:t>
              </a:r>
              <a:r>
                <a:rPr lang="ko-KR" altLang="en-US" sz="800" dirty="0">
                  <a:latin typeface="+mn-ea"/>
                  <a:ea typeface="+mn-ea"/>
                </a:rPr>
                <a:t>명 시청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8E7DB703-0AE1-759C-E368-953F3A14E045}"/>
                </a:ext>
              </a:extLst>
            </p:cNvPr>
            <p:cNvSpPr txBox="1"/>
            <p:nvPr/>
          </p:nvSpPr>
          <p:spPr>
            <a:xfrm>
              <a:off x="5197217" y="4443220"/>
              <a:ext cx="106367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〮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2EAEF96C-89EE-B0B4-C385-9B919519CA99}"/>
                </a:ext>
              </a:extLst>
            </p:cNvPr>
            <p:cNvSpPr txBox="1"/>
            <p:nvPr/>
          </p:nvSpPr>
          <p:spPr>
            <a:xfrm>
              <a:off x="5265131" y="4436870"/>
              <a:ext cx="83573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00:34:22 </a:t>
              </a:r>
              <a:r>
                <a:rPr lang="ko-KR" altLang="en-US" sz="800" dirty="0">
                  <a:latin typeface="+mn-ea"/>
                  <a:ea typeface="+mn-ea"/>
                </a:rPr>
                <a:t>방송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BB5E74C-ACD8-FF63-66AB-32C2440AFFFF}"/>
              </a:ext>
            </a:extLst>
          </p:cNvPr>
          <p:cNvSpPr txBox="1"/>
          <p:nvPr/>
        </p:nvSpPr>
        <p:spPr>
          <a:xfrm>
            <a:off x="1354360" y="2234056"/>
            <a:ext cx="3765453" cy="43191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방송 송출 상태가 불안정하여 방송이 일시적으로 중단되었습니다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br>
              <a:rPr lang="en-US" altLang="ko-KR" sz="1000" b="1" dirty="0">
                <a:solidFill>
                  <a:schemeClr val="bg1"/>
                </a:solidFill>
                <a:latin typeface="+mn-ea"/>
                <a:ea typeface="+mn-ea"/>
              </a:rPr>
            </a:br>
            <a:r>
              <a:rPr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문제를 해결하고 있으니 조금만 기다려 주세요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en-US" altLang="ko-KR" sz="10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C333B06-9555-40ED-6895-D26FFFE207E4}"/>
              </a:ext>
            </a:extLst>
          </p:cNvPr>
          <p:cNvSpPr/>
          <p:nvPr/>
        </p:nvSpPr>
        <p:spPr>
          <a:xfrm>
            <a:off x="2527710" y="2815385"/>
            <a:ext cx="1418754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방송 중단 시간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00 : 00 : 15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타원 129">
            <a:extLst>
              <a:ext uri="{FF2B5EF4-FFF2-40B4-BE49-F238E27FC236}">
                <a16:creationId xmlns:a16="http://schemas.microsoft.com/office/drawing/2014/main" id="{EC11EEE3-43EA-34FE-7A5F-191302348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708" y="2178960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6287BD4-AE01-3B4E-57F8-BEC2437A41EB}"/>
              </a:ext>
            </a:extLst>
          </p:cNvPr>
          <p:cNvSpPr/>
          <p:nvPr/>
        </p:nvSpPr>
        <p:spPr>
          <a:xfrm>
            <a:off x="36207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438690B-A1D3-A98F-B389-43063BB2B3BD}"/>
              </a:ext>
            </a:extLst>
          </p:cNvPr>
          <p:cNvSpPr/>
          <p:nvPr/>
        </p:nvSpPr>
        <p:spPr>
          <a:xfrm>
            <a:off x="1078810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BFF33F0-2796-AA12-894A-CBC2772DCFDE}"/>
              </a:ext>
            </a:extLst>
          </p:cNvPr>
          <p:cNvSpPr/>
          <p:nvPr/>
        </p:nvSpPr>
        <p:spPr>
          <a:xfrm>
            <a:off x="179554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F4C63E-BB33-AA05-34C9-2E22DD87C24D}"/>
              </a:ext>
            </a:extLst>
          </p:cNvPr>
          <p:cNvSpPr txBox="1"/>
          <p:nvPr/>
        </p:nvSpPr>
        <p:spPr>
          <a:xfrm>
            <a:off x="2539175" y="4671140"/>
            <a:ext cx="853366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리그오브레전드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EC5943-AC2B-EAD1-C13E-E03EA7693FF9}"/>
              </a:ext>
            </a:extLst>
          </p:cNvPr>
          <p:cNvSpPr txBox="1"/>
          <p:nvPr/>
        </p:nvSpPr>
        <p:spPr>
          <a:xfrm>
            <a:off x="3389224" y="4671140"/>
            <a:ext cx="75077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나는야게임왕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84501D-B9F3-6483-D099-5C04A3C41F6B}"/>
              </a:ext>
            </a:extLst>
          </p:cNvPr>
          <p:cNvSpPr txBox="1"/>
          <p:nvPr/>
        </p:nvSpPr>
        <p:spPr>
          <a:xfrm>
            <a:off x="4154612" y="4671140"/>
            <a:ext cx="55360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#T1</a:t>
            </a:r>
            <a:r>
              <a:rPr lang="ko-KR" altLang="en-US" sz="800" dirty="0">
                <a:latin typeface="+mn-ea"/>
                <a:ea typeface="+mn-ea"/>
              </a:rPr>
              <a:t>티밀리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6A4ED-AA2D-9EA4-F1A2-F90713305386}"/>
              </a:ext>
            </a:extLst>
          </p:cNvPr>
          <p:cNvSpPr txBox="1"/>
          <p:nvPr/>
        </p:nvSpPr>
        <p:spPr>
          <a:xfrm>
            <a:off x="4706616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게임이좋아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5B67AA-EFCE-DD27-189C-C9228558FAC7}"/>
              </a:ext>
            </a:extLst>
          </p:cNvPr>
          <p:cNvSpPr txBox="1"/>
          <p:nvPr/>
        </p:nvSpPr>
        <p:spPr>
          <a:xfrm>
            <a:off x="5354798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니달리천재</a:t>
            </a:r>
            <a:endParaRPr lang="en-US" altLang="ko-KR" sz="800" b="1" dirty="0">
              <a:latin typeface="+mn-ea"/>
              <a:ea typeface="+mn-ea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37F3BBB-7E74-F0C1-DE8A-4EF003A74A78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79D177BD-A4C7-9C9A-1883-2940AAD6B860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E23FDFB7-A994-29E1-4AD8-C230F736E7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667150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6E280-3F3C-75BC-A08B-9CB16F582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3ABE2B-76F1-00BD-5D2C-D705456F81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 </a:t>
            </a:r>
            <a:r>
              <a:rPr lang="en-US" altLang="ko-KR" sz="2000" dirty="0"/>
              <a:t>&gt; </a:t>
            </a:r>
            <a:r>
              <a:rPr lang="ko-KR" altLang="en-US" sz="2000" dirty="0"/>
              <a:t>방송 종료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3C6AAB1-8FD1-AE6C-2A45-B6376A7C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4A85B199-F44E-25D1-0255-C8F978B4B07E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7466" cy="94488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라이브 방송 종료 화면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라이브 방송 종료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화면 노출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다른 방송 보러가기 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홈으로 이동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종료 이후로도 후원 받기 가능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└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채팅은 방송 종료 시점으로부터 불가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C76D56A3-F59A-B285-9F6E-3F20195EEBB3}"/>
              </a:ext>
            </a:extLst>
          </p:cNvPr>
          <p:cNvSpPr/>
          <p:nvPr/>
        </p:nvSpPr>
        <p:spPr>
          <a:xfrm>
            <a:off x="160892" y="826569"/>
            <a:ext cx="6152391" cy="34572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7FF8DEA1-2CA4-3C73-DC3B-29EFE07F8F7E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A692A851-1549-E855-7C98-3DB52D0C9407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289CFFA9-FCE8-56E3-13F8-D75299B68CC4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43E9097F-7801-0B1B-A86F-272E3A9EFBB9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BE55CD4-BED1-4840-6687-3A8A1987BBD9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D990B7F1-3BD4-AEAC-CFBE-D89E85DB0BBF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CD0688C1-89EA-EC84-9203-E1DF4EEFFF43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8FCE983-E846-C06C-2E77-A28B8B54AAEA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C3B6FA82-23EB-A24B-2F6B-03750F53C6B3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D9A03E67-704D-5CB5-99A9-EDBDCBD2130B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6B6407D-B162-80C9-C8E6-7CE84454C48F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7C0DE7E7-F57A-84F4-EA58-A127A42A1AA3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41E66245-1475-8E77-2A72-35F13D0DAA45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9CAF792-DB4E-4463-E7B0-7F00BC871FD4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DDE43079-1A24-4A68-D407-9B175960582A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18ED9382-62EF-F1A6-7BA9-361D3A5F236B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2B81BF4-0E9D-3895-5393-1F8B7D1A2A55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4788F83A-58FB-6DD3-09F3-CC86FEB2E1D4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482D64D4-4FD5-BF5C-652E-00E7F8710885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F79E302-F58E-AF35-91B9-C0814FEB2E40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A7E3E9B2-A2BD-AEB0-013E-6FD1E08062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11EBE120-2FC2-F78D-DD92-264C739601DA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A5CCB608-98F6-BFB6-0ADD-E10F5AB4F15C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B65BEB8A-A51E-B502-9B42-F650CF2C964F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029553A7-F910-F026-6744-B25B17AED7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372EF168-711A-5D2D-5539-EA32AA1872B6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993429FA-1DC9-0F70-6128-F5DE39E21C98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A9CD82B7-B435-A5A0-0D0A-CCE1295C5649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B19CC01F-2D6E-E465-29E5-1BD92BD0B6C4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997A200F-AAEF-ADEF-8963-DF1E116A4156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936F7E02-3A6F-0360-1AE7-D1B1ECCD6BF1}"/>
              </a:ext>
            </a:extLst>
          </p:cNvPr>
          <p:cNvGrpSpPr/>
          <p:nvPr/>
        </p:nvGrpSpPr>
        <p:grpSpPr>
          <a:xfrm>
            <a:off x="5853553" y="2161004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E620DDEA-E8E5-7A55-001F-DF3CE982542A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A2799EF1-0499-CFE9-65E8-0C0AC2F4CFF2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3FDE8D1D-0332-6B56-58A5-8DD303987F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8376A5A1-FC5E-2A58-39AA-3CD7ABCD5367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47381E4D-614A-54F3-67ED-5BDE59EAD923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EEDA7F1E-CBAB-B625-A707-5208FF0642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3761FE8-0D58-2B2A-AF28-E7BCD30BF00C}"/>
              </a:ext>
            </a:extLst>
          </p:cNvPr>
          <p:cNvSpPr txBox="1"/>
          <p:nvPr/>
        </p:nvSpPr>
        <p:spPr>
          <a:xfrm>
            <a:off x="2379482" y="2266397"/>
            <a:ext cx="1715214" cy="43191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방송이 종료되었습니다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br>
              <a:rPr lang="en-US" altLang="ko-KR" sz="1000" b="1" dirty="0">
                <a:solidFill>
                  <a:schemeClr val="bg1"/>
                </a:solidFill>
                <a:latin typeface="+mn-ea"/>
                <a:ea typeface="+mn-ea"/>
              </a:rPr>
            </a:br>
            <a:r>
              <a:rPr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다음 라이브를 기대해 주세요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ea typeface="+mn-ea"/>
              </a:rPr>
              <a:t>!</a:t>
            </a:r>
            <a:endParaRPr lang="en-US" altLang="ko-KR" sz="10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" name="타원 129">
            <a:extLst>
              <a:ext uri="{FF2B5EF4-FFF2-40B4-BE49-F238E27FC236}">
                <a16:creationId xmlns:a16="http://schemas.microsoft.com/office/drawing/2014/main" id="{E9B2FD0A-5652-D50B-BC1C-114BCA823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292" y="2186043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98F0E1F-62F4-D8F9-DFA8-97C2F3635167}"/>
              </a:ext>
            </a:extLst>
          </p:cNvPr>
          <p:cNvSpPr/>
          <p:nvPr/>
        </p:nvSpPr>
        <p:spPr>
          <a:xfrm>
            <a:off x="2665467" y="2842277"/>
            <a:ext cx="1143240" cy="285003"/>
          </a:xfrm>
          <a:prstGeom prst="roundRect">
            <a:avLst>
              <a:gd name="adj" fmla="val 18631"/>
            </a:avLst>
          </a:prstGeom>
          <a:solidFill>
            <a:srgbClr val="519CFF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+mn-ea"/>
              </a:rPr>
              <a:t>다른 방송 보러가기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675B15-EC9F-1CC6-C935-9D6492126C19}"/>
              </a:ext>
            </a:extLst>
          </p:cNvPr>
          <p:cNvSpPr txBox="1"/>
          <p:nvPr/>
        </p:nvSpPr>
        <p:spPr>
          <a:xfrm>
            <a:off x="307407" y="4375757"/>
            <a:ext cx="2276833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방송 제목이 나오는 부분입니다</a:t>
            </a:r>
            <a:r>
              <a:rPr lang="en-US" altLang="ko-KR" sz="12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16CEB5-F129-2D7F-7BA6-0D0602D49B07}"/>
              </a:ext>
            </a:extLst>
          </p:cNvPr>
          <p:cNvSpPr txBox="1"/>
          <p:nvPr/>
        </p:nvSpPr>
        <p:spPr>
          <a:xfrm>
            <a:off x="737605" y="5000800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6AD36D-893F-BDB1-53E5-62258B9A01D1}"/>
              </a:ext>
            </a:extLst>
          </p:cNvPr>
          <p:cNvSpPr txBox="1"/>
          <p:nvPr/>
        </p:nvSpPr>
        <p:spPr>
          <a:xfrm>
            <a:off x="742619" y="5201240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16" name="Picture 142">
            <a:extLst>
              <a:ext uri="{FF2B5EF4-FFF2-40B4-BE49-F238E27FC236}">
                <a16:creationId xmlns:a16="http://schemas.microsoft.com/office/drawing/2014/main" id="{7FDE062B-AD8F-63C4-2344-D95D79819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9294" y="5043398"/>
            <a:ext cx="136038" cy="141707"/>
          </a:xfrm>
          <a:prstGeom prst="rect">
            <a:avLst/>
          </a:prstGeom>
        </p:spPr>
      </p:pic>
      <p:grpSp>
        <p:nvGrpSpPr>
          <p:cNvPr id="17" name="Group 149">
            <a:extLst>
              <a:ext uri="{FF2B5EF4-FFF2-40B4-BE49-F238E27FC236}">
                <a16:creationId xmlns:a16="http://schemas.microsoft.com/office/drawing/2014/main" id="{9BEB4D27-89F5-A46D-F199-8FEDA78D2EBC}"/>
              </a:ext>
            </a:extLst>
          </p:cNvPr>
          <p:cNvGrpSpPr/>
          <p:nvPr/>
        </p:nvGrpSpPr>
        <p:grpSpPr>
          <a:xfrm>
            <a:off x="365283" y="5024720"/>
            <a:ext cx="308360" cy="308360"/>
            <a:chOff x="6468801" y="4933120"/>
            <a:chExt cx="216000" cy="216000"/>
          </a:xfrm>
        </p:grpSpPr>
        <p:sp>
          <p:nvSpPr>
            <p:cNvPr id="18" name="Oval 156">
              <a:extLst>
                <a:ext uri="{FF2B5EF4-FFF2-40B4-BE49-F238E27FC236}">
                  <a16:creationId xmlns:a16="http://schemas.microsoft.com/office/drawing/2014/main" id="{4DC9D051-EFAB-F440-9643-ABD7416093C2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9" name="Picture 159">
              <a:extLst>
                <a:ext uri="{FF2B5EF4-FFF2-40B4-BE49-F238E27FC236}">
                  <a16:creationId xmlns:a16="http://schemas.microsoft.com/office/drawing/2014/main" id="{C6387B0B-6F35-1E2B-B5F8-A3A237A20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sp>
        <p:nvSpPr>
          <p:cNvPr id="20" name="Rounded Rectangle 160">
            <a:extLst>
              <a:ext uri="{FF2B5EF4-FFF2-40B4-BE49-F238E27FC236}">
                <a16:creationId xmlns:a16="http://schemas.microsoft.com/office/drawing/2014/main" id="{056C9F06-BFD0-EBC4-2962-A11264991D50}"/>
              </a:ext>
            </a:extLst>
          </p:cNvPr>
          <p:cNvSpPr/>
          <p:nvPr/>
        </p:nvSpPr>
        <p:spPr>
          <a:xfrm>
            <a:off x="362075" y="5243833"/>
            <a:ext cx="309072" cy="13625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latin typeface="+mn-ea"/>
              </a:rPr>
              <a:t>LIVE</a:t>
            </a:r>
            <a:endParaRPr lang="ko-KR" altLang="en-US" sz="7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21" name="Group 2">
            <a:extLst>
              <a:ext uri="{FF2B5EF4-FFF2-40B4-BE49-F238E27FC236}">
                <a16:creationId xmlns:a16="http://schemas.microsoft.com/office/drawing/2014/main" id="{5E87218F-279E-44B5-8362-AFDCA35EF40A}"/>
              </a:ext>
            </a:extLst>
          </p:cNvPr>
          <p:cNvGrpSpPr/>
          <p:nvPr/>
        </p:nvGrpSpPr>
        <p:grpSpPr>
          <a:xfrm>
            <a:off x="4280095" y="5128776"/>
            <a:ext cx="754838" cy="197229"/>
            <a:chOff x="4448007" y="5346092"/>
            <a:chExt cx="754838" cy="197229"/>
          </a:xfrm>
        </p:grpSpPr>
        <p:sp>
          <p:nvSpPr>
            <p:cNvPr id="23" name="Rectangle 256">
              <a:extLst>
                <a:ext uri="{FF2B5EF4-FFF2-40B4-BE49-F238E27FC236}">
                  <a16:creationId xmlns:a16="http://schemas.microsoft.com/office/drawing/2014/main" id="{394C3543-0ECD-901E-9352-7AAA889376E5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24" name="Picture 191">
              <a:extLst>
                <a:ext uri="{FF2B5EF4-FFF2-40B4-BE49-F238E27FC236}">
                  <a16:creationId xmlns:a16="http://schemas.microsoft.com/office/drawing/2014/main" id="{0CD468EC-DB98-46FF-E257-4C2A515A1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25" name="Group 17">
            <a:extLst>
              <a:ext uri="{FF2B5EF4-FFF2-40B4-BE49-F238E27FC236}">
                <a16:creationId xmlns:a16="http://schemas.microsoft.com/office/drawing/2014/main" id="{57A0E62F-B6B0-B597-D1F9-F9A887705BB8}"/>
              </a:ext>
            </a:extLst>
          </p:cNvPr>
          <p:cNvGrpSpPr/>
          <p:nvPr/>
        </p:nvGrpSpPr>
        <p:grpSpPr>
          <a:xfrm>
            <a:off x="5631940" y="5128776"/>
            <a:ext cx="581183" cy="197229"/>
            <a:chOff x="5199485" y="5263720"/>
            <a:chExt cx="581183" cy="197229"/>
          </a:xfrm>
        </p:grpSpPr>
        <p:sp>
          <p:nvSpPr>
            <p:cNvPr id="26" name="Rectangle 256">
              <a:extLst>
                <a:ext uri="{FF2B5EF4-FFF2-40B4-BE49-F238E27FC236}">
                  <a16:creationId xmlns:a16="http://schemas.microsoft.com/office/drawing/2014/main" id="{1291032D-BAB0-8510-AA5B-F5957251490E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27" name="Picture 15">
              <a:extLst>
                <a:ext uri="{FF2B5EF4-FFF2-40B4-BE49-F238E27FC236}">
                  <a16:creationId xmlns:a16="http://schemas.microsoft.com/office/drawing/2014/main" id="{E4DE90C8-1997-F71E-1EA4-B2CD8C64E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848DBA9-AA56-4F0D-DE29-2EA17DB6C5D6}"/>
              </a:ext>
            </a:extLst>
          </p:cNvPr>
          <p:cNvSpPr/>
          <p:nvPr/>
        </p:nvSpPr>
        <p:spPr>
          <a:xfrm>
            <a:off x="247649" y="5787476"/>
            <a:ext cx="5974567" cy="729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6CC9ED-3552-15A4-711E-8CCE0878065C}"/>
              </a:ext>
            </a:extLst>
          </p:cNvPr>
          <p:cNvSpPr txBox="1"/>
          <p:nvPr/>
        </p:nvSpPr>
        <p:spPr>
          <a:xfrm>
            <a:off x="2729308" y="5193238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30" name="Group 26">
            <a:extLst>
              <a:ext uri="{FF2B5EF4-FFF2-40B4-BE49-F238E27FC236}">
                <a16:creationId xmlns:a16="http://schemas.microsoft.com/office/drawing/2014/main" id="{59BACA39-818F-3C2C-C44A-414A1BE9A25A}"/>
              </a:ext>
            </a:extLst>
          </p:cNvPr>
          <p:cNvGrpSpPr/>
          <p:nvPr/>
        </p:nvGrpSpPr>
        <p:grpSpPr>
          <a:xfrm>
            <a:off x="249187" y="5526143"/>
            <a:ext cx="5961113" cy="219667"/>
            <a:chOff x="1895287" y="2791040"/>
            <a:chExt cx="5961113" cy="219667"/>
          </a:xfrm>
        </p:grpSpPr>
        <p:grpSp>
          <p:nvGrpSpPr>
            <p:cNvPr id="31" name="그룹 6">
              <a:extLst>
                <a:ext uri="{FF2B5EF4-FFF2-40B4-BE49-F238E27FC236}">
                  <a16:creationId xmlns:a16="http://schemas.microsoft.com/office/drawing/2014/main" id="{3030BCBA-3E17-B003-3341-BB0D82CAE912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33" name="Tab 1">
                <a:extLst>
                  <a:ext uri="{FF2B5EF4-FFF2-40B4-BE49-F238E27FC236}">
                    <a16:creationId xmlns:a16="http://schemas.microsoft.com/office/drawing/2014/main" id="{0AD82528-9548-F4C2-FA8B-EF2166AEF169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34" name="Tab 2">
                <a:extLst>
                  <a:ext uri="{FF2B5EF4-FFF2-40B4-BE49-F238E27FC236}">
                    <a16:creationId xmlns:a16="http://schemas.microsoft.com/office/drawing/2014/main" id="{8B701E65-B679-3DC7-0C93-E675D1B771AE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35" name="Tab 2">
                <a:extLst>
                  <a:ext uri="{FF2B5EF4-FFF2-40B4-BE49-F238E27FC236}">
                    <a16:creationId xmlns:a16="http://schemas.microsoft.com/office/drawing/2014/main" id="{A6DB526F-207B-1F69-8CCD-29187BD80759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36" name="Tab 2">
                <a:extLst>
                  <a:ext uri="{FF2B5EF4-FFF2-40B4-BE49-F238E27FC236}">
                    <a16:creationId xmlns:a16="http://schemas.microsoft.com/office/drawing/2014/main" id="{8C52669E-BC13-819F-2776-1EB5C6043CD5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37" name="Tab 2">
                <a:extLst>
                  <a:ext uri="{FF2B5EF4-FFF2-40B4-BE49-F238E27FC236}">
                    <a16:creationId xmlns:a16="http://schemas.microsoft.com/office/drawing/2014/main" id="{C926D465-DACA-3145-2207-DF172CBA957F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38" name="Tab 2">
                <a:extLst>
                  <a:ext uri="{FF2B5EF4-FFF2-40B4-BE49-F238E27FC236}">
                    <a16:creationId xmlns:a16="http://schemas.microsoft.com/office/drawing/2014/main" id="{390C8CD3-6643-8DA6-DC3C-094BE07C7714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32" name="직선 연결선 32">
              <a:extLst>
                <a:ext uri="{FF2B5EF4-FFF2-40B4-BE49-F238E27FC236}">
                  <a16:creationId xmlns:a16="http://schemas.microsoft.com/office/drawing/2014/main" id="{A1BDB06F-A687-8128-E4C9-70064BBC150A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50E2680B-D877-927A-32D9-A487202B600A}"/>
              </a:ext>
            </a:extLst>
          </p:cNvPr>
          <p:cNvGrpSpPr/>
          <p:nvPr/>
        </p:nvGrpSpPr>
        <p:grpSpPr>
          <a:xfrm>
            <a:off x="5072350" y="5128776"/>
            <a:ext cx="520284" cy="197229"/>
            <a:chOff x="4050461" y="5245314"/>
            <a:chExt cx="520284" cy="197229"/>
          </a:xfrm>
        </p:grpSpPr>
        <p:sp>
          <p:nvSpPr>
            <p:cNvPr id="40" name="Rectangle 256">
              <a:extLst>
                <a:ext uri="{FF2B5EF4-FFF2-40B4-BE49-F238E27FC236}">
                  <a16:creationId xmlns:a16="http://schemas.microsoft.com/office/drawing/2014/main" id="{EB430526-68AB-E2F8-652A-D77D6FE1EE41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65DBB244-BC4C-2DBD-F49E-71285D403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C007CC91-5284-D66E-41F3-019FEB49F7D7}"/>
              </a:ext>
            </a:extLst>
          </p:cNvPr>
          <p:cNvGrpSpPr/>
          <p:nvPr/>
        </p:nvGrpSpPr>
        <p:grpSpPr>
          <a:xfrm>
            <a:off x="4591664" y="4383575"/>
            <a:ext cx="1661164" cy="202164"/>
            <a:chOff x="4439700" y="4436870"/>
            <a:chExt cx="1661164" cy="202164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8342E18-F788-416E-8EFB-015298347C0F}"/>
                </a:ext>
              </a:extLst>
            </p:cNvPr>
            <p:cNvSpPr txBox="1"/>
            <p:nvPr/>
          </p:nvSpPr>
          <p:spPr>
            <a:xfrm>
              <a:off x="4439700" y="4436870"/>
              <a:ext cx="80367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1,434</a:t>
              </a:r>
              <a:r>
                <a:rPr lang="ko-KR" altLang="en-US" sz="800" dirty="0">
                  <a:latin typeface="+mn-ea"/>
                  <a:ea typeface="+mn-ea"/>
                </a:rPr>
                <a:t>명 시청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598537B-9E59-0F66-3AC1-37962EAE49DA}"/>
                </a:ext>
              </a:extLst>
            </p:cNvPr>
            <p:cNvSpPr txBox="1"/>
            <p:nvPr/>
          </p:nvSpPr>
          <p:spPr>
            <a:xfrm>
              <a:off x="5197217" y="4443220"/>
              <a:ext cx="106367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〮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BEF5B4E-B1E6-B355-06EF-EA49F869AB55}"/>
                </a:ext>
              </a:extLst>
            </p:cNvPr>
            <p:cNvSpPr txBox="1"/>
            <p:nvPr/>
          </p:nvSpPr>
          <p:spPr>
            <a:xfrm>
              <a:off x="5265131" y="4436870"/>
              <a:ext cx="83573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00:34:22 </a:t>
              </a:r>
              <a:r>
                <a:rPr lang="ko-KR" altLang="en-US" sz="800" dirty="0">
                  <a:latin typeface="+mn-ea"/>
                  <a:ea typeface="+mn-ea"/>
                </a:rPr>
                <a:t>방송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56CE595-CAD6-D3BE-7DC6-E4693F4095B3}"/>
              </a:ext>
            </a:extLst>
          </p:cNvPr>
          <p:cNvSpPr/>
          <p:nvPr/>
        </p:nvSpPr>
        <p:spPr>
          <a:xfrm>
            <a:off x="36207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FFC7D058-3F0E-B7F1-F50F-F60016496218}"/>
              </a:ext>
            </a:extLst>
          </p:cNvPr>
          <p:cNvSpPr/>
          <p:nvPr/>
        </p:nvSpPr>
        <p:spPr>
          <a:xfrm>
            <a:off x="1078810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2329D060-2C76-9C13-6ED3-C1D4941401F3}"/>
              </a:ext>
            </a:extLst>
          </p:cNvPr>
          <p:cNvSpPr/>
          <p:nvPr/>
        </p:nvSpPr>
        <p:spPr>
          <a:xfrm>
            <a:off x="179554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72" name="직선 연결선 2055">
            <a:extLst>
              <a:ext uri="{FF2B5EF4-FFF2-40B4-BE49-F238E27FC236}">
                <a16:creationId xmlns:a16="http://schemas.microsoft.com/office/drawing/2014/main" id="{AAF78FAE-45CF-0AD2-C6F8-4E59D6DBACFA}"/>
              </a:ext>
            </a:extLst>
          </p:cNvPr>
          <p:cNvCxnSpPr>
            <a:cxnSpLocks/>
            <a:endCxn id="9" idx="2"/>
          </p:cNvCxnSpPr>
          <p:nvPr/>
        </p:nvCxnSpPr>
        <p:spPr>
          <a:xfrm rot="10800000">
            <a:off x="3237087" y="3127280"/>
            <a:ext cx="680476" cy="516874"/>
          </a:xfrm>
          <a:prstGeom prst="bentConnector2">
            <a:avLst/>
          </a:prstGeom>
          <a:ln w="12700">
            <a:solidFill>
              <a:srgbClr val="FF0000"/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697DE6C8-1003-7D7B-888B-8E5D6355E3C1}"/>
              </a:ext>
            </a:extLst>
          </p:cNvPr>
          <p:cNvSpPr/>
          <p:nvPr/>
        </p:nvSpPr>
        <p:spPr>
          <a:xfrm>
            <a:off x="3919407" y="3490900"/>
            <a:ext cx="914400" cy="3280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홈으로 이동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85C0EA-9551-7DF3-CF42-CD8EF7ED9A3A}"/>
              </a:ext>
            </a:extLst>
          </p:cNvPr>
          <p:cNvSpPr txBox="1"/>
          <p:nvPr/>
        </p:nvSpPr>
        <p:spPr>
          <a:xfrm>
            <a:off x="2539175" y="4671140"/>
            <a:ext cx="853366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리그오브레전드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004775-FF13-6905-11C2-451439F954C4}"/>
              </a:ext>
            </a:extLst>
          </p:cNvPr>
          <p:cNvSpPr txBox="1"/>
          <p:nvPr/>
        </p:nvSpPr>
        <p:spPr>
          <a:xfrm>
            <a:off x="3389224" y="4671140"/>
            <a:ext cx="75077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나는야게임왕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F2808A6-3738-51B2-45F6-13CCBD38A44C}"/>
              </a:ext>
            </a:extLst>
          </p:cNvPr>
          <p:cNvSpPr txBox="1"/>
          <p:nvPr/>
        </p:nvSpPr>
        <p:spPr>
          <a:xfrm>
            <a:off x="4154612" y="4671140"/>
            <a:ext cx="55360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#T1</a:t>
            </a:r>
            <a:r>
              <a:rPr lang="ko-KR" altLang="en-US" sz="800" dirty="0">
                <a:latin typeface="+mn-ea"/>
                <a:ea typeface="+mn-ea"/>
              </a:rPr>
              <a:t>티밀리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EB4C5CE-0CB8-7E1B-13AB-C54D04892155}"/>
              </a:ext>
            </a:extLst>
          </p:cNvPr>
          <p:cNvSpPr txBox="1"/>
          <p:nvPr/>
        </p:nvSpPr>
        <p:spPr>
          <a:xfrm>
            <a:off x="4706616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게임이좋아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81371E6-76E0-DB58-1B46-1A9EE5D4AA59}"/>
              </a:ext>
            </a:extLst>
          </p:cNvPr>
          <p:cNvSpPr txBox="1"/>
          <p:nvPr/>
        </p:nvSpPr>
        <p:spPr>
          <a:xfrm>
            <a:off x="5354798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니달리천재</a:t>
            </a:r>
            <a:endParaRPr lang="en-US" altLang="ko-KR" sz="800" b="1" dirty="0">
              <a:latin typeface="+mn-ea"/>
              <a:ea typeface="+mn-ea"/>
            </a:endParaRP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9E1571BB-82DD-218D-1705-A1791AB184BB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9399924C-CDBF-EB32-8A4A-156AB51D15C8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D5FF24E1-7A46-7C06-12FA-DA9309DFA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898247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60BB6-8681-AE0B-F7C7-6B73A54FF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99D704B-8F2D-58C2-BBD9-11B77A0C2B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</a:t>
            </a:r>
            <a:r>
              <a:rPr lang="en-US" altLang="ko-KR" sz="2000" dirty="0"/>
              <a:t> &gt; </a:t>
            </a:r>
            <a:r>
              <a:rPr lang="ko-KR" altLang="en-US" sz="2000" dirty="0"/>
              <a:t>크리에이터 정보 영역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B1BFCBA-E681-1771-34D4-26479F513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73ACBE3C-6B70-6AF3-1D56-A9D68D490AA5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7466" cy="533400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공통</a:t>
                      </a:r>
                      <a:endParaRPr kumimoji="1" lang="en-US" altLang="ko-KR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라이브 중 방송 정보 변경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라이브 중 방송 정보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태그 등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변경될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새로고침 시 반영됨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4296445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제목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설정한 방송 제목 표시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 줄 영역 넘어갈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줄바꿈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시청자 수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방송 중인 실시간 고유 시청 세션 수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집계 기준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①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동일 계정이 여러 기기에서 접속한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1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명으로 집계함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②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비로그인 시청자는 세션 단위로 집계함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 규칙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① 0~999 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쉼표 없이 정수 표시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② 1,000~9,999 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천 단위 쉼표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③ 10,000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이상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단위 쉼표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④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집계 실패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-(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하이픈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표시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갱신 주기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서버 기준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5~10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초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①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끊길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마지막 값 유지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②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재연결 후 즉시 최신 값 갱신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-------------------------------------------------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시간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시작 시점부터 현재까지 흐른 시간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ko-KR" sz="800" dirty="0"/>
                        <a:t>일시중단 후 이어지는 방송은 재연결 유예 시간 </a:t>
                      </a:r>
                      <a:r>
                        <a:rPr lang="ko-KR" altLang="en-US" sz="800" dirty="0"/>
                        <a:t>이내라면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en-US" sz="800" dirty="0"/>
                        <a:t>동일한</a:t>
                      </a:r>
                      <a:r>
                        <a:rPr lang="ko-KR" altLang="ko-KR" sz="800" dirty="0"/>
                        <a:t> 방송으로 </a:t>
                      </a:r>
                      <a:r>
                        <a:rPr lang="ko-KR" altLang="en-US" sz="800" dirty="0"/>
                        <a:t>간주하여</a:t>
                      </a:r>
                      <a:r>
                        <a:rPr lang="ko-KR" altLang="ko-KR" sz="800" dirty="0"/>
                        <a:t> 시간을 이어서 </a:t>
                      </a:r>
                      <a:r>
                        <a:rPr lang="ko-KR" altLang="en-US" sz="800" dirty="0"/>
                        <a:t>카운팅함</a:t>
                      </a:r>
                      <a:br>
                        <a:rPr lang="en-US" altLang="ko-KR" sz="800" dirty="0"/>
                      </a:br>
                      <a:br>
                        <a:rPr lang="en-US" altLang="ko-KR" sz="800" dirty="0"/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 규칙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HH : MM : SS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중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종료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타이머 정지되며 총 방송 시간을 고정 표시함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997900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시작 전 설정한 카테고리 표시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2621251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태그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시작 전 설정한 태그 표시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980738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900B5527-745E-45D8-BCF8-5556B69BCBF4}"/>
              </a:ext>
            </a:extLst>
          </p:cNvPr>
          <p:cNvSpPr/>
          <p:nvPr/>
        </p:nvSpPr>
        <p:spPr>
          <a:xfrm>
            <a:off x="160892" y="826569"/>
            <a:ext cx="6152391" cy="34572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153A366-0B81-26F4-A610-C10C9AFEB7EB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CB30D3E9-494D-CBDF-EDC9-CFD6ECD0D6C0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D1C832B9-4591-BC20-574C-D987CF5FC965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C716E93A-BCF7-ABF4-B07C-0FACD48CDFB2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1A33C9B-FE90-9E56-6B0E-B1E01D2BA541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171AAA40-F5A4-48F5-37C0-C573D5BD6814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A80EAAFD-F546-19B3-B1C7-48152A02FB0F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FF75F76-3778-D194-11E0-886CCADC9A18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7B302F76-84F6-4C7E-A185-D3EBCE4B4ACC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89999A51-AC19-9C37-96A9-CF8C74B6FCFB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8F8448C-7BF3-E24A-A212-89FEAFBCADED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0E865E9F-70F6-F9B1-2C37-BF86F6248C65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369E446C-83C8-61F0-E2DE-83E625F56AE4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437AB55-EA88-EF9D-8191-71CD1D8E8C31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B1F0C498-8A2D-6A7F-377D-AC50D75906BB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276F1921-373C-7866-80B7-C64A01C9B5C1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8D988C7-0996-B53E-A1FD-5C396373AD52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9E9D3232-9158-145F-A641-C07E94F045EB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6BFB9BA8-AB2D-B312-61A4-157406988899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D923B83-CB52-FB8D-A71E-2F155A916369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E7F247C9-295A-566C-ACC3-839CE1B84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A01669F6-91DC-0099-5066-DEB4E52B2694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7E776A75-A99B-25BB-BF65-CAE9DE0528C5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61FD9AFE-DA3E-F7B3-7618-B161846CD046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333258AB-3BAE-0041-12BE-23425C5AF4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4D30546E-5D0C-5D50-4C5D-685327C644B4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75CED052-97D2-8AC9-10C7-0808BA17E497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3D6502D9-CC73-4B21-D3D1-41BA407A036B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F3B7266F-9EA4-7B65-1453-80601D5B3F96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0988642E-F9F5-9FE8-30AE-A8B4694C0461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B77E8EF2-8553-040F-855D-39B2B2784C66}"/>
              </a:ext>
            </a:extLst>
          </p:cNvPr>
          <p:cNvGrpSpPr/>
          <p:nvPr/>
        </p:nvGrpSpPr>
        <p:grpSpPr>
          <a:xfrm>
            <a:off x="5853553" y="2161004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897CFF54-2555-5DBC-7CD9-035CA45A3AAA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FA4BE7F9-4024-0FE5-4B52-0A021AC8CACF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D38EFBEC-6AB8-9F7B-7F7D-E16F26A3D2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4729F21A-7BFD-7073-A76F-49686A2C968F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1723E7CD-9127-6CAB-627D-C854E3F15061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C8751FC6-9816-316D-54D6-1A4DC014BF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pic>
        <p:nvPicPr>
          <p:cNvPr id="143" name="그림 142">
            <a:extLst>
              <a:ext uri="{FF2B5EF4-FFF2-40B4-BE49-F238E27FC236}">
                <a16:creationId xmlns:a16="http://schemas.microsoft.com/office/drawing/2014/main" id="{4F4E9F90-B0B0-79E6-A7A5-A0BFD05EE0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85" y="3960840"/>
            <a:ext cx="211110" cy="211110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6DB391AA-3E24-9A67-351F-F7002DAEFE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13" y="4005939"/>
            <a:ext cx="308348" cy="122054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7B4B4FB0-7F11-F0C5-E1B5-89474B485D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7890" y="3978016"/>
            <a:ext cx="187072" cy="187072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F3B22746-1DD6-761C-75F6-3AC37423A8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0576" y="3944960"/>
            <a:ext cx="253184" cy="253184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6D1F84E3-953F-5181-4676-8BCA3F85A3BD}"/>
              </a:ext>
            </a:extLst>
          </p:cNvPr>
          <p:cNvSpPr txBox="1"/>
          <p:nvPr/>
        </p:nvSpPr>
        <p:spPr>
          <a:xfrm>
            <a:off x="4523936" y="3953549"/>
            <a:ext cx="463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+mn-ea"/>
                <a:ea typeface="+mn-ea"/>
              </a:rPr>
              <a:t>360p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ea typeface="+mn-ea"/>
              </a:rPr>
              <a:t>▼</a:t>
            </a:r>
            <a:endParaRPr lang="en-US" altLang="ko-KR" sz="9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B80F0061-94B6-884E-8349-28D25EC00FA2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C5917F02-F60D-88E1-FC75-1ACC04B5899D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644E93F8-014B-33B4-F5BC-7BE189ABC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pic>
        <p:nvPicPr>
          <p:cNvPr id="198" name="그림 197">
            <a:extLst>
              <a:ext uri="{FF2B5EF4-FFF2-40B4-BE49-F238E27FC236}">
                <a16:creationId xmlns:a16="http://schemas.microsoft.com/office/drawing/2014/main" id="{E4FD6600-545F-FB01-8246-A08229E522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9244" y="3986681"/>
            <a:ext cx="168600" cy="168600"/>
          </a:xfrm>
          <a:prstGeom prst="rect">
            <a:avLst/>
          </a:prstGeom>
        </p:spPr>
      </p:pic>
      <p:pic>
        <p:nvPicPr>
          <p:cNvPr id="85" name="그림 84">
            <a:extLst>
              <a:ext uri="{FF2B5EF4-FFF2-40B4-BE49-F238E27FC236}">
                <a16:creationId xmlns:a16="http://schemas.microsoft.com/office/drawing/2014/main" id="{C129F12D-3664-0F27-8FD3-9FA1A939A8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5808" y="3996601"/>
            <a:ext cx="104497" cy="134353"/>
          </a:xfrm>
          <a:prstGeom prst="rect">
            <a:avLst/>
          </a:prstGeom>
        </p:spPr>
      </p:pic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58BF595A-3158-BC5F-0808-0156F74FD65F}"/>
              </a:ext>
            </a:extLst>
          </p:cNvPr>
          <p:cNvGrpSpPr/>
          <p:nvPr/>
        </p:nvGrpSpPr>
        <p:grpSpPr>
          <a:xfrm>
            <a:off x="285087" y="3823362"/>
            <a:ext cx="5929975" cy="92335"/>
            <a:chOff x="285087" y="3823362"/>
            <a:chExt cx="5929975" cy="92335"/>
          </a:xfrm>
        </p:grpSpPr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05270E52-9272-DB5D-3B5E-77D7EA0B422B}"/>
                </a:ext>
              </a:extLst>
            </p:cNvPr>
            <p:cNvSpPr/>
            <p:nvPr/>
          </p:nvSpPr>
          <p:spPr>
            <a:xfrm>
              <a:off x="285087" y="3853387"/>
              <a:ext cx="5904000" cy="36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9493BE90-237E-D576-7071-21E11C385C63}"/>
                </a:ext>
              </a:extLst>
            </p:cNvPr>
            <p:cNvSpPr/>
            <p:nvPr/>
          </p:nvSpPr>
          <p:spPr>
            <a:xfrm>
              <a:off x="6122727" y="3823362"/>
              <a:ext cx="92335" cy="9233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8F5F0A46-230B-8876-6200-C7FB4EF27CB7}"/>
              </a:ext>
            </a:extLst>
          </p:cNvPr>
          <p:cNvSpPr txBox="1"/>
          <p:nvPr/>
        </p:nvSpPr>
        <p:spPr>
          <a:xfrm>
            <a:off x="307407" y="4375757"/>
            <a:ext cx="2276833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방송 제목이 나오는 부분입니다</a:t>
            </a:r>
            <a:r>
              <a:rPr lang="en-US" altLang="ko-KR" sz="12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ED0A24F-204E-4C8A-CE1D-A8EDFA805B78}"/>
              </a:ext>
            </a:extLst>
          </p:cNvPr>
          <p:cNvSpPr txBox="1"/>
          <p:nvPr/>
        </p:nvSpPr>
        <p:spPr>
          <a:xfrm>
            <a:off x="737605" y="5000800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3419134-87D1-B8BE-60A6-4A84643CE8EE}"/>
              </a:ext>
            </a:extLst>
          </p:cNvPr>
          <p:cNvSpPr txBox="1"/>
          <p:nvPr/>
        </p:nvSpPr>
        <p:spPr>
          <a:xfrm>
            <a:off x="742619" y="5201240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118" name="Picture 142">
            <a:extLst>
              <a:ext uri="{FF2B5EF4-FFF2-40B4-BE49-F238E27FC236}">
                <a16:creationId xmlns:a16="http://schemas.microsoft.com/office/drawing/2014/main" id="{D5B21298-0CA0-1D8D-77DE-9767D0A8338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99294" y="5043398"/>
            <a:ext cx="136038" cy="141707"/>
          </a:xfrm>
          <a:prstGeom prst="rect">
            <a:avLst/>
          </a:prstGeom>
        </p:spPr>
      </p:pic>
      <p:grpSp>
        <p:nvGrpSpPr>
          <p:cNvPr id="119" name="Group 149">
            <a:extLst>
              <a:ext uri="{FF2B5EF4-FFF2-40B4-BE49-F238E27FC236}">
                <a16:creationId xmlns:a16="http://schemas.microsoft.com/office/drawing/2014/main" id="{175B7FAF-9BA1-D44B-0807-0744C339919D}"/>
              </a:ext>
            </a:extLst>
          </p:cNvPr>
          <p:cNvGrpSpPr/>
          <p:nvPr/>
        </p:nvGrpSpPr>
        <p:grpSpPr>
          <a:xfrm>
            <a:off x="365283" y="5024720"/>
            <a:ext cx="308360" cy="308360"/>
            <a:chOff x="6468801" y="4933120"/>
            <a:chExt cx="216000" cy="216000"/>
          </a:xfrm>
        </p:grpSpPr>
        <p:sp>
          <p:nvSpPr>
            <p:cNvPr id="120" name="Oval 156">
              <a:extLst>
                <a:ext uri="{FF2B5EF4-FFF2-40B4-BE49-F238E27FC236}">
                  <a16:creationId xmlns:a16="http://schemas.microsoft.com/office/drawing/2014/main" id="{4FEE79C1-EE9A-4438-7305-EEB47BF41DA0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21" name="Picture 159">
              <a:extLst>
                <a:ext uri="{FF2B5EF4-FFF2-40B4-BE49-F238E27FC236}">
                  <a16:creationId xmlns:a16="http://schemas.microsoft.com/office/drawing/2014/main" id="{2D758E6D-31BC-642F-CF84-703C4EFC1A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sp>
        <p:nvSpPr>
          <p:cNvPr id="122" name="Rounded Rectangle 160">
            <a:extLst>
              <a:ext uri="{FF2B5EF4-FFF2-40B4-BE49-F238E27FC236}">
                <a16:creationId xmlns:a16="http://schemas.microsoft.com/office/drawing/2014/main" id="{E60A2245-78A3-7027-45C6-584B2029DA01}"/>
              </a:ext>
            </a:extLst>
          </p:cNvPr>
          <p:cNvSpPr/>
          <p:nvPr/>
        </p:nvSpPr>
        <p:spPr>
          <a:xfrm>
            <a:off x="362075" y="5243833"/>
            <a:ext cx="309072" cy="13625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latin typeface="+mn-ea"/>
              </a:rPr>
              <a:t>LIVE</a:t>
            </a:r>
            <a:endParaRPr lang="ko-KR" altLang="en-US" sz="7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23" name="Group 2">
            <a:extLst>
              <a:ext uri="{FF2B5EF4-FFF2-40B4-BE49-F238E27FC236}">
                <a16:creationId xmlns:a16="http://schemas.microsoft.com/office/drawing/2014/main" id="{BC0D13E2-EC09-75F2-AF15-0E24D054F704}"/>
              </a:ext>
            </a:extLst>
          </p:cNvPr>
          <p:cNvGrpSpPr/>
          <p:nvPr/>
        </p:nvGrpSpPr>
        <p:grpSpPr>
          <a:xfrm>
            <a:off x="4280095" y="5128776"/>
            <a:ext cx="754838" cy="197229"/>
            <a:chOff x="4448007" y="5346092"/>
            <a:chExt cx="754838" cy="197229"/>
          </a:xfrm>
        </p:grpSpPr>
        <p:sp>
          <p:nvSpPr>
            <p:cNvPr id="124" name="Rectangle 256">
              <a:extLst>
                <a:ext uri="{FF2B5EF4-FFF2-40B4-BE49-F238E27FC236}">
                  <a16:creationId xmlns:a16="http://schemas.microsoft.com/office/drawing/2014/main" id="{38D3E168-1A50-FC47-6D27-15E3EFEC3AA7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25" name="Picture 191">
              <a:extLst>
                <a:ext uri="{FF2B5EF4-FFF2-40B4-BE49-F238E27FC236}">
                  <a16:creationId xmlns:a16="http://schemas.microsoft.com/office/drawing/2014/main" id="{4A2A1BC4-0054-261E-07EC-3C6F6BBD0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127" name="Group 17">
            <a:extLst>
              <a:ext uri="{FF2B5EF4-FFF2-40B4-BE49-F238E27FC236}">
                <a16:creationId xmlns:a16="http://schemas.microsoft.com/office/drawing/2014/main" id="{9FEE8148-ED6F-E3FE-89A2-038458C1EB0F}"/>
              </a:ext>
            </a:extLst>
          </p:cNvPr>
          <p:cNvGrpSpPr/>
          <p:nvPr/>
        </p:nvGrpSpPr>
        <p:grpSpPr>
          <a:xfrm>
            <a:off x="5631940" y="5128776"/>
            <a:ext cx="581183" cy="197229"/>
            <a:chOff x="5199485" y="5263720"/>
            <a:chExt cx="581183" cy="197229"/>
          </a:xfrm>
        </p:grpSpPr>
        <p:sp>
          <p:nvSpPr>
            <p:cNvPr id="134" name="Rectangle 256">
              <a:extLst>
                <a:ext uri="{FF2B5EF4-FFF2-40B4-BE49-F238E27FC236}">
                  <a16:creationId xmlns:a16="http://schemas.microsoft.com/office/drawing/2014/main" id="{411BDFD4-848C-07E5-40F9-F10145E4CEAE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35" name="Picture 15">
              <a:extLst>
                <a:ext uri="{FF2B5EF4-FFF2-40B4-BE49-F238E27FC236}">
                  <a16:creationId xmlns:a16="http://schemas.microsoft.com/office/drawing/2014/main" id="{C6A6E9D2-850D-5691-5D56-AE06BB9A3D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D960EE68-15EB-BE5C-2A74-7F764421AD23}"/>
              </a:ext>
            </a:extLst>
          </p:cNvPr>
          <p:cNvSpPr/>
          <p:nvPr/>
        </p:nvSpPr>
        <p:spPr>
          <a:xfrm>
            <a:off x="247649" y="5787476"/>
            <a:ext cx="5974567" cy="729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AD94E69-DB2B-4979-9AC5-5B41D0DFDFF8}"/>
              </a:ext>
            </a:extLst>
          </p:cNvPr>
          <p:cNvSpPr txBox="1"/>
          <p:nvPr/>
        </p:nvSpPr>
        <p:spPr>
          <a:xfrm>
            <a:off x="2729308" y="5193238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138" name="Group 26">
            <a:extLst>
              <a:ext uri="{FF2B5EF4-FFF2-40B4-BE49-F238E27FC236}">
                <a16:creationId xmlns:a16="http://schemas.microsoft.com/office/drawing/2014/main" id="{9ED4886E-FB20-F43F-5888-53930EFAE1CC}"/>
              </a:ext>
            </a:extLst>
          </p:cNvPr>
          <p:cNvGrpSpPr/>
          <p:nvPr/>
        </p:nvGrpSpPr>
        <p:grpSpPr>
          <a:xfrm>
            <a:off x="249187" y="5526143"/>
            <a:ext cx="5961113" cy="219667"/>
            <a:chOff x="1895287" y="2791040"/>
            <a:chExt cx="5961113" cy="219667"/>
          </a:xfrm>
        </p:grpSpPr>
        <p:grpSp>
          <p:nvGrpSpPr>
            <p:cNvPr id="139" name="그룹 6">
              <a:extLst>
                <a:ext uri="{FF2B5EF4-FFF2-40B4-BE49-F238E27FC236}">
                  <a16:creationId xmlns:a16="http://schemas.microsoft.com/office/drawing/2014/main" id="{5809BD3F-9F1D-B7B6-F2C1-4748C9B2629B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141" name="Tab 1">
                <a:extLst>
                  <a:ext uri="{FF2B5EF4-FFF2-40B4-BE49-F238E27FC236}">
                    <a16:creationId xmlns:a16="http://schemas.microsoft.com/office/drawing/2014/main" id="{0CF82727-1979-B067-7291-D039DE2D1150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2" name="Tab 2">
                <a:extLst>
                  <a:ext uri="{FF2B5EF4-FFF2-40B4-BE49-F238E27FC236}">
                    <a16:creationId xmlns:a16="http://schemas.microsoft.com/office/drawing/2014/main" id="{A941628A-1E09-B680-348B-BFE11890A221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4" name="Tab 2">
                <a:extLst>
                  <a:ext uri="{FF2B5EF4-FFF2-40B4-BE49-F238E27FC236}">
                    <a16:creationId xmlns:a16="http://schemas.microsoft.com/office/drawing/2014/main" id="{A76735C0-7567-2ED9-5871-3EB250159368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5" name="Tab 2">
                <a:extLst>
                  <a:ext uri="{FF2B5EF4-FFF2-40B4-BE49-F238E27FC236}">
                    <a16:creationId xmlns:a16="http://schemas.microsoft.com/office/drawing/2014/main" id="{98537FEA-E8AD-CD63-0640-600514FB062E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6" name="Tab 2">
                <a:extLst>
                  <a:ext uri="{FF2B5EF4-FFF2-40B4-BE49-F238E27FC236}">
                    <a16:creationId xmlns:a16="http://schemas.microsoft.com/office/drawing/2014/main" id="{2C4D8ACA-5DA9-A0E0-6747-E9A28FB58B27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7" name="Tab 2">
                <a:extLst>
                  <a:ext uri="{FF2B5EF4-FFF2-40B4-BE49-F238E27FC236}">
                    <a16:creationId xmlns:a16="http://schemas.microsoft.com/office/drawing/2014/main" id="{B4A15531-7B51-C3BC-7084-5EB95A37B6A2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140" name="직선 연결선 32">
              <a:extLst>
                <a:ext uri="{FF2B5EF4-FFF2-40B4-BE49-F238E27FC236}">
                  <a16:creationId xmlns:a16="http://schemas.microsoft.com/office/drawing/2014/main" id="{ABEFDA82-BB79-FFBF-F1F3-FBB6ACA3B161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58F554-D727-445C-7595-831F1CF530E9}"/>
              </a:ext>
            </a:extLst>
          </p:cNvPr>
          <p:cNvGrpSpPr/>
          <p:nvPr/>
        </p:nvGrpSpPr>
        <p:grpSpPr>
          <a:xfrm>
            <a:off x="5072350" y="5128776"/>
            <a:ext cx="520284" cy="197229"/>
            <a:chOff x="4050461" y="5245314"/>
            <a:chExt cx="520284" cy="197229"/>
          </a:xfrm>
        </p:grpSpPr>
        <p:sp>
          <p:nvSpPr>
            <p:cNvPr id="149" name="Rectangle 256">
              <a:extLst>
                <a:ext uri="{FF2B5EF4-FFF2-40B4-BE49-F238E27FC236}">
                  <a16:creationId xmlns:a16="http://schemas.microsoft.com/office/drawing/2014/main" id="{D54DBF78-391F-5949-B8DB-59A1CA0A0A72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51" name="그림 150">
              <a:extLst>
                <a:ext uri="{FF2B5EF4-FFF2-40B4-BE49-F238E27FC236}">
                  <a16:creationId xmlns:a16="http://schemas.microsoft.com/office/drawing/2014/main" id="{ED6CA19B-08EB-8182-E0A2-E6A59AA4E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6D6B039E-919F-B869-54A8-1B0EE55F9A91}"/>
              </a:ext>
            </a:extLst>
          </p:cNvPr>
          <p:cNvGrpSpPr/>
          <p:nvPr/>
        </p:nvGrpSpPr>
        <p:grpSpPr>
          <a:xfrm>
            <a:off x="4591664" y="4383575"/>
            <a:ext cx="1661164" cy="202164"/>
            <a:chOff x="4439700" y="4436870"/>
            <a:chExt cx="1661164" cy="202164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D5FBC44-76D7-FC0C-C1EB-96F9392B764B}"/>
                </a:ext>
              </a:extLst>
            </p:cNvPr>
            <p:cNvSpPr txBox="1"/>
            <p:nvPr/>
          </p:nvSpPr>
          <p:spPr>
            <a:xfrm>
              <a:off x="4439700" y="4436870"/>
              <a:ext cx="80367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1,434</a:t>
              </a:r>
              <a:r>
                <a:rPr lang="ko-KR" altLang="en-US" sz="800" dirty="0">
                  <a:latin typeface="+mn-ea"/>
                  <a:ea typeface="+mn-ea"/>
                </a:rPr>
                <a:t>명 시청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E8FA40DC-0FF8-9B64-EB29-690F788EEF4C}"/>
                </a:ext>
              </a:extLst>
            </p:cNvPr>
            <p:cNvSpPr txBox="1"/>
            <p:nvPr/>
          </p:nvSpPr>
          <p:spPr>
            <a:xfrm>
              <a:off x="5197217" y="4443220"/>
              <a:ext cx="106367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〮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FCDCBDE-54FE-9AFA-CDC7-EDC3F10179CA}"/>
                </a:ext>
              </a:extLst>
            </p:cNvPr>
            <p:cNvSpPr txBox="1"/>
            <p:nvPr/>
          </p:nvSpPr>
          <p:spPr>
            <a:xfrm>
              <a:off x="5265131" y="4436870"/>
              <a:ext cx="83573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00:34:22 </a:t>
              </a:r>
              <a:r>
                <a:rPr lang="ko-KR" altLang="en-US" sz="800" dirty="0">
                  <a:latin typeface="+mn-ea"/>
                  <a:ea typeface="+mn-ea"/>
                </a:rPr>
                <a:t>방송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159" name="사각형: 둥근 모서리 158">
            <a:extLst>
              <a:ext uri="{FF2B5EF4-FFF2-40B4-BE49-F238E27FC236}">
                <a16:creationId xmlns:a16="http://schemas.microsoft.com/office/drawing/2014/main" id="{A064C86C-47D1-A684-CBFD-F5F3B5D0B211}"/>
              </a:ext>
            </a:extLst>
          </p:cNvPr>
          <p:cNvSpPr/>
          <p:nvPr/>
        </p:nvSpPr>
        <p:spPr>
          <a:xfrm>
            <a:off x="36207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94DC2B21-D5D5-8116-6C52-5D986AAFA2C4}"/>
              </a:ext>
            </a:extLst>
          </p:cNvPr>
          <p:cNvSpPr/>
          <p:nvPr/>
        </p:nvSpPr>
        <p:spPr>
          <a:xfrm>
            <a:off x="1078810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F58AE241-3E3C-0F23-3B31-3CBC747BF2E4}"/>
              </a:ext>
            </a:extLst>
          </p:cNvPr>
          <p:cNvSpPr/>
          <p:nvPr/>
        </p:nvSpPr>
        <p:spPr>
          <a:xfrm>
            <a:off x="179554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29F2726D-B1B4-E2E1-12DD-C73439339608}"/>
              </a:ext>
            </a:extLst>
          </p:cNvPr>
          <p:cNvSpPr txBox="1"/>
          <p:nvPr/>
        </p:nvSpPr>
        <p:spPr>
          <a:xfrm>
            <a:off x="2539175" y="4671140"/>
            <a:ext cx="853366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리그오브레전드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AFB3E7D-6102-C3DE-A5A4-0C1D21AFA086}"/>
              </a:ext>
            </a:extLst>
          </p:cNvPr>
          <p:cNvSpPr txBox="1"/>
          <p:nvPr/>
        </p:nvSpPr>
        <p:spPr>
          <a:xfrm>
            <a:off x="3389224" y="4671140"/>
            <a:ext cx="75077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나는야게임왕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DF9B82C9-3808-A3F9-83F3-E6C98A37D819}"/>
              </a:ext>
            </a:extLst>
          </p:cNvPr>
          <p:cNvSpPr txBox="1"/>
          <p:nvPr/>
        </p:nvSpPr>
        <p:spPr>
          <a:xfrm>
            <a:off x="4154612" y="4671140"/>
            <a:ext cx="55360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#T1</a:t>
            </a:r>
            <a:r>
              <a:rPr lang="ko-KR" altLang="en-US" sz="800" dirty="0">
                <a:latin typeface="+mn-ea"/>
                <a:ea typeface="+mn-ea"/>
              </a:rPr>
              <a:t>티밀리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C95A9D3-806F-DF74-CA22-32B01591409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86928" y="3983525"/>
            <a:ext cx="185250" cy="185250"/>
          </a:xfrm>
          <a:prstGeom prst="rect">
            <a:avLst/>
          </a:prstGeom>
        </p:spPr>
      </p:pic>
      <p:sp>
        <p:nvSpPr>
          <p:cNvPr id="2" name="타원 129">
            <a:extLst>
              <a:ext uri="{FF2B5EF4-FFF2-40B4-BE49-F238E27FC236}">
                <a16:creationId xmlns:a16="http://schemas.microsoft.com/office/drawing/2014/main" id="{1E28A548-132C-DBF2-0389-B695FB331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171" y="4421086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129">
            <a:extLst>
              <a:ext uri="{FF2B5EF4-FFF2-40B4-BE49-F238E27FC236}">
                <a16:creationId xmlns:a16="http://schemas.microsoft.com/office/drawing/2014/main" id="{079A0084-B051-9E67-F79F-32AD2F599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171" y="4701655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타원 129">
            <a:extLst>
              <a:ext uri="{FF2B5EF4-FFF2-40B4-BE49-F238E27FC236}">
                <a16:creationId xmlns:a16="http://schemas.microsoft.com/office/drawing/2014/main" id="{655E2525-1F65-D902-F3EA-DCBAADE05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30" y="4403156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DBB8CE-736F-E676-C9CB-D2072B957445}"/>
              </a:ext>
            </a:extLst>
          </p:cNvPr>
          <p:cNvSpPr txBox="1"/>
          <p:nvPr/>
        </p:nvSpPr>
        <p:spPr>
          <a:xfrm>
            <a:off x="4706616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게임이좋아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FA4B39-2BAA-64A9-F696-5E1AE4E3D930}"/>
              </a:ext>
            </a:extLst>
          </p:cNvPr>
          <p:cNvSpPr txBox="1"/>
          <p:nvPr/>
        </p:nvSpPr>
        <p:spPr>
          <a:xfrm>
            <a:off x="5354798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니달리천재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10" name="Picture 87">
            <a:extLst>
              <a:ext uri="{FF2B5EF4-FFF2-40B4-BE49-F238E27FC236}">
                <a16:creationId xmlns:a16="http://schemas.microsoft.com/office/drawing/2014/main" id="{1CBC43C7-6F5F-9AAF-9C74-3F84B5C245D6}"/>
              </a:ext>
            </a:extLst>
          </p:cNvPr>
          <p:cNvPicPr>
            <a:picLocks noChangeAspect="1"/>
          </p:cNvPicPr>
          <p:nvPr/>
        </p:nvPicPr>
        <p:blipFill>
          <a:blip r:embed="rId18">
            <a:biLevel thresh="25000"/>
          </a:blip>
          <a:stretch>
            <a:fillRect/>
          </a:stretch>
        </p:blipFill>
        <p:spPr>
          <a:xfrm>
            <a:off x="3118010" y="2436518"/>
            <a:ext cx="238154" cy="237357"/>
          </a:xfrm>
          <a:prstGeom prst="rect">
            <a:avLst/>
          </a:prstGeom>
        </p:spPr>
      </p:pic>
      <p:sp>
        <p:nvSpPr>
          <p:cNvPr id="12" name="타원 129">
            <a:extLst>
              <a:ext uri="{FF2B5EF4-FFF2-40B4-BE49-F238E27FC236}">
                <a16:creationId xmlns:a16="http://schemas.microsoft.com/office/drawing/2014/main" id="{5577A807-0CD8-BF2D-77FD-69A770F94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8760" y="4701655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21191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B8EF0-C768-61AA-DB7F-12F1D5C27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75C5E6-BFB2-9EE3-6719-015264171B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</a:t>
            </a:r>
            <a:r>
              <a:rPr lang="en-US" altLang="ko-KR" sz="2000" dirty="0"/>
              <a:t> &gt; </a:t>
            </a:r>
            <a:r>
              <a:rPr lang="ko-KR" altLang="en-US" sz="2000" dirty="0"/>
              <a:t>방송 정보 영역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67C5B0B-61C3-8124-8C79-476F09D5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BF47CA88-A768-41AB-7A0C-EE31C4DFBC65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7466" cy="313944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크리에이터 프로필 이미지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설정한 프로필 이미지 표시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크리에이터명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(=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닉네임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유저 닉네임 표시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라이브 중일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LIVE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뱃지 표시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997900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고유식별번호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회원가입 시 부여 받은 고유식별번호 표시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2621251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인증 크리에이터 마크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- 1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 이상 정산 받은 적이 있는 유저만 표시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980738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 줄 메시지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스튜디오 페이지에서 설정한 문구 표시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178372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더보기 버튼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프로필 모달 호출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191882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즐겨찾기 버튼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즐겨찾기 추가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16091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알림 버튼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알림 수신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미수신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932189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공유 버튼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후원페이지 </a:t>
                      </a:r>
                      <a:r>
                        <a:rPr lang="en-US" altLang="ko-KR" sz="8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URL </a:t>
                      </a:r>
                      <a:r>
                        <a:rPr lang="ko-KR" altLang="en-US" sz="8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복사됨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588200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CF05C4AB-8994-FE4B-EFD2-D77A095DEFEE}"/>
              </a:ext>
            </a:extLst>
          </p:cNvPr>
          <p:cNvSpPr/>
          <p:nvPr/>
        </p:nvSpPr>
        <p:spPr>
          <a:xfrm>
            <a:off x="160892" y="826569"/>
            <a:ext cx="6152391" cy="34572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C9F7E629-78D5-7CDC-1A39-59DDCBE1E0C0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71E0DCF1-AD96-635B-0AC8-B3A44A9202DA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F0F0D439-7E79-F57F-6C77-561CEAD5D4FE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2D509A4B-577E-957B-3DC7-926BECACCDF7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DF3F8C5-8962-17DC-648B-C5FC2CBE0680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3D141ED7-9F2F-7014-EEED-68FB681189CB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073A2FFB-B103-CCBA-91B2-12B4BF201BD3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16F5FF9-997D-C791-8A86-5348A7323940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79D6111E-A7A4-AD9E-C854-3F0B12ACD7BF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F595A1E2-2E56-17F8-58C9-F152BA22EFD0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0C35CF9-5425-427D-9CA1-4339668AE59E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7946B057-D9FC-50DE-8501-07EC9A5C66BE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2FFFA5CE-6AD6-E693-C49D-BFAD5A74DF48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4A10A83-2606-A4C5-CF50-001198F1742C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EDDE47A8-77EE-42F9-D2CC-15E9D7A10C56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0278ED51-76C6-53CE-79E4-2E7D7DB9407E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26FE26C-08D8-BF63-5F23-25961A864294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E4FB5C9C-C427-031F-AD3F-EA83B6B868E1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2C5397E4-0536-7E7F-8708-9E06429B6A82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217AD8B-57F1-7450-F362-83B0D19004E7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53634F00-08C9-8BFF-B7DF-6FC9FFCC7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89928192-95EB-3950-8ABA-8A50D6260443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89DD6426-5658-0568-91E8-561244ADCA2F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5E69ED90-9DAD-CA4F-A998-D7FFE28E7F5E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CBFD073F-707A-7A9D-6630-CD0D67B80A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9B22E3ED-0243-BC23-1DCE-8A747ABD0655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817DF632-EBFF-736F-5877-B86898B60479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5A44C6D7-B929-4A42-8F64-96BAF70BCC55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6854AE2C-1074-8BBD-9DDD-2D84517E0BD8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13B3A158-5551-CD17-A60D-628184ECDEFF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5D9F6A39-B330-B027-9FBE-9CAD801F0CE1}"/>
              </a:ext>
            </a:extLst>
          </p:cNvPr>
          <p:cNvGrpSpPr/>
          <p:nvPr/>
        </p:nvGrpSpPr>
        <p:grpSpPr>
          <a:xfrm>
            <a:off x="5853553" y="2161004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FD056F3D-A626-0FBB-726B-274332493F28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592CCD3F-25C1-20FD-AB2D-2D9EB9150122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8776B65F-5486-93FD-AD6C-0E63EF8017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B2144220-11E7-1D3E-F8E3-73C3656F8555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80EC3B5A-4D3F-5D15-E7F7-375C1497C895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32F2AE12-3C75-7824-77D0-8EE7BBE35A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pic>
        <p:nvPicPr>
          <p:cNvPr id="143" name="그림 142">
            <a:extLst>
              <a:ext uri="{FF2B5EF4-FFF2-40B4-BE49-F238E27FC236}">
                <a16:creationId xmlns:a16="http://schemas.microsoft.com/office/drawing/2014/main" id="{4C240AAF-A1F8-93F9-034F-2EC131F800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85" y="3960840"/>
            <a:ext cx="211110" cy="211110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B5A2CF35-9BB1-68F9-99F1-0161264B5F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13" y="4005939"/>
            <a:ext cx="308348" cy="122054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4D5A82E3-97FD-59B6-BD14-158182E2A6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7890" y="3978016"/>
            <a:ext cx="187072" cy="187072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D2E8C77A-F569-BB4D-6E1E-600C46F582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0576" y="3944960"/>
            <a:ext cx="253184" cy="253184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DF1ACDFB-22CB-F9A8-D369-C21B5C0CE400}"/>
              </a:ext>
            </a:extLst>
          </p:cNvPr>
          <p:cNvSpPr txBox="1"/>
          <p:nvPr/>
        </p:nvSpPr>
        <p:spPr>
          <a:xfrm>
            <a:off x="4523936" y="3953549"/>
            <a:ext cx="463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+mn-ea"/>
                <a:ea typeface="+mn-ea"/>
              </a:rPr>
              <a:t>360p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ea typeface="+mn-ea"/>
              </a:rPr>
              <a:t>▼</a:t>
            </a:r>
            <a:endParaRPr lang="en-US" altLang="ko-KR" sz="9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9087013B-2AD3-29C8-778E-9EEDCC2BA96B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34BA4561-662B-E7CB-2DEF-0F0C8C884834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1CC30587-F464-5833-8D57-3681E0260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pic>
        <p:nvPicPr>
          <p:cNvPr id="198" name="그림 197">
            <a:extLst>
              <a:ext uri="{FF2B5EF4-FFF2-40B4-BE49-F238E27FC236}">
                <a16:creationId xmlns:a16="http://schemas.microsoft.com/office/drawing/2014/main" id="{A8DBCFFD-570E-F639-157C-8A8C976E01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9244" y="3986681"/>
            <a:ext cx="168600" cy="168600"/>
          </a:xfrm>
          <a:prstGeom prst="rect">
            <a:avLst/>
          </a:prstGeom>
        </p:spPr>
      </p:pic>
      <p:pic>
        <p:nvPicPr>
          <p:cNvPr id="85" name="그림 84">
            <a:extLst>
              <a:ext uri="{FF2B5EF4-FFF2-40B4-BE49-F238E27FC236}">
                <a16:creationId xmlns:a16="http://schemas.microsoft.com/office/drawing/2014/main" id="{D2121FCD-B541-2456-1304-A6831A503B2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5808" y="3996601"/>
            <a:ext cx="104497" cy="134353"/>
          </a:xfrm>
          <a:prstGeom prst="rect">
            <a:avLst/>
          </a:prstGeom>
        </p:spPr>
      </p:pic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E28F2A8D-2D51-B682-B0AB-400B8ED6A9A9}"/>
              </a:ext>
            </a:extLst>
          </p:cNvPr>
          <p:cNvGrpSpPr/>
          <p:nvPr/>
        </p:nvGrpSpPr>
        <p:grpSpPr>
          <a:xfrm>
            <a:off x="285087" y="3823362"/>
            <a:ext cx="5929975" cy="92335"/>
            <a:chOff x="285087" y="3823362"/>
            <a:chExt cx="5929975" cy="92335"/>
          </a:xfrm>
        </p:grpSpPr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FEEF0EE0-F122-36E3-57CF-4AB75568FA89}"/>
                </a:ext>
              </a:extLst>
            </p:cNvPr>
            <p:cNvSpPr/>
            <p:nvPr/>
          </p:nvSpPr>
          <p:spPr>
            <a:xfrm>
              <a:off x="285087" y="3853387"/>
              <a:ext cx="5904000" cy="36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C8008716-13BF-F3DD-196B-EF04E08D1C51}"/>
                </a:ext>
              </a:extLst>
            </p:cNvPr>
            <p:cNvSpPr/>
            <p:nvPr/>
          </p:nvSpPr>
          <p:spPr>
            <a:xfrm>
              <a:off x="6122727" y="3823362"/>
              <a:ext cx="92335" cy="9233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B533F334-29D8-EB87-6D31-A219EBAFAD7F}"/>
              </a:ext>
            </a:extLst>
          </p:cNvPr>
          <p:cNvSpPr txBox="1"/>
          <p:nvPr/>
        </p:nvSpPr>
        <p:spPr>
          <a:xfrm>
            <a:off x="307407" y="4375757"/>
            <a:ext cx="2276833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방송 제목이 나오는 부분입니다</a:t>
            </a:r>
            <a:r>
              <a:rPr lang="en-US" altLang="ko-KR" sz="12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57D2BB3-525E-1007-DCED-56D8E4715230}"/>
              </a:ext>
            </a:extLst>
          </p:cNvPr>
          <p:cNvSpPr txBox="1"/>
          <p:nvPr/>
        </p:nvSpPr>
        <p:spPr>
          <a:xfrm>
            <a:off x="737605" y="5000800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58AE596-B582-CA08-C500-D081494BF184}"/>
              </a:ext>
            </a:extLst>
          </p:cNvPr>
          <p:cNvSpPr txBox="1"/>
          <p:nvPr/>
        </p:nvSpPr>
        <p:spPr>
          <a:xfrm>
            <a:off x="742619" y="5201240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118" name="Picture 142">
            <a:extLst>
              <a:ext uri="{FF2B5EF4-FFF2-40B4-BE49-F238E27FC236}">
                <a16:creationId xmlns:a16="http://schemas.microsoft.com/office/drawing/2014/main" id="{A67B7D47-9072-2174-BF07-30D1F0E3D2F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99294" y="5043398"/>
            <a:ext cx="136038" cy="141707"/>
          </a:xfrm>
          <a:prstGeom prst="rect">
            <a:avLst/>
          </a:prstGeom>
        </p:spPr>
      </p:pic>
      <p:grpSp>
        <p:nvGrpSpPr>
          <p:cNvPr id="119" name="Group 149">
            <a:extLst>
              <a:ext uri="{FF2B5EF4-FFF2-40B4-BE49-F238E27FC236}">
                <a16:creationId xmlns:a16="http://schemas.microsoft.com/office/drawing/2014/main" id="{E1226B4B-CA34-EA96-E72A-0940C3DDE3AF}"/>
              </a:ext>
            </a:extLst>
          </p:cNvPr>
          <p:cNvGrpSpPr/>
          <p:nvPr/>
        </p:nvGrpSpPr>
        <p:grpSpPr>
          <a:xfrm>
            <a:off x="365283" y="5024720"/>
            <a:ext cx="308360" cy="308360"/>
            <a:chOff x="6468801" y="4933120"/>
            <a:chExt cx="216000" cy="216000"/>
          </a:xfrm>
        </p:grpSpPr>
        <p:sp>
          <p:nvSpPr>
            <p:cNvPr id="120" name="Oval 156">
              <a:extLst>
                <a:ext uri="{FF2B5EF4-FFF2-40B4-BE49-F238E27FC236}">
                  <a16:creationId xmlns:a16="http://schemas.microsoft.com/office/drawing/2014/main" id="{EC9659C7-05C3-27E7-D640-A33CA49ADA09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21" name="Picture 159">
              <a:extLst>
                <a:ext uri="{FF2B5EF4-FFF2-40B4-BE49-F238E27FC236}">
                  <a16:creationId xmlns:a16="http://schemas.microsoft.com/office/drawing/2014/main" id="{03DA2481-69C5-7BAC-A283-5D5E0556B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sp>
        <p:nvSpPr>
          <p:cNvPr id="122" name="Rounded Rectangle 160">
            <a:extLst>
              <a:ext uri="{FF2B5EF4-FFF2-40B4-BE49-F238E27FC236}">
                <a16:creationId xmlns:a16="http://schemas.microsoft.com/office/drawing/2014/main" id="{9D84FC03-30D7-2BA2-BB2E-678B10DE5E0A}"/>
              </a:ext>
            </a:extLst>
          </p:cNvPr>
          <p:cNvSpPr/>
          <p:nvPr/>
        </p:nvSpPr>
        <p:spPr>
          <a:xfrm>
            <a:off x="362075" y="5243833"/>
            <a:ext cx="309072" cy="13625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latin typeface="+mn-ea"/>
              </a:rPr>
              <a:t>LIVE</a:t>
            </a:r>
            <a:endParaRPr lang="ko-KR" altLang="en-US" sz="7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23" name="Group 2">
            <a:extLst>
              <a:ext uri="{FF2B5EF4-FFF2-40B4-BE49-F238E27FC236}">
                <a16:creationId xmlns:a16="http://schemas.microsoft.com/office/drawing/2014/main" id="{4CC89BD4-9649-65AC-B4AC-6DC12D927617}"/>
              </a:ext>
            </a:extLst>
          </p:cNvPr>
          <p:cNvGrpSpPr/>
          <p:nvPr/>
        </p:nvGrpSpPr>
        <p:grpSpPr>
          <a:xfrm>
            <a:off x="4280095" y="5128776"/>
            <a:ext cx="754838" cy="197229"/>
            <a:chOff x="4448007" y="5346092"/>
            <a:chExt cx="754838" cy="197229"/>
          </a:xfrm>
        </p:grpSpPr>
        <p:sp>
          <p:nvSpPr>
            <p:cNvPr id="124" name="Rectangle 256">
              <a:extLst>
                <a:ext uri="{FF2B5EF4-FFF2-40B4-BE49-F238E27FC236}">
                  <a16:creationId xmlns:a16="http://schemas.microsoft.com/office/drawing/2014/main" id="{0C1FE233-E0A1-5D19-D87C-344C528A45E6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25" name="Picture 191">
              <a:extLst>
                <a:ext uri="{FF2B5EF4-FFF2-40B4-BE49-F238E27FC236}">
                  <a16:creationId xmlns:a16="http://schemas.microsoft.com/office/drawing/2014/main" id="{34BF0D81-0604-6D6B-76F2-6D57B9560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127" name="Group 17">
            <a:extLst>
              <a:ext uri="{FF2B5EF4-FFF2-40B4-BE49-F238E27FC236}">
                <a16:creationId xmlns:a16="http://schemas.microsoft.com/office/drawing/2014/main" id="{4A0F2EDD-35BA-7FAF-F4B7-1132C6C75CEA}"/>
              </a:ext>
            </a:extLst>
          </p:cNvPr>
          <p:cNvGrpSpPr/>
          <p:nvPr/>
        </p:nvGrpSpPr>
        <p:grpSpPr>
          <a:xfrm>
            <a:off x="5631940" y="5128776"/>
            <a:ext cx="581183" cy="197229"/>
            <a:chOff x="5199485" y="5263720"/>
            <a:chExt cx="581183" cy="197229"/>
          </a:xfrm>
        </p:grpSpPr>
        <p:sp>
          <p:nvSpPr>
            <p:cNvPr id="134" name="Rectangle 256">
              <a:extLst>
                <a:ext uri="{FF2B5EF4-FFF2-40B4-BE49-F238E27FC236}">
                  <a16:creationId xmlns:a16="http://schemas.microsoft.com/office/drawing/2014/main" id="{364B80FC-37BD-328E-6161-84A7038DA7EC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35" name="Picture 15">
              <a:extLst>
                <a:ext uri="{FF2B5EF4-FFF2-40B4-BE49-F238E27FC236}">
                  <a16:creationId xmlns:a16="http://schemas.microsoft.com/office/drawing/2014/main" id="{FEFE6D7B-8483-945E-D7E2-3EDB90E59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F47B5F03-AF61-3DA3-6F91-EE9F7B10C5C5}"/>
              </a:ext>
            </a:extLst>
          </p:cNvPr>
          <p:cNvSpPr/>
          <p:nvPr/>
        </p:nvSpPr>
        <p:spPr>
          <a:xfrm>
            <a:off x="247649" y="5787476"/>
            <a:ext cx="5974567" cy="729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221BA86-BBFB-F79E-C7F0-3341C1881EC0}"/>
              </a:ext>
            </a:extLst>
          </p:cNvPr>
          <p:cNvSpPr txBox="1"/>
          <p:nvPr/>
        </p:nvSpPr>
        <p:spPr>
          <a:xfrm>
            <a:off x="2729308" y="5193238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138" name="Group 26">
            <a:extLst>
              <a:ext uri="{FF2B5EF4-FFF2-40B4-BE49-F238E27FC236}">
                <a16:creationId xmlns:a16="http://schemas.microsoft.com/office/drawing/2014/main" id="{A6846FB5-C54B-3D2A-0471-6AA719EA6786}"/>
              </a:ext>
            </a:extLst>
          </p:cNvPr>
          <p:cNvGrpSpPr/>
          <p:nvPr/>
        </p:nvGrpSpPr>
        <p:grpSpPr>
          <a:xfrm>
            <a:off x="249187" y="5526143"/>
            <a:ext cx="5961113" cy="219667"/>
            <a:chOff x="1895287" y="2791040"/>
            <a:chExt cx="5961113" cy="219667"/>
          </a:xfrm>
        </p:grpSpPr>
        <p:grpSp>
          <p:nvGrpSpPr>
            <p:cNvPr id="139" name="그룹 6">
              <a:extLst>
                <a:ext uri="{FF2B5EF4-FFF2-40B4-BE49-F238E27FC236}">
                  <a16:creationId xmlns:a16="http://schemas.microsoft.com/office/drawing/2014/main" id="{32A4A36B-EE73-8665-BF3E-B60789469B71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141" name="Tab 1">
                <a:extLst>
                  <a:ext uri="{FF2B5EF4-FFF2-40B4-BE49-F238E27FC236}">
                    <a16:creationId xmlns:a16="http://schemas.microsoft.com/office/drawing/2014/main" id="{B633FA15-38C7-A4AC-4263-05D153A1E106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2" name="Tab 2">
                <a:extLst>
                  <a:ext uri="{FF2B5EF4-FFF2-40B4-BE49-F238E27FC236}">
                    <a16:creationId xmlns:a16="http://schemas.microsoft.com/office/drawing/2014/main" id="{027EA6DA-564E-20F0-D787-1B22A2EEDA04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4" name="Tab 2">
                <a:extLst>
                  <a:ext uri="{FF2B5EF4-FFF2-40B4-BE49-F238E27FC236}">
                    <a16:creationId xmlns:a16="http://schemas.microsoft.com/office/drawing/2014/main" id="{A85580D1-FFE7-E29B-E2E3-CB99A82114A7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5" name="Tab 2">
                <a:extLst>
                  <a:ext uri="{FF2B5EF4-FFF2-40B4-BE49-F238E27FC236}">
                    <a16:creationId xmlns:a16="http://schemas.microsoft.com/office/drawing/2014/main" id="{CD561DB1-CE20-9BBB-3A29-3B8ACE67B9DC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6" name="Tab 2">
                <a:extLst>
                  <a:ext uri="{FF2B5EF4-FFF2-40B4-BE49-F238E27FC236}">
                    <a16:creationId xmlns:a16="http://schemas.microsoft.com/office/drawing/2014/main" id="{9576CC7B-76CC-CA33-34EE-98ABFD54F397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7" name="Tab 2">
                <a:extLst>
                  <a:ext uri="{FF2B5EF4-FFF2-40B4-BE49-F238E27FC236}">
                    <a16:creationId xmlns:a16="http://schemas.microsoft.com/office/drawing/2014/main" id="{2E16F79D-A42A-3DFF-74E2-A90712EE17AF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140" name="직선 연결선 32">
              <a:extLst>
                <a:ext uri="{FF2B5EF4-FFF2-40B4-BE49-F238E27FC236}">
                  <a16:creationId xmlns:a16="http://schemas.microsoft.com/office/drawing/2014/main" id="{7433D025-1BD6-E7B9-0E17-CFF371E0039B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C9188489-7515-D7FA-C6F3-192576655AD4}"/>
              </a:ext>
            </a:extLst>
          </p:cNvPr>
          <p:cNvGrpSpPr/>
          <p:nvPr/>
        </p:nvGrpSpPr>
        <p:grpSpPr>
          <a:xfrm>
            <a:off x="5072350" y="5128776"/>
            <a:ext cx="520284" cy="197229"/>
            <a:chOff x="4050461" y="5245314"/>
            <a:chExt cx="520284" cy="197229"/>
          </a:xfrm>
        </p:grpSpPr>
        <p:sp>
          <p:nvSpPr>
            <p:cNvPr id="149" name="Rectangle 256">
              <a:extLst>
                <a:ext uri="{FF2B5EF4-FFF2-40B4-BE49-F238E27FC236}">
                  <a16:creationId xmlns:a16="http://schemas.microsoft.com/office/drawing/2014/main" id="{67035CF3-832D-32F5-5604-29DA99767B5D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51" name="그림 150">
              <a:extLst>
                <a:ext uri="{FF2B5EF4-FFF2-40B4-BE49-F238E27FC236}">
                  <a16:creationId xmlns:a16="http://schemas.microsoft.com/office/drawing/2014/main" id="{ED98CEB5-F022-3CD1-A14A-A19BFB278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5D605227-ED18-066A-9CE7-411F4DC337B8}"/>
              </a:ext>
            </a:extLst>
          </p:cNvPr>
          <p:cNvGrpSpPr/>
          <p:nvPr/>
        </p:nvGrpSpPr>
        <p:grpSpPr>
          <a:xfrm>
            <a:off x="4591664" y="4383575"/>
            <a:ext cx="1661164" cy="202164"/>
            <a:chOff x="4439700" y="4436870"/>
            <a:chExt cx="1661164" cy="202164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3CF36944-31B9-224C-4876-DA3DDE7F374A}"/>
                </a:ext>
              </a:extLst>
            </p:cNvPr>
            <p:cNvSpPr txBox="1"/>
            <p:nvPr/>
          </p:nvSpPr>
          <p:spPr>
            <a:xfrm>
              <a:off x="4439700" y="4436870"/>
              <a:ext cx="80367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1,434</a:t>
              </a:r>
              <a:r>
                <a:rPr lang="ko-KR" altLang="en-US" sz="800" dirty="0">
                  <a:latin typeface="+mn-ea"/>
                  <a:ea typeface="+mn-ea"/>
                </a:rPr>
                <a:t>명 시청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9B948C91-31ED-8970-6808-A9A23252AA57}"/>
                </a:ext>
              </a:extLst>
            </p:cNvPr>
            <p:cNvSpPr txBox="1"/>
            <p:nvPr/>
          </p:nvSpPr>
          <p:spPr>
            <a:xfrm>
              <a:off x="5197217" y="4443220"/>
              <a:ext cx="106367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〮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6FED73DC-611B-0E9F-201C-4607F2A4D786}"/>
                </a:ext>
              </a:extLst>
            </p:cNvPr>
            <p:cNvSpPr txBox="1"/>
            <p:nvPr/>
          </p:nvSpPr>
          <p:spPr>
            <a:xfrm>
              <a:off x="5265131" y="4436870"/>
              <a:ext cx="83573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00:34:22 </a:t>
              </a:r>
              <a:r>
                <a:rPr lang="ko-KR" altLang="en-US" sz="800" dirty="0">
                  <a:latin typeface="+mn-ea"/>
                  <a:ea typeface="+mn-ea"/>
                </a:rPr>
                <a:t>방송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159" name="사각형: 둥근 모서리 158">
            <a:extLst>
              <a:ext uri="{FF2B5EF4-FFF2-40B4-BE49-F238E27FC236}">
                <a16:creationId xmlns:a16="http://schemas.microsoft.com/office/drawing/2014/main" id="{A464337A-66F1-E4C3-C06E-37E8E07DDA88}"/>
              </a:ext>
            </a:extLst>
          </p:cNvPr>
          <p:cNvSpPr/>
          <p:nvPr/>
        </p:nvSpPr>
        <p:spPr>
          <a:xfrm>
            <a:off x="36207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30B257D6-4FDF-7324-2BB0-289E18D465B5}"/>
              </a:ext>
            </a:extLst>
          </p:cNvPr>
          <p:cNvSpPr/>
          <p:nvPr/>
        </p:nvSpPr>
        <p:spPr>
          <a:xfrm>
            <a:off x="1078810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8502B8B3-CDC8-68AF-F5D2-A591B61ED44E}"/>
              </a:ext>
            </a:extLst>
          </p:cNvPr>
          <p:cNvSpPr/>
          <p:nvPr/>
        </p:nvSpPr>
        <p:spPr>
          <a:xfrm>
            <a:off x="179554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55AE0DCF-61AB-7A52-43AE-7B3262CEB1C7}"/>
              </a:ext>
            </a:extLst>
          </p:cNvPr>
          <p:cNvSpPr txBox="1"/>
          <p:nvPr/>
        </p:nvSpPr>
        <p:spPr>
          <a:xfrm>
            <a:off x="2539175" y="4671140"/>
            <a:ext cx="853366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리그오브레전드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30534C2A-534A-10BA-CA35-429C47B5F76A}"/>
              </a:ext>
            </a:extLst>
          </p:cNvPr>
          <p:cNvSpPr txBox="1"/>
          <p:nvPr/>
        </p:nvSpPr>
        <p:spPr>
          <a:xfrm>
            <a:off x="3389224" y="4671140"/>
            <a:ext cx="75077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나는야게임왕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B33D1862-BD95-F43A-4F3E-8D9F06842508}"/>
              </a:ext>
            </a:extLst>
          </p:cNvPr>
          <p:cNvSpPr txBox="1"/>
          <p:nvPr/>
        </p:nvSpPr>
        <p:spPr>
          <a:xfrm>
            <a:off x="4154612" y="4671140"/>
            <a:ext cx="55360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#T1</a:t>
            </a:r>
            <a:r>
              <a:rPr lang="ko-KR" altLang="en-US" sz="800" dirty="0">
                <a:latin typeface="+mn-ea"/>
                <a:ea typeface="+mn-ea"/>
              </a:rPr>
              <a:t>티밀리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0709712-7ACA-B361-C01B-4F6186EC04D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86928" y="3983525"/>
            <a:ext cx="185250" cy="185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0A0E45B-C5CD-559D-EAB4-AC63D6C544A2}"/>
              </a:ext>
            </a:extLst>
          </p:cNvPr>
          <p:cNvSpPr txBox="1"/>
          <p:nvPr/>
        </p:nvSpPr>
        <p:spPr>
          <a:xfrm>
            <a:off x="4706616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게임이좋아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3FC93B-D9AF-3F9E-EEE5-C7F602D63699}"/>
              </a:ext>
            </a:extLst>
          </p:cNvPr>
          <p:cNvSpPr txBox="1"/>
          <p:nvPr/>
        </p:nvSpPr>
        <p:spPr>
          <a:xfrm>
            <a:off x="5354798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니달리천재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38" name="타원 129">
            <a:extLst>
              <a:ext uri="{FF2B5EF4-FFF2-40B4-BE49-F238E27FC236}">
                <a16:creationId xmlns:a16="http://schemas.microsoft.com/office/drawing/2014/main" id="{8526FA35-CF0A-A273-77A7-79A853D57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171" y="5092216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타원 129">
            <a:extLst>
              <a:ext uri="{FF2B5EF4-FFF2-40B4-BE49-F238E27FC236}">
                <a16:creationId xmlns:a16="http://schemas.microsoft.com/office/drawing/2014/main" id="{D2332201-3A92-2198-A1FF-9E24C556B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626" y="4902073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타원 129">
            <a:extLst>
              <a:ext uri="{FF2B5EF4-FFF2-40B4-BE49-F238E27FC236}">
                <a16:creationId xmlns:a16="http://schemas.microsoft.com/office/drawing/2014/main" id="{13F9DDF4-B78B-185F-7D38-B772403CA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7787" y="4902073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타원 129">
            <a:extLst>
              <a:ext uri="{FF2B5EF4-FFF2-40B4-BE49-F238E27FC236}">
                <a16:creationId xmlns:a16="http://schemas.microsoft.com/office/drawing/2014/main" id="{A74FC532-2472-F64E-1E5D-2F7007679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212" y="4902073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타원 129">
            <a:extLst>
              <a:ext uri="{FF2B5EF4-FFF2-40B4-BE49-F238E27FC236}">
                <a16:creationId xmlns:a16="http://schemas.microsoft.com/office/drawing/2014/main" id="{A786A1EE-E28A-0BA8-747A-C1CA238BD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4" y="5206758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6FCB8232-125C-F8BE-F6C5-F2C58F6B52B3}"/>
              </a:ext>
            </a:extLst>
          </p:cNvPr>
          <p:cNvSpPr/>
          <p:nvPr/>
        </p:nvSpPr>
        <p:spPr>
          <a:xfrm>
            <a:off x="6313280" y="819325"/>
            <a:ext cx="3149411" cy="5769729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385DE048-48DC-D148-D0A6-B008ECDA7BC9}"/>
              </a:ext>
            </a:extLst>
          </p:cNvPr>
          <p:cNvGrpSpPr/>
          <p:nvPr/>
        </p:nvGrpSpPr>
        <p:grpSpPr>
          <a:xfrm>
            <a:off x="6436301" y="2229581"/>
            <a:ext cx="2887591" cy="3319612"/>
            <a:chOff x="6525690" y="2278327"/>
            <a:chExt cx="3352987" cy="3854637"/>
          </a:xfrm>
        </p:grpSpPr>
        <p:sp>
          <p:nvSpPr>
            <p:cNvPr id="48" name="Rectangle 148">
              <a:extLst>
                <a:ext uri="{FF2B5EF4-FFF2-40B4-BE49-F238E27FC236}">
                  <a16:creationId xmlns:a16="http://schemas.microsoft.com/office/drawing/2014/main" id="{3932A394-13DA-AEE1-D5B7-3135FA03D885}"/>
                </a:ext>
              </a:extLst>
            </p:cNvPr>
            <p:cNvSpPr/>
            <p:nvPr/>
          </p:nvSpPr>
          <p:spPr>
            <a:xfrm>
              <a:off x="6525690" y="2718248"/>
              <a:ext cx="3352986" cy="10606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9" name="직사각형 155">
              <a:extLst>
                <a:ext uri="{FF2B5EF4-FFF2-40B4-BE49-F238E27FC236}">
                  <a16:creationId xmlns:a16="http://schemas.microsoft.com/office/drawing/2014/main" id="{639E913A-A683-2310-DAF0-3539378B81B4}"/>
                </a:ext>
              </a:extLst>
            </p:cNvPr>
            <p:cNvSpPr/>
            <p:nvPr/>
          </p:nvSpPr>
          <p:spPr>
            <a:xfrm>
              <a:off x="6525693" y="2278327"/>
              <a:ext cx="3352983" cy="385463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2" name="십자형 156">
              <a:extLst>
                <a:ext uri="{FF2B5EF4-FFF2-40B4-BE49-F238E27FC236}">
                  <a16:creationId xmlns:a16="http://schemas.microsoft.com/office/drawing/2014/main" id="{00F7BA0A-C7D8-0CE4-D52D-2F19FD527608}"/>
                </a:ext>
              </a:extLst>
            </p:cNvPr>
            <p:cNvSpPr/>
            <p:nvPr/>
          </p:nvSpPr>
          <p:spPr>
            <a:xfrm rot="2700000">
              <a:off x="9590649" y="2417552"/>
              <a:ext cx="161477" cy="161477"/>
            </a:xfrm>
            <a:prstGeom prst="plus">
              <a:avLst>
                <a:gd name="adj" fmla="val 45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54" name="그룹 157">
              <a:extLst>
                <a:ext uri="{FF2B5EF4-FFF2-40B4-BE49-F238E27FC236}">
                  <a16:creationId xmlns:a16="http://schemas.microsoft.com/office/drawing/2014/main" id="{9E695CD3-1F24-2A22-096E-9D9515C1921B}"/>
                </a:ext>
              </a:extLst>
            </p:cNvPr>
            <p:cNvGrpSpPr/>
            <p:nvPr/>
          </p:nvGrpSpPr>
          <p:grpSpPr>
            <a:xfrm>
              <a:off x="6525690" y="2278331"/>
              <a:ext cx="3352987" cy="439916"/>
              <a:chOff x="2129072" y="1994064"/>
              <a:chExt cx="2004006" cy="313636"/>
            </a:xfrm>
          </p:grpSpPr>
          <p:sp>
            <p:nvSpPr>
              <p:cNvPr id="113" name="Rectangle 124">
                <a:extLst>
                  <a:ext uri="{FF2B5EF4-FFF2-40B4-BE49-F238E27FC236}">
                    <a16:creationId xmlns:a16="http://schemas.microsoft.com/office/drawing/2014/main" id="{1F33DEA6-3AA5-235C-B475-178C21C2AB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9072" y="1994064"/>
                <a:ext cx="2004006" cy="313636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rtlCol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9pPr>
              </a:lstStyle>
              <a:p>
                <a:pPr algn="ctr">
                  <a:spcAft>
                    <a:spcPts val="0"/>
                  </a:spcAft>
                </a:pPr>
                <a:r>
                  <a:rPr lang="ko-KR" altLang="en-US" sz="900" b="1" dirty="0">
                    <a:latin typeface="+mn-ea"/>
                    <a:ea typeface="+mn-ea"/>
                    <a:cs typeface="맑은 고딕 (Body)"/>
                  </a:rPr>
                  <a:t>크리에이터 프로필</a:t>
                </a:r>
              </a:p>
            </p:txBody>
          </p:sp>
          <p:cxnSp>
            <p:nvCxnSpPr>
              <p:cNvPr id="152" name="직선 연결선 159">
                <a:extLst>
                  <a:ext uri="{FF2B5EF4-FFF2-40B4-BE49-F238E27FC236}">
                    <a16:creationId xmlns:a16="http://schemas.microsoft.com/office/drawing/2014/main" id="{ADE48C8B-F13D-AEB3-6EFD-2549F1372C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9072" y="2307700"/>
                <a:ext cx="2004006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9B568DC-BEE2-1100-EBF0-937A1D9D927A}"/>
                </a:ext>
              </a:extLst>
            </p:cNvPr>
            <p:cNvSpPr txBox="1"/>
            <p:nvPr/>
          </p:nvSpPr>
          <p:spPr>
            <a:xfrm>
              <a:off x="6809870" y="3686924"/>
              <a:ext cx="566428" cy="211203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900" b="1" dirty="0">
                  <a:latin typeface="+mn-ea"/>
                  <a:ea typeface="+mn-ea"/>
                </a:rPr>
                <a:t>SNS </a:t>
              </a:r>
              <a:r>
                <a:rPr lang="ko-KR" altLang="en-US" sz="900" b="1" dirty="0">
                  <a:latin typeface="+mn-ea"/>
                  <a:ea typeface="+mn-ea"/>
                </a:rPr>
                <a:t>링크</a:t>
              </a:r>
            </a:p>
          </p:txBody>
        </p:sp>
        <p:sp>
          <p:nvSpPr>
            <p:cNvPr id="71" name="Rounded Rectangle 154">
              <a:extLst>
                <a:ext uri="{FF2B5EF4-FFF2-40B4-BE49-F238E27FC236}">
                  <a16:creationId xmlns:a16="http://schemas.microsoft.com/office/drawing/2014/main" id="{DBA87444-8386-70BD-F80C-69BBDD1D8EEC}"/>
                </a:ext>
              </a:extLst>
            </p:cNvPr>
            <p:cNvSpPr/>
            <p:nvPr/>
          </p:nvSpPr>
          <p:spPr>
            <a:xfrm>
              <a:off x="7679717" y="5417225"/>
              <a:ext cx="1044000" cy="336583"/>
            </a:xfrm>
            <a:prstGeom prst="roundRect">
              <a:avLst>
                <a:gd name="adj" fmla="val 2139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9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닫기</a:t>
              </a:r>
              <a:endPara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endParaRPr>
            </a:p>
          </p:txBody>
        </p:sp>
        <p:pic>
          <p:nvPicPr>
            <p:cNvPr id="72" name="Picture 155">
              <a:extLst>
                <a:ext uri="{FF2B5EF4-FFF2-40B4-BE49-F238E27FC236}">
                  <a16:creationId xmlns:a16="http://schemas.microsoft.com/office/drawing/2014/main" id="{9E237636-D2D8-25FD-01A4-092FDBC146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783502" y="2823722"/>
              <a:ext cx="531141" cy="531141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7FABB1D-1BBA-E364-46BF-8FE338EFB45E}"/>
                </a:ext>
              </a:extLst>
            </p:cNvPr>
            <p:cNvSpPr txBox="1"/>
            <p:nvPr/>
          </p:nvSpPr>
          <p:spPr>
            <a:xfrm>
              <a:off x="7376137" y="2851862"/>
              <a:ext cx="1735018" cy="226591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크리에이터명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#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고유식별번호</a:t>
              </a:r>
            </a:p>
          </p:txBody>
        </p:sp>
        <p:sp>
          <p:nvSpPr>
            <p:cNvPr id="74" name="Rounded Rectangle 166">
              <a:extLst>
                <a:ext uri="{FF2B5EF4-FFF2-40B4-BE49-F238E27FC236}">
                  <a16:creationId xmlns:a16="http://schemas.microsoft.com/office/drawing/2014/main" id="{FF9F7369-09FC-18C8-2097-C1C3A5D03D67}"/>
                </a:ext>
              </a:extLst>
            </p:cNvPr>
            <p:cNvSpPr/>
            <p:nvPr/>
          </p:nvSpPr>
          <p:spPr>
            <a:xfrm>
              <a:off x="7375567" y="3341167"/>
              <a:ext cx="519112" cy="23297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#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토크</a:t>
              </a:r>
            </a:p>
          </p:txBody>
        </p:sp>
        <p:sp>
          <p:nvSpPr>
            <p:cNvPr id="75" name="Rounded Rectangle 167">
              <a:extLst>
                <a:ext uri="{FF2B5EF4-FFF2-40B4-BE49-F238E27FC236}">
                  <a16:creationId xmlns:a16="http://schemas.microsoft.com/office/drawing/2014/main" id="{F8706AA0-9C7F-7111-E725-0CBA9A0CB869}"/>
                </a:ext>
              </a:extLst>
            </p:cNvPr>
            <p:cNvSpPr/>
            <p:nvPr/>
          </p:nvSpPr>
          <p:spPr>
            <a:xfrm>
              <a:off x="7967135" y="3341167"/>
              <a:ext cx="697859" cy="23297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#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음악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/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댄스</a:t>
              </a:r>
            </a:p>
          </p:txBody>
        </p:sp>
        <p:sp>
          <p:nvSpPr>
            <p:cNvPr id="83" name="Rounded Rectangle 168">
              <a:extLst>
                <a:ext uri="{FF2B5EF4-FFF2-40B4-BE49-F238E27FC236}">
                  <a16:creationId xmlns:a16="http://schemas.microsoft.com/office/drawing/2014/main" id="{9ECA6BF1-AFDB-EB00-DCE8-B9B649D92054}"/>
                </a:ext>
              </a:extLst>
            </p:cNvPr>
            <p:cNvSpPr/>
            <p:nvPr/>
          </p:nvSpPr>
          <p:spPr>
            <a:xfrm>
              <a:off x="8737450" y="3341167"/>
              <a:ext cx="904717" cy="23297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#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여행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/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야외방송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67689369-0A46-DA3E-2C52-00339D007E02}"/>
                </a:ext>
              </a:extLst>
            </p:cNvPr>
            <p:cNvSpPr txBox="1"/>
            <p:nvPr/>
          </p:nvSpPr>
          <p:spPr>
            <a:xfrm>
              <a:off x="7376137" y="3061587"/>
              <a:ext cx="1954629" cy="211203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제 방송을 시청해주셔서 감사합니다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.</a:t>
              </a:r>
              <a:endPara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569F62B-6AFB-CEFF-2B8F-B9FEED3B740D}"/>
                </a:ext>
              </a:extLst>
            </p:cNvPr>
            <p:cNvSpPr txBox="1"/>
            <p:nvPr/>
          </p:nvSpPr>
          <p:spPr>
            <a:xfrm>
              <a:off x="7191432" y="3975961"/>
              <a:ext cx="1978674" cy="349702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Youtube</a:t>
              </a:r>
            </a:p>
            <a:p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https://www.youtube.com/12312313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8CDFA20-1E42-0462-14D4-01FE904ACECD}"/>
                </a:ext>
              </a:extLst>
            </p:cNvPr>
            <p:cNvSpPr txBox="1"/>
            <p:nvPr/>
          </p:nvSpPr>
          <p:spPr>
            <a:xfrm>
              <a:off x="7191432" y="4437356"/>
              <a:ext cx="1542657" cy="349702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Twitch</a:t>
              </a:r>
            </a:p>
            <a:p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https://www.twitch.tv/21321</a:t>
              </a:r>
            </a:p>
          </p:txBody>
        </p:sp>
        <p:grpSp>
          <p:nvGrpSpPr>
            <p:cNvPr id="88" name="Group 172">
              <a:extLst>
                <a:ext uri="{FF2B5EF4-FFF2-40B4-BE49-F238E27FC236}">
                  <a16:creationId xmlns:a16="http://schemas.microsoft.com/office/drawing/2014/main" id="{74936B04-B570-CBE9-5139-68C44499FB50}"/>
                </a:ext>
              </a:extLst>
            </p:cNvPr>
            <p:cNvGrpSpPr/>
            <p:nvPr/>
          </p:nvGrpSpPr>
          <p:grpSpPr>
            <a:xfrm>
              <a:off x="6922619" y="4055286"/>
              <a:ext cx="191052" cy="657777"/>
              <a:chOff x="2163981" y="3287854"/>
              <a:chExt cx="191052" cy="657777"/>
            </a:xfrm>
          </p:grpSpPr>
          <p:sp>
            <p:nvSpPr>
              <p:cNvPr id="89" name="Oval 173">
                <a:extLst>
                  <a:ext uri="{FF2B5EF4-FFF2-40B4-BE49-F238E27FC236}">
                    <a16:creationId xmlns:a16="http://schemas.microsoft.com/office/drawing/2014/main" id="{773FEC02-AE75-60C1-C51D-E9152CEF0A6B}"/>
                  </a:ext>
                </a:extLst>
              </p:cNvPr>
              <p:cNvSpPr/>
              <p:nvPr/>
            </p:nvSpPr>
            <p:spPr>
              <a:xfrm>
                <a:off x="2163981" y="3287854"/>
                <a:ext cx="191052" cy="191052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107" name="그림 147">
                <a:extLst>
                  <a:ext uri="{FF2B5EF4-FFF2-40B4-BE49-F238E27FC236}">
                    <a16:creationId xmlns:a16="http://schemas.microsoft.com/office/drawing/2014/main" id="{9F98729E-D3F4-CC75-3E0A-1D25C4917F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biLevel thresh="25000"/>
              </a:blip>
              <a:stretch>
                <a:fillRect/>
              </a:stretch>
            </p:blipFill>
            <p:spPr>
              <a:xfrm>
                <a:off x="2209225" y="3333098"/>
                <a:ext cx="100564" cy="100564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08" name="Oval 175">
                <a:extLst>
                  <a:ext uri="{FF2B5EF4-FFF2-40B4-BE49-F238E27FC236}">
                    <a16:creationId xmlns:a16="http://schemas.microsoft.com/office/drawing/2014/main" id="{E16DED8D-AD25-E5FF-9F0B-B2A7B14FD41D}"/>
                  </a:ext>
                </a:extLst>
              </p:cNvPr>
              <p:cNvSpPr/>
              <p:nvPr/>
            </p:nvSpPr>
            <p:spPr>
              <a:xfrm>
                <a:off x="2163981" y="3754579"/>
                <a:ext cx="191052" cy="191052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109" name="그림 147">
                <a:extLst>
                  <a:ext uri="{FF2B5EF4-FFF2-40B4-BE49-F238E27FC236}">
                    <a16:creationId xmlns:a16="http://schemas.microsoft.com/office/drawing/2014/main" id="{3566E006-E8E6-497E-9696-3E3203BF5D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biLevel thresh="25000"/>
              </a:blip>
              <a:stretch>
                <a:fillRect/>
              </a:stretch>
            </p:blipFill>
            <p:spPr>
              <a:xfrm>
                <a:off x="2209225" y="3799823"/>
                <a:ext cx="100564" cy="100564"/>
              </a:xfrm>
              <a:prstGeom prst="rect">
                <a:avLst/>
              </a:prstGeom>
              <a:ln>
                <a:noFill/>
              </a:ln>
            </p:spPr>
          </p:pic>
        </p:grpSp>
      </p:grpSp>
      <p:cxnSp>
        <p:nvCxnSpPr>
          <p:cNvPr id="173" name="직선 연결선 2055">
            <a:extLst>
              <a:ext uri="{FF2B5EF4-FFF2-40B4-BE49-F238E27FC236}">
                <a16:creationId xmlns:a16="http://schemas.microsoft.com/office/drawing/2014/main" id="{D32FCCD2-F5B8-B8EF-6A3A-BFF8E0388448}"/>
              </a:ext>
            </a:extLst>
          </p:cNvPr>
          <p:cNvCxnSpPr>
            <a:cxnSpLocks/>
            <a:stCxn id="49" idx="2"/>
            <a:endCxn id="137" idx="2"/>
          </p:cNvCxnSpPr>
          <p:nvPr/>
        </p:nvCxnSpPr>
        <p:spPr>
          <a:xfrm rot="5400000" flipH="1">
            <a:off x="5319753" y="2988849"/>
            <a:ext cx="160141" cy="4960549"/>
          </a:xfrm>
          <a:prstGeom prst="bentConnector3">
            <a:avLst>
              <a:gd name="adj1" fmla="val -226719"/>
            </a:avLst>
          </a:prstGeom>
          <a:ln w="12700">
            <a:solidFill>
              <a:srgbClr val="FF0000"/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타원 129">
            <a:extLst>
              <a:ext uri="{FF2B5EF4-FFF2-40B4-BE49-F238E27FC236}">
                <a16:creationId xmlns:a16="http://schemas.microsoft.com/office/drawing/2014/main" id="{E80BF06B-C8AA-33BF-3A4D-715B1FCEE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800" y="5108147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9" name="타원 129">
            <a:extLst>
              <a:ext uri="{FF2B5EF4-FFF2-40B4-BE49-F238E27FC236}">
                <a16:creationId xmlns:a16="http://schemas.microsoft.com/office/drawing/2014/main" id="{5208C555-4C15-E5A0-F0F2-045A19ABF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7564" y="4991835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0" name="타원 129">
            <a:extLst>
              <a:ext uri="{FF2B5EF4-FFF2-40B4-BE49-F238E27FC236}">
                <a16:creationId xmlns:a16="http://schemas.microsoft.com/office/drawing/2014/main" id="{50501A59-88DC-B9C3-9CB4-6B8F3B650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9273" y="4991835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1" name="타원 129">
            <a:extLst>
              <a:ext uri="{FF2B5EF4-FFF2-40B4-BE49-F238E27FC236}">
                <a16:creationId xmlns:a16="http://schemas.microsoft.com/office/drawing/2014/main" id="{75685D0F-5D5F-D88F-9624-96950B918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1991" y="4991835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3" name="Picture 87">
            <a:extLst>
              <a:ext uri="{FF2B5EF4-FFF2-40B4-BE49-F238E27FC236}">
                <a16:creationId xmlns:a16="http://schemas.microsoft.com/office/drawing/2014/main" id="{5D5D841B-F098-5D4C-99DE-60CA07907583}"/>
              </a:ext>
            </a:extLst>
          </p:cNvPr>
          <p:cNvPicPr>
            <a:picLocks noChangeAspect="1"/>
          </p:cNvPicPr>
          <p:nvPr/>
        </p:nvPicPr>
        <p:blipFill>
          <a:blip r:embed="rId20">
            <a:biLevel thresh="25000"/>
          </a:blip>
          <a:stretch>
            <a:fillRect/>
          </a:stretch>
        </p:blipFill>
        <p:spPr>
          <a:xfrm>
            <a:off x="3118010" y="2436518"/>
            <a:ext cx="238154" cy="23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54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00EA2-3683-03C9-F39A-239796770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CB0EF4C-D0A7-48E6-02ED-116C4F53CB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운영자 제재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17087C4-5296-5720-7A2D-9AF3C6C61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14EC2F91-53D0-E635-B7D2-D825013B3167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7466" cy="115824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운영자 제재로 인한 시청 불가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운영자 제재로 인해 방송 송출 정지될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화면으로 노출됨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1-1.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케이스의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후원 및 채팅 불가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탈퇴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탈퇴 신청한 계정의 후원페이지로 진입했을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모달 호출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5224229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264BD525-50BF-DB14-3CAD-1776F92F0892}"/>
              </a:ext>
            </a:extLst>
          </p:cNvPr>
          <p:cNvSpPr/>
          <p:nvPr/>
        </p:nvSpPr>
        <p:spPr>
          <a:xfrm>
            <a:off x="160892" y="826569"/>
            <a:ext cx="6152391" cy="34572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E8272C6-3339-5D77-620A-98638B8B8C25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1E03319C-98B4-312A-0E92-7DEF95D1600F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1E0305AA-9ACD-5390-0748-F9D8F2DD2AC5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55A53DB9-84C3-F347-3E12-C21C35528060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7C1B7B1-FDEC-3095-9588-B85F3A4A8903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A4ED7850-1218-19E8-79D9-38A23012BD0A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C5BB838A-F1EE-FBF6-2FBB-608B24E9CB7C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83864A2-E188-E8A6-E99B-7653E5487156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407A57D9-F51E-5DAF-FD98-79D152698AC1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910BE112-5F61-4717-8C96-AFAE4698ABC6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6A40021-CF81-E881-5CDC-6D17E13030C2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DE8DBD4D-170C-0ECB-4BFD-667615D9C67E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8FEB7AED-683E-ECCD-13FC-4459DDE79264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CF2B3AC-CB0F-A10E-23F9-87E5E2E2212B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2B145018-C3F1-78CA-14FF-DBE424CF5BF6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2CB4EFA8-31C6-8F72-B9CE-A12A0C55B333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197D8C6-C87E-7F36-4736-D0734C2D4487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690CE62A-E023-DE4B-2504-EEA137F12836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20F42991-CAA0-233A-8B7F-5A66758C9B70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F7AEE35-C818-0CD5-63A5-505601C2C108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06765683-8E7F-8C8A-B488-80EDE1CF3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12805CAC-38D3-5659-BDF2-71E4A8C2471F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57907B85-DFB8-F008-64A9-E86222C7E441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CCC54223-5EA4-B1B0-78BF-680BA760A5EA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3E64D714-E6BE-C74B-C034-9651327660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44C47AFC-4E4B-C638-89CA-8A1F9457014A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51098004-A721-B64B-F617-2F8238A16B3C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7569BA23-0D87-F19E-B84E-69D430D84F01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B61F605B-ECB8-0A25-DC50-66EC3796914A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273CF6C1-11CF-19B6-BC22-3579B9B05944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9D8BDB22-02DB-40AA-0492-41C6D90F3C47}"/>
              </a:ext>
            </a:extLst>
          </p:cNvPr>
          <p:cNvGrpSpPr/>
          <p:nvPr/>
        </p:nvGrpSpPr>
        <p:grpSpPr>
          <a:xfrm>
            <a:off x="5853553" y="2161004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3E3A5D78-F923-B178-FF1F-F040A4D14584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E904D6BF-D6D8-089D-5C99-48E4973BB62B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A4E36E22-61E8-8576-BDBD-766A2A8C58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7EBA9546-1E73-0180-F071-A3A41F3162CE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1D9F1D77-8888-09B3-753B-0C830F52A139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932633C7-808A-EF65-D6AB-0077DEA230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09736BCB-8F19-D9A8-865D-3D16B5AFE0B2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8C858270-C5ED-9EDE-4615-22D3DEF13878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200D541F-79E7-30B2-538F-39FC19AF8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02E7C480-F618-74F5-9973-DB36F41EF416}"/>
              </a:ext>
            </a:extLst>
          </p:cNvPr>
          <p:cNvSpPr txBox="1"/>
          <p:nvPr/>
        </p:nvSpPr>
        <p:spPr>
          <a:xfrm>
            <a:off x="307407" y="4375757"/>
            <a:ext cx="2276833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방송 제목이 나오는 부분입니다</a:t>
            </a:r>
            <a:r>
              <a:rPr lang="en-US" altLang="ko-KR" sz="12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02BDC15-100D-A556-9F1F-605126239A61}"/>
              </a:ext>
            </a:extLst>
          </p:cNvPr>
          <p:cNvSpPr txBox="1"/>
          <p:nvPr/>
        </p:nvSpPr>
        <p:spPr>
          <a:xfrm>
            <a:off x="737605" y="5000800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C1763B0-4EF1-9BC6-CE6E-FFF4A9449566}"/>
              </a:ext>
            </a:extLst>
          </p:cNvPr>
          <p:cNvSpPr txBox="1"/>
          <p:nvPr/>
        </p:nvSpPr>
        <p:spPr>
          <a:xfrm>
            <a:off x="742619" y="5201240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106" name="Picture 142">
            <a:extLst>
              <a:ext uri="{FF2B5EF4-FFF2-40B4-BE49-F238E27FC236}">
                <a16:creationId xmlns:a16="http://schemas.microsoft.com/office/drawing/2014/main" id="{45371F11-05BC-EC7D-DBEE-CEAE80E767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9294" y="5043398"/>
            <a:ext cx="136038" cy="141707"/>
          </a:xfrm>
          <a:prstGeom prst="rect">
            <a:avLst/>
          </a:prstGeom>
        </p:spPr>
      </p:pic>
      <p:grpSp>
        <p:nvGrpSpPr>
          <p:cNvPr id="107" name="Group 149">
            <a:extLst>
              <a:ext uri="{FF2B5EF4-FFF2-40B4-BE49-F238E27FC236}">
                <a16:creationId xmlns:a16="http://schemas.microsoft.com/office/drawing/2014/main" id="{D3BB7858-F83D-2D0B-A98F-2EA0A19520FC}"/>
              </a:ext>
            </a:extLst>
          </p:cNvPr>
          <p:cNvGrpSpPr/>
          <p:nvPr/>
        </p:nvGrpSpPr>
        <p:grpSpPr>
          <a:xfrm>
            <a:off x="365283" y="5024720"/>
            <a:ext cx="308360" cy="308360"/>
            <a:chOff x="6468801" y="4933120"/>
            <a:chExt cx="216000" cy="216000"/>
          </a:xfrm>
        </p:grpSpPr>
        <p:sp>
          <p:nvSpPr>
            <p:cNvPr id="108" name="Oval 156">
              <a:extLst>
                <a:ext uri="{FF2B5EF4-FFF2-40B4-BE49-F238E27FC236}">
                  <a16:creationId xmlns:a16="http://schemas.microsoft.com/office/drawing/2014/main" id="{E7D74ED6-BD25-66F2-E0E3-8499100BAA56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09" name="Picture 159">
              <a:extLst>
                <a:ext uri="{FF2B5EF4-FFF2-40B4-BE49-F238E27FC236}">
                  <a16:creationId xmlns:a16="http://schemas.microsoft.com/office/drawing/2014/main" id="{F1881572-ED17-AD50-EDE7-EFB070A5F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sp>
        <p:nvSpPr>
          <p:cNvPr id="110" name="Rounded Rectangle 160">
            <a:extLst>
              <a:ext uri="{FF2B5EF4-FFF2-40B4-BE49-F238E27FC236}">
                <a16:creationId xmlns:a16="http://schemas.microsoft.com/office/drawing/2014/main" id="{E0D21AA9-8008-F21C-E83E-747DABDAD8BE}"/>
              </a:ext>
            </a:extLst>
          </p:cNvPr>
          <p:cNvSpPr/>
          <p:nvPr/>
        </p:nvSpPr>
        <p:spPr>
          <a:xfrm>
            <a:off x="362075" y="5243833"/>
            <a:ext cx="309072" cy="13625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latin typeface="+mn-ea"/>
              </a:rPr>
              <a:t>LIVE</a:t>
            </a:r>
            <a:endParaRPr lang="ko-KR" altLang="en-US" sz="7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11" name="Group 2">
            <a:extLst>
              <a:ext uri="{FF2B5EF4-FFF2-40B4-BE49-F238E27FC236}">
                <a16:creationId xmlns:a16="http://schemas.microsoft.com/office/drawing/2014/main" id="{D8048E48-683A-3D9D-97DA-E70C8E7F2CD0}"/>
              </a:ext>
            </a:extLst>
          </p:cNvPr>
          <p:cNvGrpSpPr/>
          <p:nvPr/>
        </p:nvGrpSpPr>
        <p:grpSpPr>
          <a:xfrm>
            <a:off x="4280095" y="5128776"/>
            <a:ext cx="754838" cy="197229"/>
            <a:chOff x="4448007" y="5346092"/>
            <a:chExt cx="754838" cy="197229"/>
          </a:xfrm>
        </p:grpSpPr>
        <p:sp>
          <p:nvSpPr>
            <p:cNvPr id="112" name="Rectangle 256">
              <a:extLst>
                <a:ext uri="{FF2B5EF4-FFF2-40B4-BE49-F238E27FC236}">
                  <a16:creationId xmlns:a16="http://schemas.microsoft.com/office/drawing/2014/main" id="{30D05DF0-966E-66F3-610A-49874F8CAAA6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13" name="Picture 191">
              <a:extLst>
                <a:ext uri="{FF2B5EF4-FFF2-40B4-BE49-F238E27FC236}">
                  <a16:creationId xmlns:a16="http://schemas.microsoft.com/office/drawing/2014/main" id="{61EB57CA-01A9-3734-CF3E-B6B8EEFA9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114" name="Group 17">
            <a:extLst>
              <a:ext uri="{FF2B5EF4-FFF2-40B4-BE49-F238E27FC236}">
                <a16:creationId xmlns:a16="http://schemas.microsoft.com/office/drawing/2014/main" id="{95EC902B-E196-645A-A1C0-820D4FF3EBC6}"/>
              </a:ext>
            </a:extLst>
          </p:cNvPr>
          <p:cNvGrpSpPr/>
          <p:nvPr/>
        </p:nvGrpSpPr>
        <p:grpSpPr>
          <a:xfrm>
            <a:off x="5631940" y="5128776"/>
            <a:ext cx="581183" cy="197229"/>
            <a:chOff x="5199485" y="5263720"/>
            <a:chExt cx="581183" cy="197229"/>
          </a:xfrm>
        </p:grpSpPr>
        <p:sp>
          <p:nvSpPr>
            <p:cNvPr id="115" name="Rectangle 256">
              <a:extLst>
                <a:ext uri="{FF2B5EF4-FFF2-40B4-BE49-F238E27FC236}">
                  <a16:creationId xmlns:a16="http://schemas.microsoft.com/office/drawing/2014/main" id="{FF0EC37B-B3B1-5FC5-C306-877B94FC588F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16" name="Picture 15">
              <a:extLst>
                <a:ext uri="{FF2B5EF4-FFF2-40B4-BE49-F238E27FC236}">
                  <a16:creationId xmlns:a16="http://schemas.microsoft.com/office/drawing/2014/main" id="{349AB2E0-9B2F-7A8C-59BF-D5F51F814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9B7450EB-9103-0116-2522-6B75B92724FF}"/>
              </a:ext>
            </a:extLst>
          </p:cNvPr>
          <p:cNvSpPr/>
          <p:nvPr/>
        </p:nvSpPr>
        <p:spPr>
          <a:xfrm>
            <a:off x="247649" y="5787476"/>
            <a:ext cx="5974567" cy="729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4C3C26D-D181-2202-FACD-FAB2044185EA}"/>
              </a:ext>
            </a:extLst>
          </p:cNvPr>
          <p:cNvSpPr txBox="1"/>
          <p:nvPr/>
        </p:nvSpPr>
        <p:spPr>
          <a:xfrm>
            <a:off x="2729308" y="5193238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119" name="Group 26">
            <a:extLst>
              <a:ext uri="{FF2B5EF4-FFF2-40B4-BE49-F238E27FC236}">
                <a16:creationId xmlns:a16="http://schemas.microsoft.com/office/drawing/2014/main" id="{48662229-1C0C-B02F-A955-D983E0B0302B}"/>
              </a:ext>
            </a:extLst>
          </p:cNvPr>
          <p:cNvGrpSpPr/>
          <p:nvPr/>
        </p:nvGrpSpPr>
        <p:grpSpPr>
          <a:xfrm>
            <a:off x="249187" y="5526143"/>
            <a:ext cx="5961113" cy="219667"/>
            <a:chOff x="1895287" y="2791040"/>
            <a:chExt cx="5961113" cy="219667"/>
          </a:xfrm>
        </p:grpSpPr>
        <p:grpSp>
          <p:nvGrpSpPr>
            <p:cNvPr id="120" name="그룹 6">
              <a:extLst>
                <a:ext uri="{FF2B5EF4-FFF2-40B4-BE49-F238E27FC236}">
                  <a16:creationId xmlns:a16="http://schemas.microsoft.com/office/drawing/2014/main" id="{A33B9356-C048-A7EB-A084-79C6B446CB5F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122" name="Tab 1">
                <a:extLst>
                  <a:ext uri="{FF2B5EF4-FFF2-40B4-BE49-F238E27FC236}">
                    <a16:creationId xmlns:a16="http://schemas.microsoft.com/office/drawing/2014/main" id="{2A462185-9AE7-7967-BC58-5ACF2D29F3C4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3" name="Tab 2">
                <a:extLst>
                  <a:ext uri="{FF2B5EF4-FFF2-40B4-BE49-F238E27FC236}">
                    <a16:creationId xmlns:a16="http://schemas.microsoft.com/office/drawing/2014/main" id="{0B351FF9-C48A-7F60-6900-AD8BD4AAFD89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4" name="Tab 2">
                <a:extLst>
                  <a:ext uri="{FF2B5EF4-FFF2-40B4-BE49-F238E27FC236}">
                    <a16:creationId xmlns:a16="http://schemas.microsoft.com/office/drawing/2014/main" id="{B65657FA-30D6-4432-3C62-1EBCC5B1213B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5" name="Tab 2">
                <a:extLst>
                  <a:ext uri="{FF2B5EF4-FFF2-40B4-BE49-F238E27FC236}">
                    <a16:creationId xmlns:a16="http://schemas.microsoft.com/office/drawing/2014/main" id="{33B47FFC-ABEE-998C-2EBD-924422E77C14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7" name="Tab 2">
                <a:extLst>
                  <a:ext uri="{FF2B5EF4-FFF2-40B4-BE49-F238E27FC236}">
                    <a16:creationId xmlns:a16="http://schemas.microsoft.com/office/drawing/2014/main" id="{37FC32DB-71BE-AE9B-B9DC-7788EF2879D9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34" name="Tab 2">
                <a:extLst>
                  <a:ext uri="{FF2B5EF4-FFF2-40B4-BE49-F238E27FC236}">
                    <a16:creationId xmlns:a16="http://schemas.microsoft.com/office/drawing/2014/main" id="{E3B75259-DAA2-415B-62BE-374C26676117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121" name="직선 연결선 32">
              <a:extLst>
                <a:ext uri="{FF2B5EF4-FFF2-40B4-BE49-F238E27FC236}">
                  <a16:creationId xmlns:a16="http://schemas.microsoft.com/office/drawing/2014/main" id="{0CFB9C45-4180-25EE-97F3-A87996846BFA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93ED72C7-48B9-8326-CA63-E95682472306}"/>
              </a:ext>
            </a:extLst>
          </p:cNvPr>
          <p:cNvGrpSpPr/>
          <p:nvPr/>
        </p:nvGrpSpPr>
        <p:grpSpPr>
          <a:xfrm>
            <a:off x="5072350" y="5128776"/>
            <a:ext cx="520284" cy="197229"/>
            <a:chOff x="4050461" y="5245314"/>
            <a:chExt cx="520284" cy="197229"/>
          </a:xfrm>
        </p:grpSpPr>
        <p:sp>
          <p:nvSpPr>
            <p:cNvPr id="136" name="Rectangle 256">
              <a:extLst>
                <a:ext uri="{FF2B5EF4-FFF2-40B4-BE49-F238E27FC236}">
                  <a16:creationId xmlns:a16="http://schemas.microsoft.com/office/drawing/2014/main" id="{9D10E0B6-AB76-5FDA-AC10-AC5FAFD520E2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37" name="그림 136">
              <a:extLst>
                <a:ext uri="{FF2B5EF4-FFF2-40B4-BE49-F238E27FC236}">
                  <a16:creationId xmlns:a16="http://schemas.microsoft.com/office/drawing/2014/main" id="{BB776C8D-CDFC-6189-759B-C9AC3714B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8BF2A2FA-EC49-42E6-01B4-99870F652296}"/>
              </a:ext>
            </a:extLst>
          </p:cNvPr>
          <p:cNvGrpSpPr/>
          <p:nvPr/>
        </p:nvGrpSpPr>
        <p:grpSpPr>
          <a:xfrm>
            <a:off x="4591664" y="4383575"/>
            <a:ext cx="1661164" cy="202164"/>
            <a:chOff x="4439700" y="4436870"/>
            <a:chExt cx="1661164" cy="202164"/>
          </a:xfrm>
        </p:grpSpPr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261083B9-3C0D-224C-5562-AF882F77FB5A}"/>
                </a:ext>
              </a:extLst>
            </p:cNvPr>
            <p:cNvSpPr txBox="1"/>
            <p:nvPr/>
          </p:nvSpPr>
          <p:spPr>
            <a:xfrm>
              <a:off x="4439700" y="4436870"/>
              <a:ext cx="80367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1,434</a:t>
              </a:r>
              <a:r>
                <a:rPr lang="ko-KR" altLang="en-US" sz="800" dirty="0">
                  <a:latin typeface="+mn-ea"/>
                  <a:ea typeface="+mn-ea"/>
                </a:rPr>
                <a:t>명 시청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A15451C7-BB97-B7A5-8731-EB0DD1E09B9A}"/>
                </a:ext>
              </a:extLst>
            </p:cNvPr>
            <p:cNvSpPr txBox="1"/>
            <p:nvPr/>
          </p:nvSpPr>
          <p:spPr>
            <a:xfrm>
              <a:off x="5197217" y="4443220"/>
              <a:ext cx="106367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〮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9D6B8C49-A4C2-3505-7749-F4703C8B08A4}"/>
                </a:ext>
              </a:extLst>
            </p:cNvPr>
            <p:cNvSpPr txBox="1"/>
            <p:nvPr/>
          </p:nvSpPr>
          <p:spPr>
            <a:xfrm>
              <a:off x="5265131" y="4436870"/>
              <a:ext cx="83573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00:34:22 </a:t>
              </a:r>
              <a:r>
                <a:rPr lang="ko-KR" altLang="en-US" sz="800" dirty="0">
                  <a:latin typeface="+mn-ea"/>
                  <a:ea typeface="+mn-ea"/>
                </a:rPr>
                <a:t>방송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3880A738-765A-C004-2F0B-55DB8B7D0902}"/>
              </a:ext>
            </a:extLst>
          </p:cNvPr>
          <p:cNvSpPr/>
          <p:nvPr/>
        </p:nvSpPr>
        <p:spPr>
          <a:xfrm>
            <a:off x="36207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5C21CAB8-B441-E535-E757-5309240D33E2}"/>
              </a:ext>
            </a:extLst>
          </p:cNvPr>
          <p:cNvSpPr/>
          <p:nvPr/>
        </p:nvSpPr>
        <p:spPr>
          <a:xfrm>
            <a:off x="1078810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836DBE04-18A9-16B0-C2DC-C6923D14A445}"/>
              </a:ext>
            </a:extLst>
          </p:cNvPr>
          <p:cNvSpPr/>
          <p:nvPr/>
        </p:nvSpPr>
        <p:spPr>
          <a:xfrm>
            <a:off x="179554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760808-EE9C-D30B-8434-352900CDD04D}"/>
              </a:ext>
            </a:extLst>
          </p:cNvPr>
          <p:cNvSpPr txBox="1"/>
          <p:nvPr/>
        </p:nvSpPr>
        <p:spPr>
          <a:xfrm>
            <a:off x="2539175" y="4671140"/>
            <a:ext cx="853366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리그오브레전드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6A4097-9594-29C9-5147-074646AAB5C3}"/>
              </a:ext>
            </a:extLst>
          </p:cNvPr>
          <p:cNvSpPr txBox="1"/>
          <p:nvPr/>
        </p:nvSpPr>
        <p:spPr>
          <a:xfrm>
            <a:off x="3389224" y="4671140"/>
            <a:ext cx="75077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나는야게임왕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E37D8A-5DCC-4613-A3D7-091C70DF6A07}"/>
              </a:ext>
            </a:extLst>
          </p:cNvPr>
          <p:cNvSpPr txBox="1"/>
          <p:nvPr/>
        </p:nvSpPr>
        <p:spPr>
          <a:xfrm>
            <a:off x="4154612" y="4671140"/>
            <a:ext cx="55360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#T1</a:t>
            </a:r>
            <a:r>
              <a:rPr lang="ko-KR" altLang="en-US" sz="800" dirty="0">
                <a:latin typeface="+mn-ea"/>
                <a:ea typeface="+mn-ea"/>
              </a:rPr>
              <a:t>티밀리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65F71D-535C-FC38-D09D-FF900B89D3EC}"/>
              </a:ext>
            </a:extLst>
          </p:cNvPr>
          <p:cNvSpPr txBox="1"/>
          <p:nvPr/>
        </p:nvSpPr>
        <p:spPr>
          <a:xfrm>
            <a:off x="4706616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게임이좋아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3FA387-2E22-A340-821C-0B6D0A2A2148}"/>
              </a:ext>
            </a:extLst>
          </p:cNvPr>
          <p:cNvSpPr txBox="1"/>
          <p:nvPr/>
        </p:nvSpPr>
        <p:spPr>
          <a:xfrm>
            <a:off x="5354798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니달리천재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FB9513-3D42-0D66-2943-6B94230F45F1}"/>
              </a:ext>
            </a:extLst>
          </p:cNvPr>
          <p:cNvSpPr txBox="1"/>
          <p:nvPr/>
        </p:nvSpPr>
        <p:spPr>
          <a:xfrm>
            <a:off x="1307468" y="2454656"/>
            <a:ext cx="3859236" cy="201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해당 방송은 운영 정책을 위반하여 일시적으로 시청할 수 없습니다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30" name="타원 129">
            <a:extLst>
              <a:ext uri="{FF2B5EF4-FFF2-40B4-BE49-F238E27FC236}">
                <a16:creationId xmlns:a16="http://schemas.microsoft.com/office/drawing/2014/main" id="{690EE49B-4F76-380D-9D0A-7D2CFDCFC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044" y="2403774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타원 129">
            <a:extLst>
              <a:ext uri="{FF2B5EF4-FFF2-40B4-BE49-F238E27FC236}">
                <a16:creationId xmlns:a16="http://schemas.microsoft.com/office/drawing/2014/main" id="{178D3CC4-8F6A-6518-0947-893ADE4A1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5606" y="895906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타원 129">
            <a:extLst>
              <a:ext uri="{FF2B5EF4-FFF2-40B4-BE49-F238E27FC236}">
                <a16:creationId xmlns:a16="http://schemas.microsoft.com/office/drawing/2014/main" id="{E2A632B5-EE18-A903-9B64-3AA3ED3C9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576" y="6180565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91369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C6C3D-51D0-43F0-0322-77204EEEA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7E3FF3-F84C-58E8-01D9-CC7A811601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탈퇴한 계정의 후원페이지로 진입했을 경우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C857D85-1CF5-3898-0F7F-323760A24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87DA6F81-F819-BEE8-6E33-1E28D8FA4E8E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7466" cy="70104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탈퇴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탈퇴 신청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완전탈퇴 계정의 후원페이지로 진입했을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다음의 페이지 호출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[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돌아가기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홈으로 이동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5224229"/>
                  </a:ext>
                </a:extLst>
              </a:tr>
            </a:tbl>
          </a:graphicData>
        </a:graphic>
      </p:graphicFrame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FBEE7A27-36D5-C7CC-834A-95BA7D6DE777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91FAA5-3579-E2F2-9CAD-103C1099307B}"/>
              </a:ext>
            </a:extLst>
          </p:cNvPr>
          <p:cNvSpPr txBox="1"/>
          <p:nvPr/>
        </p:nvSpPr>
        <p:spPr>
          <a:xfrm>
            <a:off x="2882174" y="3266038"/>
            <a:ext cx="3859236" cy="201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latin typeface="+mn-ea"/>
                <a:ea typeface="+mn-ea"/>
              </a:rPr>
              <a:t>탈퇴한 회원입니다</a:t>
            </a:r>
            <a:r>
              <a:rPr lang="en-US" altLang="ko-KR" sz="10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F0C3308-1D99-F4F9-DDAB-143B9EEAAA7D}"/>
              </a:ext>
            </a:extLst>
          </p:cNvPr>
          <p:cNvSpPr/>
          <p:nvPr/>
        </p:nvSpPr>
        <p:spPr>
          <a:xfrm>
            <a:off x="4240172" y="3693909"/>
            <a:ext cx="1143240" cy="285003"/>
          </a:xfrm>
          <a:prstGeom prst="roundRect">
            <a:avLst>
              <a:gd name="adj" fmla="val 18631"/>
            </a:avLst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돌아가기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58F7699-54EE-F12A-E5ED-F4B7C89E1867}"/>
              </a:ext>
            </a:extLst>
          </p:cNvPr>
          <p:cNvSpPr/>
          <p:nvPr/>
        </p:nvSpPr>
        <p:spPr>
          <a:xfrm>
            <a:off x="6051452" y="3672368"/>
            <a:ext cx="914400" cy="3280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홈으로 이동</a:t>
            </a:r>
          </a:p>
        </p:txBody>
      </p:sp>
      <p:cxnSp>
        <p:nvCxnSpPr>
          <p:cNvPr id="45" name="직선 연결선 2055">
            <a:extLst>
              <a:ext uri="{FF2B5EF4-FFF2-40B4-BE49-F238E27FC236}">
                <a16:creationId xmlns:a16="http://schemas.microsoft.com/office/drawing/2014/main" id="{A7ABCA55-D487-788F-0E4F-D45E43776EC3}"/>
              </a:ext>
            </a:extLst>
          </p:cNvPr>
          <p:cNvCxnSpPr>
            <a:cxnSpLocks/>
            <a:stCxn id="43" idx="1"/>
            <a:endCxn id="40" idx="3"/>
          </p:cNvCxnSpPr>
          <p:nvPr/>
        </p:nvCxnSpPr>
        <p:spPr>
          <a:xfrm flipH="1">
            <a:off x="5383412" y="3836410"/>
            <a:ext cx="668040" cy="1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96874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D05B7-E806-5C74-E120-275BCEE3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E1CC59F-D95F-1AE6-2390-1649C9274D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41632"/>
          </a:xfrm>
        </p:spPr>
        <p:txBody>
          <a:bodyPr/>
          <a:lstStyle/>
          <a:p>
            <a:r>
              <a:rPr lang="ko-KR" altLang="en-US" sz="1800" dirty="0"/>
              <a:t>영상 리스트 </a:t>
            </a:r>
            <a:r>
              <a:rPr lang="en-US" altLang="ko-KR" sz="1800" dirty="0"/>
              <a:t>&gt; </a:t>
            </a:r>
            <a:r>
              <a:rPr lang="ko-KR" altLang="en-US" sz="1800" dirty="0"/>
              <a:t>만 </a:t>
            </a:r>
            <a:r>
              <a:rPr lang="en-US" altLang="ko-KR" sz="1800" dirty="0"/>
              <a:t>19</a:t>
            </a:r>
            <a:r>
              <a:rPr lang="ko-KR" altLang="en-US" sz="1800" dirty="0"/>
              <a:t>세 미만 계정 </a:t>
            </a:r>
            <a:r>
              <a:rPr lang="en-US" altLang="ko-KR" sz="1800" dirty="0"/>
              <a:t>&amp; </a:t>
            </a:r>
            <a:r>
              <a:rPr lang="ko-KR" altLang="en-US" sz="1800" dirty="0"/>
              <a:t>비로그인 유저가 연령 제한 방송 진입 시도 시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5E47B95-0139-F868-8751-8846B32C8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4C5C831C-196A-5E99-FA05-09BD8F4556A2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7466" cy="164592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연령 제한 방송 썸네일 표시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연령 제한 설정한 방송인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19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 미만 계정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비로그인 유저는 해당 방송 썸네일이 연령 제한 썸네일로 노출됨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19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 이상 계정은 미노출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19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 미만 계정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비로그인 유저는 연령 제한 설정 방송 시청 불가하며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진입 시도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시청 제한 안내 모달 호출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시청 제한 안내 모달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[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돌아가기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메인으로 이동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[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모달 호출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076394"/>
                  </a:ext>
                </a:extLst>
              </a:tr>
            </a:tbl>
          </a:graphicData>
        </a:graphic>
      </p:graphicFrame>
      <p:sp>
        <p:nvSpPr>
          <p:cNvPr id="2" name="Rectangle 53">
            <a:extLst>
              <a:ext uri="{FF2B5EF4-FFF2-40B4-BE49-F238E27FC236}">
                <a16:creationId xmlns:a16="http://schemas.microsoft.com/office/drawing/2014/main" id="{F18A45F1-D474-D73B-B5DA-D0D83B40CE0C}"/>
              </a:ext>
            </a:extLst>
          </p:cNvPr>
          <p:cNvSpPr/>
          <p:nvPr/>
        </p:nvSpPr>
        <p:spPr>
          <a:xfrm>
            <a:off x="166968" y="1278710"/>
            <a:ext cx="1561164" cy="53103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B42146-976D-1186-B048-EE09570C9E1B}"/>
              </a:ext>
            </a:extLst>
          </p:cNvPr>
          <p:cNvSpPr txBox="1"/>
          <p:nvPr/>
        </p:nvSpPr>
        <p:spPr>
          <a:xfrm>
            <a:off x="509358" y="925882"/>
            <a:ext cx="930310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맑은 고딕 (Body)"/>
              </a:rPr>
              <a:t>TOONATION</a:t>
            </a:r>
            <a:endParaRPr lang="ko-KR" alt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맑은 고딕 (Body)"/>
            </a:endParaRPr>
          </a:p>
        </p:txBody>
      </p:sp>
      <p:grpSp>
        <p:nvGrpSpPr>
          <p:cNvPr id="10" name="Group 7">
            <a:extLst>
              <a:ext uri="{FF2B5EF4-FFF2-40B4-BE49-F238E27FC236}">
                <a16:creationId xmlns:a16="http://schemas.microsoft.com/office/drawing/2014/main" id="{14D5D6FE-E200-86F1-5CA0-9064FAE383AF}"/>
              </a:ext>
            </a:extLst>
          </p:cNvPr>
          <p:cNvGrpSpPr/>
          <p:nvPr/>
        </p:nvGrpSpPr>
        <p:grpSpPr>
          <a:xfrm>
            <a:off x="283039" y="1003948"/>
            <a:ext cx="159150" cy="90488"/>
            <a:chOff x="3540154" y="3322040"/>
            <a:chExt cx="209725" cy="90488"/>
          </a:xfrm>
        </p:grpSpPr>
        <p:cxnSp>
          <p:nvCxnSpPr>
            <p:cNvPr id="12" name="Straight Connector 6">
              <a:extLst>
                <a:ext uri="{FF2B5EF4-FFF2-40B4-BE49-F238E27FC236}">
                  <a16:creationId xmlns:a16="http://schemas.microsoft.com/office/drawing/2014/main" id="{A0EB7E61-04B0-5AF1-BB77-BFA4ADACA7F1}"/>
                </a:ext>
              </a:extLst>
            </p:cNvPr>
            <p:cNvCxnSpPr/>
            <p:nvPr/>
          </p:nvCxnSpPr>
          <p:spPr>
            <a:xfrm>
              <a:off x="3540154" y="3322040"/>
              <a:ext cx="20972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8">
              <a:extLst>
                <a:ext uri="{FF2B5EF4-FFF2-40B4-BE49-F238E27FC236}">
                  <a16:creationId xmlns:a16="http://schemas.microsoft.com/office/drawing/2014/main" id="{CBADCC3D-7E72-DD3D-1D52-A30EA0B82DB7}"/>
                </a:ext>
              </a:extLst>
            </p:cNvPr>
            <p:cNvCxnSpPr/>
            <p:nvPr/>
          </p:nvCxnSpPr>
          <p:spPr>
            <a:xfrm>
              <a:off x="3540154" y="3367284"/>
              <a:ext cx="20972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39">
              <a:extLst>
                <a:ext uri="{FF2B5EF4-FFF2-40B4-BE49-F238E27FC236}">
                  <a16:creationId xmlns:a16="http://schemas.microsoft.com/office/drawing/2014/main" id="{4C3A1D9E-10B3-8678-1B86-C8030DEA3AF1}"/>
                </a:ext>
              </a:extLst>
            </p:cNvPr>
            <p:cNvCxnSpPr/>
            <p:nvPr/>
          </p:nvCxnSpPr>
          <p:spPr>
            <a:xfrm>
              <a:off x="3540154" y="3412528"/>
              <a:ext cx="20972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55062FF-8FBD-8C3D-1ED4-8B0A04141B05}"/>
              </a:ext>
            </a:extLst>
          </p:cNvPr>
          <p:cNvCxnSpPr>
            <a:cxnSpLocks/>
          </p:cNvCxnSpPr>
          <p:nvPr/>
        </p:nvCxnSpPr>
        <p:spPr>
          <a:xfrm>
            <a:off x="158578" y="1268445"/>
            <a:ext cx="9290222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Rounded Rectangle 95">
            <a:extLst>
              <a:ext uri="{FF2B5EF4-FFF2-40B4-BE49-F238E27FC236}">
                <a16:creationId xmlns:a16="http://schemas.microsoft.com/office/drawing/2014/main" id="{1787BBE4-B191-8327-A3E3-08A77E35F397}"/>
              </a:ext>
            </a:extLst>
          </p:cNvPr>
          <p:cNvSpPr/>
          <p:nvPr/>
        </p:nvSpPr>
        <p:spPr>
          <a:xfrm>
            <a:off x="8239142" y="931299"/>
            <a:ext cx="468000" cy="21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로그인</a:t>
            </a:r>
          </a:p>
        </p:txBody>
      </p:sp>
      <p:sp>
        <p:nvSpPr>
          <p:cNvPr id="23" name="Rounded Rectangle 96">
            <a:extLst>
              <a:ext uri="{FF2B5EF4-FFF2-40B4-BE49-F238E27FC236}">
                <a16:creationId xmlns:a16="http://schemas.microsoft.com/office/drawing/2014/main" id="{8D7F5755-1F7C-BFDF-6D3E-0BBB24539176}"/>
              </a:ext>
            </a:extLst>
          </p:cNvPr>
          <p:cNvSpPr/>
          <p:nvPr/>
        </p:nvSpPr>
        <p:spPr>
          <a:xfrm>
            <a:off x="8763967" y="931299"/>
            <a:ext cx="540000" cy="21600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회원가입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431AC5-114C-E062-BF94-53A1A3E5A621}"/>
              </a:ext>
            </a:extLst>
          </p:cNvPr>
          <p:cNvSpPr txBox="1"/>
          <p:nvPr/>
        </p:nvSpPr>
        <p:spPr>
          <a:xfrm>
            <a:off x="8095665" y="939729"/>
            <a:ext cx="104763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b="1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pic>
        <p:nvPicPr>
          <p:cNvPr id="30" name="Picture 91">
            <a:extLst>
              <a:ext uri="{FF2B5EF4-FFF2-40B4-BE49-F238E27FC236}">
                <a16:creationId xmlns:a16="http://schemas.microsoft.com/office/drawing/2014/main" id="{73AF4A14-ACFE-FEC9-6619-93DA1C26D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314" y="949321"/>
            <a:ext cx="180000" cy="180000"/>
          </a:xfrm>
          <a:prstGeom prst="rect">
            <a:avLst/>
          </a:prstGeom>
        </p:spPr>
      </p:pic>
      <p:pic>
        <p:nvPicPr>
          <p:cNvPr id="31" name="Picture 92">
            <a:extLst>
              <a:ext uri="{FF2B5EF4-FFF2-40B4-BE49-F238E27FC236}">
                <a16:creationId xmlns:a16="http://schemas.microsoft.com/office/drawing/2014/main" id="{600DC762-3E50-A96B-FE6A-F64EB15B1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070" y="950672"/>
            <a:ext cx="180000" cy="180000"/>
          </a:xfrm>
          <a:prstGeom prst="rect">
            <a:avLst/>
          </a:prstGeom>
        </p:spPr>
      </p:pic>
      <p:cxnSp>
        <p:nvCxnSpPr>
          <p:cNvPr id="33" name="직선 연결선 143">
            <a:extLst>
              <a:ext uri="{FF2B5EF4-FFF2-40B4-BE49-F238E27FC236}">
                <a16:creationId xmlns:a16="http://schemas.microsoft.com/office/drawing/2014/main" id="{A77D4D50-3F96-DB79-C1AF-0E620246042D}"/>
              </a:ext>
            </a:extLst>
          </p:cNvPr>
          <p:cNvCxnSpPr>
            <a:cxnSpLocks/>
          </p:cNvCxnSpPr>
          <p:nvPr/>
        </p:nvCxnSpPr>
        <p:spPr>
          <a:xfrm>
            <a:off x="1728132" y="1268445"/>
            <a:ext cx="0" cy="5320606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5" name="Group 153">
            <a:extLst>
              <a:ext uri="{FF2B5EF4-FFF2-40B4-BE49-F238E27FC236}">
                <a16:creationId xmlns:a16="http://schemas.microsoft.com/office/drawing/2014/main" id="{840B0EEE-309A-2BAC-5B18-36C544FC1C11}"/>
              </a:ext>
            </a:extLst>
          </p:cNvPr>
          <p:cNvGrpSpPr/>
          <p:nvPr/>
        </p:nvGrpSpPr>
        <p:grpSpPr>
          <a:xfrm>
            <a:off x="1568165" y="905861"/>
            <a:ext cx="2015149" cy="271182"/>
            <a:chOff x="4137659" y="1996430"/>
            <a:chExt cx="2015149" cy="271182"/>
          </a:xfrm>
        </p:grpSpPr>
        <p:sp>
          <p:nvSpPr>
            <p:cNvPr id="36" name="Rounded Rectangle 154">
              <a:extLst>
                <a:ext uri="{FF2B5EF4-FFF2-40B4-BE49-F238E27FC236}">
                  <a16:creationId xmlns:a16="http://schemas.microsoft.com/office/drawing/2014/main" id="{99E0CC34-71C8-9C5B-10C6-5708E5068C3F}"/>
                </a:ext>
              </a:extLst>
            </p:cNvPr>
            <p:cNvSpPr/>
            <p:nvPr/>
          </p:nvSpPr>
          <p:spPr>
            <a:xfrm>
              <a:off x="4137659" y="1996430"/>
              <a:ext cx="1904477" cy="27118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72000" tIns="0" rIns="0" bIns="0" rtlCol="0" anchor="ctr"/>
            <a:lstStyle/>
            <a:p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라이브</a:t>
              </a: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, </a:t>
              </a:r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크리에이터 검색</a:t>
              </a:r>
            </a:p>
          </p:txBody>
        </p:sp>
        <p:sp>
          <p:nvSpPr>
            <p:cNvPr id="37" name="Rounded Rectangle 185">
              <a:extLst>
                <a:ext uri="{FF2B5EF4-FFF2-40B4-BE49-F238E27FC236}">
                  <a16:creationId xmlns:a16="http://schemas.microsoft.com/office/drawing/2014/main" id="{FE542478-EE5A-C5F7-99EC-C86EC906A9A3}"/>
                </a:ext>
              </a:extLst>
            </p:cNvPr>
            <p:cNvSpPr/>
            <p:nvPr/>
          </p:nvSpPr>
          <p:spPr>
            <a:xfrm>
              <a:off x="5671855" y="1996430"/>
              <a:ext cx="480953" cy="27118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b="1" dirty="0">
                  <a:solidFill>
                    <a:schemeClr val="bg1"/>
                  </a:solidFill>
                </a:rPr>
                <a:t>검색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5F4236B-492C-2C2D-3187-F00710B7E316}"/>
              </a:ext>
            </a:extLst>
          </p:cNvPr>
          <p:cNvSpPr txBox="1"/>
          <p:nvPr/>
        </p:nvSpPr>
        <p:spPr>
          <a:xfrm>
            <a:off x="1907791" y="1395554"/>
            <a:ext cx="758788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j-ea"/>
                <a:ea typeface="+mj-ea"/>
              </a:rPr>
              <a:t>영상 리스트</a:t>
            </a:r>
            <a:endParaRPr lang="en-US" altLang="ko-KR" sz="1000" b="1" dirty="0">
              <a:latin typeface="+mj-ea"/>
              <a:ea typeface="+mj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EDE518-E190-DE3C-20E2-E3C8CD47E8E5}"/>
              </a:ext>
            </a:extLst>
          </p:cNvPr>
          <p:cNvSpPr txBox="1"/>
          <p:nvPr/>
        </p:nvSpPr>
        <p:spPr>
          <a:xfrm>
            <a:off x="8541804" y="1443961"/>
            <a:ext cx="48307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전체보기</a:t>
            </a:r>
            <a:endParaRPr lang="en-US" altLang="ko-KR" sz="8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0" name="Rectangle 125">
            <a:extLst>
              <a:ext uri="{FF2B5EF4-FFF2-40B4-BE49-F238E27FC236}">
                <a16:creationId xmlns:a16="http://schemas.microsoft.com/office/drawing/2014/main" id="{317895EB-CCF8-52C4-D682-19E9F9BAB1D8}"/>
              </a:ext>
            </a:extLst>
          </p:cNvPr>
          <p:cNvSpPr/>
          <p:nvPr/>
        </p:nvSpPr>
        <p:spPr>
          <a:xfrm>
            <a:off x="1883095" y="1691052"/>
            <a:ext cx="1733808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1" name="Rectangle 126">
            <a:extLst>
              <a:ext uri="{FF2B5EF4-FFF2-40B4-BE49-F238E27FC236}">
                <a16:creationId xmlns:a16="http://schemas.microsoft.com/office/drawing/2014/main" id="{B01B8DA6-7143-BAD2-EC54-BD2298FECB25}"/>
              </a:ext>
            </a:extLst>
          </p:cNvPr>
          <p:cNvSpPr/>
          <p:nvPr/>
        </p:nvSpPr>
        <p:spPr>
          <a:xfrm>
            <a:off x="5515008" y="1691052"/>
            <a:ext cx="1724567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5" name="Rectangle 127">
            <a:extLst>
              <a:ext uri="{FF2B5EF4-FFF2-40B4-BE49-F238E27FC236}">
                <a16:creationId xmlns:a16="http://schemas.microsoft.com/office/drawing/2014/main" id="{23E2FB37-5239-C2E6-700A-ED6EF4D3180B}"/>
              </a:ext>
            </a:extLst>
          </p:cNvPr>
          <p:cNvSpPr/>
          <p:nvPr/>
        </p:nvSpPr>
        <p:spPr>
          <a:xfrm>
            <a:off x="3695561" y="1691052"/>
            <a:ext cx="1734345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46" name="Group 128">
            <a:extLst>
              <a:ext uri="{FF2B5EF4-FFF2-40B4-BE49-F238E27FC236}">
                <a16:creationId xmlns:a16="http://schemas.microsoft.com/office/drawing/2014/main" id="{024FFC5F-4E1A-D7C8-321A-1A1A0C638491}"/>
              </a:ext>
            </a:extLst>
          </p:cNvPr>
          <p:cNvGrpSpPr/>
          <p:nvPr/>
        </p:nvGrpSpPr>
        <p:grpSpPr>
          <a:xfrm>
            <a:off x="1907791" y="3068226"/>
            <a:ext cx="1569717" cy="323038"/>
            <a:chOff x="1912634" y="5161380"/>
            <a:chExt cx="1569717" cy="323038"/>
          </a:xfrm>
        </p:grpSpPr>
        <p:grpSp>
          <p:nvGrpSpPr>
            <p:cNvPr id="47" name="Group 129">
              <a:extLst>
                <a:ext uri="{FF2B5EF4-FFF2-40B4-BE49-F238E27FC236}">
                  <a16:creationId xmlns:a16="http://schemas.microsoft.com/office/drawing/2014/main" id="{6DBAF7DD-6270-F981-8817-5B60DB563F4D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6E480A6-9195-5E8C-C41E-FCE104E8B559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j-ea"/>
                    <a:ea typeface="+mj-ea"/>
                  </a:rPr>
                  <a:t>모여봐요 동물의 숲 </a:t>
                </a:r>
                <a:r>
                  <a:rPr lang="en-US" altLang="ko-KR" sz="800" b="1" dirty="0">
                    <a:latin typeface="+mj-ea"/>
                    <a:ea typeface="+mj-ea"/>
                  </a:rPr>
                  <a:t>ver 3.0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D4F64840-0C44-AC14-054A-80366A0292E8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j-ea"/>
                    <a:ea typeface="+mj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48" name="Group 130">
              <a:extLst>
                <a:ext uri="{FF2B5EF4-FFF2-40B4-BE49-F238E27FC236}">
                  <a16:creationId xmlns:a16="http://schemas.microsoft.com/office/drawing/2014/main" id="{68DEBC1E-C0FA-CC0F-C14F-FCB05FA057B9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49" name="Oval 131">
                <a:extLst>
                  <a:ext uri="{FF2B5EF4-FFF2-40B4-BE49-F238E27FC236}">
                    <a16:creationId xmlns:a16="http://schemas.microsoft.com/office/drawing/2014/main" id="{545DDA82-E62E-D642-F419-A975D31430CD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pic>
            <p:nvPicPr>
              <p:cNvPr id="52" name="Picture 132">
                <a:extLst>
                  <a:ext uri="{FF2B5EF4-FFF2-40B4-BE49-F238E27FC236}">
                    <a16:creationId xmlns:a16="http://schemas.microsoft.com/office/drawing/2014/main" id="{1B78F4A1-58D1-46AB-341F-4A8236DDB5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grpSp>
        <p:nvGrpSpPr>
          <p:cNvPr id="73" name="Group 135">
            <a:extLst>
              <a:ext uri="{FF2B5EF4-FFF2-40B4-BE49-F238E27FC236}">
                <a16:creationId xmlns:a16="http://schemas.microsoft.com/office/drawing/2014/main" id="{24AA0382-E033-4EC3-1F8F-48B9F7026F91}"/>
              </a:ext>
            </a:extLst>
          </p:cNvPr>
          <p:cNvGrpSpPr/>
          <p:nvPr/>
        </p:nvGrpSpPr>
        <p:grpSpPr>
          <a:xfrm>
            <a:off x="5551091" y="3068226"/>
            <a:ext cx="1569717" cy="323038"/>
            <a:chOff x="1912634" y="5161380"/>
            <a:chExt cx="1569717" cy="323038"/>
          </a:xfrm>
        </p:grpSpPr>
        <p:grpSp>
          <p:nvGrpSpPr>
            <p:cNvPr id="74" name="Group 221">
              <a:extLst>
                <a:ext uri="{FF2B5EF4-FFF2-40B4-BE49-F238E27FC236}">
                  <a16:creationId xmlns:a16="http://schemas.microsoft.com/office/drawing/2014/main" id="{6C00A5B2-82C7-BAF1-036F-2D7A0F1F3461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0A1F51F-AD13-2E7B-B23C-6920EDAF094B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j-ea"/>
                    <a:ea typeface="+mj-ea"/>
                  </a:rPr>
                  <a:t>모여봐요 동물의 숲 </a:t>
                </a:r>
                <a:r>
                  <a:rPr lang="en-US" altLang="ko-KR" sz="800" b="1" dirty="0">
                    <a:latin typeface="+mj-ea"/>
                    <a:ea typeface="+mj-ea"/>
                  </a:rPr>
                  <a:t>ver 3.0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B5BF739-26CA-0046-1A93-0C7BE62BD6C3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j-ea"/>
                    <a:ea typeface="+mj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75" name="Group 229">
              <a:extLst>
                <a:ext uri="{FF2B5EF4-FFF2-40B4-BE49-F238E27FC236}">
                  <a16:creationId xmlns:a16="http://schemas.microsoft.com/office/drawing/2014/main" id="{0A3C5A90-E54F-925A-3F14-FC467C200A87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83" name="Oval 230">
                <a:extLst>
                  <a:ext uri="{FF2B5EF4-FFF2-40B4-BE49-F238E27FC236}">
                    <a16:creationId xmlns:a16="http://schemas.microsoft.com/office/drawing/2014/main" id="{B7F98354-7D15-4BB9-6C2B-8EC5C47D7E5A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pic>
            <p:nvPicPr>
              <p:cNvPr id="84" name="Picture 231">
                <a:extLst>
                  <a:ext uri="{FF2B5EF4-FFF2-40B4-BE49-F238E27FC236}">
                    <a16:creationId xmlns:a16="http://schemas.microsoft.com/office/drawing/2014/main" id="{519BBE2E-93FF-7C86-B5B3-DD91D75D89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sp>
        <p:nvSpPr>
          <p:cNvPr id="91" name="Rectangle 234">
            <a:extLst>
              <a:ext uri="{FF2B5EF4-FFF2-40B4-BE49-F238E27FC236}">
                <a16:creationId xmlns:a16="http://schemas.microsoft.com/office/drawing/2014/main" id="{C22A18BE-D4C7-FEB3-7A90-0C129E091B5F}"/>
              </a:ext>
            </a:extLst>
          </p:cNvPr>
          <p:cNvSpPr/>
          <p:nvPr/>
        </p:nvSpPr>
        <p:spPr>
          <a:xfrm>
            <a:off x="7320961" y="1691052"/>
            <a:ext cx="1724567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92" name="Group 235">
            <a:extLst>
              <a:ext uri="{FF2B5EF4-FFF2-40B4-BE49-F238E27FC236}">
                <a16:creationId xmlns:a16="http://schemas.microsoft.com/office/drawing/2014/main" id="{37C12600-34CE-158A-46B3-BF2139AC31FD}"/>
              </a:ext>
            </a:extLst>
          </p:cNvPr>
          <p:cNvGrpSpPr/>
          <p:nvPr/>
        </p:nvGrpSpPr>
        <p:grpSpPr>
          <a:xfrm>
            <a:off x="7357044" y="3068226"/>
            <a:ext cx="1569717" cy="323038"/>
            <a:chOff x="1912634" y="5161380"/>
            <a:chExt cx="1569717" cy="323038"/>
          </a:xfrm>
        </p:grpSpPr>
        <p:grpSp>
          <p:nvGrpSpPr>
            <p:cNvPr id="95" name="Group 236">
              <a:extLst>
                <a:ext uri="{FF2B5EF4-FFF2-40B4-BE49-F238E27FC236}">
                  <a16:creationId xmlns:a16="http://schemas.microsoft.com/office/drawing/2014/main" id="{6FBCD487-82B2-CD77-9564-F59374886F8F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EDC218DC-2453-6367-73A9-DBAB7B8A6F69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j-ea"/>
                    <a:ea typeface="+mj-ea"/>
                  </a:rPr>
                  <a:t>모여봐요 동물의 숲 </a:t>
                </a:r>
                <a:r>
                  <a:rPr lang="en-US" altLang="ko-KR" sz="800" b="1" dirty="0">
                    <a:latin typeface="+mj-ea"/>
                    <a:ea typeface="+mj-ea"/>
                  </a:rPr>
                  <a:t>ver 3.0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2381BFB1-DDD1-515B-3EF8-B0579DD9126E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j-ea"/>
                    <a:ea typeface="+mj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97" name="Group 237">
              <a:extLst>
                <a:ext uri="{FF2B5EF4-FFF2-40B4-BE49-F238E27FC236}">
                  <a16:creationId xmlns:a16="http://schemas.microsoft.com/office/drawing/2014/main" id="{FC057FFF-3241-B11F-9A16-3DA258E1621C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141" name="Oval 238">
                <a:extLst>
                  <a:ext uri="{FF2B5EF4-FFF2-40B4-BE49-F238E27FC236}">
                    <a16:creationId xmlns:a16="http://schemas.microsoft.com/office/drawing/2014/main" id="{DA6F5A68-EDBB-1ECC-A97E-F741FF530FCD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pic>
            <p:nvPicPr>
              <p:cNvPr id="147" name="Picture 239">
                <a:extLst>
                  <a:ext uri="{FF2B5EF4-FFF2-40B4-BE49-F238E27FC236}">
                    <a16:creationId xmlns:a16="http://schemas.microsoft.com/office/drawing/2014/main" id="{6ABCAAF6-8D74-D8ED-7AC6-8F71F842A4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grpSp>
        <p:nvGrpSpPr>
          <p:cNvPr id="151" name="Group 242">
            <a:extLst>
              <a:ext uri="{FF2B5EF4-FFF2-40B4-BE49-F238E27FC236}">
                <a16:creationId xmlns:a16="http://schemas.microsoft.com/office/drawing/2014/main" id="{61524123-98A5-C093-1460-28ACA00C8631}"/>
              </a:ext>
            </a:extLst>
          </p:cNvPr>
          <p:cNvGrpSpPr/>
          <p:nvPr/>
        </p:nvGrpSpPr>
        <p:grpSpPr>
          <a:xfrm>
            <a:off x="3725282" y="3068620"/>
            <a:ext cx="1712853" cy="460130"/>
            <a:chOff x="1912634" y="5161380"/>
            <a:chExt cx="1712853" cy="460130"/>
          </a:xfrm>
        </p:grpSpPr>
        <p:grpSp>
          <p:nvGrpSpPr>
            <p:cNvPr id="152" name="Group 243">
              <a:extLst>
                <a:ext uri="{FF2B5EF4-FFF2-40B4-BE49-F238E27FC236}">
                  <a16:creationId xmlns:a16="http://schemas.microsoft.com/office/drawing/2014/main" id="{1B1FB2FA-2307-208B-AB8B-3A6362E52844}"/>
                </a:ext>
              </a:extLst>
            </p:cNvPr>
            <p:cNvGrpSpPr/>
            <p:nvPr/>
          </p:nvGrpSpPr>
          <p:grpSpPr>
            <a:xfrm>
              <a:off x="2144878" y="5161380"/>
              <a:ext cx="1480609" cy="460130"/>
              <a:chOff x="1834476" y="5127414"/>
              <a:chExt cx="1480609" cy="460130"/>
            </a:xfrm>
          </p:grpSpPr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99CD493D-FBB2-30F9-153E-1D45DF27CD13}"/>
                  </a:ext>
                </a:extLst>
              </p:cNvPr>
              <p:cNvSpPr txBox="1"/>
              <p:nvPr/>
            </p:nvSpPr>
            <p:spPr>
              <a:xfrm>
                <a:off x="1834477" y="5127414"/>
                <a:ext cx="1480608" cy="318924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ko-KR" sz="800" b="1" dirty="0">
                    <a:latin typeface="+mj-ea"/>
                    <a:ea typeface="+mj-ea"/>
                  </a:rPr>
                  <a:t>[</a:t>
                </a:r>
                <a:r>
                  <a:rPr lang="ko-KR" altLang="en-US" sz="800" b="1" dirty="0">
                    <a:latin typeface="+mj-ea"/>
                    <a:ea typeface="+mj-ea"/>
                  </a:rPr>
                  <a:t>마라톤</a:t>
                </a:r>
                <a:r>
                  <a:rPr lang="en-US" altLang="ko-KR" sz="800" b="1" dirty="0">
                    <a:latin typeface="+mj-ea"/>
                    <a:ea typeface="+mj-ea"/>
                  </a:rPr>
                  <a:t>] </a:t>
                </a:r>
                <a:r>
                  <a:rPr lang="ko-KR" altLang="en-US" sz="800" b="1" dirty="0">
                    <a:latin typeface="+mj-ea"/>
                    <a:ea typeface="+mj-ea"/>
                  </a:rPr>
                  <a:t>익스트랙션 신작</a:t>
                </a:r>
                <a:r>
                  <a:rPr lang="en-US" altLang="ko-KR" sz="800" b="1" dirty="0">
                    <a:latin typeface="+mj-ea"/>
                    <a:ea typeface="+mj-ea"/>
                  </a:rPr>
                  <a:t>? </a:t>
                </a:r>
                <a:r>
                  <a:rPr lang="ko-KR" altLang="en-US" sz="800" b="1" dirty="0">
                    <a:latin typeface="+mj-ea"/>
                    <a:ea typeface="+mj-ea"/>
                  </a:rPr>
                  <a:t>베</a:t>
                </a:r>
                <a:endParaRPr lang="en-US" altLang="ko-KR" sz="800" b="1" dirty="0">
                  <a:latin typeface="+mj-ea"/>
                  <a:ea typeface="+mj-ea"/>
                </a:endParaRPr>
              </a:p>
              <a:p>
                <a:r>
                  <a:rPr lang="ko-KR" altLang="en-US" sz="800" b="1" dirty="0">
                    <a:latin typeface="+mj-ea"/>
                    <a:ea typeface="+mj-ea"/>
                  </a:rPr>
                  <a:t>테랑의 냉혹한 평가 시간</a:t>
                </a:r>
                <a:endParaRPr lang="en-US" altLang="ko-KR" sz="800" b="1" dirty="0">
                  <a:latin typeface="+mj-ea"/>
                  <a:ea typeface="+mj-ea"/>
                </a:endParaRP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B3010E2F-7874-0DC2-E48D-7449711C715A}"/>
                  </a:ext>
                </a:extLst>
              </p:cNvPr>
              <p:cNvSpPr txBox="1"/>
              <p:nvPr/>
            </p:nvSpPr>
            <p:spPr>
              <a:xfrm>
                <a:off x="1834476" y="5407119"/>
                <a:ext cx="342008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j-ea"/>
                    <a:ea typeface="+mj-ea"/>
                  </a:rPr>
                  <a:t>유우양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55" name="Group 244">
              <a:extLst>
                <a:ext uri="{FF2B5EF4-FFF2-40B4-BE49-F238E27FC236}">
                  <a16:creationId xmlns:a16="http://schemas.microsoft.com/office/drawing/2014/main" id="{289C3CA1-036D-4AE7-2621-44D7A92F39EF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157" name="Oval 245">
                <a:extLst>
                  <a:ext uri="{FF2B5EF4-FFF2-40B4-BE49-F238E27FC236}">
                    <a16:creationId xmlns:a16="http://schemas.microsoft.com/office/drawing/2014/main" id="{1443059C-6D7B-4049-6C11-C7FAF0FDAA5E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pic>
            <p:nvPicPr>
              <p:cNvPr id="158" name="Picture 246">
                <a:extLst>
                  <a:ext uri="{FF2B5EF4-FFF2-40B4-BE49-F238E27FC236}">
                    <a16:creationId xmlns:a16="http://schemas.microsoft.com/office/drawing/2014/main" id="{F61A4D6A-6DA9-BF1C-EF7D-02162F0BF7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sp>
        <p:nvSpPr>
          <p:cNvPr id="161" name="Rectangle 249">
            <a:extLst>
              <a:ext uri="{FF2B5EF4-FFF2-40B4-BE49-F238E27FC236}">
                <a16:creationId xmlns:a16="http://schemas.microsoft.com/office/drawing/2014/main" id="{41BF7084-DC16-9CD2-02B2-B317BC91A483}"/>
              </a:ext>
            </a:extLst>
          </p:cNvPr>
          <p:cNvSpPr/>
          <p:nvPr/>
        </p:nvSpPr>
        <p:spPr>
          <a:xfrm>
            <a:off x="1883095" y="3584679"/>
            <a:ext cx="1733808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62" name="Rectangle 250">
            <a:extLst>
              <a:ext uri="{FF2B5EF4-FFF2-40B4-BE49-F238E27FC236}">
                <a16:creationId xmlns:a16="http://schemas.microsoft.com/office/drawing/2014/main" id="{46DB93F3-EDB3-EE35-AFF3-747EFE769447}"/>
              </a:ext>
            </a:extLst>
          </p:cNvPr>
          <p:cNvSpPr/>
          <p:nvPr/>
        </p:nvSpPr>
        <p:spPr>
          <a:xfrm>
            <a:off x="5515008" y="3584679"/>
            <a:ext cx="1724567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63" name="Rectangle 251">
            <a:extLst>
              <a:ext uri="{FF2B5EF4-FFF2-40B4-BE49-F238E27FC236}">
                <a16:creationId xmlns:a16="http://schemas.microsoft.com/office/drawing/2014/main" id="{1515F66F-06EF-F8CD-1B41-8E7788D46007}"/>
              </a:ext>
            </a:extLst>
          </p:cNvPr>
          <p:cNvSpPr/>
          <p:nvPr/>
        </p:nvSpPr>
        <p:spPr>
          <a:xfrm>
            <a:off x="3695561" y="3584679"/>
            <a:ext cx="1734345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166" name="Group 252">
            <a:extLst>
              <a:ext uri="{FF2B5EF4-FFF2-40B4-BE49-F238E27FC236}">
                <a16:creationId xmlns:a16="http://schemas.microsoft.com/office/drawing/2014/main" id="{C685FD91-8205-327F-B69A-043AA510301B}"/>
              </a:ext>
            </a:extLst>
          </p:cNvPr>
          <p:cNvGrpSpPr/>
          <p:nvPr/>
        </p:nvGrpSpPr>
        <p:grpSpPr>
          <a:xfrm>
            <a:off x="1907791" y="4961853"/>
            <a:ext cx="1569717" cy="323038"/>
            <a:chOff x="1912634" y="5161380"/>
            <a:chExt cx="1569717" cy="323038"/>
          </a:xfrm>
        </p:grpSpPr>
        <p:grpSp>
          <p:nvGrpSpPr>
            <p:cNvPr id="167" name="Group 253">
              <a:extLst>
                <a:ext uri="{FF2B5EF4-FFF2-40B4-BE49-F238E27FC236}">
                  <a16:creationId xmlns:a16="http://schemas.microsoft.com/office/drawing/2014/main" id="{4CD4E6B6-8A36-4717-A6CA-D889BD6E0313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0EF5FEA3-2D83-C1CC-85E3-4AB9055DF534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j-ea"/>
                    <a:ea typeface="+mj-ea"/>
                  </a:rPr>
                  <a:t>모여봐요 동물의 숲 </a:t>
                </a:r>
                <a:r>
                  <a:rPr lang="en-US" altLang="ko-KR" sz="800" b="1" dirty="0">
                    <a:latin typeface="+mj-ea"/>
                    <a:ea typeface="+mj-ea"/>
                  </a:rPr>
                  <a:t>ver 3.0</a:t>
                </a: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57D200B6-9D4B-0835-08CB-049BBC882972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j-ea"/>
                    <a:ea typeface="+mj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69" name="Group 254">
              <a:extLst>
                <a:ext uri="{FF2B5EF4-FFF2-40B4-BE49-F238E27FC236}">
                  <a16:creationId xmlns:a16="http://schemas.microsoft.com/office/drawing/2014/main" id="{82E973C6-F98F-D2EF-536B-F52F089FEEE8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170" name="Oval 255">
                <a:extLst>
                  <a:ext uri="{FF2B5EF4-FFF2-40B4-BE49-F238E27FC236}">
                    <a16:creationId xmlns:a16="http://schemas.microsoft.com/office/drawing/2014/main" id="{1074DED4-87B8-DA8B-5F60-685CCD75F2A2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pic>
            <p:nvPicPr>
              <p:cNvPr id="172" name="Picture 256">
                <a:extLst>
                  <a:ext uri="{FF2B5EF4-FFF2-40B4-BE49-F238E27FC236}">
                    <a16:creationId xmlns:a16="http://schemas.microsoft.com/office/drawing/2014/main" id="{A9AB3865-CACD-9DAD-B92A-09D09B4951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grpSp>
        <p:nvGrpSpPr>
          <p:cNvPr id="175" name="Group 259">
            <a:extLst>
              <a:ext uri="{FF2B5EF4-FFF2-40B4-BE49-F238E27FC236}">
                <a16:creationId xmlns:a16="http://schemas.microsoft.com/office/drawing/2014/main" id="{855834E0-727F-0CFC-D503-60656A353A95}"/>
              </a:ext>
            </a:extLst>
          </p:cNvPr>
          <p:cNvGrpSpPr/>
          <p:nvPr/>
        </p:nvGrpSpPr>
        <p:grpSpPr>
          <a:xfrm>
            <a:off x="5551091" y="4961853"/>
            <a:ext cx="1569717" cy="323038"/>
            <a:chOff x="1912634" y="5161380"/>
            <a:chExt cx="1569717" cy="323038"/>
          </a:xfrm>
        </p:grpSpPr>
        <p:grpSp>
          <p:nvGrpSpPr>
            <p:cNvPr id="176" name="Group 260">
              <a:extLst>
                <a:ext uri="{FF2B5EF4-FFF2-40B4-BE49-F238E27FC236}">
                  <a16:creationId xmlns:a16="http://schemas.microsoft.com/office/drawing/2014/main" id="{3CA8E9E0-6667-D687-BD0C-49466742F395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A914ABF2-2529-0A77-883D-5D6B1FC1FD73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j-ea"/>
                    <a:ea typeface="+mj-ea"/>
                  </a:rPr>
                  <a:t>모여봐요 동물의 숲 </a:t>
                </a:r>
                <a:r>
                  <a:rPr lang="en-US" altLang="ko-KR" sz="800" b="1" dirty="0">
                    <a:latin typeface="+mj-ea"/>
                    <a:ea typeface="+mj-ea"/>
                  </a:rPr>
                  <a:t>ver 3.0</a:t>
                </a: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ADE9082A-6364-6E49-C7DA-234C7707D7FF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j-ea"/>
                    <a:ea typeface="+mj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77" name="Group 261">
              <a:extLst>
                <a:ext uri="{FF2B5EF4-FFF2-40B4-BE49-F238E27FC236}">
                  <a16:creationId xmlns:a16="http://schemas.microsoft.com/office/drawing/2014/main" id="{E8920173-D7D8-8EFE-0BE4-9FCE8F68F39F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178" name="Oval 262">
                <a:extLst>
                  <a:ext uri="{FF2B5EF4-FFF2-40B4-BE49-F238E27FC236}">
                    <a16:creationId xmlns:a16="http://schemas.microsoft.com/office/drawing/2014/main" id="{6586D603-8986-070A-4F8B-F894D6DB5777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pic>
            <p:nvPicPr>
              <p:cNvPr id="179" name="Picture 263">
                <a:extLst>
                  <a:ext uri="{FF2B5EF4-FFF2-40B4-BE49-F238E27FC236}">
                    <a16:creationId xmlns:a16="http://schemas.microsoft.com/office/drawing/2014/main" id="{CE79657B-4122-D470-F0C4-045660EFFD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sp>
        <p:nvSpPr>
          <p:cNvPr id="182" name="Rectangle 266">
            <a:extLst>
              <a:ext uri="{FF2B5EF4-FFF2-40B4-BE49-F238E27FC236}">
                <a16:creationId xmlns:a16="http://schemas.microsoft.com/office/drawing/2014/main" id="{E619F393-8BA9-CF6A-B51E-0CCF559AF2C9}"/>
              </a:ext>
            </a:extLst>
          </p:cNvPr>
          <p:cNvSpPr/>
          <p:nvPr/>
        </p:nvSpPr>
        <p:spPr>
          <a:xfrm>
            <a:off x="7320961" y="3584679"/>
            <a:ext cx="1724567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183" name="Group 267">
            <a:extLst>
              <a:ext uri="{FF2B5EF4-FFF2-40B4-BE49-F238E27FC236}">
                <a16:creationId xmlns:a16="http://schemas.microsoft.com/office/drawing/2014/main" id="{1095F24F-260A-4098-98EC-566ECC874CA4}"/>
              </a:ext>
            </a:extLst>
          </p:cNvPr>
          <p:cNvGrpSpPr/>
          <p:nvPr/>
        </p:nvGrpSpPr>
        <p:grpSpPr>
          <a:xfrm>
            <a:off x="7357044" y="4961853"/>
            <a:ext cx="1569717" cy="323038"/>
            <a:chOff x="1912634" y="5161380"/>
            <a:chExt cx="1569717" cy="323038"/>
          </a:xfrm>
        </p:grpSpPr>
        <p:grpSp>
          <p:nvGrpSpPr>
            <p:cNvPr id="184" name="Group 268">
              <a:extLst>
                <a:ext uri="{FF2B5EF4-FFF2-40B4-BE49-F238E27FC236}">
                  <a16:creationId xmlns:a16="http://schemas.microsoft.com/office/drawing/2014/main" id="{ED0E4D84-2296-E6F9-4F25-E1F0F9463E74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DF13E689-B28C-E268-D6B2-3825F20F32BC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j-ea"/>
                    <a:ea typeface="+mj-ea"/>
                  </a:rPr>
                  <a:t>모여봐요 동물의 숲 </a:t>
                </a:r>
                <a:r>
                  <a:rPr lang="en-US" altLang="ko-KR" sz="800" b="1" dirty="0">
                    <a:latin typeface="+mj-ea"/>
                    <a:ea typeface="+mj-ea"/>
                  </a:rPr>
                  <a:t>ver 3.0</a:t>
                </a:r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E7C2C7B6-4740-3F6E-7D47-CF07AE414B25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j-ea"/>
                    <a:ea typeface="+mj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85" name="Group 269">
              <a:extLst>
                <a:ext uri="{FF2B5EF4-FFF2-40B4-BE49-F238E27FC236}">
                  <a16:creationId xmlns:a16="http://schemas.microsoft.com/office/drawing/2014/main" id="{1F3E2E6F-9E4E-55C0-0D29-637AE515C2ED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186" name="Oval 270">
                <a:extLst>
                  <a:ext uri="{FF2B5EF4-FFF2-40B4-BE49-F238E27FC236}">
                    <a16:creationId xmlns:a16="http://schemas.microsoft.com/office/drawing/2014/main" id="{6F3F4F57-5873-FA73-3350-E8D25820CC94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pic>
            <p:nvPicPr>
              <p:cNvPr id="187" name="Picture 271">
                <a:extLst>
                  <a:ext uri="{FF2B5EF4-FFF2-40B4-BE49-F238E27FC236}">
                    <a16:creationId xmlns:a16="http://schemas.microsoft.com/office/drawing/2014/main" id="{15303FD1-27EE-BF41-6470-4CF77A38BF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grpSp>
        <p:nvGrpSpPr>
          <p:cNvPr id="190" name="Group 274">
            <a:extLst>
              <a:ext uri="{FF2B5EF4-FFF2-40B4-BE49-F238E27FC236}">
                <a16:creationId xmlns:a16="http://schemas.microsoft.com/office/drawing/2014/main" id="{ADC496EB-1585-E0DD-ADAC-99906416D37E}"/>
              </a:ext>
            </a:extLst>
          </p:cNvPr>
          <p:cNvGrpSpPr/>
          <p:nvPr/>
        </p:nvGrpSpPr>
        <p:grpSpPr>
          <a:xfrm>
            <a:off x="3725282" y="4962247"/>
            <a:ext cx="1712853" cy="460130"/>
            <a:chOff x="1912634" y="5161380"/>
            <a:chExt cx="1712853" cy="460130"/>
          </a:xfrm>
        </p:grpSpPr>
        <p:grpSp>
          <p:nvGrpSpPr>
            <p:cNvPr id="191" name="Group 275">
              <a:extLst>
                <a:ext uri="{FF2B5EF4-FFF2-40B4-BE49-F238E27FC236}">
                  <a16:creationId xmlns:a16="http://schemas.microsoft.com/office/drawing/2014/main" id="{C358CA68-21E4-0085-A06E-A7F264CD8931}"/>
                </a:ext>
              </a:extLst>
            </p:cNvPr>
            <p:cNvGrpSpPr/>
            <p:nvPr/>
          </p:nvGrpSpPr>
          <p:grpSpPr>
            <a:xfrm>
              <a:off x="2144878" y="5161380"/>
              <a:ext cx="1480609" cy="460130"/>
              <a:chOff x="1834476" y="5127414"/>
              <a:chExt cx="1480609" cy="460130"/>
            </a:xfrm>
          </p:grpSpPr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8FF79A9D-03CA-D0E5-ADD2-237D0AA1DE21}"/>
                  </a:ext>
                </a:extLst>
              </p:cNvPr>
              <p:cNvSpPr txBox="1"/>
              <p:nvPr/>
            </p:nvSpPr>
            <p:spPr>
              <a:xfrm>
                <a:off x="1834477" y="5127414"/>
                <a:ext cx="1480608" cy="318924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ko-KR" sz="800" b="1" dirty="0">
                    <a:latin typeface="+mj-ea"/>
                    <a:ea typeface="+mj-ea"/>
                  </a:rPr>
                  <a:t>[</a:t>
                </a:r>
                <a:r>
                  <a:rPr lang="ko-KR" altLang="en-US" sz="800" b="1" dirty="0">
                    <a:latin typeface="+mj-ea"/>
                    <a:ea typeface="+mj-ea"/>
                  </a:rPr>
                  <a:t>마라톤</a:t>
                </a:r>
                <a:r>
                  <a:rPr lang="en-US" altLang="ko-KR" sz="800" b="1" dirty="0">
                    <a:latin typeface="+mj-ea"/>
                    <a:ea typeface="+mj-ea"/>
                  </a:rPr>
                  <a:t>] </a:t>
                </a:r>
                <a:r>
                  <a:rPr lang="ko-KR" altLang="en-US" sz="800" b="1" dirty="0">
                    <a:latin typeface="+mj-ea"/>
                    <a:ea typeface="+mj-ea"/>
                  </a:rPr>
                  <a:t>익스트랙션 신작</a:t>
                </a:r>
                <a:r>
                  <a:rPr lang="en-US" altLang="ko-KR" sz="800" b="1" dirty="0">
                    <a:latin typeface="+mj-ea"/>
                    <a:ea typeface="+mj-ea"/>
                  </a:rPr>
                  <a:t>? </a:t>
                </a:r>
                <a:r>
                  <a:rPr lang="ko-KR" altLang="en-US" sz="800" b="1" dirty="0">
                    <a:latin typeface="+mj-ea"/>
                    <a:ea typeface="+mj-ea"/>
                  </a:rPr>
                  <a:t>베</a:t>
                </a:r>
                <a:endParaRPr lang="en-US" altLang="ko-KR" sz="800" b="1" dirty="0">
                  <a:latin typeface="+mj-ea"/>
                  <a:ea typeface="+mj-ea"/>
                </a:endParaRPr>
              </a:p>
              <a:p>
                <a:r>
                  <a:rPr lang="ko-KR" altLang="en-US" sz="800" b="1" dirty="0">
                    <a:latin typeface="+mj-ea"/>
                    <a:ea typeface="+mj-ea"/>
                  </a:rPr>
                  <a:t>테랑의 냉혹한 평가 시간</a:t>
                </a:r>
                <a:endParaRPr lang="en-US" altLang="ko-KR" sz="800" b="1" dirty="0">
                  <a:latin typeface="+mj-ea"/>
                  <a:ea typeface="+mj-ea"/>
                </a:endParaRPr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BBD753E9-DDD5-5C42-551E-125507D192D4}"/>
                  </a:ext>
                </a:extLst>
              </p:cNvPr>
              <p:cNvSpPr txBox="1"/>
              <p:nvPr/>
            </p:nvSpPr>
            <p:spPr>
              <a:xfrm>
                <a:off x="1834476" y="5407119"/>
                <a:ext cx="342008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j-ea"/>
                    <a:ea typeface="+mj-ea"/>
                  </a:rPr>
                  <a:t>유우양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92" name="Group 276">
              <a:extLst>
                <a:ext uri="{FF2B5EF4-FFF2-40B4-BE49-F238E27FC236}">
                  <a16:creationId xmlns:a16="http://schemas.microsoft.com/office/drawing/2014/main" id="{56120092-3061-89DB-E7F1-16B5DCF21A55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193" name="Oval 277">
                <a:extLst>
                  <a:ext uri="{FF2B5EF4-FFF2-40B4-BE49-F238E27FC236}">
                    <a16:creationId xmlns:a16="http://schemas.microsoft.com/office/drawing/2014/main" id="{6D781A9B-D9F4-01E9-EC8B-502B4444F70F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pic>
            <p:nvPicPr>
              <p:cNvPr id="194" name="Picture 278">
                <a:extLst>
                  <a:ext uri="{FF2B5EF4-FFF2-40B4-BE49-F238E27FC236}">
                    <a16:creationId xmlns:a16="http://schemas.microsoft.com/office/drawing/2014/main" id="{BF878292-5E5C-CA51-2BE4-03CED79F99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grpSp>
        <p:nvGrpSpPr>
          <p:cNvPr id="203" name="Group 318">
            <a:extLst>
              <a:ext uri="{FF2B5EF4-FFF2-40B4-BE49-F238E27FC236}">
                <a16:creationId xmlns:a16="http://schemas.microsoft.com/office/drawing/2014/main" id="{76407B44-97DF-799A-7F4A-8C59B0FFCED7}"/>
              </a:ext>
            </a:extLst>
          </p:cNvPr>
          <p:cNvGrpSpPr/>
          <p:nvPr/>
        </p:nvGrpSpPr>
        <p:grpSpPr>
          <a:xfrm>
            <a:off x="1883094" y="5622754"/>
            <a:ext cx="7165234" cy="216000"/>
            <a:chOff x="1829101" y="5021476"/>
            <a:chExt cx="7165234" cy="216000"/>
          </a:xfrm>
        </p:grpSpPr>
        <p:cxnSp>
          <p:nvCxnSpPr>
            <p:cNvPr id="204" name="직선 연결선 143">
              <a:extLst>
                <a:ext uri="{FF2B5EF4-FFF2-40B4-BE49-F238E27FC236}">
                  <a16:creationId xmlns:a16="http://schemas.microsoft.com/office/drawing/2014/main" id="{35388AAA-BC59-43C5-614A-B2CE5B956F9B}"/>
                </a:ext>
              </a:extLst>
            </p:cNvPr>
            <p:cNvCxnSpPr>
              <a:cxnSpLocks/>
            </p:cNvCxnSpPr>
            <p:nvPr/>
          </p:nvCxnSpPr>
          <p:spPr>
            <a:xfrm>
              <a:off x="1829101" y="5109243"/>
              <a:ext cx="7165234" cy="0"/>
            </a:xfrm>
            <a:prstGeom prst="lin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205" name="Group 320">
              <a:extLst>
                <a:ext uri="{FF2B5EF4-FFF2-40B4-BE49-F238E27FC236}">
                  <a16:creationId xmlns:a16="http://schemas.microsoft.com/office/drawing/2014/main" id="{B4827F6A-42D9-84F5-1605-812F6C9608EE}"/>
                </a:ext>
              </a:extLst>
            </p:cNvPr>
            <p:cNvGrpSpPr/>
            <p:nvPr/>
          </p:nvGrpSpPr>
          <p:grpSpPr>
            <a:xfrm>
              <a:off x="4795132" y="5021476"/>
              <a:ext cx="599152" cy="216000"/>
              <a:chOff x="4795132" y="5021476"/>
              <a:chExt cx="599152" cy="216000"/>
            </a:xfrm>
          </p:grpSpPr>
          <p:sp>
            <p:nvSpPr>
              <p:cNvPr id="206" name="Rounded Rectangle 321">
                <a:extLst>
                  <a:ext uri="{FF2B5EF4-FFF2-40B4-BE49-F238E27FC236}">
                    <a16:creationId xmlns:a16="http://schemas.microsoft.com/office/drawing/2014/main" id="{5761AA34-747A-5385-578A-15D1C53AEBAD}"/>
                  </a:ext>
                </a:extLst>
              </p:cNvPr>
              <p:cNvSpPr/>
              <p:nvPr/>
            </p:nvSpPr>
            <p:spPr>
              <a:xfrm>
                <a:off x="4795132" y="5021476"/>
                <a:ext cx="589009" cy="216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18000" rIns="0" bIns="0" rtlCol="0" anchor="ctr"/>
              <a:lstStyle/>
              <a:p>
                <a:pPr algn="ctr"/>
                <a:r>
                  <a:rPr lang="ko-KR" altLang="en-US" sz="7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더보기   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4E945C26-C6BF-834D-8930-DF43034E0754}"/>
                  </a:ext>
                </a:extLst>
              </p:cNvPr>
              <p:cNvSpPr txBox="1"/>
              <p:nvPr/>
            </p:nvSpPr>
            <p:spPr>
              <a:xfrm rot="5400000">
                <a:off x="5173944" y="5000344"/>
                <a:ext cx="183311" cy="257369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&gt;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</p:grp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5550812F-7F43-A7C2-FEF5-C3A59BB6C569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1799DE18-5E26-4C10-AC79-A252AFA3CF9F}"/>
              </a:ext>
            </a:extLst>
          </p:cNvPr>
          <p:cNvGrpSpPr/>
          <p:nvPr/>
        </p:nvGrpSpPr>
        <p:grpSpPr>
          <a:xfrm>
            <a:off x="1946119" y="1770442"/>
            <a:ext cx="344363" cy="148055"/>
            <a:chOff x="355725" y="941395"/>
            <a:chExt cx="483691" cy="207957"/>
          </a:xfrm>
        </p:grpSpPr>
        <p:sp>
          <p:nvSpPr>
            <p:cNvPr id="214" name="사각형: 둥근 모서리 213">
              <a:extLst>
                <a:ext uri="{FF2B5EF4-FFF2-40B4-BE49-F238E27FC236}">
                  <a16:creationId xmlns:a16="http://schemas.microsoft.com/office/drawing/2014/main" id="{227C4CC4-ABE7-A834-872D-82893C500B8F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15" name="그림 214">
              <a:extLst>
                <a:ext uri="{FF2B5EF4-FFF2-40B4-BE49-F238E27FC236}">
                  <a16:creationId xmlns:a16="http://schemas.microsoft.com/office/drawing/2014/main" id="{FE81C7D1-CE42-FDEB-F15D-6864328355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grpSp>
        <p:nvGrpSpPr>
          <p:cNvPr id="216" name="그룹 215">
            <a:extLst>
              <a:ext uri="{FF2B5EF4-FFF2-40B4-BE49-F238E27FC236}">
                <a16:creationId xmlns:a16="http://schemas.microsoft.com/office/drawing/2014/main" id="{ECC43BB0-DD43-2C0F-323D-988DC4892D48}"/>
              </a:ext>
            </a:extLst>
          </p:cNvPr>
          <p:cNvGrpSpPr/>
          <p:nvPr/>
        </p:nvGrpSpPr>
        <p:grpSpPr>
          <a:xfrm>
            <a:off x="1946119" y="3661995"/>
            <a:ext cx="344363" cy="148055"/>
            <a:chOff x="355725" y="941395"/>
            <a:chExt cx="483691" cy="207957"/>
          </a:xfrm>
        </p:grpSpPr>
        <p:sp>
          <p:nvSpPr>
            <p:cNvPr id="217" name="사각형: 둥근 모서리 216">
              <a:extLst>
                <a:ext uri="{FF2B5EF4-FFF2-40B4-BE49-F238E27FC236}">
                  <a16:creationId xmlns:a16="http://schemas.microsoft.com/office/drawing/2014/main" id="{E28B4962-1121-0454-85A8-BFF54A8751D1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18" name="그림 217">
              <a:extLst>
                <a:ext uri="{FF2B5EF4-FFF2-40B4-BE49-F238E27FC236}">
                  <a16:creationId xmlns:a16="http://schemas.microsoft.com/office/drawing/2014/main" id="{B4B0E1F3-5E94-8FE5-9083-712DBB1C6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65341B2F-CE81-2BE1-1EC5-647EF8E9E774}"/>
              </a:ext>
            </a:extLst>
          </p:cNvPr>
          <p:cNvGrpSpPr/>
          <p:nvPr/>
        </p:nvGrpSpPr>
        <p:grpSpPr>
          <a:xfrm>
            <a:off x="3756558" y="1770442"/>
            <a:ext cx="344363" cy="148055"/>
            <a:chOff x="355725" y="941395"/>
            <a:chExt cx="483691" cy="207957"/>
          </a:xfrm>
        </p:grpSpPr>
        <p:sp>
          <p:nvSpPr>
            <p:cNvPr id="220" name="사각형: 둥근 모서리 219">
              <a:extLst>
                <a:ext uri="{FF2B5EF4-FFF2-40B4-BE49-F238E27FC236}">
                  <a16:creationId xmlns:a16="http://schemas.microsoft.com/office/drawing/2014/main" id="{D4D477DC-3206-020D-662C-C1F1A8C08A8D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21" name="그림 220">
              <a:extLst>
                <a:ext uri="{FF2B5EF4-FFF2-40B4-BE49-F238E27FC236}">
                  <a16:creationId xmlns:a16="http://schemas.microsoft.com/office/drawing/2014/main" id="{12A43239-BB43-75FE-96EF-B81C7B8A0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grpSp>
        <p:nvGrpSpPr>
          <p:cNvPr id="222" name="그룹 221">
            <a:extLst>
              <a:ext uri="{FF2B5EF4-FFF2-40B4-BE49-F238E27FC236}">
                <a16:creationId xmlns:a16="http://schemas.microsoft.com/office/drawing/2014/main" id="{F489FF73-8BA7-C39E-C44C-441DA5989DDF}"/>
              </a:ext>
            </a:extLst>
          </p:cNvPr>
          <p:cNvGrpSpPr/>
          <p:nvPr/>
        </p:nvGrpSpPr>
        <p:grpSpPr>
          <a:xfrm>
            <a:off x="3756558" y="3661995"/>
            <a:ext cx="344363" cy="148055"/>
            <a:chOff x="355725" y="941395"/>
            <a:chExt cx="483691" cy="207957"/>
          </a:xfrm>
        </p:grpSpPr>
        <p:sp>
          <p:nvSpPr>
            <p:cNvPr id="223" name="사각형: 둥근 모서리 222">
              <a:extLst>
                <a:ext uri="{FF2B5EF4-FFF2-40B4-BE49-F238E27FC236}">
                  <a16:creationId xmlns:a16="http://schemas.microsoft.com/office/drawing/2014/main" id="{81449F99-C362-92CB-CD27-B338B4C27DF2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24" name="그림 223">
              <a:extLst>
                <a:ext uri="{FF2B5EF4-FFF2-40B4-BE49-F238E27FC236}">
                  <a16:creationId xmlns:a16="http://schemas.microsoft.com/office/drawing/2014/main" id="{65D642D2-1CFE-69A8-3D57-348BE1DD6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grpSp>
        <p:nvGrpSpPr>
          <p:cNvPr id="225" name="그룹 224">
            <a:extLst>
              <a:ext uri="{FF2B5EF4-FFF2-40B4-BE49-F238E27FC236}">
                <a16:creationId xmlns:a16="http://schemas.microsoft.com/office/drawing/2014/main" id="{C7E33125-DC41-4EFD-8302-00DEC951F2CB}"/>
              </a:ext>
            </a:extLst>
          </p:cNvPr>
          <p:cNvGrpSpPr/>
          <p:nvPr/>
        </p:nvGrpSpPr>
        <p:grpSpPr>
          <a:xfrm>
            <a:off x="5577108" y="1770442"/>
            <a:ext cx="344363" cy="148055"/>
            <a:chOff x="355725" y="941395"/>
            <a:chExt cx="483691" cy="207957"/>
          </a:xfrm>
        </p:grpSpPr>
        <p:sp>
          <p:nvSpPr>
            <p:cNvPr id="226" name="사각형: 둥근 모서리 225">
              <a:extLst>
                <a:ext uri="{FF2B5EF4-FFF2-40B4-BE49-F238E27FC236}">
                  <a16:creationId xmlns:a16="http://schemas.microsoft.com/office/drawing/2014/main" id="{846E141F-ADDF-06B6-AEC7-14073D987A11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27" name="그림 226">
              <a:extLst>
                <a:ext uri="{FF2B5EF4-FFF2-40B4-BE49-F238E27FC236}">
                  <a16:creationId xmlns:a16="http://schemas.microsoft.com/office/drawing/2014/main" id="{C1567722-5914-3DDC-82BC-ACFF3EF15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C8D49E86-1496-D1FA-48A9-EE8FBC149581}"/>
              </a:ext>
            </a:extLst>
          </p:cNvPr>
          <p:cNvGrpSpPr/>
          <p:nvPr/>
        </p:nvGrpSpPr>
        <p:grpSpPr>
          <a:xfrm>
            <a:off x="5577108" y="3661995"/>
            <a:ext cx="344363" cy="148055"/>
            <a:chOff x="355725" y="941395"/>
            <a:chExt cx="483691" cy="207957"/>
          </a:xfrm>
        </p:grpSpPr>
        <p:sp>
          <p:nvSpPr>
            <p:cNvPr id="229" name="사각형: 둥근 모서리 228">
              <a:extLst>
                <a:ext uri="{FF2B5EF4-FFF2-40B4-BE49-F238E27FC236}">
                  <a16:creationId xmlns:a16="http://schemas.microsoft.com/office/drawing/2014/main" id="{90A50C0A-062F-CE7E-A9CE-C30DD081DA76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30" name="그림 229">
              <a:extLst>
                <a:ext uri="{FF2B5EF4-FFF2-40B4-BE49-F238E27FC236}">
                  <a16:creationId xmlns:a16="http://schemas.microsoft.com/office/drawing/2014/main" id="{3D71F771-9861-4EDC-E24C-DC6A03E3D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CF092353-BFF1-8DCE-8FA5-5DA5A6F16C2A}"/>
              </a:ext>
            </a:extLst>
          </p:cNvPr>
          <p:cNvGrpSpPr/>
          <p:nvPr/>
        </p:nvGrpSpPr>
        <p:grpSpPr>
          <a:xfrm>
            <a:off x="7387547" y="1770442"/>
            <a:ext cx="344363" cy="148055"/>
            <a:chOff x="355725" y="941395"/>
            <a:chExt cx="483691" cy="207957"/>
          </a:xfrm>
        </p:grpSpPr>
        <p:sp>
          <p:nvSpPr>
            <p:cNvPr id="232" name="사각형: 둥근 모서리 231">
              <a:extLst>
                <a:ext uri="{FF2B5EF4-FFF2-40B4-BE49-F238E27FC236}">
                  <a16:creationId xmlns:a16="http://schemas.microsoft.com/office/drawing/2014/main" id="{B0AB90BE-01BD-AD3A-3108-9EC70177A011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33" name="그림 232">
              <a:extLst>
                <a:ext uri="{FF2B5EF4-FFF2-40B4-BE49-F238E27FC236}">
                  <a16:creationId xmlns:a16="http://schemas.microsoft.com/office/drawing/2014/main" id="{7702C2DE-B778-7DAE-304F-51C4BC8A9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0CC18660-C191-4864-9419-BDC9F57DA21D}"/>
              </a:ext>
            </a:extLst>
          </p:cNvPr>
          <p:cNvGrpSpPr/>
          <p:nvPr/>
        </p:nvGrpSpPr>
        <p:grpSpPr>
          <a:xfrm>
            <a:off x="7387547" y="3661995"/>
            <a:ext cx="344363" cy="148055"/>
            <a:chOff x="355725" y="941395"/>
            <a:chExt cx="483691" cy="207957"/>
          </a:xfrm>
        </p:grpSpPr>
        <p:sp>
          <p:nvSpPr>
            <p:cNvPr id="235" name="사각형: 둥근 모서리 234">
              <a:extLst>
                <a:ext uri="{FF2B5EF4-FFF2-40B4-BE49-F238E27FC236}">
                  <a16:creationId xmlns:a16="http://schemas.microsoft.com/office/drawing/2014/main" id="{074267C5-7B1F-D0B7-89EA-A8DA6E6C3088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36" name="그림 235">
              <a:extLst>
                <a:ext uri="{FF2B5EF4-FFF2-40B4-BE49-F238E27FC236}">
                  <a16:creationId xmlns:a16="http://schemas.microsoft.com/office/drawing/2014/main" id="{DE6F7C13-24BE-4B3D-DF2A-64481919D1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A3428F6C-815C-B3F3-3BF3-505318CE9A79}"/>
              </a:ext>
            </a:extLst>
          </p:cNvPr>
          <p:cNvGrpSpPr/>
          <p:nvPr/>
        </p:nvGrpSpPr>
        <p:grpSpPr>
          <a:xfrm>
            <a:off x="7986023" y="2088783"/>
            <a:ext cx="394442" cy="394442"/>
            <a:chOff x="10415669" y="3981685"/>
            <a:chExt cx="450407" cy="450407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8F648D18-D3E6-2DC3-C825-294D3E7F1AA0}"/>
                </a:ext>
              </a:extLst>
            </p:cNvPr>
            <p:cNvSpPr/>
            <p:nvPr/>
          </p:nvSpPr>
          <p:spPr>
            <a:xfrm>
              <a:off x="10415669" y="3981685"/>
              <a:ext cx="450407" cy="4504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 dirty="0">
                <a:latin typeface="+mn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C2F5D9F-06F5-A0E0-9E55-2A91CC23D997}"/>
                </a:ext>
              </a:extLst>
            </p:cNvPr>
            <p:cNvSpPr txBox="1"/>
            <p:nvPr/>
          </p:nvSpPr>
          <p:spPr>
            <a:xfrm>
              <a:off x="10416460" y="4031166"/>
              <a:ext cx="448824" cy="351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19</a:t>
              </a:r>
              <a:endPara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38" name="타원 129">
            <a:extLst>
              <a:ext uri="{FF2B5EF4-FFF2-40B4-BE49-F238E27FC236}">
                <a16:creationId xmlns:a16="http://schemas.microsoft.com/office/drawing/2014/main" id="{CBB39451-BE02-1908-81A4-B16F10038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8921" y="2020391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C5837B-9312-5FE4-B0C5-FA3A1E6D9A53}"/>
              </a:ext>
            </a:extLst>
          </p:cNvPr>
          <p:cNvSpPr txBox="1"/>
          <p:nvPr/>
        </p:nvSpPr>
        <p:spPr>
          <a:xfrm>
            <a:off x="7811989" y="2491295"/>
            <a:ext cx="7425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b="1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연령 제한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57B3694-9D79-FDCD-3BEB-9443C3C3CC58}"/>
              </a:ext>
            </a:extLst>
          </p:cNvPr>
          <p:cNvGrpSpPr/>
          <p:nvPr/>
        </p:nvGrpSpPr>
        <p:grpSpPr>
          <a:xfrm>
            <a:off x="9223059" y="3243711"/>
            <a:ext cx="2171692" cy="1370075"/>
            <a:chOff x="9360560" y="3320988"/>
            <a:chExt cx="2171692" cy="137007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88AF97EE-5E4E-B15E-0ABD-347FD445C60C}"/>
                </a:ext>
              </a:extLst>
            </p:cNvPr>
            <p:cNvSpPr/>
            <p:nvPr/>
          </p:nvSpPr>
          <p:spPr>
            <a:xfrm>
              <a:off x="9360560" y="3320988"/>
              <a:ext cx="2171692" cy="1370075"/>
            </a:xfrm>
            <a:prstGeom prst="roundRect">
              <a:avLst>
                <a:gd name="adj" fmla="val 5329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511F671-79D6-CD13-51B0-E6C85B42323B}"/>
                </a:ext>
              </a:extLst>
            </p:cNvPr>
            <p:cNvSpPr txBox="1"/>
            <p:nvPr/>
          </p:nvSpPr>
          <p:spPr>
            <a:xfrm>
              <a:off x="10023731" y="3475347"/>
              <a:ext cx="845351" cy="211203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시청 제한 안내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EB5403A-46CC-D603-D114-703B3232A222}"/>
                </a:ext>
              </a:extLst>
            </p:cNvPr>
            <p:cNvSpPr txBox="1"/>
            <p:nvPr/>
          </p:nvSpPr>
          <p:spPr>
            <a:xfrm>
              <a:off x="9473243" y="3741279"/>
              <a:ext cx="1946326" cy="31892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미성년자 시청자를 보호하기 위해 </a:t>
              </a:r>
              <a:b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</a:b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연령 제한이 설정된 방송입니다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.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414538C4-8F8C-E1C5-872F-631FEEFD81AB}"/>
                </a:ext>
              </a:extLst>
            </p:cNvPr>
            <p:cNvGrpSpPr/>
            <p:nvPr/>
          </p:nvGrpSpPr>
          <p:grpSpPr>
            <a:xfrm>
              <a:off x="9793499" y="4186237"/>
              <a:ext cx="1305815" cy="273423"/>
              <a:chOff x="9718114" y="4267200"/>
              <a:chExt cx="1305815" cy="273423"/>
            </a:xfrm>
          </p:grpSpPr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505111D5-078B-F8C8-0BA1-CCAE599ABA09}"/>
                  </a:ext>
                </a:extLst>
              </p:cNvPr>
              <p:cNvSpPr/>
              <p:nvPr/>
            </p:nvSpPr>
            <p:spPr>
              <a:xfrm>
                <a:off x="10416989" y="4267200"/>
                <a:ext cx="606940" cy="273423"/>
              </a:xfrm>
              <a:prstGeom prst="roundRect">
                <a:avLst>
                  <a:gd name="adj" fmla="val 20327"/>
                </a:avLst>
              </a:prstGeom>
              <a:solidFill>
                <a:srgbClr val="519CFF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bg1"/>
                    </a:solidFill>
                    <a:latin typeface="+mn-ea"/>
                  </a:rPr>
                  <a:t>로그인</a:t>
                </a:r>
              </a:p>
            </p:txBody>
          </p:sp>
          <p:sp>
            <p:nvSpPr>
              <p:cNvPr id="21" name="사각형: 둥근 모서리 20">
                <a:extLst>
                  <a:ext uri="{FF2B5EF4-FFF2-40B4-BE49-F238E27FC236}">
                    <a16:creationId xmlns:a16="http://schemas.microsoft.com/office/drawing/2014/main" id="{1B9AA1C1-2658-B030-236D-70D18D0F2EE0}"/>
                  </a:ext>
                </a:extLst>
              </p:cNvPr>
              <p:cNvSpPr/>
              <p:nvPr/>
            </p:nvSpPr>
            <p:spPr>
              <a:xfrm>
                <a:off x="9718114" y="4267200"/>
                <a:ext cx="655031" cy="273423"/>
              </a:xfrm>
              <a:prstGeom prst="roundRect">
                <a:avLst>
                  <a:gd name="adj" fmla="val 20327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bg1"/>
                    </a:solidFill>
                    <a:latin typeface="+mn-ea"/>
                  </a:rPr>
                  <a:t>돌아가기</a:t>
                </a:r>
              </a:p>
            </p:txBody>
          </p:sp>
        </p:grpSp>
      </p:grpSp>
      <p:cxnSp>
        <p:nvCxnSpPr>
          <p:cNvPr id="27" name="직선 연결선 2055">
            <a:extLst>
              <a:ext uri="{FF2B5EF4-FFF2-40B4-BE49-F238E27FC236}">
                <a16:creationId xmlns:a16="http://schemas.microsoft.com/office/drawing/2014/main" id="{A725D2F5-6AE0-D56D-12C3-60C970967835}"/>
              </a:ext>
            </a:extLst>
          </p:cNvPr>
          <p:cNvCxnSpPr>
            <a:cxnSpLocks/>
            <a:stCxn id="13" idx="0"/>
            <a:endCxn id="91" idx="3"/>
          </p:cNvCxnSpPr>
          <p:nvPr/>
        </p:nvCxnSpPr>
        <p:spPr>
          <a:xfrm rot="16200000" flipV="1">
            <a:off x="9229388" y="2164193"/>
            <a:ext cx="895659" cy="1263377"/>
          </a:xfrm>
          <a:prstGeom prst="bentConnector2">
            <a:avLst/>
          </a:prstGeom>
          <a:ln w="12700">
            <a:solidFill>
              <a:srgbClr val="FF0000"/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타원 129">
            <a:extLst>
              <a:ext uri="{FF2B5EF4-FFF2-40B4-BE49-F238E27FC236}">
                <a16:creationId xmlns:a16="http://schemas.microsoft.com/office/drawing/2014/main" id="{E00280C8-64FA-D8C7-EF93-EF3F4DCD5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2543" y="3187062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26372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9E113-EDB1-1B8A-FDAB-6DE52B794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717A907-DFB0-BA2C-728D-1CF65791D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 </a:t>
            </a:r>
            <a:r>
              <a:rPr lang="en-US" altLang="ko-KR" sz="2000" dirty="0"/>
              <a:t>&gt; </a:t>
            </a:r>
            <a:r>
              <a:rPr lang="ko-KR" altLang="en-US" sz="2000" dirty="0"/>
              <a:t>만 </a:t>
            </a:r>
            <a:r>
              <a:rPr lang="en-US" altLang="ko-KR" sz="2000" dirty="0"/>
              <a:t>19</a:t>
            </a:r>
            <a:r>
              <a:rPr lang="ko-KR" altLang="en-US" sz="2000" dirty="0"/>
              <a:t>세 미만 계정이 연령 제한 방송 진입 시도 시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05B3835-8613-0837-DD0F-5FE15FD57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6C33D44A-F9B0-7F7C-2789-BB310D20B72C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7466" cy="106680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시청 제한 안내 모달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연령 제한이 설정된 방송의 후원 페이지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URL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통해 진입한 만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19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 미만 계정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비로그인 유저는 방송을 시청할 수 없으며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연령 제한 안내 모달이 호출됨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[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돌아가기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메인으로 이동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[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모달 호출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40F152F5-5C07-0981-9026-EF4A8B83314C}"/>
              </a:ext>
            </a:extLst>
          </p:cNvPr>
          <p:cNvGrpSpPr/>
          <p:nvPr/>
        </p:nvGrpSpPr>
        <p:grpSpPr>
          <a:xfrm>
            <a:off x="160892" y="819326"/>
            <a:ext cx="9301800" cy="5769733"/>
            <a:chOff x="160892" y="819326"/>
            <a:chExt cx="9301800" cy="5769733"/>
          </a:xfrm>
        </p:grpSpPr>
        <p:sp>
          <p:nvSpPr>
            <p:cNvPr id="6" name="Rectangle 117">
              <a:extLst>
                <a:ext uri="{FF2B5EF4-FFF2-40B4-BE49-F238E27FC236}">
                  <a16:creationId xmlns:a16="http://schemas.microsoft.com/office/drawing/2014/main" id="{9BC385D6-528C-8C62-3D92-9DBA35989CB7}"/>
                </a:ext>
              </a:extLst>
            </p:cNvPr>
            <p:cNvSpPr/>
            <p:nvPr/>
          </p:nvSpPr>
          <p:spPr>
            <a:xfrm>
              <a:off x="160892" y="826569"/>
              <a:ext cx="6152391" cy="345725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82" name="Picture 87">
              <a:extLst>
                <a:ext uri="{FF2B5EF4-FFF2-40B4-BE49-F238E27FC236}">
                  <a16:creationId xmlns:a16="http://schemas.microsoft.com/office/drawing/2014/main" id="{4107881E-EBDF-9779-47F6-0E9EEEAF1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</a:blip>
            <a:stretch>
              <a:fillRect/>
            </a:stretch>
          </p:blipFill>
          <p:spPr>
            <a:xfrm>
              <a:off x="3118010" y="2436518"/>
              <a:ext cx="238154" cy="237357"/>
            </a:xfrm>
            <a:prstGeom prst="rect">
              <a:avLst/>
            </a:prstGeom>
          </p:spPr>
        </p:pic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77C5AFAD-B4C8-ABE0-7B96-F49837D2CECB}"/>
                </a:ext>
              </a:extLst>
            </p:cNvPr>
            <p:cNvGrpSpPr/>
            <p:nvPr/>
          </p:nvGrpSpPr>
          <p:grpSpPr>
            <a:xfrm>
              <a:off x="6208223" y="819326"/>
              <a:ext cx="3254469" cy="5769733"/>
              <a:chOff x="6171973" y="826570"/>
              <a:chExt cx="3254469" cy="5769733"/>
            </a:xfrm>
          </p:grpSpPr>
          <p:cxnSp>
            <p:nvCxnSpPr>
              <p:cNvPr id="11" name="직선 연결선 143">
                <a:extLst>
                  <a:ext uri="{FF2B5EF4-FFF2-40B4-BE49-F238E27FC236}">
                    <a16:creationId xmlns:a16="http://schemas.microsoft.com/office/drawing/2014/main" id="{9C5642E6-D745-FF12-FD97-5147DD5602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7405" y="1702731"/>
                <a:ext cx="3139037" cy="0"/>
              </a:xfrm>
              <a:prstGeom prst="line">
                <a:avLst/>
              </a:prstGeom>
              <a:noFill/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42" name="Group 185">
                <a:extLst>
                  <a:ext uri="{FF2B5EF4-FFF2-40B4-BE49-F238E27FC236}">
                    <a16:creationId xmlns:a16="http://schemas.microsoft.com/office/drawing/2014/main" id="{65C9822C-4BAC-7063-3685-B030C4AEEE05}"/>
                  </a:ext>
                </a:extLst>
              </p:cNvPr>
              <p:cNvGrpSpPr/>
              <p:nvPr/>
            </p:nvGrpSpPr>
            <p:grpSpPr>
              <a:xfrm>
                <a:off x="6672831" y="1236699"/>
                <a:ext cx="342009" cy="393258"/>
                <a:chOff x="9523066" y="3763592"/>
                <a:chExt cx="342009" cy="393258"/>
              </a:xfrm>
            </p:grpSpPr>
            <p:sp>
              <p:nvSpPr>
                <p:cNvPr id="44" name="Oval 186">
                  <a:extLst>
                    <a:ext uri="{FF2B5EF4-FFF2-40B4-BE49-F238E27FC236}">
                      <a16:creationId xmlns:a16="http://schemas.microsoft.com/office/drawing/2014/main" id="{BA2BC79E-E3BF-80B8-6CB0-6C5FD0004811}"/>
                    </a:ext>
                  </a:extLst>
                </p:cNvPr>
                <p:cNvSpPr/>
                <p:nvPr/>
              </p:nvSpPr>
              <p:spPr>
                <a:xfrm>
                  <a:off x="9587846" y="3763592"/>
                  <a:ext cx="216000" cy="216000"/>
                </a:xfrm>
                <a:prstGeom prst="ellipse">
                  <a:avLst/>
                </a:prstGeom>
                <a:solidFill>
                  <a:srgbClr val="519C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bg1"/>
                      </a:solidFill>
                      <a:latin typeface="+mn-ea"/>
                    </a:rPr>
                    <a:t>ICON</a:t>
                  </a:r>
                  <a:endParaRPr lang="ko-KR" altLang="en-US" sz="5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11D6EA0B-4158-675F-726D-E511C32A38B5}"/>
                    </a:ext>
                  </a:extLst>
                </p:cNvPr>
                <p:cNvSpPr txBox="1"/>
                <p:nvPr/>
              </p:nvSpPr>
              <p:spPr>
                <a:xfrm>
                  <a:off x="9523066" y="3976425"/>
                  <a:ext cx="342009" cy="180425"/>
                </a:xfrm>
                <a:prstGeom prst="rect">
                  <a:avLst/>
                </a:prstGeom>
                <a:noFill/>
              </p:spPr>
              <p:txBody>
                <a:bodyPr wrap="none" lIns="36000" tIns="36000" rIns="36000" bIns="36000" rtlCol="0">
                  <a:spAutoFit/>
                </a:bodyPr>
                <a:lstStyle/>
                <a:p>
                  <a:pPr algn="ctr"/>
                  <a:r>
                    <a:rPr lang="ko-KR" altLang="en-US" sz="700" dirty="0">
                      <a:solidFill>
                        <a:srgbClr val="0070C0"/>
                      </a:solidFill>
                      <a:latin typeface="+mn-ea"/>
                      <a:ea typeface="+mn-ea"/>
                    </a:rPr>
                    <a:t>텍스트</a:t>
                  </a:r>
                  <a:endParaRPr lang="en-US" altLang="ko-KR" sz="700" dirty="0">
                    <a:solidFill>
                      <a:srgbClr val="0070C0"/>
                    </a:solidFill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51" name="Group 188">
                <a:extLst>
                  <a:ext uri="{FF2B5EF4-FFF2-40B4-BE49-F238E27FC236}">
                    <a16:creationId xmlns:a16="http://schemas.microsoft.com/office/drawing/2014/main" id="{3BE46C4E-7BED-D1C5-AD21-C2FBA430253D}"/>
                  </a:ext>
                </a:extLst>
              </p:cNvPr>
              <p:cNvGrpSpPr/>
              <p:nvPr/>
            </p:nvGrpSpPr>
            <p:grpSpPr>
              <a:xfrm>
                <a:off x="7128776" y="1236699"/>
                <a:ext cx="252239" cy="393258"/>
                <a:chOff x="9567951" y="3763592"/>
                <a:chExt cx="252239" cy="393258"/>
              </a:xfrm>
            </p:grpSpPr>
            <p:sp>
              <p:nvSpPr>
                <p:cNvPr id="53" name="Oval 189">
                  <a:extLst>
                    <a:ext uri="{FF2B5EF4-FFF2-40B4-BE49-F238E27FC236}">
                      <a16:creationId xmlns:a16="http://schemas.microsoft.com/office/drawing/2014/main" id="{30967FD0-67C0-211B-2ACF-4970C8976BC0}"/>
                    </a:ext>
                  </a:extLst>
                </p:cNvPr>
                <p:cNvSpPr/>
                <p:nvPr/>
              </p:nvSpPr>
              <p:spPr>
                <a:xfrm>
                  <a:off x="9587846" y="3763592"/>
                  <a:ext cx="216000" cy="216000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bg1"/>
                      </a:solidFill>
                      <a:latin typeface="+mn-ea"/>
                    </a:rPr>
                    <a:t>ICON</a:t>
                  </a:r>
                  <a:endParaRPr lang="ko-KR" altLang="en-US" sz="5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A389D5D1-F2B3-4AEF-B112-86D526814B43}"/>
                    </a:ext>
                  </a:extLst>
                </p:cNvPr>
                <p:cNvSpPr txBox="1"/>
                <p:nvPr/>
              </p:nvSpPr>
              <p:spPr>
                <a:xfrm>
                  <a:off x="9567951" y="3976425"/>
                  <a:ext cx="252239" cy="180425"/>
                </a:xfrm>
                <a:prstGeom prst="rect">
                  <a:avLst/>
                </a:prstGeom>
                <a:noFill/>
              </p:spPr>
              <p:txBody>
                <a:bodyPr wrap="none" lIns="36000" tIns="36000" rIns="36000" bIns="36000" rtlCol="0">
                  <a:spAutoFit/>
                </a:bodyPr>
                <a:lstStyle/>
                <a:p>
                  <a:pPr algn="ctr"/>
                  <a:r>
                    <a:rPr lang="ko-KR" altLang="en-US" sz="700" dirty="0">
                      <a:latin typeface="+mn-ea"/>
                      <a:ea typeface="+mn-ea"/>
                    </a:rPr>
                    <a:t>게임</a:t>
                  </a:r>
                  <a:endParaRPr lang="en-US" altLang="ko-KR" sz="700" dirty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56" name="Group 193">
                <a:extLst>
                  <a:ext uri="{FF2B5EF4-FFF2-40B4-BE49-F238E27FC236}">
                    <a16:creationId xmlns:a16="http://schemas.microsoft.com/office/drawing/2014/main" id="{2A0EDA5C-4B3B-823F-6A8A-29CB0235A563}"/>
                  </a:ext>
                </a:extLst>
              </p:cNvPr>
              <p:cNvGrpSpPr/>
              <p:nvPr/>
            </p:nvGrpSpPr>
            <p:grpSpPr>
              <a:xfrm>
                <a:off x="7450067" y="1236699"/>
                <a:ext cx="431777" cy="393258"/>
                <a:chOff x="9478182" y="3763592"/>
                <a:chExt cx="431777" cy="393258"/>
              </a:xfrm>
            </p:grpSpPr>
            <p:sp>
              <p:nvSpPr>
                <p:cNvPr id="57" name="Oval 194">
                  <a:extLst>
                    <a:ext uri="{FF2B5EF4-FFF2-40B4-BE49-F238E27FC236}">
                      <a16:creationId xmlns:a16="http://schemas.microsoft.com/office/drawing/2014/main" id="{8F08E7FA-278E-1A8A-EF3A-7A5E09533FE2}"/>
                    </a:ext>
                  </a:extLst>
                </p:cNvPr>
                <p:cNvSpPr/>
                <p:nvPr/>
              </p:nvSpPr>
              <p:spPr>
                <a:xfrm>
                  <a:off x="9587846" y="3763592"/>
                  <a:ext cx="216000" cy="216000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bg1"/>
                      </a:solidFill>
                      <a:latin typeface="+mn-ea"/>
                    </a:rPr>
                    <a:t>ICON</a:t>
                  </a:r>
                  <a:endParaRPr lang="ko-KR" altLang="en-US" sz="5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FE017284-A1D5-9220-C2C4-503CCD180E0E}"/>
                    </a:ext>
                  </a:extLst>
                </p:cNvPr>
                <p:cNvSpPr txBox="1"/>
                <p:nvPr/>
              </p:nvSpPr>
              <p:spPr>
                <a:xfrm>
                  <a:off x="9478182" y="3976425"/>
                  <a:ext cx="431777" cy="180425"/>
                </a:xfrm>
                <a:prstGeom prst="rect">
                  <a:avLst/>
                </a:prstGeom>
                <a:noFill/>
              </p:spPr>
              <p:txBody>
                <a:bodyPr wrap="none" lIns="36000" tIns="36000" rIns="36000" bIns="36000" rtlCol="0">
                  <a:spAutoFit/>
                </a:bodyPr>
                <a:lstStyle/>
                <a:p>
                  <a:pPr algn="ctr"/>
                  <a:r>
                    <a:rPr lang="ko-KR" altLang="en-US" sz="700" dirty="0">
                      <a:latin typeface="+mn-ea"/>
                      <a:ea typeface="+mn-ea"/>
                    </a:rPr>
                    <a:t>시그니처</a:t>
                  </a:r>
                  <a:endParaRPr lang="en-US" altLang="ko-KR" sz="700" dirty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59" name="Group 196">
                <a:extLst>
                  <a:ext uri="{FF2B5EF4-FFF2-40B4-BE49-F238E27FC236}">
                    <a16:creationId xmlns:a16="http://schemas.microsoft.com/office/drawing/2014/main" id="{4C739F21-0FBF-43B0-45E9-B0F5F9A4FBB6}"/>
                  </a:ext>
                </a:extLst>
              </p:cNvPr>
              <p:cNvGrpSpPr/>
              <p:nvPr/>
            </p:nvGrpSpPr>
            <p:grpSpPr>
              <a:xfrm>
                <a:off x="7950896" y="1236699"/>
                <a:ext cx="252239" cy="393258"/>
                <a:chOff x="9567951" y="3763592"/>
                <a:chExt cx="252239" cy="393258"/>
              </a:xfrm>
            </p:grpSpPr>
            <p:sp>
              <p:nvSpPr>
                <p:cNvPr id="60" name="Oval 197">
                  <a:extLst>
                    <a:ext uri="{FF2B5EF4-FFF2-40B4-BE49-F238E27FC236}">
                      <a16:creationId xmlns:a16="http://schemas.microsoft.com/office/drawing/2014/main" id="{1F529CDD-B91F-274F-5850-EE8193368947}"/>
                    </a:ext>
                  </a:extLst>
                </p:cNvPr>
                <p:cNvSpPr/>
                <p:nvPr/>
              </p:nvSpPr>
              <p:spPr>
                <a:xfrm>
                  <a:off x="9587846" y="3763592"/>
                  <a:ext cx="216000" cy="216000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bg1"/>
                      </a:solidFill>
                      <a:latin typeface="+mn-ea"/>
                    </a:rPr>
                    <a:t>ICON</a:t>
                  </a:r>
                  <a:endParaRPr lang="ko-KR" altLang="en-US" sz="5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F8522BC-5EB1-6CE0-5BE7-C32D070D38C5}"/>
                    </a:ext>
                  </a:extLst>
                </p:cNvPr>
                <p:cNvSpPr txBox="1"/>
                <p:nvPr/>
              </p:nvSpPr>
              <p:spPr>
                <a:xfrm>
                  <a:off x="9567951" y="3976425"/>
                  <a:ext cx="252239" cy="180425"/>
                </a:xfrm>
                <a:prstGeom prst="rect">
                  <a:avLst/>
                </a:prstGeom>
                <a:noFill/>
              </p:spPr>
              <p:txBody>
                <a:bodyPr wrap="none" lIns="36000" tIns="36000" rIns="36000" bIns="36000" rtlCol="0">
                  <a:spAutoFit/>
                </a:bodyPr>
                <a:lstStyle/>
                <a:p>
                  <a:pPr algn="ctr"/>
                  <a:r>
                    <a:rPr lang="ko-KR" altLang="en-US" sz="700" dirty="0">
                      <a:latin typeface="+mn-ea"/>
                      <a:ea typeface="+mn-ea"/>
                    </a:rPr>
                    <a:t>미니</a:t>
                  </a:r>
                  <a:endParaRPr lang="en-US" altLang="ko-KR" sz="700" dirty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62" name="Group 199">
                <a:extLst>
                  <a:ext uri="{FF2B5EF4-FFF2-40B4-BE49-F238E27FC236}">
                    <a16:creationId xmlns:a16="http://schemas.microsoft.com/office/drawing/2014/main" id="{BAB80AA0-4D2F-5081-89E7-7AF47029A916}"/>
                  </a:ext>
                </a:extLst>
              </p:cNvPr>
              <p:cNvGrpSpPr/>
              <p:nvPr/>
            </p:nvGrpSpPr>
            <p:grpSpPr>
              <a:xfrm>
                <a:off x="8365175" y="1236699"/>
                <a:ext cx="252239" cy="393258"/>
                <a:chOff x="9567951" y="3763592"/>
                <a:chExt cx="252239" cy="393258"/>
              </a:xfrm>
            </p:grpSpPr>
            <p:sp>
              <p:nvSpPr>
                <p:cNvPr id="63" name="Oval 200">
                  <a:extLst>
                    <a:ext uri="{FF2B5EF4-FFF2-40B4-BE49-F238E27FC236}">
                      <a16:creationId xmlns:a16="http://schemas.microsoft.com/office/drawing/2014/main" id="{0BFC057C-0C70-3600-FDD2-0971A125AC42}"/>
                    </a:ext>
                  </a:extLst>
                </p:cNvPr>
                <p:cNvSpPr/>
                <p:nvPr/>
              </p:nvSpPr>
              <p:spPr>
                <a:xfrm>
                  <a:off x="9587846" y="3763592"/>
                  <a:ext cx="216000" cy="216000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bg1"/>
                      </a:solidFill>
                      <a:latin typeface="+mn-ea"/>
                    </a:rPr>
                    <a:t>ICON</a:t>
                  </a:r>
                  <a:endParaRPr lang="ko-KR" altLang="en-US" sz="5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7C71F3CF-49EE-36E7-0585-60B1713A3E8E}"/>
                    </a:ext>
                  </a:extLst>
                </p:cNvPr>
                <p:cNvSpPr txBox="1"/>
                <p:nvPr/>
              </p:nvSpPr>
              <p:spPr>
                <a:xfrm>
                  <a:off x="9567951" y="3976425"/>
                  <a:ext cx="252239" cy="180425"/>
                </a:xfrm>
                <a:prstGeom prst="rect">
                  <a:avLst/>
                </a:prstGeom>
                <a:noFill/>
              </p:spPr>
              <p:txBody>
                <a:bodyPr wrap="none" lIns="36000" tIns="36000" rIns="36000" bIns="36000" rtlCol="0">
                  <a:spAutoFit/>
                </a:bodyPr>
                <a:lstStyle/>
                <a:p>
                  <a:pPr algn="ctr"/>
                  <a:r>
                    <a:rPr lang="ko-KR" altLang="en-US" sz="700" dirty="0">
                      <a:latin typeface="+mn-ea"/>
                      <a:ea typeface="+mn-ea"/>
                    </a:rPr>
                    <a:t>음성</a:t>
                  </a:r>
                  <a:endParaRPr lang="en-US" altLang="ko-KR" sz="700" dirty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65" name="Group 202">
                <a:extLst>
                  <a:ext uri="{FF2B5EF4-FFF2-40B4-BE49-F238E27FC236}">
                    <a16:creationId xmlns:a16="http://schemas.microsoft.com/office/drawing/2014/main" id="{DF117FE6-CEB4-0838-1BD4-714736BAEE89}"/>
                  </a:ext>
                </a:extLst>
              </p:cNvPr>
              <p:cNvGrpSpPr/>
              <p:nvPr/>
            </p:nvGrpSpPr>
            <p:grpSpPr>
              <a:xfrm>
                <a:off x="8781614" y="1236699"/>
                <a:ext cx="252239" cy="393258"/>
                <a:chOff x="9567951" y="3763592"/>
                <a:chExt cx="252239" cy="393258"/>
              </a:xfrm>
            </p:grpSpPr>
            <p:sp>
              <p:nvSpPr>
                <p:cNvPr id="66" name="Oval 203">
                  <a:extLst>
                    <a:ext uri="{FF2B5EF4-FFF2-40B4-BE49-F238E27FC236}">
                      <a16:creationId xmlns:a16="http://schemas.microsoft.com/office/drawing/2014/main" id="{89BF4A52-6C13-1C62-192C-04AAEAF485A7}"/>
                    </a:ext>
                  </a:extLst>
                </p:cNvPr>
                <p:cNvSpPr/>
                <p:nvPr/>
              </p:nvSpPr>
              <p:spPr>
                <a:xfrm>
                  <a:off x="9587846" y="3763592"/>
                  <a:ext cx="216000" cy="216000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bg1"/>
                      </a:solidFill>
                      <a:latin typeface="+mn-ea"/>
                    </a:rPr>
                    <a:t>ICON</a:t>
                  </a:r>
                  <a:endParaRPr lang="ko-KR" altLang="en-US" sz="5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DC666691-E180-2161-99A1-E84FE9C14742}"/>
                    </a:ext>
                  </a:extLst>
                </p:cNvPr>
                <p:cNvSpPr txBox="1"/>
                <p:nvPr/>
              </p:nvSpPr>
              <p:spPr>
                <a:xfrm>
                  <a:off x="9567951" y="3976425"/>
                  <a:ext cx="252239" cy="180425"/>
                </a:xfrm>
                <a:prstGeom prst="rect">
                  <a:avLst/>
                </a:prstGeom>
                <a:noFill/>
              </p:spPr>
              <p:txBody>
                <a:bodyPr wrap="none" lIns="36000" tIns="36000" rIns="36000" bIns="36000" rtlCol="0">
                  <a:spAutoFit/>
                </a:bodyPr>
                <a:lstStyle/>
                <a:p>
                  <a:pPr algn="ctr"/>
                  <a:r>
                    <a:rPr lang="ko-KR" altLang="en-US" sz="700" dirty="0">
                      <a:latin typeface="+mn-ea"/>
                      <a:ea typeface="+mn-ea"/>
                    </a:rPr>
                    <a:t>영상</a:t>
                  </a:r>
                  <a:endParaRPr lang="en-US" altLang="ko-KR" sz="700" dirty="0">
                    <a:latin typeface="+mn-ea"/>
                    <a:ea typeface="+mn-ea"/>
                  </a:endParaRPr>
                </a:p>
              </p:txBody>
            </p:sp>
          </p:grpSp>
          <p:pic>
            <p:nvPicPr>
              <p:cNvPr id="68" name="Picture 205">
                <a:extLst>
                  <a:ext uri="{FF2B5EF4-FFF2-40B4-BE49-F238E27FC236}">
                    <a16:creationId xmlns:a16="http://schemas.microsoft.com/office/drawing/2014/main" id="{A515BC70-1BEB-B513-4C07-6278341579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44779" y="1298577"/>
                <a:ext cx="216000" cy="216000"/>
              </a:xfrm>
              <a:prstGeom prst="rect">
                <a:avLst/>
              </a:prstGeom>
            </p:spPr>
          </p:pic>
          <p:sp>
            <p:nvSpPr>
              <p:cNvPr id="69" name="Rectangle 153">
                <a:extLst>
                  <a:ext uri="{FF2B5EF4-FFF2-40B4-BE49-F238E27FC236}">
                    <a16:creationId xmlns:a16="http://schemas.microsoft.com/office/drawing/2014/main" id="{EBA81C93-A44A-3DF8-8A8A-EB469567026D}"/>
                  </a:ext>
                </a:extLst>
              </p:cNvPr>
              <p:cNvSpPr/>
              <p:nvPr/>
            </p:nvSpPr>
            <p:spPr>
              <a:xfrm>
                <a:off x="7937040" y="828466"/>
                <a:ext cx="1489401" cy="30769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rgbClr val="BFBFB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tx1"/>
                    </a:solidFill>
                    <a:latin typeface="+mn-ea"/>
                  </a:rPr>
                  <a:t>채팅하기</a:t>
                </a:r>
              </a:p>
            </p:txBody>
          </p:sp>
          <p:grpSp>
            <p:nvGrpSpPr>
              <p:cNvPr id="76" name="그룹 75">
                <a:extLst>
                  <a:ext uri="{FF2B5EF4-FFF2-40B4-BE49-F238E27FC236}">
                    <a16:creationId xmlns:a16="http://schemas.microsoft.com/office/drawing/2014/main" id="{489730B9-91D2-CB16-119A-B383720AA024}"/>
                  </a:ext>
                </a:extLst>
              </p:cNvPr>
              <p:cNvGrpSpPr/>
              <p:nvPr/>
            </p:nvGrpSpPr>
            <p:grpSpPr>
              <a:xfrm>
                <a:off x="6171973" y="888718"/>
                <a:ext cx="172024" cy="225298"/>
                <a:chOff x="5837144" y="1847850"/>
                <a:chExt cx="172024" cy="225298"/>
              </a:xfrm>
            </p:grpSpPr>
            <p:sp>
              <p:nvSpPr>
                <p:cNvPr id="77" name="Rounded Rectangle 165">
                  <a:extLst>
                    <a:ext uri="{FF2B5EF4-FFF2-40B4-BE49-F238E27FC236}">
                      <a16:creationId xmlns:a16="http://schemas.microsoft.com/office/drawing/2014/main" id="{FEA86AE7-76C2-F45D-CFA3-B9F048B995C2}"/>
                    </a:ext>
                  </a:extLst>
                </p:cNvPr>
                <p:cNvSpPr/>
                <p:nvPr/>
              </p:nvSpPr>
              <p:spPr>
                <a:xfrm>
                  <a:off x="5837144" y="1847850"/>
                  <a:ext cx="172024" cy="225298"/>
                </a:xfrm>
                <a:prstGeom prst="roundRect">
                  <a:avLst>
                    <a:gd name="adj" fmla="val 14907"/>
                  </a:avLst>
                </a:prstGeom>
                <a:solidFill>
                  <a:schemeClr val="bg1"/>
                </a:solidFill>
                <a:ln w="6350">
                  <a:solidFill>
                    <a:srgbClr val="A6A6A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endParaRPr lang="ko-KR" altLang="en-US" sz="1200" b="1" dirty="0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pic>
              <p:nvPicPr>
                <p:cNvPr id="78" name="Picture 164">
                  <a:extLst>
                    <a:ext uri="{FF2B5EF4-FFF2-40B4-BE49-F238E27FC236}">
                      <a16:creationId xmlns:a16="http://schemas.microsoft.com/office/drawing/2014/main" id="{46DA7D2F-E2D4-BD19-9C9A-2A191FC1BA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rot="5400000">
                  <a:off x="5851642" y="1919554"/>
                  <a:ext cx="85286" cy="86276"/>
                </a:xfrm>
                <a:prstGeom prst="rect">
                  <a:avLst/>
                </a:prstGeom>
              </p:spPr>
            </p:pic>
          </p:grpSp>
          <p:sp>
            <p:nvSpPr>
              <p:cNvPr id="79" name="Rectangle 158">
                <a:extLst>
                  <a:ext uri="{FF2B5EF4-FFF2-40B4-BE49-F238E27FC236}">
                    <a16:creationId xmlns:a16="http://schemas.microsoft.com/office/drawing/2014/main" id="{CE1B2A16-8512-E8D5-27E5-F470016D86AC}"/>
                  </a:ext>
                </a:extLst>
              </p:cNvPr>
              <p:cNvSpPr/>
              <p:nvPr/>
            </p:nvSpPr>
            <p:spPr>
              <a:xfrm>
                <a:off x="6287404" y="838971"/>
                <a:ext cx="1649637" cy="3055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tx1"/>
                    </a:solidFill>
                    <a:latin typeface="+mn-ea"/>
                  </a:rPr>
                  <a:t>후원하기</a:t>
                </a:r>
              </a:p>
            </p:txBody>
          </p:sp>
          <p:sp>
            <p:nvSpPr>
              <p:cNvPr id="81" name="Rounded Rectangle 128">
                <a:extLst>
                  <a:ext uri="{FF2B5EF4-FFF2-40B4-BE49-F238E27FC236}">
                    <a16:creationId xmlns:a16="http://schemas.microsoft.com/office/drawing/2014/main" id="{9860C50B-FC4D-0363-C6C7-F94A9C1D7D1E}"/>
                  </a:ext>
                </a:extLst>
              </p:cNvPr>
              <p:cNvSpPr/>
              <p:nvPr/>
            </p:nvSpPr>
            <p:spPr>
              <a:xfrm>
                <a:off x="6426345" y="6091600"/>
                <a:ext cx="2842088" cy="360000"/>
              </a:xfrm>
              <a:prstGeom prst="roundRect">
                <a:avLst>
                  <a:gd name="adj" fmla="val 1393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ko-KR" altLang="en-US" b="1" dirty="0">
                    <a:solidFill>
                      <a:schemeClr val="bg1"/>
                    </a:solidFill>
                  </a:rPr>
                  <a:t>크리에이터명</a:t>
                </a:r>
                <a:r>
                  <a:rPr lang="ko-KR" altLang="en-US" sz="900" b="1" dirty="0">
                    <a:solidFill>
                      <a:schemeClr val="bg1">
                        <a:lumMod val="75000"/>
                      </a:schemeClr>
                    </a:solidFill>
                  </a:rPr>
                  <a:t>님</a:t>
                </a:r>
                <a:r>
                  <a:rPr lang="ko-KR" altLang="en-US" sz="900" dirty="0">
                    <a:solidFill>
                      <a:schemeClr val="bg1">
                        <a:lumMod val="75000"/>
                      </a:schemeClr>
                    </a:solidFill>
                  </a:rPr>
                  <a:t>에게</a:t>
                </a:r>
                <a:r>
                  <a:rPr lang="ko-KR" altLang="en-US" sz="900" b="1" dirty="0">
                    <a:solidFill>
                      <a:schemeClr val="bg1"/>
                    </a:solidFill>
                  </a:rPr>
                  <a:t> 후원하기</a:t>
                </a:r>
              </a:p>
            </p:txBody>
          </p:sp>
          <p:sp>
            <p:nvSpPr>
              <p:cNvPr id="94" name="직사각형 19">
                <a:extLst>
                  <a:ext uri="{FF2B5EF4-FFF2-40B4-BE49-F238E27FC236}">
                    <a16:creationId xmlns:a16="http://schemas.microsoft.com/office/drawing/2014/main" id="{29E366FB-DF68-5763-A905-FA8A18422565}"/>
                  </a:ext>
                </a:extLst>
              </p:cNvPr>
              <p:cNvSpPr/>
              <p:nvPr/>
            </p:nvSpPr>
            <p:spPr>
              <a:xfrm>
                <a:off x="6426345" y="1842790"/>
                <a:ext cx="2842088" cy="414391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후원 메뉴별 컨텐츠 노출 영역</a:t>
                </a:r>
                <a:endPara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  <a:p>
                <a:pPr algn="ctr"/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(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생략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)</a:t>
                </a:r>
              </a:p>
            </p:txBody>
          </p:sp>
          <p:cxnSp>
            <p:nvCxnSpPr>
              <p:cNvPr id="80" name="직선 연결선 143">
                <a:extLst>
                  <a:ext uri="{FF2B5EF4-FFF2-40B4-BE49-F238E27FC236}">
                    <a16:creationId xmlns:a16="http://schemas.microsoft.com/office/drawing/2014/main" id="{5989CDF0-6499-127A-55B4-E78C915F4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77035" y="826570"/>
                <a:ext cx="0" cy="5769733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368702A0-3540-5911-AB46-154E834DCA37}"/>
                </a:ext>
              </a:extLst>
            </p:cNvPr>
            <p:cNvSpPr/>
            <p:nvPr/>
          </p:nvSpPr>
          <p:spPr>
            <a:xfrm>
              <a:off x="160892" y="819326"/>
              <a:ext cx="9301800" cy="5769733"/>
            </a:xfrm>
            <a:prstGeom prst="rect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6E03176D-3A38-F385-12CA-7D5D5FA4368D}"/>
                </a:ext>
              </a:extLst>
            </p:cNvPr>
            <p:cNvGrpSpPr/>
            <p:nvPr/>
          </p:nvGrpSpPr>
          <p:grpSpPr>
            <a:xfrm>
              <a:off x="5853553" y="2161004"/>
              <a:ext cx="338760" cy="788384"/>
              <a:chOff x="5828573" y="1914713"/>
              <a:chExt cx="362159" cy="842844"/>
            </a:xfrm>
          </p:grpSpPr>
          <p:grpSp>
            <p:nvGrpSpPr>
              <p:cNvPr id="129" name="그룹 128">
                <a:extLst>
                  <a:ext uri="{FF2B5EF4-FFF2-40B4-BE49-F238E27FC236}">
                    <a16:creationId xmlns:a16="http://schemas.microsoft.com/office/drawing/2014/main" id="{339ACE65-62AE-85D6-F94C-187E2A03AA0F}"/>
                  </a:ext>
                </a:extLst>
              </p:cNvPr>
              <p:cNvGrpSpPr/>
              <p:nvPr/>
            </p:nvGrpSpPr>
            <p:grpSpPr>
              <a:xfrm>
                <a:off x="5828573" y="1914713"/>
                <a:ext cx="362159" cy="362159"/>
                <a:chOff x="5771499" y="1914713"/>
                <a:chExt cx="362159" cy="362159"/>
              </a:xfrm>
            </p:grpSpPr>
            <p:sp>
              <p:nvSpPr>
                <p:cNvPr id="126" name="타원 125">
                  <a:extLst>
                    <a:ext uri="{FF2B5EF4-FFF2-40B4-BE49-F238E27FC236}">
                      <a16:creationId xmlns:a16="http://schemas.microsoft.com/office/drawing/2014/main" id="{68357270-8BA4-658E-C25A-E2D06D0BA7CF}"/>
                    </a:ext>
                  </a:extLst>
                </p:cNvPr>
                <p:cNvSpPr/>
                <p:nvPr/>
              </p:nvSpPr>
              <p:spPr>
                <a:xfrm>
                  <a:off x="5771499" y="1914713"/>
                  <a:ext cx="362159" cy="362159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pic>
              <p:nvPicPr>
                <p:cNvPr id="128" name="그림 127">
                  <a:extLst>
                    <a:ext uri="{FF2B5EF4-FFF2-40B4-BE49-F238E27FC236}">
                      <a16:creationId xmlns:a16="http://schemas.microsoft.com/office/drawing/2014/main" id="{A1522686-C0A1-B422-7AF8-EF1618948F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 rot="10800000">
                  <a:off x="5824684" y="1967898"/>
                  <a:ext cx="255789" cy="255789"/>
                </a:xfrm>
                <a:prstGeom prst="rect">
                  <a:avLst/>
                </a:prstGeom>
              </p:spPr>
            </p:pic>
          </p:grpSp>
          <p:grpSp>
            <p:nvGrpSpPr>
              <p:cNvPr id="130" name="그룹 129">
                <a:extLst>
                  <a:ext uri="{FF2B5EF4-FFF2-40B4-BE49-F238E27FC236}">
                    <a16:creationId xmlns:a16="http://schemas.microsoft.com/office/drawing/2014/main" id="{96F7186F-662C-1B9F-E2FB-33D83C8F0DCA}"/>
                  </a:ext>
                </a:extLst>
              </p:cNvPr>
              <p:cNvGrpSpPr/>
              <p:nvPr/>
            </p:nvGrpSpPr>
            <p:grpSpPr>
              <a:xfrm rot="10800000">
                <a:off x="5828573" y="2395398"/>
                <a:ext cx="362159" cy="362159"/>
                <a:chOff x="5771499" y="1914713"/>
                <a:chExt cx="362159" cy="362159"/>
              </a:xfrm>
            </p:grpSpPr>
            <p:sp>
              <p:nvSpPr>
                <p:cNvPr id="131" name="타원 130">
                  <a:extLst>
                    <a:ext uri="{FF2B5EF4-FFF2-40B4-BE49-F238E27FC236}">
                      <a16:creationId xmlns:a16="http://schemas.microsoft.com/office/drawing/2014/main" id="{4C4BBE42-D3E4-20F8-D517-A37D3EA83543}"/>
                    </a:ext>
                  </a:extLst>
                </p:cNvPr>
                <p:cNvSpPr/>
                <p:nvPr/>
              </p:nvSpPr>
              <p:spPr>
                <a:xfrm>
                  <a:off x="5771499" y="1914713"/>
                  <a:ext cx="362159" cy="362159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pic>
              <p:nvPicPr>
                <p:cNvPr id="132" name="그림 131">
                  <a:extLst>
                    <a:ext uri="{FF2B5EF4-FFF2-40B4-BE49-F238E27FC236}">
                      <a16:creationId xmlns:a16="http://schemas.microsoft.com/office/drawing/2014/main" id="{DBAC385F-4746-DD11-BC9F-72FBCBE0B4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 rot="10800000">
                  <a:off x="5824684" y="1967898"/>
                  <a:ext cx="255789" cy="255789"/>
                </a:xfrm>
                <a:prstGeom prst="rect">
                  <a:avLst/>
                </a:prstGeom>
              </p:spPr>
            </p:pic>
          </p:grpSp>
        </p:grpSp>
        <p:pic>
          <p:nvPicPr>
            <p:cNvPr id="143" name="그림 142">
              <a:extLst>
                <a:ext uri="{FF2B5EF4-FFF2-40B4-BE49-F238E27FC236}">
                  <a16:creationId xmlns:a16="http://schemas.microsoft.com/office/drawing/2014/main" id="{5885B247-FA0D-E4CD-E4D8-072DB26E1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1685" y="3960840"/>
              <a:ext cx="211110" cy="211110"/>
            </a:xfrm>
            <a:prstGeom prst="rect">
              <a:avLst/>
            </a:prstGeom>
          </p:spPr>
        </p:pic>
        <p:pic>
          <p:nvPicPr>
            <p:cNvPr id="150" name="그림 149">
              <a:extLst>
                <a:ext uri="{FF2B5EF4-FFF2-40B4-BE49-F238E27FC236}">
                  <a16:creationId xmlns:a16="http://schemas.microsoft.com/office/drawing/2014/main" id="{E15102EC-A421-9BA8-A418-4418D9343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5813" y="4005939"/>
              <a:ext cx="308348" cy="122054"/>
            </a:xfrm>
            <a:prstGeom prst="rect">
              <a:avLst/>
            </a:prstGeom>
          </p:spPr>
        </p:pic>
        <p:pic>
          <p:nvPicPr>
            <p:cNvPr id="154" name="그림 153">
              <a:extLst>
                <a:ext uri="{FF2B5EF4-FFF2-40B4-BE49-F238E27FC236}">
                  <a16:creationId xmlns:a16="http://schemas.microsoft.com/office/drawing/2014/main" id="{8CAB27CF-0616-4FF2-19FC-7AF07196B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997890" y="3978016"/>
              <a:ext cx="187072" cy="187072"/>
            </a:xfrm>
            <a:prstGeom prst="rect">
              <a:avLst/>
            </a:prstGeom>
          </p:spPr>
        </p:pic>
        <p:pic>
          <p:nvPicPr>
            <p:cNvPr id="156" name="그림 155">
              <a:extLst>
                <a:ext uri="{FF2B5EF4-FFF2-40B4-BE49-F238E27FC236}">
                  <a16:creationId xmlns:a16="http://schemas.microsoft.com/office/drawing/2014/main" id="{BBC71FC2-7340-5D46-1134-A08C18B32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40576" y="3944960"/>
              <a:ext cx="253184" cy="253184"/>
            </a:xfrm>
            <a:prstGeom prst="rect">
              <a:avLst/>
            </a:prstGeom>
          </p:spPr>
        </p:pic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4511E0D0-8A0B-4E9A-8A3A-9DCD50CAF06F}"/>
                </a:ext>
              </a:extLst>
            </p:cNvPr>
            <p:cNvSpPr txBox="1"/>
            <p:nvPr/>
          </p:nvSpPr>
          <p:spPr>
            <a:xfrm>
              <a:off x="4523936" y="3953549"/>
              <a:ext cx="463836" cy="211203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900" dirty="0">
                  <a:solidFill>
                    <a:schemeClr val="bg1"/>
                  </a:solidFill>
                  <a:latin typeface="+mn-ea"/>
                  <a:ea typeface="+mn-ea"/>
                </a:rPr>
                <a:t>360p </a:t>
              </a:r>
              <a:r>
                <a:rPr lang="ko-KR" altLang="en-US" sz="700" dirty="0">
                  <a:solidFill>
                    <a:schemeClr val="bg1"/>
                  </a:solidFill>
                  <a:latin typeface="+mn-ea"/>
                  <a:ea typeface="+mn-ea"/>
                </a:rPr>
                <a:t>▼</a:t>
              </a:r>
              <a:endParaRPr lang="en-US" altLang="ko-KR" sz="9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grpSp>
          <p:nvGrpSpPr>
            <p:cNvPr id="171" name="그룹 170">
              <a:extLst>
                <a:ext uri="{FF2B5EF4-FFF2-40B4-BE49-F238E27FC236}">
                  <a16:creationId xmlns:a16="http://schemas.microsoft.com/office/drawing/2014/main" id="{1D7A2E22-7AFA-8FC4-20B3-58B42388786E}"/>
                </a:ext>
              </a:extLst>
            </p:cNvPr>
            <p:cNvGrpSpPr/>
            <p:nvPr/>
          </p:nvGrpSpPr>
          <p:grpSpPr>
            <a:xfrm>
              <a:off x="275040" y="950360"/>
              <a:ext cx="344363" cy="148055"/>
              <a:chOff x="355725" y="941395"/>
              <a:chExt cx="483691" cy="207957"/>
            </a:xfrm>
          </p:grpSpPr>
          <p:sp>
            <p:nvSpPr>
              <p:cNvPr id="165" name="사각형: 둥근 모서리 164">
                <a:extLst>
                  <a:ext uri="{FF2B5EF4-FFF2-40B4-BE49-F238E27FC236}">
                    <a16:creationId xmlns:a16="http://schemas.microsoft.com/office/drawing/2014/main" id="{52DC5665-BE9A-9B76-7587-BFEA95A2234D}"/>
                  </a:ext>
                </a:extLst>
              </p:cNvPr>
              <p:cNvSpPr/>
              <p:nvPr/>
            </p:nvSpPr>
            <p:spPr>
              <a:xfrm>
                <a:off x="355725" y="941395"/>
                <a:ext cx="483691" cy="207957"/>
              </a:xfrm>
              <a:prstGeom prst="roundRect">
                <a:avLst>
                  <a:gd name="adj" fmla="val 21716"/>
                </a:avLst>
              </a:prstGeom>
              <a:solidFill>
                <a:srgbClr val="519CFF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7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168" name="그림 167">
                <a:extLst>
                  <a:ext uri="{FF2B5EF4-FFF2-40B4-BE49-F238E27FC236}">
                    <a16:creationId xmlns:a16="http://schemas.microsoft.com/office/drawing/2014/main" id="{0F889D1A-B124-5A6C-3F83-5E831A4788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6220" y="984867"/>
                <a:ext cx="322700" cy="121012"/>
              </a:xfrm>
              <a:prstGeom prst="rect">
                <a:avLst/>
              </a:prstGeom>
            </p:spPr>
          </p:pic>
        </p:grpSp>
        <p:pic>
          <p:nvPicPr>
            <p:cNvPr id="198" name="그림 197">
              <a:extLst>
                <a:ext uri="{FF2B5EF4-FFF2-40B4-BE49-F238E27FC236}">
                  <a16:creationId xmlns:a16="http://schemas.microsoft.com/office/drawing/2014/main" id="{794769B6-750F-069B-4295-EB3424290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79244" y="3986681"/>
              <a:ext cx="168600" cy="168600"/>
            </a:xfrm>
            <a:prstGeom prst="rect">
              <a:avLst/>
            </a:prstGeom>
          </p:spPr>
        </p:pic>
        <p:pic>
          <p:nvPicPr>
            <p:cNvPr id="93" name="그림 92">
              <a:extLst>
                <a:ext uri="{FF2B5EF4-FFF2-40B4-BE49-F238E27FC236}">
                  <a16:creationId xmlns:a16="http://schemas.microsoft.com/office/drawing/2014/main" id="{1220C898-1BD1-A507-12CA-FCFD73829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25808" y="3996601"/>
              <a:ext cx="104497" cy="134353"/>
            </a:xfrm>
            <a:prstGeom prst="rect">
              <a:avLst/>
            </a:prstGeom>
          </p:spPr>
        </p:pic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248D22DA-7D6C-8E0F-BBC0-2B4D285ADB40}"/>
                </a:ext>
              </a:extLst>
            </p:cNvPr>
            <p:cNvGrpSpPr/>
            <p:nvPr/>
          </p:nvGrpSpPr>
          <p:grpSpPr>
            <a:xfrm>
              <a:off x="285087" y="3823362"/>
              <a:ext cx="5929975" cy="92335"/>
              <a:chOff x="285087" y="3823362"/>
              <a:chExt cx="5929975" cy="92335"/>
            </a:xfrm>
          </p:grpSpPr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71118F78-02BA-988A-48FB-304A38AA1116}"/>
                  </a:ext>
                </a:extLst>
              </p:cNvPr>
              <p:cNvSpPr/>
              <p:nvPr/>
            </p:nvSpPr>
            <p:spPr>
              <a:xfrm>
                <a:off x="285087" y="3853387"/>
                <a:ext cx="5904000" cy="36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860CC736-086D-30AA-E634-85FE14B74335}"/>
                  </a:ext>
                </a:extLst>
              </p:cNvPr>
              <p:cNvSpPr/>
              <p:nvPr/>
            </p:nvSpPr>
            <p:spPr>
              <a:xfrm>
                <a:off x="6122727" y="3823362"/>
                <a:ext cx="92335" cy="9233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FB60FBA-3700-2499-E1EC-4E76C7B368D2}"/>
                </a:ext>
              </a:extLst>
            </p:cNvPr>
            <p:cNvSpPr txBox="1"/>
            <p:nvPr/>
          </p:nvSpPr>
          <p:spPr>
            <a:xfrm>
              <a:off x="307407" y="4375757"/>
              <a:ext cx="2276833" cy="257369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1200" b="1" dirty="0">
                  <a:latin typeface="+mn-ea"/>
                  <a:ea typeface="+mn-ea"/>
                </a:rPr>
                <a:t>방송 제목이 나오는 부분입니다</a:t>
              </a:r>
              <a:r>
                <a:rPr lang="en-US" altLang="ko-KR" sz="1200" b="1" dirty="0">
                  <a:latin typeface="+mn-ea"/>
                  <a:ea typeface="+mn-ea"/>
                </a:rPr>
                <a:t>.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62B05AA-D077-BEF5-162E-0314B50656B2}"/>
                </a:ext>
              </a:extLst>
            </p:cNvPr>
            <p:cNvSpPr txBox="1"/>
            <p:nvPr/>
          </p:nvSpPr>
          <p:spPr>
            <a:xfrm>
              <a:off x="737605" y="5000800"/>
              <a:ext cx="1645250" cy="226591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1000" b="1" dirty="0">
                  <a:latin typeface="+mn-ea"/>
                  <a:ea typeface="+mn-ea"/>
                </a:rPr>
                <a:t>크리에이터명</a:t>
              </a:r>
              <a:r>
                <a:rPr lang="ko-KR" altLang="en-US" sz="900" dirty="0">
                  <a:latin typeface="+mn-ea"/>
                  <a:ea typeface="+mn-ea"/>
                </a:rPr>
                <a:t> </a:t>
              </a:r>
              <a:r>
                <a:rPr lang="en-US" altLang="ko-KR" sz="900" dirty="0">
                  <a:latin typeface="+mn-ea"/>
                  <a:ea typeface="+mn-ea"/>
                </a:rPr>
                <a:t>#</a:t>
              </a:r>
              <a:r>
                <a:rPr lang="ko-KR" altLang="en-US" sz="900" dirty="0">
                  <a:latin typeface="+mn-ea"/>
                  <a:ea typeface="+mn-ea"/>
                </a:rPr>
                <a:t>고유식별번호</a:t>
              </a:r>
              <a:endParaRPr lang="en-US" altLang="ko-KR" sz="1000" dirty="0">
                <a:latin typeface="+mn-ea"/>
                <a:ea typeface="+mn-ea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A371757-F598-CC8B-3C27-FFEBC72AD885}"/>
                </a:ext>
              </a:extLst>
            </p:cNvPr>
            <p:cNvSpPr txBox="1"/>
            <p:nvPr/>
          </p:nvSpPr>
          <p:spPr>
            <a:xfrm>
              <a:off x="742619" y="5201240"/>
              <a:ext cx="1986689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프로필 한줄 설명이 노출되는 영역입니다</a:t>
              </a:r>
              <a:r>
                <a:rPr lang="en-US" altLang="ko-KR" sz="800" dirty="0">
                  <a:latin typeface="+mn-ea"/>
                  <a:ea typeface="+mn-ea"/>
                </a:rPr>
                <a:t>.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pic>
          <p:nvPicPr>
            <p:cNvPr id="106" name="Picture 142">
              <a:extLst>
                <a:ext uri="{FF2B5EF4-FFF2-40B4-BE49-F238E27FC236}">
                  <a16:creationId xmlns:a16="http://schemas.microsoft.com/office/drawing/2014/main" id="{48C8786D-031A-EF85-BD50-5EA37F961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399294" y="5043398"/>
              <a:ext cx="136038" cy="141707"/>
            </a:xfrm>
            <a:prstGeom prst="rect">
              <a:avLst/>
            </a:prstGeom>
          </p:spPr>
        </p:pic>
        <p:grpSp>
          <p:nvGrpSpPr>
            <p:cNvPr id="107" name="Group 149">
              <a:extLst>
                <a:ext uri="{FF2B5EF4-FFF2-40B4-BE49-F238E27FC236}">
                  <a16:creationId xmlns:a16="http://schemas.microsoft.com/office/drawing/2014/main" id="{B51DD161-E9C4-26CE-D627-5D460454420F}"/>
                </a:ext>
              </a:extLst>
            </p:cNvPr>
            <p:cNvGrpSpPr/>
            <p:nvPr/>
          </p:nvGrpSpPr>
          <p:grpSpPr>
            <a:xfrm>
              <a:off x="365283" y="5024720"/>
              <a:ext cx="308360" cy="308360"/>
              <a:chOff x="6468801" y="4933120"/>
              <a:chExt cx="216000" cy="216000"/>
            </a:xfrm>
          </p:grpSpPr>
          <p:sp>
            <p:nvSpPr>
              <p:cNvPr id="108" name="Oval 156">
                <a:extLst>
                  <a:ext uri="{FF2B5EF4-FFF2-40B4-BE49-F238E27FC236}">
                    <a16:creationId xmlns:a16="http://schemas.microsoft.com/office/drawing/2014/main" id="{D3E3791D-5047-4652-975D-74ED54E2A21A}"/>
                  </a:ext>
                </a:extLst>
              </p:cNvPr>
              <p:cNvSpPr/>
              <p:nvPr/>
            </p:nvSpPr>
            <p:spPr>
              <a:xfrm>
                <a:off x="6468801" y="4933120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109" name="Picture 159">
                <a:extLst>
                  <a:ext uri="{FF2B5EF4-FFF2-40B4-BE49-F238E27FC236}">
                    <a16:creationId xmlns:a16="http://schemas.microsoft.com/office/drawing/2014/main" id="{072F18B3-28A9-BBBE-8AD5-04D7C6C6F9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90332" y="4940441"/>
                <a:ext cx="172937" cy="172937"/>
              </a:xfrm>
              <a:prstGeom prst="rect">
                <a:avLst/>
              </a:prstGeom>
            </p:spPr>
          </p:pic>
        </p:grpSp>
        <p:sp>
          <p:nvSpPr>
            <p:cNvPr id="110" name="Rounded Rectangle 160">
              <a:extLst>
                <a:ext uri="{FF2B5EF4-FFF2-40B4-BE49-F238E27FC236}">
                  <a16:creationId xmlns:a16="http://schemas.microsoft.com/office/drawing/2014/main" id="{60666464-1C33-39DB-F544-D68C42DC1850}"/>
                </a:ext>
              </a:extLst>
            </p:cNvPr>
            <p:cNvSpPr/>
            <p:nvPr/>
          </p:nvSpPr>
          <p:spPr>
            <a:xfrm>
              <a:off x="362075" y="5243833"/>
              <a:ext cx="309072" cy="136254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72000" tIns="0" rIns="72000" bIns="0" rtlCol="0" anchor="ctr"/>
            <a:lstStyle/>
            <a:p>
              <a:pPr algn="ctr"/>
              <a:r>
                <a:rPr lang="en-US" altLang="ko-KR" sz="700" b="1" dirty="0">
                  <a:solidFill>
                    <a:schemeClr val="bg1"/>
                  </a:solidFill>
                  <a:latin typeface="+mn-ea"/>
                </a:rPr>
                <a:t>LIVE</a:t>
              </a:r>
              <a:endParaRPr lang="ko-KR" altLang="en-US" sz="700" b="1" dirty="0"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111" name="Group 2">
              <a:extLst>
                <a:ext uri="{FF2B5EF4-FFF2-40B4-BE49-F238E27FC236}">
                  <a16:creationId xmlns:a16="http://schemas.microsoft.com/office/drawing/2014/main" id="{BD6F2504-612A-7C4D-8BE0-6DEFF13F4C61}"/>
                </a:ext>
              </a:extLst>
            </p:cNvPr>
            <p:cNvGrpSpPr/>
            <p:nvPr/>
          </p:nvGrpSpPr>
          <p:grpSpPr>
            <a:xfrm>
              <a:off x="4280095" y="5128776"/>
              <a:ext cx="754838" cy="197229"/>
              <a:chOff x="4448007" y="5346092"/>
              <a:chExt cx="754838" cy="197229"/>
            </a:xfrm>
          </p:grpSpPr>
          <p:sp>
            <p:nvSpPr>
              <p:cNvPr id="112" name="Rectangle 256">
                <a:extLst>
                  <a:ext uri="{FF2B5EF4-FFF2-40B4-BE49-F238E27FC236}">
                    <a16:creationId xmlns:a16="http://schemas.microsoft.com/office/drawing/2014/main" id="{EB3AFDEE-AA67-DED8-6877-1F49803BC66E}"/>
                  </a:ext>
                </a:extLst>
              </p:cNvPr>
              <p:cNvSpPr/>
              <p:nvPr/>
            </p:nvSpPr>
            <p:spPr>
              <a:xfrm>
                <a:off x="4448007" y="5346092"/>
                <a:ext cx="754838" cy="19722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rgbClr val="404040"/>
                </a:solidFill>
              </a:ln>
            </p:spPr>
            <p:txBody>
              <a:bodyPr wrap="square" lIns="72000" tIns="0" rIns="72000" bIns="36000" anchor="ctr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   즐겨찾기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  <p:pic>
            <p:nvPicPr>
              <p:cNvPr id="113" name="Picture 191">
                <a:extLst>
                  <a:ext uri="{FF2B5EF4-FFF2-40B4-BE49-F238E27FC236}">
                    <a16:creationId xmlns:a16="http://schemas.microsoft.com/office/drawing/2014/main" id="{5BD4B6F8-57B9-E8C1-2DAB-C7454C8FEE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biLevel thresh="25000"/>
              </a:blip>
              <a:stretch>
                <a:fillRect/>
              </a:stretch>
            </p:blipFill>
            <p:spPr>
              <a:xfrm>
                <a:off x="4512018" y="5375793"/>
                <a:ext cx="131381" cy="125125"/>
              </a:xfrm>
              <a:prstGeom prst="rect">
                <a:avLst/>
              </a:prstGeom>
            </p:spPr>
          </p:pic>
        </p:grpSp>
        <p:grpSp>
          <p:nvGrpSpPr>
            <p:cNvPr id="114" name="Group 17">
              <a:extLst>
                <a:ext uri="{FF2B5EF4-FFF2-40B4-BE49-F238E27FC236}">
                  <a16:creationId xmlns:a16="http://schemas.microsoft.com/office/drawing/2014/main" id="{22D4D035-A42F-1882-BAB8-4D9B4E0093CC}"/>
                </a:ext>
              </a:extLst>
            </p:cNvPr>
            <p:cNvGrpSpPr/>
            <p:nvPr/>
          </p:nvGrpSpPr>
          <p:grpSpPr>
            <a:xfrm>
              <a:off x="5631940" y="5128776"/>
              <a:ext cx="581183" cy="197229"/>
              <a:chOff x="5199485" y="5263720"/>
              <a:chExt cx="581183" cy="197229"/>
            </a:xfrm>
          </p:grpSpPr>
          <p:sp>
            <p:nvSpPr>
              <p:cNvPr id="115" name="Rectangle 256">
                <a:extLst>
                  <a:ext uri="{FF2B5EF4-FFF2-40B4-BE49-F238E27FC236}">
                    <a16:creationId xmlns:a16="http://schemas.microsoft.com/office/drawing/2014/main" id="{3E432666-8962-873A-55F7-63A1FD843750}"/>
                  </a:ext>
                </a:extLst>
              </p:cNvPr>
              <p:cNvSpPr/>
              <p:nvPr/>
            </p:nvSpPr>
            <p:spPr>
              <a:xfrm>
                <a:off x="5199485" y="5263720"/>
                <a:ext cx="581183" cy="19722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rgbClr val="404040"/>
                </a:solidFill>
              </a:ln>
            </p:spPr>
            <p:txBody>
              <a:bodyPr wrap="square" lIns="72000" tIns="0" rIns="72000" bIns="36000" anchor="ctr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   공유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  <p:pic>
            <p:nvPicPr>
              <p:cNvPr id="116" name="Picture 15">
                <a:extLst>
                  <a:ext uri="{FF2B5EF4-FFF2-40B4-BE49-F238E27FC236}">
                    <a16:creationId xmlns:a16="http://schemas.microsoft.com/office/drawing/2014/main" id="{01B4CB1D-674B-5001-6E94-ED8B1BCD63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biLevel thresh="25000"/>
              </a:blip>
              <a:stretch>
                <a:fillRect/>
              </a:stretch>
            </p:blipFill>
            <p:spPr>
              <a:xfrm>
                <a:off x="5287580" y="5301372"/>
                <a:ext cx="126000" cy="126000"/>
              </a:xfrm>
              <a:prstGeom prst="rect">
                <a:avLst/>
              </a:prstGeom>
            </p:spPr>
          </p:pic>
        </p:grp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02EC2B17-8F84-6443-9488-462FAE9DDEDA}"/>
                </a:ext>
              </a:extLst>
            </p:cNvPr>
            <p:cNvSpPr/>
            <p:nvPr/>
          </p:nvSpPr>
          <p:spPr>
            <a:xfrm>
              <a:off x="247649" y="5787476"/>
              <a:ext cx="5974567" cy="7298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크리에이터 메뉴별 컨텐츠 노출 영역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A976014E-9ACE-3B28-8FB1-344D7D66BC46}"/>
                </a:ext>
              </a:extLst>
            </p:cNvPr>
            <p:cNvSpPr txBox="1"/>
            <p:nvPr/>
          </p:nvSpPr>
          <p:spPr>
            <a:xfrm>
              <a:off x="2729308" y="5193238"/>
              <a:ext cx="380481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pPr algn="r"/>
              <a:r>
                <a:rPr lang="ko-KR" altLang="en-US" sz="800" b="1" u="sng" dirty="0">
                  <a:solidFill>
                    <a:srgbClr val="375FF4"/>
                  </a:solidFill>
                  <a:latin typeface="+mn-ea"/>
                  <a:ea typeface="+mn-ea"/>
                </a:rPr>
                <a:t>더보기</a:t>
              </a:r>
            </a:p>
          </p:txBody>
        </p:sp>
        <p:grpSp>
          <p:nvGrpSpPr>
            <p:cNvPr id="119" name="Group 26">
              <a:extLst>
                <a:ext uri="{FF2B5EF4-FFF2-40B4-BE49-F238E27FC236}">
                  <a16:creationId xmlns:a16="http://schemas.microsoft.com/office/drawing/2014/main" id="{27143281-82A1-149B-83C0-C4B978CCCE12}"/>
                </a:ext>
              </a:extLst>
            </p:cNvPr>
            <p:cNvGrpSpPr/>
            <p:nvPr/>
          </p:nvGrpSpPr>
          <p:grpSpPr>
            <a:xfrm>
              <a:off x="249187" y="5526143"/>
              <a:ext cx="5961113" cy="219667"/>
              <a:chOff x="1895287" y="2791040"/>
              <a:chExt cx="5961113" cy="219667"/>
            </a:xfrm>
          </p:grpSpPr>
          <p:grpSp>
            <p:nvGrpSpPr>
              <p:cNvPr id="120" name="그룹 6">
                <a:extLst>
                  <a:ext uri="{FF2B5EF4-FFF2-40B4-BE49-F238E27FC236}">
                    <a16:creationId xmlns:a16="http://schemas.microsoft.com/office/drawing/2014/main" id="{2FA97EC9-2781-67D4-9497-1EAD7AB417A0}"/>
                  </a:ext>
                </a:extLst>
              </p:cNvPr>
              <p:cNvGrpSpPr/>
              <p:nvPr/>
            </p:nvGrpSpPr>
            <p:grpSpPr>
              <a:xfrm>
                <a:off x="1895287" y="2791040"/>
                <a:ext cx="4171550" cy="216024"/>
                <a:chOff x="554818" y="1258027"/>
                <a:chExt cx="5641581" cy="216024"/>
              </a:xfrm>
            </p:grpSpPr>
            <p:sp>
              <p:nvSpPr>
                <p:cNvPr id="122" name="Tab 1">
                  <a:extLst>
                    <a:ext uri="{FF2B5EF4-FFF2-40B4-BE49-F238E27FC236}">
                      <a16:creationId xmlns:a16="http://schemas.microsoft.com/office/drawing/2014/main" id="{F7CF3E48-0E23-8022-6237-39E009873C23}"/>
                    </a:ext>
                  </a:extLst>
                </p:cNvPr>
                <p:cNvSpPr/>
                <p:nvPr/>
              </p:nvSpPr>
              <p:spPr>
                <a:xfrm>
                  <a:off x="554818" y="1258027"/>
                  <a:ext cx="925037" cy="216024"/>
                </a:xfrm>
                <a:prstGeom prst="round2SameRect">
                  <a:avLst/>
                </a:prstGeom>
                <a:solidFill>
                  <a:srgbClr val="404040"/>
                </a:solidFill>
                <a:ln w="3175">
                  <a:solidFill>
                    <a:schemeClr val="bg1">
                      <a:lumMod val="65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b="1" dirty="0">
                      <a:solidFill>
                        <a:schemeClr val="bg1"/>
                      </a:solidFill>
                      <a:latin typeface="+mn-ea"/>
                      <a:cs typeface="Calibri" pitchFamily="34" charset="0"/>
                    </a:rPr>
                    <a:t>쇼츠</a:t>
                  </a:r>
                  <a:endParaRPr lang="en-US" altLang="ko-KR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endParaRPr>
                </a:p>
              </p:txBody>
            </p:sp>
            <p:sp>
              <p:nvSpPr>
                <p:cNvPr id="123" name="Tab 2">
                  <a:extLst>
                    <a:ext uri="{FF2B5EF4-FFF2-40B4-BE49-F238E27FC236}">
                      <a16:creationId xmlns:a16="http://schemas.microsoft.com/office/drawing/2014/main" id="{52D8E980-19C5-1B48-0948-9221065F83C7}"/>
                    </a:ext>
                  </a:extLst>
                </p:cNvPr>
                <p:cNvSpPr/>
                <p:nvPr/>
              </p:nvSpPr>
              <p:spPr>
                <a:xfrm>
                  <a:off x="1498409" y="1258027"/>
                  <a:ext cx="925038" cy="216024"/>
                </a:xfrm>
                <a:prstGeom prst="round2SameRect">
                  <a:avLst/>
                </a:prstGeom>
                <a:solidFill>
                  <a:srgbClr val="F2F2F2"/>
                </a:solidFill>
                <a:ln w="3175">
                  <a:solidFill>
                    <a:schemeClr val="bg1">
                      <a:lumMod val="65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  <a:cs typeface="Calibri" pitchFamily="34" charset="0"/>
                    </a:rPr>
                    <a:t>다시보기</a:t>
                  </a:r>
                  <a:endParaRPr lang="en-US" altLang="ko-KR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endParaRPr>
                </a:p>
              </p:txBody>
            </p:sp>
            <p:sp>
              <p:nvSpPr>
                <p:cNvPr id="124" name="Tab 2">
                  <a:extLst>
                    <a:ext uri="{FF2B5EF4-FFF2-40B4-BE49-F238E27FC236}">
                      <a16:creationId xmlns:a16="http://schemas.microsoft.com/office/drawing/2014/main" id="{873EA36A-50DB-AA55-8CD6-82F59BF38F98}"/>
                    </a:ext>
                  </a:extLst>
                </p:cNvPr>
                <p:cNvSpPr/>
                <p:nvPr/>
              </p:nvSpPr>
              <p:spPr>
                <a:xfrm>
                  <a:off x="2440558" y="1258027"/>
                  <a:ext cx="925038" cy="216024"/>
                </a:xfrm>
                <a:prstGeom prst="round2SameRect">
                  <a:avLst/>
                </a:prstGeom>
                <a:solidFill>
                  <a:srgbClr val="F2F2F2"/>
                </a:solidFill>
                <a:ln w="3175">
                  <a:solidFill>
                    <a:schemeClr val="bg1">
                      <a:lumMod val="65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  <a:cs typeface="Calibri" pitchFamily="34" charset="0"/>
                    </a:rPr>
                    <a:t>칭호</a:t>
                  </a:r>
                  <a:endParaRPr lang="en-US" altLang="ko-KR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endParaRPr>
                </a:p>
              </p:txBody>
            </p:sp>
            <p:sp>
              <p:nvSpPr>
                <p:cNvPr id="125" name="Tab 2">
                  <a:extLst>
                    <a:ext uri="{FF2B5EF4-FFF2-40B4-BE49-F238E27FC236}">
                      <a16:creationId xmlns:a16="http://schemas.microsoft.com/office/drawing/2014/main" id="{5DEDAA4D-41D7-723F-957A-8EBF0B42CB7A}"/>
                    </a:ext>
                  </a:extLst>
                </p:cNvPr>
                <p:cNvSpPr/>
                <p:nvPr/>
              </p:nvSpPr>
              <p:spPr>
                <a:xfrm>
                  <a:off x="3382536" y="1258027"/>
                  <a:ext cx="925038" cy="216024"/>
                </a:xfrm>
                <a:prstGeom prst="round2SameRect">
                  <a:avLst/>
                </a:prstGeom>
                <a:solidFill>
                  <a:srgbClr val="F2F2F2"/>
                </a:solidFill>
                <a:ln w="3175">
                  <a:solidFill>
                    <a:schemeClr val="bg1">
                      <a:lumMod val="65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  <a:cs typeface="Calibri" pitchFamily="34" charset="0"/>
                    </a:rPr>
                    <a:t>후원순위</a:t>
                  </a:r>
                  <a:endParaRPr lang="en-US" altLang="ko-KR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endParaRPr>
                </a:p>
              </p:txBody>
            </p:sp>
            <p:sp>
              <p:nvSpPr>
                <p:cNvPr id="127" name="Tab 2">
                  <a:extLst>
                    <a:ext uri="{FF2B5EF4-FFF2-40B4-BE49-F238E27FC236}">
                      <a16:creationId xmlns:a16="http://schemas.microsoft.com/office/drawing/2014/main" id="{2CF390C9-7D84-FFE9-F27B-5BFA76397E34}"/>
                    </a:ext>
                  </a:extLst>
                </p:cNvPr>
                <p:cNvSpPr/>
                <p:nvPr/>
              </p:nvSpPr>
              <p:spPr>
                <a:xfrm>
                  <a:off x="4322714" y="1258027"/>
                  <a:ext cx="925038" cy="216024"/>
                </a:xfrm>
                <a:prstGeom prst="round2SameRect">
                  <a:avLst/>
                </a:prstGeom>
                <a:solidFill>
                  <a:srgbClr val="F2F2F2"/>
                </a:solidFill>
                <a:ln w="3175">
                  <a:solidFill>
                    <a:schemeClr val="bg1">
                      <a:lumMod val="65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  <a:cs typeface="Calibri" pitchFamily="34" charset="0"/>
                    </a:rPr>
                    <a:t>후원내역</a:t>
                  </a:r>
                  <a:endParaRPr lang="en-US" altLang="ko-KR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endParaRPr>
                </a:p>
              </p:txBody>
            </p:sp>
            <p:sp>
              <p:nvSpPr>
                <p:cNvPr id="134" name="Tab 2">
                  <a:extLst>
                    <a:ext uri="{FF2B5EF4-FFF2-40B4-BE49-F238E27FC236}">
                      <a16:creationId xmlns:a16="http://schemas.microsoft.com/office/drawing/2014/main" id="{C906EC2A-FBF9-3136-AD6E-D6587A0F5825}"/>
                    </a:ext>
                  </a:extLst>
                </p:cNvPr>
                <p:cNvSpPr/>
                <p:nvPr/>
              </p:nvSpPr>
              <p:spPr>
                <a:xfrm>
                  <a:off x="5271361" y="1258027"/>
                  <a:ext cx="925038" cy="216024"/>
                </a:xfrm>
                <a:prstGeom prst="round2SameRect">
                  <a:avLst/>
                </a:prstGeom>
                <a:solidFill>
                  <a:srgbClr val="F2F2F2"/>
                </a:solidFill>
                <a:ln w="3175">
                  <a:solidFill>
                    <a:schemeClr val="bg1">
                      <a:lumMod val="65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  <a:cs typeface="Calibri" pitchFamily="34" charset="0"/>
                    </a:rPr>
                    <a:t>공지사항</a:t>
                  </a:r>
                  <a:endParaRPr lang="en-US" altLang="ko-KR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endParaRPr>
                </a:p>
              </p:txBody>
            </p:sp>
          </p:grpSp>
          <p:cxnSp>
            <p:nvCxnSpPr>
              <p:cNvPr id="121" name="직선 연결선 32">
                <a:extLst>
                  <a:ext uri="{FF2B5EF4-FFF2-40B4-BE49-F238E27FC236}">
                    <a16:creationId xmlns:a16="http://schemas.microsoft.com/office/drawing/2014/main" id="{A250C2D4-9BBC-4D53-9B53-7F158C100E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5288" y="3010707"/>
                <a:ext cx="596111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8389C096-0FF6-FD02-70A0-E4037C012EEC}"/>
                </a:ext>
              </a:extLst>
            </p:cNvPr>
            <p:cNvGrpSpPr/>
            <p:nvPr/>
          </p:nvGrpSpPr>
          <p:grpSpPr>
            <a:xfrm>
              <a:off x="5072350" y="5128776"/>
              <a:ext cx="520284" cy="197229"/>
              <a:chOff x="4050461" y="5245314"/>
              <a:chExt cx="520284" cy="197229"/>
            </a:xfrm>
          </p:grpSpPr>
          <p:sp>
            <p:nvSpPr>
              <p:cNvPr id="136" name="Rectangle 256">
                <a:extLst>
                  <a:ext uri="{FF2B5EF4-FFF2-40B4-BE49-F238E27FC236}">
                    <a16:creationId xmlns:a16="http://schemas.microsoft.com/office/drawing/2014/main" id="{DFF722E6-BCFD-FDAC-51A9-10CEE00F1622}"/>
                  </a:ext>
                </a:extLst>
              </p:cNvPr>
              <p:cNvSpPr/>
              <p:nvPr/>
            </p:nvSpPr>
            <p:spPr>
              <a:xfrm>
                <a:off x="4050461" y="5245314"/>
                <a:ext cx="520284" cy="19722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rgbClr val="404040"/>
                </a:solidFill>
              </a:ln>
            </p:spPr>
            <p:txBody>
              <a:bodyPr wrap="square" lIns="72000" tIns="0" rIns="72000" bIns="36000" anchor="ctr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    알림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  <p:pic>
            <p:nvPicPr>
              <p:cNvPr id="137" name="그림 136">
                <a:extLst>
                  <a:ext uri="{FF2B5EF4-FFF2-40B4-BE49-F238E27FC236}">
                    <a16:creationId xmlns:a16="http://schemas.microsoft.com/office/drawing/2014/main" id="{629AA3D4-EDB2-470F-5848-0C29FB78D0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95751" y="5260566"/>
                <a:ext cx="158186" cy="158186"/>
              </a:xfrm>
              <a:prstGeom prst="rect">
                <a:avLst/>
              </a:prstGeom>
            </p:spPr>
          </p:pic>
        </p:grpSp>
        <p:grpSp>
          <p:nvGrpSpPr>
            <p:cNvPr id="138" name="그룹 137">
              <a:extLst>
                <a:ext uri="{FF2B5EF4-FFF2-40B4-BE49-F238E27FC236}">
                  <a16:creationId xmlns:a16="http://schemas.microsoft.com/office/drawing/2014/main" id="{67207F13-C816-66AB-D20F-EDB78657EC75}"/>
                </a:ext>
              </a:extLst>
            </p:cNvPr>
            <p:cNvGrpSpPr/>
            <p:nvPr/>
          </p:nvGrpSpPr>
          <p:grpSpPr>
            <a:xfrm>
              <a:off x="4591664" y="4383575"/>
              <a:ext cx="1661164" cy="202164"/>
              <a:chOff x="4439700" y="4436870"/>
              <a:chExt cx="1661164" cy="202164"/>
            </a:xfrm>
          </p:grpSpPr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AE694E73-EFDC-5459-6873-243DB962D245}"/>
                  </a:ext>
                </a:extLst>
              </p:cNvPr>
              <p:cNvSpPr txBox="1"/>
              <p:nvPr/>
            </p:nvSpPr>
            <p:spPr>
              <a:xfrm>
                <a:off x="4439700" y="4436870"/>
                <a:ext cx="803672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  <a:ea typeface="+mn-ea"/>
                  </a:rPr>
                  <a:t>1,434</a:t>
                </a:r>
                <a:r>
                  <a:rPr lang="ko-KR" altLang="en-US" sz="800" dirty="0">
                    <a:latin typeface="+mn-ea"/>
                    <a:ea typeface="+mn-ea"/>
                  </a:rPr>
                  <a:t>명 시청 중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24A07F50-42BB-A590-6A5F-B246A8D5494B}"/>
                  </a:ext>
                </a:extLst>
              </p:cNvPr>
              <p:cNvSpPr txBox="1"/>
              <p:nvPr/>
            </p:nvSpPr>
            <p:spPr>
              <a:xfrm>
                <a:off x="5197217" y="4443220"/>
                <a:ext cx="106367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dirty="0">
                    <a:latin typeface="+mn-ea"/>
                    <a:ea typeface="+mn-ea"/>
                  </a:rPr>
                  <a:t>〮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DBBFEEF1-098C-4D7F-D369-1211B4A390BC}"/>
                  </a:ext>
                </a:extLst>
              </p:cNvPr>
              <p:cNvSpPr txBox="1"/>
              <p:nvPr/>
            </p:nvSpPr>
            <p:spPr>
              <a:xfrm>
                <a:off x="5265131" y="4436870"/>
                <a:ext cx="83573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  <a:ea typeface="+mn-ea"/>
                  </a:rPr>
                  <a:t>00:34:22 </a:t>
                </a:r>
                <a:r>
                  <a:rPr lang="ko-KR" altLang="en-US" sz="800" dirty="0">
                    <a:latin typeface="+mn-ea"/>
                    <a:ea typeface="+mn-ea"/>
                  </a:rPr>
                  <a:t>방송 중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52DC7ACF-BA89-711C-C58C-E3FF48FA7C07}"/>
                </a:ext>
              </a:extLst>
            </p:cNvPr>
            <p:cNvSpPr/>
            <p:nvPr/>
          </p:nvSpPr>
          <p:spPr>
            <a:xfrm>
              <a:off x="362075" y="4654669"/>
              <a:ext cx="683995" cy="239402"/>
            </a:xfrm>
            <a:prstGeom prst="roundRect">
              <a:avLst>
                <a:gd name="adj" fmla="val 18631"/>
              </a:avLst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</a:rPr>
                <a:t>카테고리 </a:t>
              </a:r>
              <a:r>
                <a:rPr lang="en-US" altLang="ko-KR" sz="800" dirty="0">
                  <a:solidFill>
                    <a:schemeClr val="bg1"/>
                  </a:solidFill>
                  <a:latin typeface="+mn-ea"/>
                </a:rPr>
                <a:t>1</a:t>
              </a:r>
              <a:endParaRPr lang="ko-KR" altLang="en-US" sz="8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DEB23006-C6B1-938F-CBF6-C60EE130B6D7}"/>
                </a:ext>
              </a:extLst>
            </p:cNvPr>
            <p:cNvSpPr/>
            <p:nvPr/>
          </p:nvSpPr>
          <p:spPr>
            <a:xfrm>
              <a:off x="1078810" y="4654669"/>
              <a:ext cx="683995" cy="239402"/>
            </a:xfrm>
            <a:prstGeom prst="roundRect">
              <a:avLst>
                <a:gd name="adj" fmla="val 18631"/>
              </a:avLst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</a:rPr>
                <a:t>카테고리 </a:t>
              </a:r>
              <a:r>
                <a:rPr lang="en-US" altLang="ko-KR" sz="800" dirty="0">
                  <a:solidFill>
                    <a:schemeClr val="bg1"/>
                  </a:solidFill>
                  <a:latin typeface="+mn-ea"/>
                </a:rPr>
                <a:t>2</a:t>
              </a:r>
              <a:endParaRPr lang="ko-KR" altLang="en-US" sz="8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EA17218-0E26-B0B2-777F-5617C4C330F0}"/>
                </a:ext>
              </a:extLst>
            </p:cNvPr>
            <p:cNvSpPr/>
            <p:nvPr/>
          </p:nvSpPr>
          <p:spPr>
            <a:xfrm>
              <a:off x="1795545" y="4654669"/>
              <a:ext cx="683995" cy="239402"/>
            </a:xfrm>
            <a:prstGeom prst="roundRect">
              <a:avLst>
                <a:gd name="adj" fmla="val 18631"/>
              </a:avLst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</a:rPr>
                <a:t>카테고리 </a:t>
              </a:r>
              <a:r>
                <a:rPr lang="en-US" altLang="ko-KR" sz="800" dirty="0">
                  <a:solidFill>
                    <a:schemeClr val="bg1"/>
                  </a:solidFill>
                  <a:latin typeface="+mn-ea"/>
                </a:rPr>
                <a:t>3</a:t>
              </a:r>
              <a:endParaRPr lang="ko-KR" altLang="en-US" sz="800" dirty="0">
                <a:solidFill>
                  <a:schemeClr val="bg1"/>
                </a:solidFill>
                <a:latin typeface="+mn-ea"/>
              </a:endParaRPr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0ABFF82-DE94-CA8A-D882-F52E1ACCF0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686928" y="3983525"/>
              <a:ext cx="185250" cy="18525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E1DAF8-ADC3-4B20-62E1-197C5186A491}"/>
                </a:ext>
              </a:extLst>
            </p:cNvPr>
            <p:cNvSpPr txBox="1"/>
            <p:nvPr/>
          </p:nvSpPr>
          <p:spPr>
            <a:xfrm>
              <a:off x="2539175" y="4671140"/>
              <a:ext cx="853366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#</a:t>
              </a:r>
              <a:r>
                <a:rPr lang="ko-KR" altLang="en-US" sz="800" dirty="0">
                  <a:latin typeface="+mn-ea"/>
                  <a:ea typeface="+mn-ea"/>
                </a:rPr>
                <a:t>리그오브레전드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CE917EC-E692-7FB9-43F0-AA1BE7A4EFAB}"/>
                </a:ext>
              </a:extLst>
            </p:cNvPr>
            <p:cNvSpPr txBox="1"/>
            <p:nvPr/>
          </p:nvSpPr>
          <p:spPr>
            <a:xfrm>
              <a:off x="3389224" y="4671140"/>
              <a:ext cx="750774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#</a:t>
              </a:r>
              <a:r>
                <a:rPr lang="ko-KR" altLang="en-US" sz="800" dirty="0">
                  <a:latin typeface="+mn-ea"/>
                  <a:ea typeface="+mn-ea"/>
                </a:rPr>
                <a:t>나는야게임왕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0795034-DA02-452A-0C1F-5C3F17929B8F}"/>
                </a:ext>
              </a:extLst>
            </p:cNvPr>
            <p:cNvSpPr txBox="1"/>
            <p:nvPr/>
          </p:nvSpPr>
          <p:spPr>
            <a:xfrm>
              <a:off x="4154612" y="4671140"/>
              <a:ext cx="553604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#T1</a:t>
              </a:r>
              <a:r>
                <a:rPr lang="ko-KR" altLang="en-US" sz="800" dirty="0">
                  <a:latin typeface="+mn-ea"/>
                  <a:ea typeface="+mn-ea"/>
                </a:rPr>
                <a:t>티밀리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A9ED0A6-59E3-6611-D63E-CA26352FEAE9}"/>
                </a:ext>
              </a:extLst>
            </p:cNvPr>
            <p:cNvSpPr txBox="1"/>
            <p:nvPr/>
          </p:nvSpPr>
          <p:spPr>
            <a:xfrm>
              <a:off x="4706616" y="4671140"/>
              <a:ext cx="64818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#</a:t>
              </a:r>
              <a:r>
                <a:rPr lang="ko-KR" altLang="en-US" sz="800" dirty="0">
                  <a:latin typeface="+mn-ea"/>
                  <a:ea typeface="+mn-ea"/>
                </a:rPr>
                <a:t>게임이좋아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C2E948C-131A-17BB-1CD6-4D606AE8C8B0}"/>
                </a:ext>
              </a:extLst>
            </p:cNvPr>
            <p:cNvSpPr txBox="1"/>
            <p:nvPr/>
          </p:nvSpPr>
          <p:spPr>
            <a:xfrm>
              <a:off x="5354798" y="4671140"/>
              <a:ext cx="64818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#</a:t>
              </a:r>
              <a:r>
                <a:rPr lang="ko-KR" altLang="en-US" sz="800" dirty="0">
                  <a:latin typeface="+mn-ea"/>
                  <a:ea typeface="+mn-ea"/>
                </a:rPr>
                <a:t>니달리천재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E4C898B-8007-B50F-E14D-AF2DCA97A5C1}"/>
              </a:ext>
            </a:extLst>
          </p:cNvPr>
          <p:cNvSpPr/>
          <p:nvPr/>
        </p:nvSpPr>
        <p:spPr>
          <a:xfrm>
            <a:off x="155340" y="819325"/>
            <a:ext cx="9307351" cy="5769729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9386AC3-D501-71EB-EDED-29C59D7C33A0}"/>
              </a:ext>
            </a:extLst>
          </p:cNvPr>
          <p:cNvGrpSpPr/>
          <p:nvPr/>
        </p:nvGrpSpPr>
        <p:grpSpPr>
          <a:xfrm>
            <a:off x="3723169" y="2642635"/>
            <a:ext cx="2171692" cy="1370075"/>
            <a:chOff x="9360560" y="3320988"/>
            <a:chExt cx="2171692" cy="137007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105029DC-4EFC-327C-9FCC-6ED609F699D5}"/>
                </a:ext>
              </a:extLst>
            </p:cNvPr>
            <p:cNvSpPr/>
            <p:nvPr/>
          </p:nvSpPr>
          <p:spPr>
            <a:xfrm>
              <a:off x="9360560" y="3320988"/>
              <a:ext cx="2171692" cy="1370075"/>
            </a:xfrm>
            <a:prstGeom prst="roundRect">
              <a:avLst>
                <a:gd name="adj" fmla="val 5329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80099A1-7ACD-9737-D2CA-F0E5A7ED9036}"/>
                </a:ext>
              </a:extLst>
            </p:cNvPr>
            <p:cNvSpPr txBox="1"/>
            <p:nvPr/>
          </p:nvSpPr>
          <p:spPr>
            <a:xfrm>
              <a:off x="9980450" y="3475347"/>
              <a:ext cx="931913" cy="226591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시청 제한 안내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D9074D2-E937-59EA-C1DC-EBC090C82E1C}"/>
                </a:ext>
              </a:extLst>
            </p:cNvPr>
            <p:cNvSpPr txBox="1"/>
            <p:nvPr/>
          </p:nvSpPr>
          <p:spPr>
            <a:xfrm>
              <a:off x="9473243" y="3741279"/>
              <a:ext cx="1946326" cy="4182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미성년자 시청자를 보호하기 위해 </a:t>
              </a:r>
              <a:b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</a:b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연령 제한이 설정된 방송입니다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.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3CFFDE68-4605-27C1-30C2-180FDADF6626}"/>
                </a:ext>
              </a:extLst>
            </p:cNvPr>
            <p:cNvGrpSpPr/>
            <p:nvPr/>
          </p:nvGrpSpPr>
          <p:grpSpPr>
            <a:xfrm>
              <a:off x="9793499" y="4252912"/>
              <a:ext cx="1305815" cy="273423"/>
              <a:chOff x="9718114" y="4333875"/>
              <a:chExt cx="1305815" cy="273423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13344915-4AE1-7660-3D51-5E8259A0CB8D}"/>
                  </a:ext>
                </a:extLst>
              </p:cNvPr>
              <p:cNvSpPr/>
              <p:nvPr/>
            </p:nvSpPr>
            <p:spPr>
              <a:xfrm>
                <a:off x="10416989" y="4333875"/>
                <a:ext cx="606940" cy="273423"/>
              </a:xfrm>
              <a:prstGeom prst="roundRect">
                <a:avLst>
                  <a:gd name="adj" fmla="val 20327"/>
                </a:avLst>
              </a:prstGeom>
              <a:solidFill>
                <a:srgbClr val="519CFF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bg1"/>
                    </a:solidFill>
                    <a:latin typeface="+mn-ea"/>
                  </a:rPr>
                  <a:t>로그인</a:t>
                </a:r>
              </a:p>
            </p:txBody>
          </p:sp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C2C9FEDE-E67B-D501-7919-F393A527522B}"/>
                  </a:ext>
                </a:extLst>
              </p:cNvPr>
              <p:cNvSpPr/>
              <p:nvPr/>
            </p:nvSpPr>
            <p:spPr>
              <a:xfrm>
                <a:off x="9718114" y="4333875"/>
                <a:ext cx="655031" cy="273423"/>
              </a:xfrm>
              <a:prstGeom prst="roundRect">
                <a:avLst>
                  <a:gd name="adj" fmla="val 20327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bg1"/>
                    </a:solidFill>
                    <a:latin typeface="+mn-ea"/>
                  </a:rPr>
                  <a:t>돌아가기</a:t>
                </a:r>
              </a:p>
            </p:txBody>
          </p:sp>
        </p:grpSp>
      </p:grpSp>
      <p:sp>
        <p:nvSpPr>
          <p:cNvPr id="26" name="타원 129">
            <a:extLst>
              <a:ext uri="{FF2B5EF4-FFF2-40B4-BE49-F238E27FC236}">
                <a16:creationId xmlns:a16="http://schemas.microsoft.com/office/drawing/2014/main" id="{9F659BF5-DB43-D555-2D6D-EC4FE65F6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6833" y="2566919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51283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44420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사용자 지정 4">
      <a:dk1>
        <a:sysClr val="windowText" lastClr="000000"/>
      </a:dk1>
      <a:lt1>
        <a:sysClr val="window" lastClr="FFFFFF"/>
      </a:lt1>
      <a:dk2>
        <a:srgbClr val="212745"/>
      </a:dk2>
      <a:lt2>
        <a:srgbClr val="9933FF"/>
      </a:lt2>
      <a:accent1>
        <a:srgbClr val="4285F4"/>
      </a:accent1>
      <a:accent2>
        <a:srgbClr val="FFFF00"/>
      </a:accent2>
      <a:accent3>
        <a:srgbClr val="A7EA52"/>
      </a:accent3>
      <a:accent4>
        <a:srgbClr val="5DCEAF"/>
      </a:accent4>
      <a:accent5>
        <a:srgbClr val="FF8021"/>
      </a:accent5>
      <a:accent6>
        <a:srgbClr val="FF0000"/>
      </a:accent6>
      <a:hlink>
        <a:srgbClr val="0000FF"/>
      </a:hlink>
      <a:folHlink>
        <a:srgbClr val="59A8D1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디자인 사용자 지정">
  <a:themeElements>
    <a:clrScheme name="사용자 지정 4">
      <a:dk1>
        <a:sysClr val="windowText" lastClr="000000"/>
      </a:dk1>
      <a:lt1>
        <a:sysClr val="window" lastClr="FFFFFF"/>
      </a:lt1>
      <a:dk2>
        <a:srgbClr val="212745"/>
      </a:dk2>
      <a:lt2>
        <a:srgbClr val="9933FF"/>
      </a:lt2>
      <a:accent1>
        <a:srgbClr val="4285F4"/>
      </a:accent1>
      <a:accent2>
        <a:srgbClr val="FFFF00"/>
      </a:accent2>
      <a:accent3>
        <a:srgbClr val="A7EA52"/>
      </a:accent3>
      <a:accent4>
        <a:srgbClr val="5DCEAF"/>
      </a:accent4>
      <a:accent5>
        <a:srgbClr val="FF8021"/>
      </a:accent5>
      <a:accent6>
        <a:srgbClr val="FF0000"/>
      </a:accent6>
      <a:hlink>
        <a:srgbClr val="0000FF"/>
      </a:hlink>
      <a:folHlink>
        <a:srgbClr val="59A8D1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50000"/>
            <a:lumOff val="50000"/>
          </a:schemeClr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618689</TotalTime>
  <Words>10215</Words>
  <Application>Microsoft Office PowerPoint</Application>
  <PresentationFormat>와이드스크린</PresentationFormat>
  <Paragraphs>2933</Paragraphs>
  <Slides>62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62</vt:i4>
      </vt:variant>
    </vt:vector>
  </HeadingPairs>
  <TitlesOfParts>
    <vt:vector size="81" baseType="lpstr">
      <vt:lpstr>-apple-system</vt:lpstr>
      <vt:lpstr>Noto Sans CJK KR Black</vt:lpstr>
      <vt:lpstr>Noto Sans CJK KR Medium</vt:lpstr>
      <vt:lpstr>Noto Sans CJK KR Regular</vt:lpstr>
      <vt:lpstr>나눔고딕</vt:lpstr>
      <vt:lpstr>돋움</vt:lpstr>
      <vt:lpstr>맑은 고딕</vt:lpstr>
      <vt:lpstr>Arial</vt:lpstr>
      <vt:lpstr>Calibri</vt:lpstr>
      <vt:lpstr>Cambria</vt:lpstr>
      <vt:lpstr>Montserrat ExtraBold</vt:lpstr>
      <vt:lpstr>Wingdings</vt:lpstr>
      <vt:lpstr>Wingdings 2</vt:lpstr>
      <vt:lpstr>디자인 사용자 지정</vt:lpstr>
      <vt:lpstr>3_디자인 사용자 지정</vt:lpstr>
      <vt:lpstr>1_디자인 사용자 지정</vt:lpstr>
      <vt:lpstr>4_디자인 사용자 지정</vt:lpstr>
      <vt:lpstr>2_디자인 사용자 지정</vt:lpstr>
      <vt:lpstr>5_디자인 사용자 지정</vt:lpstr>
      <vt:lpstr>투네이션 스트리밍 서비스</vt:lpstr>
      <vt:lpstr>PowerPoint 프레젠테이션</vt:lpstr>
      <vt:lpstr>PowerPoint 프레젠테이션</vt:lpstr>
      <vt:lpstr>개요</vt:lpstr>
      <vt:lpstr>개요</vt:lpstr>
      <vt:lpstr>개요</vt:lpstr>
      <vt:lpstr>개요</vt:lpstr>
      <vt:lpstr>PowerPoint 프레젠테이션</vt:lpstr>
      <vt:lpstr>채널 · 스트림키 정책 벤치마킹</vt:lpstr>
      <vt:lpstr>방송 라이프 사이클 정책 벤치마킹</vt:lpstr>
      <vt:lpstr>크리에이터의 스트리밍 기능 벤치마킹</vt:lpstr>
      <vt:lpstr>시청자의 방송 시청 기능 벤치마킹</vt:lpstr>
      <vt:lpstr>PowerPoint 프레젠테이션</vt:lpstr>
      <vt:lpstr>채널 · 스트림키 정책</vt:lpstr>
      <vt:lpstr>방송 라이프 사이클 - 상태 정의</vt:lpstr>
      <vt:lpstr>방송 라이프 사이클 - 시청자 수 집계 및 강제 종료</vt:lpstr>
      <vt:lpstr>[방송 관리] 메뉴 기능 구성</vt:lpstr>
      <vt:lpstr>[방송 분석] 메뉴 기능 구성</vt:lpstr>
      <vt:lpstr>[관리자] 메뉴 기능 구성</vt:lpstr>
      <vt:lpstr>PowerPoint 프레젠테이션</vt:lpstr>
      <vt:lpstr>크리에이터 스튜디오 &gt; 라이브 방송 &gt; 방송 관리 &gt; OFF AIR</vt:lpstr>
      <vt:lpstr>방송 관리 화면 분기</vt:lpstr>
      <vt:lpstr>크리에이터 스튜디오 &gt; 라이브 방송 &gt; 방송 관리 &gt; ON AIR</vt:lpstr>
      <vt:lpstr>크리에이터 스튜디오 &gt; 라이브 방송 &gt; 방송 관리 &gt; 제재 안내</vt:lpstr>
      <vt:lpstr>크리에이터 스튜디오 &gt; 라이브 방송 &gt; 방송 설정</vt:lpstr>
      <vt:lpstr>크리에이터 스튜디오 &gt; 라이브 방송 &gt; 방송 분석</vt:lpstr>
      <vt:lpstr>크리에이터 스튜디오 &gt; 라이브 방송 &gt; 방송 분석 &gt; 일별 분석</vt:lpstr>
      <vt:lpstr>PowerPoint 프레젠테이션</vt:lpstr>
      <vt:lpstr>화면 영역</vt:lpstr>
      <vt:lpstr>채널 영역</vt:lpstr>
      <vt:lpstr>채널 영역</vt:lpstr>
      <vt:lpstr>채널 영역</vt:lpstr>
      <vt:lpstr>채널 영역</vt:lpstr>
      <vt:lpstr>채팅 뷰어 영역</vt:lpstr>
      <vt:lpstr>채팅 뷰어 영역</vt:lpstr>
      <vt:lpstr>채팅 뷰어 영역</vt:lpstr>
      <vt:lpstr>채팅 뷰어 영역</vt:lpstr>
      <vt:lpstr>채팅 뷰어 영역</vt:lpstr>
      <vt:lpstr>채팅 입력 영역</vt:lpstr>
      <vt:lpstr>PowerPoint 프레젠테이션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PowerPoint 프레젠테이션</vt:lpstr>
    </vt:vector>
  </TitlesOfParts>
  <Company>ACG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손동명</dc:creator>
  <cp:lastModifiedBy>투네이션 주식회사</cp:lastModifiedBy>
  <cp:revision>9240</cp:revision>
  <cp:lastPrinted>2020-03-20T06:02:53Z</cp:lastPrinted>
  <dcterms:created xsi:type="dcterms:W3CDTF">2007-03-12T23:55:15Z</dcterms:created>
  <dcterms:modified xsi:type="dcterms:W3CDTF">2026-10-01T07:24:19Z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soo_Trace_ID">
    <vt:lpwstr>eyJub2RlMSI6eyJkc2QiOiIwMTAwMDAwMDAwMDAzNzUzIiwibG9nVGltZSI6IjIwMjQtMDgtMzBUMDE6MjQ6MDNaIiwicElEIjoxLCJwcm9jZXNzSWQiOjQ2MTIsInByb2Nlc3NOYW1lIjoiUE9XRVJQTlQuRVhFIiwidHJhY2VJZCI6IjlCOERENEIyNkQ4MzRCNzlBNzIyNjJGNzE2MTkzRjcxIiwidXNlckNvZGUiOiJjYXByaXNvbiJ9LCJub2RlMiI6eyJkc2QiOiIwMTAwMDAwMDAwMDAzNzUzIiwibG9nVGltZSI6IjIwMjQtMDgtMzBUMDE6MjQ6MDNaIiwicElEIjoxLCJwcm9jZXNzSWQiOjQ2MTIsInByb2Nlc3NOYW1lIjoiUE9XRVJQTlQuRVhFIiwidHJhY2VJZCI6IjlCOERENEIyNkQ4MzRCNzlBNzIyNjJGNzE2MTkzRjcxIiwidXNlckNvZGUiOiJjYXByaXNvbiJ9LCJub2RlMyI6eyJkc2QiOiIwMTAwMDAwMDAwMDAzNzUzIiwibG9nVGltZSI6IjIwMjQtMDgtMzBUMDE6MjQ6MDNaIiwicElEIjoxLCJwcm9jZXNzSWQiOjQ2MTIsInByb2Nlc3NOYW1lIjoiUE9XRVJQTlQuRVhFIiwidHJhY2VJZCI6IjlCOERENEIyNkQ4MzRCNzlBNzIyNjJGNzE2MTkzRjcxIiwidXNlckNvZGUiOiJjYXByaXNvbiJ9LCJub2RlNCI6eyJkc2QiOiIwMTAwMDAwMDAwMDAzNzUzIiwibG9nVGltZSI6IjIwMjQtMDgtMzBUMDE6MjQ6MDNaIiwicElEIjoxLCJwcm9jZXNzSWQiOjQ2MTIsInByb2Nlc3NOYW1lIjoiUE9XRVJQTlQuRVhFIiwidHJhY2VJZCI6IjlCOERENEIyNkQ4MzRCNzlBNzIyNjJGNzE2MTkzRjcxIiwidXNlckNvZGUiOiJjYXByaXNvbiJ9LCJub2RlNSI6eyJkc2QiOiIwMDAwMDAwMDAwMDAwMDAwIiwibG9nVGltZSI6IjIwMjQtMTAtMTBUMDA6NTY6MTJaIiwicElEIjoyMDQ4LCJwcm9jZXNzSWQiOjQ2MTIsInByb2Nlc3NOYW1lIjoiUE9XRVJQTlQuRVhFIiwidHJhY2VJZCI6IjZGRDcyNkU0ODU0RTQwM0Q4MkVBQkRDODc1OTZFN0I4IiwidXNlckNvZGUiOiJjYXByaXNvbiJ9LCJub2RlQ291bnQiOjIsInJvb3RUcmFjZUlkIjoiOUI4REQ0QjI2RDgzNEI3OUE3MjI2MkY3MTYxOTNGNzEifQ==</vt:lpwstr>
  </property>
</Properties>
</file>